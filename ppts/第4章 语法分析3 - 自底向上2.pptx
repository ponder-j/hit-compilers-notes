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4.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 id="2147487643" r:id="rId2"/>
    <p:sldMasterId id="2147487908" r:id="rId3"/>
    <p:sldMasterId id="2147488044" r:id="rId4"/>
    <p:sldMasterId id="2147488070" r:id="rId5"/>
  </p:sldMasterIdLst>
  <p:notesMasterIdLst>
    <p:notesMasterId r:id="rId68"/>
  </p:notesMasterIdLst>
  <p:handoutMasterIdLst>
    <p:handoutMasterId r:id="rId69"/>
  </p:handoutMasterIdLst>
  <p:sldIdLst>
    <p:sldId id="1099" r:id="rId6"/>
    <p:sldId id="1100" r:id="rId7"/>
    <p:sldId id="1149" r:id="rId8"/>
    <p:sldId id="992" r:id="rId9"/>
    <p:sldId id="1021" r:id="rId10"/>
    <p:sldId id="993" r:id="rId11"/>
    <p:sldId id="2711" r:id="rId12"/>
    <p:sldId id="1115" r:id="rId13"/>
    <p:sldId id="736" r:id="rId14"/>
    <p:sldId id="1150" r:id="rId15"/>
    <p:sldId id="1023" r:id="rId16"/>
    <p:sldId id="994" r:id="rId17"/>
    <p:sldId id="996" r:id="rId18"/>
    <p:sldId id="1024" r:id="rId19"/>
    <p:sldId id="2749" r:id="rId20"/>
    <p:sldId id="1191" r:id="rId21"/>
    <p:sldId id="998" r:id="rId22"/>
    <p:sldId id="999" r:id="rId23"/>
    <p:sldId id="1000" r:id="rId24"/>
    <p:sldId id="1003" r:id="rId25"/>
    <p:sldId id="1001" r:id="rId26"/>
    <p:sldId id="2750" r:id="rId27"/>
    <p:sldId id="1131" r:id="rId28"/>
    <p:sldId id="1144" r:id="rId29"/>
    <p:sldId id="1005" r:id="rId30"/>
    <p:sldId id="1123" r:id="rId31"/>
    <p:sldId id="1124" r:id="rId32"/>
    <p:sldId id="1025" r:id="rId33"/>
    <p:sldId id="771" r:id="rId34"/>
    <p:sldId id="2751" r:id="rId35"/>
    <p:sldId id="1007" r:id="rId36"/>
    <p:sldId id="1008" r:id="rId37"/>
    <p:sldId id="1118" r:id="rId38"/>
    <p:sldId id="1010" r:id="rId39"/>
    <p:sldId id="1011" r:id="rId40"/>
    <p:sldId id="1012" r:id="rId41"/>
    <p:sldId id="1013" r:id="rId42"/>
    <p:sldId id="1014" r:id="rId43"/>
    <p:sldId id="1126" r:id="rId44"/>
    <p:sldId id="1133" r:id="rId45"/>
    <p:sldId id="1135" r:id="rId46"/>
    <p:sldId id="1151" r:id="rId47"/>
    <p:sldId id="1138" r:id="rId48"/>
    <p:sldId id="1127" r:id="rId49"/>
    <p:sldId id="1143" r:id="rId50"/>
    <p:sldId id="2752" r:id="rId51"/>
    <p:sldId id="2754" r:id="rId52"/>
    <p:sldId id="1490" r:id="rId53"/>
    <p:sldId id="2748" r:id="rId54"/>
    <p:sldId id="1152" r:id="rId55"/>
    <p:sldId id="1491" r:id="rId56"/>
    <p:sldId id="2733" r:id="rId57"/>
    <p:sldId id="2734" r:id="rId58"/>
    <p:sldId id="1492" r:id="rId59"/>
    <p:sldId id="2757" r:id="rId60"/>
    <p:sldId id="2755" r:id="rId61"/>
    <p:sldId id="2753" r:id="rId62"/>
    <p:sldId id="2735" r:id="rId63"/>
    <p:sldId id="2746" r:id="rId64"/>
    <p:sldId id="2747" r:id="rId65"/>
    <p:sldId id="2744" r:id="rId66"/>
    <p:sldId id="1148" r:id="rId67"/>
  </p:sldIdLst>
  <p:sldSz cx="9144000" cy="5143500" type="screen16x9"/>
  <p:notesSz cx="6761163" cy="9942513"/>
  <p:defaultTextStyle>
    <a:defPPr>
      <a:defRPr lang="en-US"/>
    </a:defPPr>
    <a:lvl1pPr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0000FF"/>
    <a:srgbClr val="FFCCCC"/>
    <a:srgbClr val="FF00FF"/>
    <a:srgbClr val="FF9999"/>
    <a:srgbClr val="FF7B77"/>
    <a:srgbClr val="FF0066"/>
    <a:srgbClr val="B7B7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2273" autoAdjust="0"/>
    <p:restoredTop sz="74477" autoAdjust="0"/>
  </p:normalViewPr>
  <p:slideViewPr>
    <p:cSldViewPr>
      <p:cViewPr varScale="1">
        <p:scale>
          <a:sx n="72" d="100"/>
          <a:sy n="72" d="100"/>
        </p:scale>
        <p:origin x="1114" y="34"/>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5" Type="http://schemas.openxmlformats.org/officeDocument/2006/relationships/slideMaster" Target="slideMasters/slideMaster5.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handoutMaster" Target="handoutMasters/handoutMaster1.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 Type="http://schemas.openxmlformats.org/officeDocument/2006/relationships/slide" Target="slides/slide2.xml"/><Relationship Id="rId71"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87074" name="Rectangle 2"/>
          <p:cNvSpPr>
            <a:spLocks noGrp="1" noChangeArrowheads="1"/>
          </p:cNvSpPr>
          <p:nvPr>
            <p:ph type="hdr" sz="quarter"/>
          </p:nvPr>
        </p:nvSpPr>
        <p:spPr bwMode="auto">
          <a:xfrm>
            <a:off x="0" y="0"/>
            <a:ext cx="2930039" cy="496586"/>
          </a:xfrm>
          <a:prstGeom prst="rect">
            <a:avLst/>
          </a:prstGeom>
          <a:noFill/>
          <a:ln>
            <a:noFill/>
          </a:ln>
          <a:effectLst/>
        </p:spPr>
        <p:txBody>
          <a:bodyPr vert="horz" wrap="square" lIns="88087" tIns="44044" rIns="88087" bIns="44044" numCol="1" anchor="t" anchorCtr="0" compatLnSpc="1"/>
          <a:lstStyle>
            <a:lvl1pPr eaLnBrk="0" hangingPunct="0">
              <a:buFontTx/>
              <a:buNone/>
              <a:defRPr sz="1200">
                <a:latin typeface="Tahoma" panose="020B0604030504040204" pitchFamily="34" charset="0"/>
                <a:ea typeface="宋体" panose="02010600030101010101" pitchFamily="2" charset="-122"/>
              </a:defRPr>
            </a:lvl1pPr>
          </a:lstStyle>
          <a:p>
            <a:pPr>
              <a:defRPr/>
            </a:pPr>
            <a:endParaRPr lang="zh-CN" altLang="en-US"/>
          </a:p>
        </p:txBody>
      </p:sp>
      <p:sp>
        <p:nvSpPr>
          <p:cNvPr id="387075" name="Rectangle 3"/>
          <p:cNvSpPr>
            <a:spLocks noGrp="1" noChangeArrowheads="1"/>
          </p:cNvSpPr>
          <p:nvPr>
            <p:ph type="dt" sz="quarter" idx="1"/>
          </p:nvPr>
        </p:nvSpPr>
        <p:spPr bwMode="auto">
          <a:xfrm>
            <a:off x="3829613" y="0"/>
            <a:ext cx="2930039" cy="496586"/>
          </a:xfrm>
          <a:prstGeom prst="rect">
            <a:avLst/>
          </a:prstGeom>
          <a:noFill/>
          <a:ln>
            <a:noFill/>
          </a:ln>
          <a:effectLst/>
        </p:spPr>
        <p:txBody>
          <a:bodyPr vert="horz" wrap="square" lIns="88087" tIns="44044" rIns="88087" bIns="44044" numCol="1" anchor="t" anchorCtr="0" compatLnSpc="1"/>
          <a:lstStyle>
            <a:lvl1pPr algn="r" eaLnBrk="0" hangingPunct="0">
              <a:buFontTx/>
              <a:buNone/>
              <a:defRPr sz="1200">
                <a:latin typeface="Tahoma" panose="020B0604030504040204" pitchFamily="34" charset="0"/>
                <a:ea typeface="宋体" panose="02010600030101010101" pitchFamily="2" charset="-122"/>
              </a:defRPr>
            </a:lvl1pPr>
          </a:lstStyle>
          <a:p>
            <a:pPr>
              <a:defRPr/>
            </a:pPr>
            <a:endParaRPr lang="en-US" altLang="zh-CN"/>
          </a:p>
        </p:txBody>
      </p:sp>
      <p:sp>
        <p:nvSpPr>
          <p:cNvPr id="387076" name="Rectangle 4"/>
          <p:cNvSpPr>
            <a:spLocks noGrp="1" noChangeArrowheads="1"/>
          </p:cNvSpPr>
          <p:nvPr>
            <p:ph type="ftr" sz="quarter" idx="2"/>
          </p:nvPr>
        </p:nvSpPr>
        <p:spPr bwMode="auto">
          <a:xfrm>
            <a:off x="0" y="9444385"/>
            <a:ext cx="2930039" cy="496586"/>
          </a:xfrm>
          <a:prstGeom prst="rect">
            <a:avLst/>
          </a:prstGeom>
          <a:noFill/>
          <a:ln>
            <a:noFill/>
          </a:ln>
          <a:effectLst/>
        </p:spPr>
        <p:txBody>
          <a:bodyPr vert="horz" wrap="square" lIns="88087" tIns="44044" rIns="88087" bIns="44044" numCol="1" anchor="b" anchorCtr="0" compatLnSpc="1"/>
          <a:lstStyle>
            <a:lvl1pPr eaLnBrk="0" hangingPunct="0">
              <a:buFontTx/>
              <a:buNone/>
              <a:defRPr sz="1200">
                <a:latin typeface="Tahoma" panose="020B0604030504040204" pitchFamily="34" charset="0"/>
                <a:ea typeface="宋体" panose="02010600030101010101" pitchFamily="2" charset="-122"/>
              </a:defRPr>
            </a:lvl1pPr>
          </a:lstStyle>
          <a:p>
            <a:pPr>
              <a:defRPr/>
            </a:pPr>
            <a:endParaRPr lang="en-US" altLang="zh-CN"/>
          </a:p>
        </p:txBody>
      </p:sp>
      <p:sp>
        <p:nvSpPr>
          <p:cNvPr id="387077" name="Rectangle 5"/>
          <p:cNvSpPr>
            <a:spLocks noGrp="1" noChangeArrowheads="1"/>
          </p:cNvSpPr>
          <p:nvPr>
            <p:ph type="sldNum" sz="quarter" idx="3"/>
          </p:nvPr>
        </p:nvSpPr>
        <p:spPr bwMode="auto">
          <a:xfrm>
            <a:off x="3829613" y="9444385"/>
            <a:ext cx="2930039" cy="496586"/>
          </a:xfrm>
          <a:prstGeom prst="rect">
            <a:avLst/>
          </a:prstGeom>
          <a:noFill/>
          <a:ln>
            <a:noFill/>
          </a:ln>
          <a:effectLst/>
        </p:spPr>
        <p:txBody>
          <a:bodyPr vert="horz" wrap="square" lIns="88087" tIns="44044" rIns="88087" bIns="44044" numCol="1" anchor="b" anchorCtr="0" compatLnSpc="1">
            <a:prstTxWarp prst="textNoShape">
              <a:avLst/>
            </a:prstTxWarp>
          </a:bodyPr>
          <a:lstStyle>
            <a:lvl1pPr algn="r" eaLnBrk="0" hangingPunct="0">
              <a:buFont typeface="Arial" panose="020B0604020202020204" pitchFamily="34" charset="0"/>
              <a:buNone/>
              <a:defRPr sz="1200"/>
            </a:lvl1pPr>
          </a:lstStyle>
          <a:p>
            <a:pPr>
              <a:defRPr/>
            </a:pPr>
            <a:fld id="{2F840432-A894-4AFC-A942-1A33E813B6A4}" type="slidenum">
              <a:rPr lang="zh-CN" altLang="en-US"/>
              <a:pPr>
                <a:defRPr/>
              </a:pPr>
              <a:t>‹#›</a:t>
            </a:fld>
            <a:endParaRPr lang="en-US" altLang="zh-CN"/>
          </a:p>
        </p:txBody>
      </p:sp>
    </p:spTree>
    <p:extLst>
      <p:ext uri="{BB962C8B-B14F-4D97-AF65-F5344CB8AC3E}">
        <p14:creationId xmlns:p14="http://schemas.microsoft.com/office/powerpoint/2010/main" val="18108967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27682" name="Rectangle 2"/>
          <p:cNvSpPr>
            <a:spLocks noGrp="1" noChangeArrowheads="1"/>
          </p:cNvSpPr>
          <p:nvPr>
            <p:ph type="hdr" sz="quarter"/>
          </p:nvPr>
        </p:nvSpPr>
        <p:spPr bwMode="auto">
          <a:xfrm>
            <a:off x="0" y="0"/>
            <a:ext cx="2930039" cy="496586"/>
          </a:xfrm>
          <a:prstGeom prst="rect">
            <a:avLst/>
          </a:prstGeom>
          <a:noFill/>
          <a:ln>
            <a:noFill/>
          </a:ln>
        </p:spPr>
        <p:txBody>
          <a:bodyPr vert="horz" wrap="square" lIns="95415" tIns="47708" rIns="95415" bIns="47708" numCol="1" anchor="t" anchorCtr="0" compatLnSpc="1"/>
          <a:lstStyle>
            <a:lvl1pPr defTabSz="952431" eaLnBrk="1" hangingPunct="1">
              <a:buFontTx/>
              <a:buNone/>
              <a:defRPr sz="1300">
                <a:latin typeface="Tahoma" panose="020B0604030504040204" pitchFamily="34" charset="0"/>
                <a:ea typeface="宋体" panose="02010600030101010101" pitchFamily="2" charset="-122"/>
              </a:defRPr>
            </a:lvl1pPr>
          </a:lstStyle>
          <a:p>
            <a:pPr>
              <a:defRPr/>
            </a:pPr>
            <a:endParaRPr lang="zh-CN" altLang="en-US"/>
          </a:p>
        </p:txBody>
      </p:sp>
      <p:sp>
        <p:nvSpPr>
          <p:cNvPr id="327683" name="Rectangle 3"/>
          <p:cNvSpPr>
            <a:spLocks noGrp="1" noChangeArrowheads="1"/>
          </p:cNvSpPr>
          <p:nvPr>
            <p:ph type="dt" idx="1"/>
          </p:nvPr>
        </p:nvSpPr>
        <p:spPr bwMode="auto">
          <a:xfrm>
            <a:off x="3831125" y="0"/>
            <a:ext cx="2930039" cy="496586"/>
          </a:xfrm>
          <a:prstGeom prst="rect">
            <a:avLst/>
          </a:prstGeom>
          <a:noFill/>
          <a:ln>
            <a:noFill/>
          </a:ln>
        </p:spPr>
        <p:txBody>
          <a:bodyPr vert="horz" wrap="square" lIns="95415" tIns="47708" rIns="95415" bIns="47708" numCol="1" anchor="t" anchorCtr="0" compatLnSpc="1"/>
          <a:lstStyle>
            <a:lvl1pPr algn="r" defTabSz="952431" eaLnBrk="1" hangingPunct="1">
              <a:buFontTx/>
              <a:buNone/>
              <a:defRPr sz="1300">
                <a:latin typeface="Tahoma" panose="020B0604030504040204" pitchFamily="34" charset="0"/>
                <a:ea typeface="宋体" panose="02010600030101010101" pitchFamily="2" charset="-122"/>
              </a:defRPr>
            </a:lvl1pPr>
          </a:lstStyle>
          <a:p>
            <a:pPr>
              <a:defRPr/>
            </a:pPr>
            <a:endParaRPr lang="en-US" altLang="zh-CN"/>
          </a:p>
        </p:txBody>
      </p:sp>
      <p:sp>
        <p:nvSpPr>
          <p:cNvPr id="14340" name="Rectangle 4"/>
          <p:cNvSpPr>
            <a:spLocks noGrp="1" noRot="1" noChangeAspect="1" noChangeArrowheads="1" noTextEdit="1"/>
          </p:cNvSpPr>
          <p:nvPr>
            <p:ph type="sldImg" idx="4294967295"/>
          </p:nvPr>
        </p:nvSpPr>
        <p:spPr bwMode="auto">
          <a:xfrm>
            <a:off x="68263" y="746125"/>
            <a:ext cx="6626225" cy="3727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21" name="Rectangle 5"/>
          <p:cNvSpPr>
            <a:spLocks noGrp="1" noChangeArrowheads="1"/>
          </p:cNvSpPr>
          <p:nvPr>
            <p:ph type="body" sz="quarter" idx="4294967295"/>
          </p:nvPr>
        </p:nvSpPr>
        <p:spPr bwMode="auto">
          <a:xfrm>
            <a:off x="901085" y="4722192"/>
            <a:ext cx="4958993" cy="4473900"/>
          </a:xfrm>
          <a:prstGeom prst="rect">
            <a:avLst/>
          </a:prstGeom>
          <a:noFill/>
          <a:ln w="9525">
            <a:noFill/>
            <a:miter lim="800000"/>
            <a:headEnd/>
            <a:tailEnd/>
          </a:ln>
        </p:spPr>
        <p:txBody>
          <a:bodyPr vert="horz" wrap="square" lIns="95415" tIns="47708" rIns="95415" bIns="47708"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327686" name="Rectangle 6"/>
          <p:cNvSpPr>
            <a:spLocks noGrp="1" noChangeArrowheads="1"/>
          </p:cNvSpPr>
          <p:nvPr>
            <p:ph type="ftr" sz="quarter" idx="4"/>
          </p:nvPr>
        </p:nvSpPr>
        <p:spPr bwMode="auto">
          <a:xfrm>
            <a:off x="0" y="9445928"/>
            <a:ext cx="2930039" cy="496586"/>
          </a:xfrm>
          <a:prstGeom prst="rect">
            <a:avLst/>
          </a:prstGeom>
          <a:noFill/>
          <a:ln>
            <a:noFill/>
          </a:ln>
        </p:spPr>
        <p:txBody>
          <a:bodyPr vert="horz" wrap="square" lIns="95415" tIns="47708" rIns="95415" bIns="47708" numCol="1" anchor="b" anchorCtr="0" compatLnSpc="1"/>
          <a:lstStyle>
            <a:lvl1pPr defTabSz="952431" eaLnBrk="1" hangingPunct="1">
              <a:buFontTx/>
              <a:buNone/>
              <a:defRPr sz="1300">
                <a:latin typeface="Tahoma" panose="020B0604030504040204" pitchFamily="34" charset="0"/>
                <a:ea typeface="宋体" panose="02010600030101010101" pitchFamily="2" charset="-122"/>
              </a:defRPr>
            </a:lvl1pPr>
          </a:lstStyle>
          <a:p>
            <a:pPr>
              <a:defRPr/>
            </a:pPr>
            <a:endParaRPr lang="en-US" altLang="zh-CN"/>
          </a:p>
        </p:txBody>
      </p:sp>
      <p:sp>
        <p:nvSpPr>
          <p:cNvPr id="327687" name="Rectangle 7"/>
          <p:cNvSpPr>
            <a:spLocks noGrp="1" noChangeArrowheads="1"/>
          </p:cNvSpPr>
          <p:nvPr>
            <p:ph type="sldNum" sz="quarter" idx="5"/>
          </p:nvPr>
        </p:nvSpPr>
        <p:spPr bwMode="auto">
          <a:xfrm>
            <a:off x="3831125" y="9445928"/>
            <a:ext cx="2930039" cy="496586"/>
          </a:xfrm>
          <a:prstGeom prst="rect">
            <a:avLst/>
          </a:prstGeom>
          <a:noFill/>
          <a:ln>
            <a:noFill/>
          </a:ln>
        </p:spPr>
        <p:txBody>
          <a:bodyPr vert="horz" wrap="square" lIns="95415" tIns="47708" rIns="95415" bIns="47708" numCol="1" anchor="b" anchorCtr="0" compatLnSpc="1">
            <a:prstTxWarp prst="textNoShape">
              <a:avLst/>
            </a:prstTxWarp>
          </a:bodyPr>
          <a:lstStyle>
            <a:lvl1pPr algn="r" defTabSz="952431" eaLnBrk="1" hangingPunct="1">
              <a:buFont typeface="Arial" panose="020B0604020202020204" pitchFamily="34" charset="0"/>
              <a:buNone/>
              <a:defRPr sz="1300"/>
            </a:lvl1pPr>
          </a:lstStyle>
          <a:p>
            <a:pPr>
              <a:defRPr/>
            </a:pPr>
            <a:fld id="{357E7C84-7A15-4B1F-B763-F68EF38EB7E3}" type="slidenum">
              <a:rPr lang="zh-CN" altLang="en-US"/>
              <a:pPr>
                <a:defRPr/>
              </a:pPr>
              <a:t>‹#›</a:t>
            </a:fld>
            <a:endParaRPr lang="en-US" altLang="zh-CN"/>
          </a:p>
        </p:txBody>
      </p:sp>
    </p:spTree>
    <p:extLst>
      <p:ext uri="{BB962C8B-B14F-4D97-AF65-F5344CB8AC3E}">
        <p14:creationId xmlns:p14="http://schemas.microsoft.com/office/powerpoint/2010/main" val="160434145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p:cNvSpPr>
            <a:spLocks noGrp="1" noRot="1" noChangeAspect="1" noChangeArrowheads="1" noTextEdit="1"/>
          </p:cNvSpPr>
          <p:nvPr>
            <p:ph type="sldImg" idx="4294967295"/>
          </p:nvPr>
        </p:nvSpPr>
        <p:spPr>
          <a:ln/>
        </p:spPr>
      </p:sp>
      <p:sp>
        <p:nvSpPr>
          <p:cNvPr id="17411" name="备注占位符 2"/>
          <p:cNvSpPr>
            <a:spLocks noGrp="1" noChangeArrowheads="1"/>
          </p:cNvSpPr>
          <p:nvPr>
            <p:ph type="body" idx="4294967295"/>
          </p:nvPr>
        </p:nvSpPr>
        <p:spPr/>
        <p:txBody>
          <a:bodyPr/>
          <a:lstStyle/>
          <a:p>
            <a:endParaRPr lang="en-US" altLang="zh-CN" dirty="0"/>
          </a:p>
        </p:txBody>
      </p:sp>
      <p:sp>
        <p:nvSpPr>
          <p:cNvPr id="17412"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148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5148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5148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5148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5148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3CDC0FFE-58B7-483A-BC1F-CAACB5CA19A1}" type="slidenum">
              <a:rPr lang="zh-CN" altLang="en-US" sz="1300">
                <a:solidFill>
                  <a:srgbClr val="000000"/>
                </a:solidFill>
                <a:latin typeface="Tahoma" panose="020B0604030504040204" pitchFamily="34" charset="0"/>
              </a:rPr>
              <a:pPr>
                <a:spcBef>
                  <a:spcPct val="0"/>
                </a:spcBef>
                <a:buFontTx/>
                <a:buNone/>
              </a:pPr>
              <a:t>1</a:t>
            </a:fld>
            <a:endParaRPr lang="zh-CN" altLang="en-US" sz="1300">
              <a:solidFill>
                <a:srgbClr val="000000"/>
              </a:solidFill>
              <a:latin typeface="Tahoma" panose="020B0604030504040204" pitchFamily="34" charset="0"/>
            </a:endParaRPr>
          </a:p>
        </p:txBody>
      </p:sp>
    </p:spTree>
    <p:extLst>
      <p:ext uri="{BB962C8B-B14F-4D97-AF65-F5344CB8AC3E}">
        <p14:creationId xmlns:p14="http://schemas.microsoft.com/office/powerpoint/2010/main" val="36499986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95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4995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4995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4995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4995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0A9B3152-2948-45F0-87A8-81C427612FF9}" type="slidenum">
              <a:rPr lang="zh-CN" altLang="en-US" sz="1300">
                <a:solidFill>
                  <a:srgbClr val="000000"/>
                </a:solidFill>
                <a:latin typeface="Tahoma" panose="020B0604030504040204" pitchFamily="34" charset="0"/>
              </a:rPr>
              <a:pPr>
                <a:spcBef>
                  <a:spcPct val="0"/>
                </a:spcBef>
                <a:buFontTx/>
                <a:buNone/>
              </a:pPr>
              <a:t>2</a:t>
            </a:fld>
            <a:endParaRPr lang="zh-CN" altLang="en-US" sz="1300">
              <a:solidFill>
                <a:srgbClr val="000000"/>
              </a:solidFill>
              <a:latin typeface="Tahoma" panose="020B0604030504040204" pitchFamily="34" charset="0"/>
            </a:endParaRPr>
          </a:p>
        </p:txBody>
      </p:sp>
      <p:sp>
        <p:nvSpPr>
          <p:cNvPr id="19459" name="Rectangle 2"/>
          <p:cNvSpPr>
            <a:spLocks noGrp="1" noRot="1" noChangeAspect="1" noChangeArrowheads="1" noTextEdit="1"/>
          </p:cNvSpPr>
          <p:nvPr>
            <p:ph type="sldImg" idx="4294967295"/>
          </p:nvPr>
        </p:nvSpPr>
        <p:spPr>
          <a:ln/>
        </p:spPr>
      </p:sp>
      <p:sp>
        <p:nvSpPr>
          <p:cNvPr id="19460" name="Rectangle 3"/>
          <p:cNvSpPr>
            <a:spLocks noGrp="1" noChangeArrowheads="1"/>
          </p:cNvSpPr>
          <p:nvPr>
            <p:ph type="body" idx="4294967295"/>
          </p:nvPr>
        </p:nvSpPr>
        <p:spPr/>
        <p:txBody>
          <a:bodyPr/>
          <a:lstStyle/>
          <a:p>
            <a:pPr eaLnBrk="1" hangingPunct="1"/>
            <a:endParaRPr lang="zh-CN" altLang="en-US" dirty="0"/>
          </a:p>
        </p:txBody>
      </p:sp>
    </p:spTree>
    <p:extLst>
      <p:ext uri="{BB962C8B-B14F-4D97-AF65-F5344CB8AC3E}">
        <p14:creationId xmlns:p14="http://schemas.microsoft.com/office/powerpoint/2010/main" val="6773661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ChangeArrowheads="1" noTextEdit="1"/>
          </p:cNvSpPr>
          <p:nvPr>
            <p:ph type="sldImg" idx="4294967295"/>
          </p:nvPr>
        </p:nvSpPr>
        <p:spPr>
          <a:ln/>
        </p:spPr>
      </p:sp>
      <p:sp>
        <p:nvSpPr>
          <p:cNvPr id="21507" name="备注占位符 2"/>
          <p:cNvSpPr>
            <a:spLocks noGrp="1" noChangeArrowheads="1"/>
          </p:cNvSpPr>
          <p:nvPr>
            <p:ph type="body"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
        <p:nvSpPr>
          <p:cNvPr id="2150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148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5148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5148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5148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5148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2DBA6E4D-3681-4925-977C-FC55145DD4AC}" type="slidenum">
              <a:rPr lang="zh-CN" altLang="en-US" sz="1300">
                <a:solidFill>
                  <a:srgbClr val="000000"/>
                </a:solidFill>
                <a:latin typeface="Tahoma" panose="020B0604030504040204" pitchFamily="34" charset="0"/>
              </a:rPr>
              <a:pPr>
                <a:spcBef>
                  <a:spcPct val="0"/>
                </a:spcBef>
                <a:buFontTx/>
                <a:buNone/>
              </a:pPr>
              <a:t>3</a:t>
            </a:fld>
            <a:endParaRPr lang="zh-CN" altLang="en-US" sz="1300">
              <a:solidFill>
                <a:srgbClr val="000000"/>
              </a:solidFill>
              <a:latin typeface="Tahoma" panose="020B0604030504040204" pitchFamily="34" charset="0"/>
            </a:endParaRPr>
          </a:p>
        </p:txBody>
      </p:sp>
    </p:spTree>
    <p:extLst>
      <p:ext uri="{BB962C8B-B14F-4D97-AF65-F5344CB8AC3E}">
        <p14:creationId xmlns:p14="http://schemas.microsoft.com/office/powerpoint/2010/main" val="25072975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ChangeArrowheads="1" noTextEdit="1"/>
          </p:cNvSpPr>
          <p:nvPr>
            <p:ph type="sldImg" idx="4294967295"/>
          </p:nvPr>
        </p:nvSpPr>
        <p:spPr>
          <a:ln/>
        </p:spPr>
      </p:sp>
      <p:sp>
        <p:nvSpPr>
          <p:cNvPr id="23555" name="备注占位符 2"/>
          <p:cNvSpPr>
            <a:spLocks noGrp="1" noChangeArrowheads="1"/>
          </p:cNvSpPr>
          <p:nvPr>
            <p:ph type="body" idx="4294967295"/>
          </p:nvPr>
        </p:nvSpPr>
        <p:spPr/>
        <p:txBody>
          <a:bodyPr/>
          <a:lstStyle/>
          <a:p>
            <a:endParaRPr lang="zh-CN" altLang="en-US" dirty="0"/>
          </a:p>
        </p:txBody>
      </p:sp>
      <p:sp>
        <p:nvSpPr>
          <p:cNvPr id="2355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148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5148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5148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5148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5148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BD371E88-3044-4DEF-8061-81E0B850BC2C}" type="slidenum">
              <a:rPr lang="zh-CN" altLang="en-US" sz="1300">
                <a:latin typeface="Tahoma" panose="020B0604030504040204" pitchFamily="34" charset="0"/>
              </a:rPr>
              <a:pPr>
                <a:spcBef>
                  <a:spcPct val="0"/>
                </a:spcBef>
                <a:buFontTx/>
                <a:buNone/>
              </a:pPr>
              <a:t>4</a:t>
            </a:fld>
            <a:endParaRPr lang="zh-CN" altLang="en-US" sz="1300">
              <a:latin typeface="Tahoma" panose="020B0604030504040204" pitchFamily="34" charset="0"/>
            </a:endParaRPr>
          </a:p>
        </p:txBody>
      </p:sp>
    </p:spTree>
    <p:extLst>
      <p:ext uri="{BB962C8B-B14F-4D97-AF65-F5344CB8AC3E}">
        <p14:creationId xmlns:p14="http://schemas.microsoft.com/office/powerpoint/2010/main" val="7802715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ChangeArrowheads="1" noTextEdit="1"/>
          </p:cNvSpPr>
          <p:nvPr>
            <p:ph type="sldImg" idx="4294967295"/>
          </p:nvPr>
        </p:nvSpPr>
        <p:spPr>
          <a:ln/>
        </p:spPr>
      </p:sp>
      <p:sp>
        <p:nvSpPr>
          <p:cNvPr id="25603" name="备注占位符 2"/>
          <p:cNvSpPr>
            <a:spLocks noGrp="1" noChangeArrowheads="1"/>
          </p:cNvSpPr>
          <p:nvPr>
            <p:ph type="body" idx="4294967295"/>
          </p:nvPr>
        </p:nvSpPr>
        <p:spPr/>
        <p:txBody>
          <a:bodyPr/>
          <a:lstStyle/>
          <a:p>
            <a:endParaRPr lang="zh-CN" altLang="en-US" dirty="0"/>
          </a:p>
        </p:txBody>
      </p:sp>
      <p:sp>
        <p:nvSpPr>
          <p:cNvPr id="25604"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95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4995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4995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4995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4995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E5503505-4878-4030-B56F-2065574FB6BD}" type="slidenum">
              <a:rPr lang="zh-CN" altLang="en-US" sz="1300">
                <a:latin typeface="Tahoma" panose="020B0604030504040204" pitchFamily="34" charset="0"/>
              </a:rPr>
              <a:pPr>
                <a:spcBef>
                  <a:spcPct val="0"/>
                </a:spcBef>
                <a:buFontTx/>
                <a:buNone/>
              </a:pPr>
              <a:t>5</a:t>
            </a:fld>
            <a:endParaRPr lang="zh-CN" altLang="en-US" sz="1300">
              <a:latin typeface="Tahoma" panose="020B0604030504040204" pitchFamily="34" charset="0"/>
            </a:endParaRPr>
          </a:p>
        </p:txBody>
      </p:sp>
    </p:spTree>
    <p:extLst>
      <p:ext uri="{BB962C8B-B14F-4D97-AF65-F5344CB8AC3E}">
        <p14:creationId xmlns:p14="http://schemas.microsoft.com/office/powerpoint/2010/main" val="34392617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p:cNvSpPr>
            <a:spLocks noGrp="1" noRot="1" noChangeAspect="1" noChangeArrowheads="1" noTextEdit="1"/>
          </p:cNvSpPr>
          <p:nvPr>
            <p:ph type="sldImg" idx="4294967295"/>
          </p:nvPr>
        </p:nvSpPr>
        <p:spPr>
          <a:ln/>
        </p:spPr>
      </p:sp>
      <p:sp>
        <p:nvSpPr>
          <p:cNvPr id="27651" name="备注占位符 2"/>
          <p:cNvSpPr>
            <a:spLocks noGrp="1" noChangeArrowheads="1"/>
          </p:cNvSpPr>
          <p:nvPr>
            <p:ph type="body" idx="4294967295"/>
          </p:nvPr>
        </p:nvSpPr>
        <p:spPr/>
        <p:txBody>
          <a:bodyPr/>
          <a:lstStyle/>
          <a:p>
            <a:endParaRPr lang="zh-CN" altLang="en-US" dirty="0"/>
          </a:p>
        </p:txBody>
      </p:sp>
      <p:sp>
        <p:nvSpPr>
          <p:cNvPr id="27652"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95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4995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4995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4995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4995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30ECEFC0-B19A-406D-9E24-4BDB78886BFE}" type="slidenum">
              <a:rPr lang="zh-CN" altLang="en-US" sz="1300">
                <a:latin typeface="Tahoma" panose="020B0604030504040204" pitchFamily="34" charset="0"/>
              </a:rPr>
              <a:pPr>
                <a:spcBef>
                  <a:spcPct val="0"/>
                </a:spcBef>
                <a:buFontTx/>
                <a:buNone/>
              </a:pPr>
              <a:t>6</a:t>
            </a:fld>
            <a:endParaRPr lang="zh-CN" altLang="en-US" sz="1300">
              <a:latin typeface="Tahoma" panose="020B0604030504040204" pitchFamily="34" charset="0"/>
            </a:endParaRPr>
          </a:p>
        </p:txBody>
      </p:sp>
    </p:spTree>
    <p:extLst>
      <p:ext uri="{BB962C8B-B14F-4D97-AF65-F5344CB8AC3E}">
        <p14:creationId xmlns:p14="http://schemas.microsoft.com/office/powerpoint/2010/main" val="42104465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95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4995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4995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4995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4995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06F80149-371B-4E4D-B384-3212CE87311A}" type="slidenum">
              <a:rPr lang="zh-CN" altLang="en-US" sz="1300">
                <a:solidFill>
                  <a:srgbClr val="000000"/>
                </a:solidFill>
                <a:latin typeface="Tahoma" panose="020B0604030504040204" pitchFamily="34" charset="0"/>
              </a:rPr>
              <a:pPr>
                <a:spcBef>
                  <a:spcPct val="0"/>
                </a:spcBef>
                <a:buFontTx/>
                <a:buNone/>
              </a:pPr>
              <a:t>8</a:t>
            </a:fld>
            <a:endParaRPr lang="zh-CN" altLang="en-US" sz="1300">
              <a:solidFill>
                <a:srgbClr val="000000"/>
              </a:solidFill>
              <a:latin typeface="Tahoma" panose="020B0604030504040204" pitchFamily="34" charset="0"/>
            </a:endParaRPr>
          </a:p>
        </p:txBody>
      </p:sp>
      <p:sp>
        <p:nvSpPr>
          <p:cNvPr id="29699" name="Rectangle 2"/>
          <p:cNvSpPr>
            <a:spLocks noGrp="1" noRot="1" noChangeAspect="1" noChangeArrowheads="1" noTextEdit="1"/>
          </p:cNvSpPr>
          <p:nvPr>
            <p:ph type="sldImg" idx="4294967295"/>
          </p:nvPr>
        </p:nvSpPr>
        <p:spPr>
          <a:ln/>
        </p:spPr>
      </p:sp>
      <p:sp>
        <p:nvSpPr>
          <p:cNvPr id="29700" name="Rectangle 3"/>
          <p:cNvSpPr>
            <a:spLocks noGrp="1" noChangeArrowheads="1"/>
          </p:cNvSpPr>
          <p:nvPr>
            <p:ph type="body" idx="4294967295"/>
          </p:nvPr>
        </p:nvSpPr>
        <p:spPr/>
        <p:txBody>
          <a:bodyPr/>
          <a:lstStyle/>
          <a:p>
            <a:pPr eaLnBrk="1" hangingPunct="1">
              <a:lnSpc>
                <a:spcPct val="120000"/>
              </a:lnSpc>
            </a:pPr>
            <a:endParaRPr lang="en-US" altLang="zh-CN" dirty="0"/>
          </a:p>
        </p:txBody>
      </p:sp>
    </p:spTree>
    <p:extLst>
      <p:ext uri="{BB962C8B-B14F-4D97-AF65-F5344CB8AC3E}">
        <p14:creationId xmlns:p14="http://schemas.microsoft.com/office/powerpoint/2010/main" val="7127875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95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4995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4995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4995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4995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EA57059C-8E4B-452B-9AC4-10BA137EB1C2}" type="slidenum">
              <a:rPr lang="zh-CN" altLang="en-US" sz="1300">
                <a:latin typeface="Tahoma" panose="020B0604030504040204" pitchFamily="34" charset="0"/>
              </a:rPr>
              <a:pPr>
                <a:spcBef>
                  <a:spcPct val="0"/>
                </a:spcBef>
                <a:buFontTx/>
                <a:buNone/>
              </a:pPr>
              <a:t>9</a:t>
            </a:fld>
            <a:endParaRPr lang="zh-CN" altLang="en-US" sz="1300">
              <a:latin typeface="Tahoma" panose="020B0604030504040204" pitchFamily="34" charset="0"/>
            </a:endParaRPr>
          </a:p>
        </p:txBody>
      </p:sp>
      <p:sp>
        <p:nvSpPr>
          <p:cNvPr id="31747" name="Rectangle 2"/>
          <p:cNvSpPr>
            <a:spLocks noGrp="1" noRot="1" noChangeAspect="1" noChangeArrowheads="1" noTextEdit="1"/>
          </p:cNvSpPr>
          <p:nvPr>
            <p:ph type="sldImg" idx="4294967295"/>
          </p:nvPr>
        </p:nvSpPr>
        <p:spPr>
          <a:ln/>
        </p:spPr>
      </p:sp>
      <p:sp>
        <p:nvSpPr>
          <p:cNvPr id="31748" name="Rectangle 3"/>
          <p:cNvSpPr>
            <a:spLocks noGrp="1" noChangeArrowheads="1"/>
          </p:cNvSpPr>
          <p:nvPr>
            <p:ph type="body" idx="4294967295"/>
          </p:nvPr>
        </p:nvSpPr>
        <p:spPr/>
        <p:txBody>
          <a:bodyPr/>
          <a:lstStyle/>
          <a:p>
            <a:pPr eaLnBrk="1" hangingPunct="1"/>
            <a:endParaRPr lang="zh-CN" altLang="en-US" dirty="0"/>
          </a:p>
        </p:txBody>
      </p:sp>
    </p:spTree>
    <p:extLst>
      <p:ext uri="{BB962C8B-B14F-4D97-AF65-F5344CB8AC3E}">
        <p14:creationId xmlns:p14="http://schemas.microsoft.com/office/powerpoint/2010/main" val="24656418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a:ln/>
        </p:spPr>
      </p:sp>
      <p:sp>
        <p:nvSpPr>
          <p:cNvPr id="3379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dirty="0"/>
          </a:p>
        </p:txBody>
      </p:sp>
      <p:sp>
        <p:nvSpPr>
          <p:cNvPr id="3379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1483">
              <a:defRPr>
                <a:solidFill>
                  <a:schemeClr val="tx1"/>
                </a:solidFill>
                <a:latin typeface="Tahoma" panose="020B0604030504040204" pitchFamily="34" charset="0"/>
                <a:ea typeface="宋体" panose="02010600030101010101" pitchFamily="2" charset="-122"/>
              </a:defRPr>
            </a:lvl1pPr>
            <a:lvl2pPr marL="741912" indent="-284527" defTabSz="951483">
              <a:defRPr>
                <a:solidFill>
                  <a:schemeClr val="tx1"/>
                </a:solidFill>
                <a:latin typeface="Tahoma" panose="020B0604030504040204" pitchFamily="34" charset="0"/>
                <a:ea typeface="宋体" panose="02010600030101010101" pitchFamily="2" charset="-122"/>
              </a:defRPr>
            </a:lvl2pPr>
            <a:lvl3pPr marL="1142698" indent="-227928" defTabSz="951483">
              <a:defRPr>
                <a:solidFill>
                  <a:schemeClr val="tx1"/>
                </a:solidFill>
                <a:latin typeface="Tahoma" panose="020B0604030504040204" pitchFamily="34" charset="0"/>
                <a:ea typeface="宋体" panose="02010600030101010101" pitchFamily="2" charset="-122"/>
              </a:defRPr>
            </a:lvl3pPr>
            <a:lvl4pPr marL="1600082" indent="-227928" defTabSz="951483">
              <a:defRPr>
                <a:solidFill>
                  <a:schemeClr val="tx1"/>
                </a:solidFill>
                <a:latin typeface="Tahoma" panose="020B0604030504040204" pitchFamily="34" charset="0"/>
                <a:ea typeface="宋体" panose="02010600030101010101" pitchFamily="2" charset="-122"/>
              </a:defRPr>
            </a:lvl4pPr>
            <a:lvl5pPr marL="2055937" indent="-227928" defTabSz="951483">
              <a:defRPr>
                <a:solidFill>
                  <a:schemeClr val="tx1"/>
                </a:solidFill>
                <a:latin typeface="Tahoma" panose="020B0604030504040204" pitchFamily="34" charset="0"/>
                <a:ea typeface="宋体" panose="02010600030101010101" pitchFamily="2" charset="-122"/>
              </a:defRPr>
            </a:lvl5pPr>
            <a:lvl6pPr marL="2496495" indent="-227928" defTabSz="95148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37053" indent="-227928" defTabSz="95148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377611" indent="-227928" defTabSz="95148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18169" indent="-227928" defTabSz="95148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28BE4631-5B25-4A0C-B0D1-F25BC2DE2C61}" type="slidenum">
              <a:rPr lang="zh-CN" altLang="en-US" smtClean="0">
                <a:solidFill>
                  <a:srgbClr val="000000"/>
                </a:solidFill>
              </a:rPr>
              <a:pPr/>
              <a:t>10</a:t>
            </a:fld>
            <a:endParaRPr lang="en-US" altLang="zh-CN">
              <a:solidFill>
                <a:srgbClr val="000000"/>
              </a:solidFill>
            </a:endParaRPr>
          </a:p>
        </p:txBody>
      </p:sp>
    </p:spTree>
    <p:extLst>
      <p:ext uri="{BB962C8B-B14F-4D97-AF65-F5344CB8AC3E}">
        <p14:creationId xmlns:p14="http://schemas.microsoft.com/office/powerpoint/2010/main" val="7150642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p:cNvSpPr>
            <a:spLocks noGrp="1" noRot="1" noChangeAspect="1" noChangeArrowheads="1" noTextEdit="1"/>
          </p:cNvSpPr>
          <p:nvPr>
            <p:ph type="sldImg" idx="4294967295"/>
          </p:nvPr>
        </p:nvSpPr>
        <p:spPr>
          <a:ln/>
        </p:spPr>
      </p:sp>
      <p:sp>
        <p:nvSpPr>
          <p:cNvPr id="41987" name="备注占位符 2"/>
          <p:cNvSpPr>
            <a:spLocks noGrp="1" noChangeArrowheads="1"/>
          </p:cNvSpPr>
          <p:nvPr>
            <p:ph type="body" idx="4294967295"/>
          </p:nvPr>
        </p:nvSpPr>
        <p:spPr/>
        <p:txBody>
          <a:bodyPr/>
          <a:lstStyle/>
          <a:p>
            <a:pPr eaLnBrk="1" hangingPunct="1"/>
            <a:endParaRPr lang="en-US" altLang="zh-CN" dirty="0"/>
          </a:p>
        </p:txBody>
      </p:sp>
      <p:sp>
        <p:nvSpPr>
          <p:cNvPr id="4198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95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4995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4995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4995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4995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B0424F76-FD58-455E-9E91-2BB6452060EE}" type="slidenum">
              <a:rPr lang="zh-CN" altLang="en-US" sz="1300">
                <a:latin typeface="Tahoma" panose="020B0604030504040204" pitchFamily="34" charset="0"/>
              </a:rPr>
              <a:pPr>
                <a:spcBef>
                  <a:spcPct val="0"/>
                </a:spcBef>
                <a:buFontTx/>
                <a:buNone/>
              </a:pPr>
              <a:t>11</a:t>
            </a:fld>
            <a:endParaRPr lang="zh-CN" altLang="en-US" sz="1300">
              <a:latin typeface="Tahoma" panose="020B0604030504040204" pitchFamily="34" charset="0"/>
            </a:endParaRPr>
          </a:p>
        </p:txBody>
      </p:sp>
    </p:spTree>
    <p:extLst>
      <p:ext uri="{BB962C8B-B14F-4D97-AF65-F5344CB8AC3E}">
        <p14:creationId xmlns:p14="http://schemas.microsoft.com/office/powerpoint/2010/main" val="23143002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ChangeArrowheads="1" noTextEdit="1"/>
          </p:cNvSpPr>
          <p:nvPr>
            <p:ph type="sldImg" idx="4294967295"/>
          </p:nvPr>
        </p:nvSpPr>
        <p:spPr>
          <a:ln/>
        </p:spPr>
      </p:sp>
      <p:sp>
        <p:nvSpPr>
          <p:cNvPr id="35843" name="备注占位符 2"/>
          <p:cNvSpPr>
            <a:spLocks noGrp="1" noChangeArrowheads="1"/>
          </p:cNvSpPr>
          <p:nvPr>
            <p:ph type="body" idx="4294967295"/>
          </p:nvPr>
        </p:nvSpPr>
        <p:spPr/>
        <p:txBody>
          <a:bodyPr/>
          <a:lstStyle/>
          <a:p>
            <a:pPr marL="0" lvl="1"/>
            <a:endParaRPr lang="zh-CN" altLang="en-US" dirty="0"/>
          </a:p>
        </p:txBody>
      </p:sp>
      <p:sp>
        <p:nvSpPr>
          <p:cNvPr id="35844"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95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4995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4995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4995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4995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80D25A47-82BB-4788-A442-385FBFC9C00B}" type="slidenum">
              <a:rPr lang="zh-CN" altLang="en-US" sz="1300">
                <a:latin typeface="Tahoma" panose="020B0604030504040204" pitchFamily="34" charset="0"/>
              </a:rPr>
              <a:pPr>
                <a:spcBef>
                  <a:spcPct val="0"/>
                </a:spcBef>
                <a:buFontTx/>
                <a:buNone/>
              </a:pPr>
              <a:t>12</a:t>
            </a:fld>
            <a:endParaRPr lang="zh-CN" altLang="en-US" sz="1300">
              <a:latin typeface="Tahoma" panose="020B0604030504040204" pitchFamily="34" charset="0"/>
            </a:endParaRPr>
          </a:p>
        </p:txBody>
      </p:sp>
    </p:spTree>
    <p:extLst>
      <p:ext uri="{BB962C8B-B14F-4D97-AF65-F5344CB8AC3E}">
        <p14:creationId xmlns:p14="http://schemas.microsoft.com/office/powerpoint/2010/main" val="28803373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95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4995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4995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4995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4995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1633245F-714D-4768-BDE2-BC59F49DB8AF}" type="slidenum">
              <a:rPr lang="zh-CN" altLang="en-US" sz="1300">
                <a:latin typeface="Tahoma" panose="020B0604030504040204" pitchFamily="34" charset="0"/>
              </a:rPr>
              <a:pPr>
                <a:spcBef>
                  <a:spcPct val="0"/>
                </a:spcBef>
                <a:buFontTx/>
                <a:buNone/>
              </a:pPr>
              <a:t>13</a:t>
            </a:fld>
            <a:endParaRPr lang="zh-CN" altLang="en-US" sz="1300">
              <a:latin typeface="Tahoma" panose="020B0604030504040204" pitchFamily="34" charset="0"/>
            </a:endParaRPr>
          </a:p>
        </p:txBody>
      </p:sp>
      <p:sp>
        <p:nvSpPr>
          <p:cNvPr id="39939" name="Rectangle 2"/>
          <p:cNvSpPr>
            <a:spLocks noGrp="1" noRot="1" noChangeAspect="1" noChangeArrowheads="1" noTextEdit="1"/>
          </p:cNvSpPr>
          <p:nvPr>
            <p:ph type="sldImg" idx="4294967295"/>
          </p:nvPr>
        </p:nvSpPr>
        <p:spPr>
          <a:ln/>
        </p:spPr>
      </p:sp>
      <p:sp>
        <p:nvSpPr>
          <p:cNvPr id="39940" name="Rectangle 3"/>
          <p:cNvSpPr>
            <a:spLocks noGrp="1" noChangeArrowheads="1"/>
          </p:cNvSpPr>
          <p:nvPr>
            <p:ph type="body" idx="4294967295"/>
          </p:nvPr>
        </p:nvSpPr>
        <p:spPr/>
        <p:txBody>
          <a:bodyPr/>
          <a:lstStyle/>
          <a:p>
            <a:pPr eaLnBrk="1" hangingPunct="1"/>
            <a:endParaRPr lang="zh-CN" altLang="en-US" dirty="0"/>
          </a:p>
        </p:txBody>
      </p:sp>
    </p:spTree>
    <p:extLst>
      <p:ext uri="{BB962C8B-B14F-4D97-AF65-F5344CB8AC3E}">
        <p14:creationId xmlns:p14="http://schemas.microsoft.com/office/powerpoint/2010/main" val="7442800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p:cNvSpPr>
            <a:spLocks noGrp="1" noRot="1" noChangeAspect="1" noChangeArrowheads="1" noTextEdit="1"/>
          </p:cNvSpPr>
          <p:nvPr>
            <p:ph type="sldImg" idx="4294967295"/>
          </p:nvPr>
        </p:nvSpPr>
        <p:spPr>
          <a:ln/>
        </p:spPr>
      </p:sp>
      <p:sp>
        <p:nvSpPr>
          <p:cNvPr id="44035" name="备注占位符 2"/>
          <p:cNvSpPr>
            <a:spLocks noGrp="1" noChangeArrowheads="1"/>
          </p:cNvSpPr>
          <p:nvPr>
            <p:ph type="body" idx="4294967295"/>
          </p:nvPr>
        </p:nvSpPr>
        <p:spPr/>
        <p:txBody>
          <a:bodyPr/>
          <a:lstStyle/>
          <a:p>
            <a:endParaRPr lang="zh-CN" altLang="en-US" dirty="0"/>
          </a:p>
        </p:txBody>
      </p:sp>
      <p:sp>
        <p:nvSpPr>
          <p:cNvPr id="4403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148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5148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5148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5148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5148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33C3B3FC-4AAD-4490-A39A-F6A2C5F9EC0D}" type="slidenum">
              <a:rPr lang="zh-CN" altLang="en-US" sz="1300">
                <a:latin typeface="Tahoma" panose="020B0604030504040204" pitchFamily="34" charset="0"/>
              </a:rPr>
              <a:pPr>
                <a:spcBef>
                  <a:spcPct val="0"/>
                </a:spcBef>
                <a:buFontTx/>
                <a:buNone/>
              </a:pPr>
              <a:t>14</a:t>
            </a:fld>
            <a:endParaRPr lang="zh-CN" altLang="en-US" sz="1300">
              <a:latin typeface="Tahoma" panose="020B0604030504040204" pitchFamily="34" charset="0"/>
            </a:endParaRPr>
          </a:p>
        </p:txBody>
      </p:sp>
    </p:spTree>
    <p:extLst>
      <p:ext uri="{BB962C8B-B14F-4D97-AF65-F5344CB8AC3E}">
        <p14:creationId xmlns:p14="http://schemas.microsoft.com/office/powerpoint/2010/main" val="1805715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p:cNvSpPr>
            <a:spLocks noGrp="1" noRot="1" noChangeAspect="1" noChangeArrowheads="1" noTextEdit="1"/>
          </p:cNvSpPr>
          <p:nvPr>
            <p:ph type="sldImg" idx="4294967295"/>
          </p:nvPr>
        </p:nvSpPr>
        <p:spPr>
          <a:ln/>
        </p:spPr>
      </p:sp>
      <p:sp>
        <p:nvSpPr>
          <p:cNvPr id="41987" name="备注占位符 2"/>
          <p:cNvSpPr>
            <a:spLocks noGrp="1" noChangeArrowheads="1"/>
          </p:cNvSpPr>
          <p:nvPr>
            <p:ph type="body" idx="4294967295"/>
          </p:nvPr>
        </p:nvSpPr>
        <p:spPr/>
        <p:txBody>
          <a:bodyPr/>
          <a:lstStyle/>
          <a:p>
            <a:pPr eaLnBrk="1" hangingPunct="1"/>
            <a:endParaRPr lang="en-US" altLang="zh-CN" dirty="0"/>
          </a:p>
        </p:txBody>
      </p:sp>
      <p:sp>
        <p:nvSpPr>
          <p:cNvPr id="4198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95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4995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4995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4995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4995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B0424F76-FD58-455E-9E91-2BB6452060EE}" type="slidenum">
              <a:rPr lang="zh-CN" altLang="en-US" sz="1300">
                <a:latin typeface="Tahoma" panose="020B0604030504040204" pitchFamily="34" charset="0"/>
              </a:rPr>
              <a:pPr>
                <a:spcBef>
                  <a:spcPct val="0"/>
                </a:spcBef>
                <a:buFontTx/>
                <a:buNone/>
              </a:pPr>
              <a:t>15</a:t>
            </a:fld>
            <a:endParaRPr lang="zh-CN" altLang="en-US" sz="1300">
              <a:latin typeface="Tahoma" panose="020B0604030504040204" pitchFamily="34" charset="0"/>
            </a:endParaRPr>
          </a:p>
        </p:txBody>
      </p:sp>
    </p:spTree>
    <p:extLst>
      <p:ext uri="{BB962C8B-B14F-4D97-AF65-F5344CB8AC3E}">
        <p14:creationId xmlns:p14="http://schemas.microsoft.com/office/powerpoint/2010/main" val="6816815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ChangeArrowheads="1" noTextEdit="1"/>
          </p:cNvSpPr>
          <p:nvPr>
            <p:ph type="sldImg" idx="4294967295"/>
          </p:nvPr>
        </p:nvSpPr>
        <p:spPr>
          <a:ln/>
        </p:spPr>
      </p:sp>
      <p:sp>
        <p:nvSpPr>
          <p:cNvPr id="52227" name="备注占位符 2"/>
          <p:cNvSpPr>
            <a:spLocks noGrp="1" noChangeArrowheads="1"/>
          </p:cNvSpPr>
          <p:nvPr>
            <p:ph type="body" idx="4294967295"/>
          </p:nvPr>
        </p:nvSpPr>
        <p:spPr/>
        <p:txBody>
          <a:bodyPr/>
          <a:lstStyle/>
          <a:p>
            <a:endParaRPr lang="zh-CN" altLang="en-US" dirty="0"/>
          </a:p>
        </p:txBody>
      </p:sp>
      <p:sp>
        <p:nvSpPr>
          <p:cNvPr id="5222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95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4995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4995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4995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4995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0D12ED3C-B101-4620-B842-99B39E3E70BF}" type="slidenum">
              <a:rPr lang="zh-CN" altLang="en-US" sz="1300">
                <a:latin typeface="Tahoma" panose="020B0604030504040204" pitchFamily="34" charset="0"/>
              </a:rPr>
              <a:pPr>
                <a:spcBef>
                  <a:spcPct val="0"/>
                </a:spcBef>
                <a:buFontTx/>
                <a:buNone/>
              </a:pPr>
              <a:t>17</a:t>
            </a:fld>
            <a:endParaRPr lang="zh-CN" altLang="en-US" sz="1300">
              <a:latin typeface="Tahoma" panose="020B0604030504040204" pitchFamily="34" charset="0"/>
            </a:endParaRPr>
          </a:p>
        </p:txBody>
      </p:sp>
    </p:spTree>
    <p:extLst>
      <p:ext uri="{BB962C8B-B14F-4D97-AF65-F5344CB8AC3E}">
        <p14:creationId xmlns:p14="http://schemas.microsoft.com/office/powerpoint/2010/main" val="9311716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幻灯片图像占位符 1"/>
          <p:cNvSpPr>
            <a:spLocks noGrp="1" noRot="1" noChangeAspect="1" noChangeArrowheads="1" noTextEdit="1"/>
          </p:cNvSpPr>
          <p:nvPr>
            <p:ph type="sldImg" idx="4294967295"/>
          </p:nvPr>
        </p:nvSpPr>
        <p:spPr>
          <a:ln/>
        </p:spPr>
      </p:sp>
      <p:sp>
        <p:nvSpPr>
          <p:cNvPr id="54275" name="备注占位符 2"/>
          <p:cNvSpPr>
            <a:spLocks noGrp="1" noChangeArrowheads="1"/>
          </p:cNvSpPr>
          <p:nvPr>
            <p:ph type="body" idx="4294967295"/>
          </p:nvPr>
        </p:nvSpPr>
        <p:spPr/>
        <p:txBody>
          <a:bodyPr/>
          <a:lstStyle/>
          <a:p>
            <a:endParaRPr lang="zh-CN" altLang="en-US" dirty="0"/>
          </a:p>
        </p:txBody>
      </p:sp>
      <p:sp>
        <p:nvSpPr>
          <p:cNvPr id="542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95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4995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4995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4995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4995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583A7D67-44D8-4DEE-8227-890E73B999D0}" type="slidenum">
              <a:rPr lang="zh-CN" altLang="en-US" sz="1300">
                <a:latin typeface="Tahoma" panose="020B0604030504040204" pitchFamily="34" charset="0"/>
              </a:rPr>
              <a:pPr>
                <a:spcBef>
                  <a:spcPct val="0"/>
                </a:spcBef>
                <a:buFontTx/>
                <a:buNone/>
              </a:pPr>
              <a:t>18</a:t>
            </a:fld>
            <a:endParaRPr lang="zh-CN" altLang="en-US" sz="1300">
              <a:latin typeface="Tahoma" panose="020B0604030504040204" pitchFamily="34" charset="0"/>
            </a:endParaRPr>
          </a:p>
        </p:txBody>
      </p:sp>
    </p:spTree>
    <p:extLst>
      <p:ext uri="{BB962C8B-B14F-4D97-AF65-F5344CB8AC3E}">
        <p14:creationId xmlns:p14="http://schemas.microsoft.com/office/powerpoint/2010/main" val="13217063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p:cNvSpPr>
            <a:spLocks noGrp="1" noRot="1" noChangeAspect="1" noChangeArrowheads="1" noTextEdit="1"/>
          </p:cNvSpPr>
          <p:nvPr>
            <p:ph type="sldImg" idx="4294967295"/>
          </p:nvPr>
        </p:nvSpPr>
        <p:spPr>
          <a:ln/>
        </p:spPr>
      </p:sp>
      <p:sp>
        <p:nvSpPr>
          <p:cNvPr id="3" name="备注占位符 2"/>
          <p:cNvSpPr>
            <a:spLocks noGrp="1"/>
          </p:cNvSpPr>
          <p:nvPr>
            <p:ph type="body" idx="1"/>
          </p:nvPr>
        </p:nvSpPr>
        <p:spPr>
          <a:ln/>
        </p:spPr>
        <p:txBody>
          <a:bodyPr/>
          <a:lstStyle/>
          <a:p>
            <a:pPr>
              <a:defRPr/>
            </a:pPr>
            <a:endParaRPr lang="zh-CN" altLang="en-US" noProof="1"/>
          </a:p>
        </p:txBody>
      </p:sp>
      <p:sp>
        <p:nvSpPr>
          <p:cNvPr id="56324"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95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4995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4995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4995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4995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279EE4C5-853B-419E-8ADD-20763D29E123}" type="slidenum">
              <a:rPr lang="zh-CN" altLang="en-US" sz="1300">
                <a:latin typeface="Tahoma" panose="020B0604030504040204" pitchFamily="34" charset="0"/>
              </a:rPr>
              <a:pPr>
                <a:spcBef>
                  <a:spcPct val="0"/>
                </a:spcBef>
                <a:buFontTx/>
                <a:buNone/>
              </a:pPr>
              <a:t>19</a:t>
            </a:fld>
            <a:endParaRPr lang="zh-CN" altLang="en-US" sz="1300">
              <a:latin typeface="Tahoma" panose="020B0604030504040204" pitchFamily="34" charset="0"/>
            </a:endParaRPr>
          </a:p>
        </p:txBody>
      </p:sp>
    </p:spTree>
    <p:extLst>
      <p:ext uri="{BB962C8B-B14F-4D97-AF65-F5344CB8AC3E}">
        <p14:creationId xmlns:p14="http://schemas.microsoft.com/office/powerpoint/2010/main" val="7140458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p:cNvSpPr>
            <a:spLocks noGrp="1" noRot="1" noChangeAspect="1" noChangeArrowheads="1" noTextEdit="1"/>
          </p:cNvSpPr>
          <p:nvPr>
            <p:ph type="sldImg" idx="4294967295"/>
          </p:nvPr>
        </p:nvSpPr>
        <p:spPr>
          <a:ln/>
        </p:spPr>
      </p:sp>
      <p:sp>
        <p:nvSpPr>
          <p:cNvPr id="60419" name="备注占位符 2"/>
          <p:cNvSpPr>
            <a:spLocks noGrp="1" noChangeArrowheads="1"/>
          </p:cNvSpPr>
          <p:nvPr>
            <p:ph type="body" idx="4294967295"/>
          </p:nvPr>
        </p:nvSpPr>
        <p:spPr/>
        <p:txBody>
          <a:bodyPr/>
          <a:lstStyle/>
          <a:p>
            <a:endParaRPr lang="zh-CN" altLang="en-US" dirty="0"/>
          </a:p>
        </p:txBody>
      </p:sp>
      <p:sp>
        <p:nvSpPr>
          <p:cNvPr id="60420"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148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5148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5148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5148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5148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D1446C8B-D542-4756-9481-DC9EA181284A}" type="slidenum">
              <a:rPr lang="zh-CN" altLang="en-US" sz="1300">
                <a:latin typeface="Tahoma" panose="020B0604030504040204" pitchFamily="34" charset="0"/>
              </a:rPr>
              <a:pPr>
                <a:spcBef>
                  <a:spcPct val="0"/>
                </a:spcBef>
                <a:buFontTx/>
                <a:buNone/>
              </a:pPr>
              <a:t>20</a:t>
            </a:fld>
            <a:endParaRPr lang="zh-CN" altLang="en-US" sz="1300">
              <a:latin typeface="Tahoma" panose="020B0604030504040204" pitchFamily="34" charset="0"/>
            </a:endParaRPr>
          </a:p>
        </p:txBody>
      </p:sp>
    </p:spTree>
    <p:extLst>
      <p:ext uri="{BB962C8B-B14F-4D97-AF65-F5344CB8AC3E}">
        <p14:creationId xmlns:p14="http://schemas.microsoft.com/office/powerpoint/2010/main" val="38092402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p:cNvSpPr>
            <a:spLocks noGrp="1" noRot="1" noChangeAspect="1" noChangeArrowheads="1" noTextEdit="1"/>
          </p:cNvSpPr>
          <p:nvPr>
            <p:ph type="sldImg" idx="4294967295"/>
          </p:nvPr>
        </p:nvSpPr>
        <p:spPr>
          <a:ln/>
        </p:spPr>
      </p:sp>
      <p:sp>
        <p:nvSpPr>
          <p:cNvPr id="58371" name="备注占位符 2"/>
          <p:cNvSpPr>
            <a:spLocks noGrp="1" noChangeArrowheads="1"/>
          </p:cNvSpPr>
          <p:nvPr>
            <p:ph type="body" idx="4294967295"/>
          </p:nvPr>
        </p:nvSpPr>
        <p:spPr/>
        <p:txBody>
          <a:bodyPr/>
          <a:lstStyle/>
          <a:p>
            <a:endParaRPr lang="zh-CN" altLang="en-US" dirty="0"/>
          </a:p>
        </p:txBody>
      </p:sp>
      <p:sp>
        <p:nvSpPr>
          <p:cNvPr id="58372"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148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5148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5148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5148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5148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7C22BC2D-6A1B-4AE1-B8C1-55FFCCAB236C}" type="slidenum">
              <a:rPr lang="zh-CN" altLang="en-US" sz="1300">
                <a:latin typeface="Tahoma" panose="020B0604030504040204" pitchFamily="34" charset="0"/>
              </a:rPr>
              <a:pPr>
                <a:spcBef>
                  <a:spcPct val="0"/>
                </a:spcBef>
                <a:buFontTx/>
                <a:buNone/>
              </a:pPr>
              <a:t>21</a:t>
            </a:fld>
            <a:endParaRPr lang="zh-CN" altLang="en-US" sz="1300">
              <a:latin typeface="Tahoma" panose="020B0604030504040204" pitchFamily="34" charset="0"/>
            </a:endParaRPr>
          </a:p>
        </p:txBody>
      </p:sp>
    </p:spTree>
    <p:extLst>
      <p:ext uri="{BB962C8B-B14F-4D97-AF65-F5344CB8AC3E}">
        <p14:creationId xmlns:p14="http://schemas.microsoft.com/office/powerpoint/2010/main" val="27172070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ChangeArrowheads="1" noTextEdit="1"/>
          </p:cNvSpPr>
          <p:nvPr>
            <p:ph type="sldImg" idx="4294967295"/>
          </p:nvPr>
        </p:nvSpPr>
        <p:spPr>
          <a:ln/>
        </p:spPr>
      </p:sp>
      <p:sp>
        <p:nvSpPr>
          <p:cNvPr id="50179" name="备注占位符 2"/>
          <p:cNvSpPr>
            <a:spLocks noGrp="1" noChangeArrowheads="1"/>
          </p:cNvSpPr>
          <p:nvPr>
            <p:ph type="body" idx="4294967295"/>
          </p:nvPr>
        </p:nvSpPr>
        <p:spPr/>
        <p:txBody>
          <a:bodyPr/>
          <a:lstStyle/>
          <a:p>
            <a:endParaRPr lang="zh-CN" altLang="en-US" dirty="0"/>
          </a:p>
        </p:txBody>
      </p:sp>
      <p:sp>
        <p:nvSpPr>
          <p:cNvPr id="50180"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95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4995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4995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4995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4995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867D6030-D9DD-4474-8336-DA3415B18569}" type="slidenum">
              <a:rPr lang="zh-CN" altLang="en-US" sz="1300">
                <a:solidFill>
                  <a:srgbClr val="000000"/>
                </a:solidFill>
                <a:latin typeface="Tahoma" panose="020B0604030504040204" pitchFamily="34" charset="0"/>
              </a:rPr>
              <a:pPr>
                <a:spcBef>
                  <a:spcPct val="0"/>
                </a:spcBef>
                <a:buFontTx/>
                <a:buNone/>
              </a:pPr>
              <a:t>23</a:t>
            </a:fld>
            <a:endParaRPr lang="zh-CN" altLang="en-US" sz="1300">
              <a:solidFill>
                <a:srgbClr val="000000"/>
              </a:solidFill>
              <a:latin typeface="Tahoma" panose="020B0604030504040204" pitchFamily="34" charset="0"/>
            </a:endParaRPr>
          </a:p>
        </p:txBody>
      </p:sp>
    </p:spTree>
    <p:extLst>
      <p:ext uri="{BB962C8B-B14F-4D97-AF65-F5344CB8AC3E}">
        <p14:creationId xmlns:p14="http://schemas.microsoft.com/office/powerpoint/2010/main" val="42221473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ChangeArrowheads="1" noTextEdit="1"/>
          </p:cNvSpPr>
          <p:nvPr>
            <p:ph type="sldImg" idx="4294967295"/>
          </p:nvPr>
        </p:nvSpPr>
        <p:spPr>
          <a:ln/>
        </p:spPr>
      </p:sp>
      <p:sp>
        <p:nvSpPr>
          <p:cNvPr id="62467" name="备注占位符 2"/>
          <p:cNvSpPr>
            <a:spLocks noGrp="1" noChangeArrowheads="1"/>
          </p:cNvSpPr>
          <p:nvPr>
            <p:ph type="body" idx="4294967295"/>
          </p:nvPr>
        </p:nvSpPr>
        <p:spPr/>
        <p:txBody>
          <a:bodyPr/>
          <a:lstStyle/>
          <a:p>
            <a:pPr eaLnBrk="1" hangingPunct="1"/>
            <a:endParaRPr lang="en-US" altLang="zh-CN" dirty="0"/>
          </a:p>
        </p:txBody>
      </p:sp>
      <p:sp>
        <p:nvSpPr>
          <p:cNvPr id="6246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95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4995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4995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4995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4995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EF50CA4E-CC1F-4F20-B1CC-9ECE9A94BA28}" type="slidenum">
              <a:rPr lang="zh-CN" altLang="en-US" sz="1300">
                <a:solidFill>
                  <a:srgbClr val="000000"/>
                </a:solidFill>
                <a:latin typeface="Tahoma" panose="020B0604030504040204" pitchFamily="34" charset="0"/>
              </a:rPr>
              <a:pPr>
                <a:spcBef>
                  <a:spcPct val="0"/>
                </a:spcBef>
                <a:buFontTx/>
                <a:buNone/>
              </a:pPr>
              <a:t>24</a:t>
            </a:fld>
            <a:endParaRPr lang="zh-CN" altLang="en-US" sz="1300">
              <a:solidFill>
                <a:srgbClr val="000000"/>
              </a:solidFill>
              <a:latin typeface="Tahoma" panose="020B0604030504040204" pitchFamily="34" charset="0"/>
            </a:endParaRPr>
          </a:p>
        </p:txBody>
      </p:sp>
    </p:spTree>
    <p:extLst>
      <p:ext uri="{BB962C8B-B14F-4D97-AF65-F5344CB8AC3E}">
        <p14:creationId xmlns:p14="http://schemas.microsoft.com/office/powerpoint/2010/main" val="42928075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p:cNvSpPr>
            <a:spLocks noGrp="1" noRot="1" noChangeAspect="1" noChangeArrowheads="1" noTextEdit="1"/>
          </p:cNvSpPr>
          <p:nvPr>
            <p:ph type="sldImg" idx="4294967295"/>
          </p:nvPr>
        </p:nvSpPr>
        <p:spPr>
          <a:ln/>
        </p:spPr>
      </p:sp>
      <p:sp>
        <p:nvSpPr>
          <p:cNvPr id="64515" name="备注占位符 2"/>
          <p:cNvSpPr>
            <a:spLocks noGrp="1" noChangeArrowheads="1"/>
          </p:cNvSpPr>
          <p:nvPr>
            <p:ph type="body" idx="4294967295"/>
          </p:nvPr>
        </p:nvSpPr>
        <p:spPr/>
        <p:txBody>
          <a:bodyPr/>
          <a:lstStyle/>
          <a:p>
            <a:endParaRPr lang="zh-CN" altLang="en-US"/>
          </a:p>
        </p:txBody>
      </p:sp>
      <p:sp>
        <p:nvSpPr>
          <p:cNvPr id="6451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95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4995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4995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4995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4995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6B3394FD-13FA-47B4-B65A-87BFCE512A13}" type="slidenum">
              <a:rPr lang="zh-CN" altLang="en-US" sz="1300">
                <a:latin typeface="Tahoma" panose="020B0604030504040204" pitchFamily="34" charset="0"/>
              </a:rPr>
              <a:pPr>
                <a:spcBef>
                  <a:spcPct val="0"/>
                </a:spcBef>
                <a:buFontTx/>
                <a:buNone/>
              </a:pPr>
              <a:t>25</a:t>
            </a:fld>
            <a:endParaRPr lang="zh-CN" altLang="en-US" sz="1300">
              <a:latin typeface="Tahoma" panose="020B0604030504040204" pitchFamily="34" charset="0"/>
            </a:endParaRPr>
          </a:p>
        </p:txBody>
      </p:sp>
    </p:spTree>
    <p:extLst>
      <p:ext uri="{BB962C8B-B14F-4D97-AF65-F5344CB8AC3E}">
        <p14:creationId xmlns:p14="http://schemas.microsoft.com/office/powerpoint/2010/main" val="8485668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idx="4294967295"/>
          </p:nvPr>
        </p:nvSpPr>
        <p:spPr>
          <a:ln/>
        </p:spPr>
      </p:sp>
      <p:sp>
        <p:nvSpPr>
          <p:cNvPr id="66563" name="Rectangle 3"/>
          <p:cNvSpPr>
            <a:spLocks noGrp="1" noChangeArrowheads="1"/>
          </p:cNvSpPr>
          <p:nvPr>
            <p:ph type="body" idx="4294967295"/>
          </p:nvPr>
        </p:nvSpPr>
        <p:spPr/>
        <p:txBody>
          <a:bodyPr/>
          <a:lstStyle/>
          <a:p>
            <a:endParaRPr lang="zh-CN" altLang="en-US"/>
          </a:p>
        </p:txBody>
      </p:sp>
    </p:spTree>
    <p:extLst>
      <p:ext uri="{BB962C8B-B14F-4D97-AF65-F5344CB8AC3E}">
        <p14:creationId xmlns:p14="http://schemas.microsoft.com/office/powerpoint/2010/main" val="1324338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ChangeArrowheads="1" noTextEdit="1"/>
          </p:cNvSpPr>
          <p:nvPr>
            <p:ph type="sldImg" idx="4294967295"/>
          </p:nvPr>
        </p:nvSpPr>
        <p:spPr>
          <a:ln/>
        </p:spPr>
      </p:sp>
      <p:sp>
        <p:nvSpPr>
          <p:cNvPr id="68611" name="Rectangle 3"/>
          <p:cNvSpPr>
            <a:spLocks noGrp="1" noChangeArrowheads="1"/>
          </p:cNvSpPr>
          <p:nvPr>
            <p:ph type="body" idx="4294967295"/>
          </p:nvPr>
        </p:nvSpPr>
        <p:spPr/>
        <p:txBody>
          <a:bodyPr/>
          <a:lstStyle/>
          <a:p>
            <a:endParaRPr lang="zh-CN" altLang="en-US" dirty="0"/>
          </a:p>
        </p:txBody>
      </p:sp>
    </p:spTree>
    <p:extLst>
      <p:ext uri="{BB962C8B-B14F-4D97-AF65-F5344CB8AC3E}">
        <p14:creationId xmlns:p14="http://schemas.microsoft.com/office/powerpoint/2010/main" val="29148920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Rot="1" noChangeAspect="1" noChangeArrowheads="1" noTextEdit="1"/>
          </p:cNvSpPr>
          <p:nvPr>
            <p:ph type="sldImg" idx="4294967295"/>
          </p:nvPr>
        </p:nvSpPr>
        <p:spPr>
          <a:ln/>
        </p:spPr>
      </p:sp>
      <p:sp>
        <p:nvSpPr>
          <p:cNvPr id="70659" name="Rectangle 3"/>
          <p:cNvSpPr>
            <a:spLocks noGrp="1" noChangeArrowheads="1"/>
          </p:cNvSpPr>
          <p:nvPr>
            <p:ph type="body" idx="4294967295"/>
          </p:nvPr>
        </p:nvSpPr>
        <p:spPr/>
        <p:txBody>
          <a:bodyPr/>
          <a:lstStyle/>
          <a:p>
            <a:endParaRPr lang="zh-CN" altLang="en-US" dirty="0"/>
          </a:p>
        </p:txBody>
      </p:sp>
    </p:spTree>
    <p:extLst>
      <p:ext uri="{BB962C8B-B14F-4D97-AF65-F5344CB8AC3E}">
        <p14:creationId xmlns:p14="http://schemas.microsoft.com/office/powerpoint/2010/main" val="20539297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noChangeAspect="1" noChangeArrowheads="1" noTextEdit="1"/>
          </p:cNvSpPr>
          <p:nvPr>
            <p:ph type="sldImg" idx="4294967295"/>
          </p:nvPr>
        </p:nvSpPr>
        <p:spPr>
          <a:ln/>
        </p:spPr>
      </p:sp>
      <p:sp>
        <p:nvSpPr>
          <p:cNvPr id="72707" name="Rectangle 3"/>
          <p:cNvSpPr>
            <a:spLocks noGrp="1" noChangeArrowheads="1"/>
          </p:cNvSpPr>
          <p:nvPr>
            <p:ph type="body" idx="4294967295"/>
          </p:nvPr>
        </p:nvSpPr>
        <p:spPr/>
        <p:txBody>
          <a:bodyPr/>
          <a:lstStyle/>
          <a:p>
            <a:endParaRPr lang="zh-CN" altLang="zh-CN" noProof="1"/>
          </a:p>
        </p:txBody>
      </p:sp>
    </p:spTree>
    <p:extLst>
      <p:ext uri="{BB962C8B-B14F-4D97-AF65-F5344CB8AC3E}">
        <p14:creationId xmlns:p14="http://schemas.microsoft.com/office/powerpoint/2010/main" val="27302116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noChangeAspect="1" noChangeArrowheads="1" noTextEdit="1"/>
          </p:cNvSpPr>
          <p:nvPr>
            <p:ph type="sldImg" idx="4294967295"/>
          </p:nvPr>
        </p:nvSpPr>
        <p:spPr>
          <a:ln/>
        </p:spPr>
      </p:sp>
      <p:sp>
        <p:nvSpPr>
          <p:cNvPr id="72707" name="Rectangle 3"/>
          <p:cNvSpPr>
            <a:spLocks noGrp="1" noChangeArrowheads="1"/>
          </p:cNvSpPr>
          <p:nvPr>
            <p:ph type="body" idx="4294967295"/>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dirty="0"/>
          </a:p>
        </p:txBody>
      </p:sp>
    </p:spTree>
    <p:extLst>
      <p:ext uri="{BB962C8B-B14F-4D97-AF65-F5344CB8AC3E}">
        <p14:creationId xmlns:p14="http://schemas.microsoft.com/office/powerpoint/2010/main" val="24401301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ChangeArrowheads="1" noTextEdit="1"/>
          </p:cNvSpPr>
          <p:nvPr>
            <p:ph type="sldImg" idx="4294967295"/>
          </p:nvPr>
        </p:nvSpPr>
        <p:spPr>
          <a:ln/>
        </p:spPr>
      </p:sp>
      <p:sp>
        <p:nvSpPr>
          <p:cNvPr id="74755" name="备注占位符 2"/>
          <p:cNvSpPr>
            <a:spLocks noGrp="1" noChangeArrowheads="1"/>
          </p:cNvSpPr>
          <p:nvPr>
            <p:ph type="body" idx="4294967295"/>
          </p:nvPr>
        </p:nvSpPr>
        <p:spPr/>
        <p:txBody>
          <a:bodyPr/>
          <a:lstStyle/>
          <a:p>
            <a:endParaRPr lang="zh-CN" altLang="en-US" dirty="0"/>
          </a:p>
        </p:txBody>
      </p:sp>
      <p:sp>
        <p:nvSpPr>
          <p:cNvPr id="7475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148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5148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5148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5148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5148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41FCCE9E-6B4F-486E-9702-3A912756C19E}" type="slidenum">
              <a:rPr lang="zh-CN" altLang="en-US" sz="1300">
                <a:latin typeface="Tahoma" panose="020B0604030504040204" pitchFamily="34" charset="0"/>
              </a:rPr>
              <a:pPr>
                <a:spcBef>
                  <a:spcPct val="0"/>
                </a:spcBef>
                <a:buFontTx/>
                <a:buNone/>
              </a:pPr>
              <a:t>31</a:t>
            </a:fld>
            <a:endParaRPr lang="zh-CN" altLang="en-US" sz="1300">
              <a:latin typeface="Tahoma" panose="020B0604030504040204" pitchFamily="34" charset="0"/>
            </a:endParaRPr>
          </a:p>
        </p:txBody>
      </p:sp>
    </p:spTree>
    <p:extLst>
      <p:ext uri="{BB962C8B-B14F-4D97-AF65-F5344CB8AC3E}">
        <p14:creationId xmlns:p14="http://schemas.microsoft.com/office/powerpoint/2010/main" val="7869298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spect="1" noChangeArrowheads="1" noTextEdit="1"/>
          </p:cNvSpPr>
          <p:nvPr>
            <p:ph type="sldImg" idx="4294967295"/>
          </p:nvPr>
        </p:nvSpPr>
        <p:spPr>
          <a:ln/>
        </p:spPr>
      </p:sp>
      <p:sp>
        <p:nvSpPr>
          <p:cNvPr id="76803" name="Rectangle 3"/>
          <p:cNvSpPr>
            <a:spLocks noGrp="1" noChangeArrowheads="1"/>
          </p:cNvSpPr>
          <p:nvPr>
            <p:ph type="body" idx="4294967295"/>
          </p:nvPr>
        </p:nvSpPr>
        <p:spPr/>
        <p:txBody>
          <a:bodyPr/>
          <a:lstStyle/>
          <a:p>
            <a:endParaRPr lang="zh-CN" altLang="en-US" dirty="0"/>
          </a:p>
        </p:txBody>
      </p:sp>
    </p:spTree>
    <p:extLst>
      <p:ext uri="{BB962C8B-B14F-4D97-AF65-F5344CB8AC3E}">
        <p14:creationId xmlns:p14="http://schemas.microsoft.com/office/powerpoint/2010/main" val="3867056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spect="1" noChangeArrowheads="1" noTextEdit="1"/>
          </p:cNvSpPr>
          <p:nvPr>
            <p:ph type="sldImg" idx="4294967295"/>
          </p:nvPr>
        </p:nvSpPr>
        <p:spPr>
          <a:ln/>
        </p:spPr>
      </p:sp>
      <p:sp>
        <p:nvSpPr>
          <p:cNvPr id="78851" name="Rectangle 3"/>
          <p:cNvSpPr>
            <a:spLocks noGrp="1" noChangeArrowheads="1"/>
          </p:cNvSpPr>
          <p:nvPr>
            <p:ph type="body" idx="4294967295"/>
          </p:nvPr>
        </p:nvSpPr>
        <p:spPr/>
        <p:txBody>
          <a:bodyPr/>
          <a:lstStyle/>
          <a:p>
            <a:endParaRPr lang="zh-CN" altLang="en-US"/>
          </a:p>
        </p:txBody>
      </p:sp>
    </p:spTree>
    <p:extLst>
      <p:ext uri="{BB962C8B-B14F-4D97-AF65-F5344CB8AC3E}">
        <p14:creationId xmlns:p14="http://schemas.microsoft.com/office/powerpoint/2010/main" val="31438549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95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4995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4995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4995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4995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915DA83C-FC37-48DF-85CA-B46BF779938A}" type="slidenum">
              <a:rPr lang="zh-CN" altLang="en-US" sz="1300">
                <a:latin typeface="Tahoma" panose="020B0604030504040204" pitchFamily="34" charset="0"/>
              </a:rPr>
              <a:pPr>
                <a:spcBef>
                  <a:spcPct val="0"/>
                </a:spcBef>
                <a:buFontTx/>
                <a:buNone/>
              </a:pPr>
              <a:t>34</a:t>
            </a:fld>
            <a:endParaRPr lang="zh-CN" altLang="en-US" sz="1300">
              <a:latin typeface="Tahoma" panose="020B0604030504040204" pitchFamily="34" charset="0"/>
            </a:endParaRPr>
          </a:p>
        </p:txBody>
      </p:sp>
      <p:sp>
        <p:nvSpPr>
          <p:cNvPr id="80899" name="Rectangle 2"/>
          <p:cNvSpPr>
            <a:spLocks noGrp="1" noRot="1" noChangeAspect="1" noChangeArrowheads="1" noTextEdit="1"/>
          </p:cNvSpPr>
          <p:nvPr>
            <p:ph type="sldImg" idx="4294967295"/>
          </p:nvPr>
        </p:nvSpPr>
        <p:spPr>
          <a:ln/>
        </p:spPr>
      </p:sp>
      <p:sp>
        <p:nvSpPr>
          <p:cNvPr id="80900" name="Rectangle 3"/>
          <p:cNvSpPr>
            <a:spLocks noGrp="1" noChangeArrowheads="1"/>
          </p:cNvSpPr>
          <p:nvPr>
            <p:ph type="body" idx="4294967295"/>
          </p:nvPr>
        </p:nvSpPr>
        <p:spPr/>
        <p:txBody>
          <a:bodyPr/>
          <a:lstStyle/>
          <a:p>
            <a:pPr eaLnBrk="1" hangingPunct="1"/>
            <a:endParaRPr lang="en-US" altLang="zh-CN" dirty="0"/>
          </a:p>
        </p:txBody>
      </p:sp>
    </p:spTree>
    <p:extLst>
      <p:ext uri="{BB962C8B-B14F-4D97-AF65-F5344CB8AC3E}">
        <p14:creationId xmlns:p14="http://schemas.microsoft.com/office/powerpoint/2010/main" val="394375590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95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4995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4995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4995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4995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8B84858A-EAB9-4CF0-B533-E2C544170BC3}" type="slidenum">
              <a:rPr lang="zh-CN" altLang="en-US" sz="1300">
                <a:latin typeface="Tahoma" panose="020B0604030504040204" pitchFamily="34" charset="0"/>
              </a:rPr>
              <a:pPr>
                <a:spcBef>
                  <a:spcPct val="0"/>
                </a:spcBef>
                <a:buFontTx/>
                <a:buNone/>
              </a:pPr>
              <a:t>35</a:t>
            </a:fld>
            <a:endParaRPr lang="zh-CN" altLang="en-US" sz="1300">
              <a:latin typeface="Tahoma" panose="020B0604030504040204" pitchFamily="34" charset="0"/>
            </a:endParaRPr>
          </a:p>
        </p:txBody>
      </p:sp>
      <p:sp>
        <p:nvSpPr>
          <p:cNvPr id="82947" name="Rectangle 2"/>
          <p:cNvSpPr>
            <a:spLocks noGrp="1" noRot="1" noChangeAspect="1" noChangeArrowheads="1" noTextEdit="1"/>
          </p:cNvSpPr>
          <p:nvPr>
            <p:ph type="sldImg" idx="4294967295"/>
          </p:nvPr>
        </p:nvSpPr>
        <p:spPr>
          <a:ln/>
        </p:spPr>
      </p:sp>
      <p:sp>
        <p:nvSpPr>
          <p:cNvPr id="82948" name="Rectangle 3"/>
          <p:cNvSpPr>
            <a:spLocks noGrp="1" noChangeArrowheads="1"/>
          </p:cNvSpPr>
          <p:nvPr>
            <p:ph type="body" idx="4294967295"/>
          </p:nvPr>
        </p:nvSpPr>
        <p:spPr/>
        <p:txBody>
          <a:bodyPr/>
          <a:lstStyle/>
          <a:p>
            <a:pPr eaLnBrk="1" hangingPunct="1"/>
            <a:endParaRPr lang="en-US" altLang="zh-CN" dirty="0"/>
          </a:p>
        </p:txBody>
      </p:sp>
    </p:spTree>
    <p:extLst>
      <p:ext uri="{BB962C8B-B14F-4D97-AF65-F5344CB8AC3E}">
        <p14:creationId xmlns:p14="http://schemas.microsoft.com/office/powerpoint/2010/main" val="339372463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ChangeArrowheads="1" noTextEdit="1"/>
          </p:cNvSpPr>
          <p:nvPr>
            <p:ph type="sldImg" idx="4294967295"/>
          </p:nvPr>
        </p:nvSpPr>
        <p:spPr>
          <a:ln/>
        </p:spPr>
      </p:sp>
      <p:sp>
        <p:nvSpPr>
          <p:cNvPr id="84995" name="备注占位符 2"/>
          <p:cNvSpPr>
            <a:spLocks noGrp="1" noChangeArrowheads="1"/>
          </p:cNvSpPr>
          <p:nvPr>
            <p:ph type="body" idx="4294967295"/>
          </p:nvPr>
        </p:nvSpPr>
        <p:spPr/>
        <p:txBody>
          <a:bodyPr/>
          <a:lstStyle/>
          <a:p>
            <a:endParaRPr lang="zh-CN" altLang="en-US"/>
          </a:p>
        </p:txBody>
      </p:sp>
      <p:sp>
        <p:nvSpPr>
          <p:cNvPr id="8499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148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5148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5148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5148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5148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626BBED9-7CA7-438E-96B9-4D0EE756CA38}" type="slidenum">
              <a:rPr lang="zh-CN" altLang="en-US" sz="1300">
                <a:latin typeface="Tahoma" panose="020B0604030504040204" pitchFamily="34" charset="0"/>
              </a:rPr>
              <a:pPr>
                <a:spcBef>
                  <a:spcPct val="0"/>
                </a:spcBef>
                <a:buFontTx/>
                <a:buNone/>
              </a:pPr>
              <a:t>36</a:t>
            </a:fld>
            <a:endParaRPr lang="zh-CN" altLang="en-US" sz="1300">
              <a:latin typeface="Tahoma" panose="020B0604030504040204" pitchFamily="34" charset="0"/>
            </a:endParaRPr>
          </a:p>
        </p:txBody>
      </p:sp>
    </p:spTree>
    <p:extLst>
      <p:ext uri="{BB962C8B-B14F-4D97-AF65-F5344CB8AC3E}">
        <p14:creationId xmlns:p14="http://schemas.microsoft.com/office/powerpoint/2010/main" val="346016209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p:cNvSpPr>
            <a:spLocks noGrp="1" noRot="1" noChangeAspect="1" noChangeArrowheads="1" noTextEdit="1"/>
          </p:cNvSpPr>
          <p:nvPr>
            <p:ph type="sldImg" idx="4294967295"/>
          </p:nvPr>
        </p:nvSpPr>
        <p:spPr>
          <a:ln/>
        </p:spPr>
      </p:sp>
      <p:sp>
        <p:nvSpPr>
          <p:cNvPr id="87043" name="备注占位符 2"/>
          <p:cNvSpPr>
            <a:spLocks noGrp="1" noChangeArrowheads="1"/>
          </p:cNvSpPr>
          <p:nvPr>
            <p:ph type="body" idx="4294967295"/>
          </p:nvPr>
        </p:nvSpPr>
        <p:spPr/>
        <p:txBody>
          <a:bodyPr/>
          <a:lstStyle/>
          <a:p>
            <a:endParaRPr lang="en-US" altLang="zh-CN"/>
          </a:p>
        </p:txBody>
      </p:sp>
      <p:sp>
        <p:nvSpPr>
          <p:cNvPr id="87044"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95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4995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4995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4995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4995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262AFCF8-4D51-46B7-A822-FF93E4BABB65}" type="slidenum">
              <a:rPr lang="zh-CN" altLang="en-US" sz="1300">
                <a:latin typeface="Tahoma" panose="020B0604030504040204" pitchFamily="34" charset="0"/>
              </a:rPr>
              <a:pPr>
                <a:spcBef>
                  <a:spcPct val="0"/>
                </a:spcBef>
                <a:buFontTx/>
                <a:buNone/>
              </a:pPr>
              <a:t>37</a:t>
            </a:fld>
            <a:endParaRPr lang="zh-CN" altLang="en-US" sz="1300">
              <a:latin typeface="Tahoma" panose="020B0604030504040204" pitchFamily="34" charset="0"/>
            </a:endParaRPr>
          </a:p>
        </p:txBody>
      </p:sp>
    </p:spTree>
    <p:extLst>
      <p:ext uri="{BB962C8B-B14F-4D97-AF65-F5344CB8AC3E}">
        <p14:creationId xmlns:p14="http://schemas.microsoft.com/office/powerpoint/2010/main" val="294118596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95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4995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4995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4995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4995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BE51A85A-61FF-4414-829F-5AEF60151A69}" type="slidenum">
              <a:rPr lang="zh-CN" altLang="en-US" sz="1300">
                <a:latin typeface="Tahoma" panose="020B0604030504040204" pitchFamily="34" charset="0"/>
              </a:rPr>
              <a:pPr>
                <a:spcBef>
                  <a:spcPct val="0"/>
                </a:spcBef>
                <a:buFontTx/>
                <a:buNone/>
              </a:pPr>
              <a:t>38</a:t>
            </a:fld>
            <a:endParaRPr lang="zh-CN" altLang="en-US" sz="1300">
              <a:latin typeface="Tahoma" panose="020B0604030504040204" pitchFamily="34" charset="0"/>
            </a:endParaRPr>
          </a:p>
        </p:txBody>
      </p:sp>
      <p:sp>
        <p:nvSpPr>
          <p:cNvPr id="89091" name="Rectangle 2"/>
          <p:cNvSpPr>
            <a:spLocks noGrp="1" noRot="1" noChangeAspect="1" noChangeArrowheads="1" noTextEdit="1"/>
          </p:cNvSpPr>
          <p:nvPr>
            <p:ph type="sldImg" idx="4294967295"/>
          </p:nvPr>
        </p:nvSpPr>
        <p:spPr>
          <a:ln/>
        </p:spPr>
      </p:sp>
      <p:sp>
        <p:nvSpPr>
          <p:cNvPr id="89092" name="Rectangle 3"/>
          <p:cNvSpPr>
            <a:spLocks noGrp="1" noChangeArrowheads="1"/>
          </p:cNvSpPr>
          <p:nvPr>
            <p:ph type="body" idx="4294967295"/>
          </p:nvPr>
        </p:nvSpPr>
        <p:spPr/>
        <p:txBody>
          <a:bodyPr/>
          <a:lstStyle/>
          <a:p>
            <a:pPr eaLnBrk="1" hangingPunct="1"/>
            <a:endParaRPr lang="zh-CN" altLang="en-US"/>
          </a:p>
        </p:txBody>
      </p:sp>
    </p:spTree>
    <p:extLst>
      <p:ext uri="{BB962C8B-B14F-4D97-AF65-F5344CB8AC3E}">
        <p14:creationId xmlns:p14="http://schemas.microsoft.com/office/powerpoint/2010/main" val="101517474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幻灯片图像占位符 1"/>
          <p:cNvSpPr>
            <a:spLocks noGrp="1" noRot="1" noChangeAspect="1" noChangeArrowheads="1" noTextEdit="1"/>
          </p:cNvSpPr>
          <p:nvPr>
            <p:ph type="sldImg" idx="4294967295"/>
          </p:nvPr>
        </p:nvSpPr>
        <p:spPr>
          <a:ln/>
        </p:spPr>
      </p:sp>
      <p:sp>
        <p:nvSpPr>
          <p:cNvPr id="94211" name="备注占位符 2"/>
          <p:cNvSpPr>
            <a:spLocks noGrp="1" noChangeArrowheads="1"/>
          </p:cNvSpPr>
          <p:nvPr>
            <p:ph type="body"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
        <p:nvSpPr>
          <p:cNvPr id="94212"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7829">
              <a:defRPr>
                <a:solidFill>
                  <a:schemeClr val="tx1"/>
                </a:solidFill>
                <a:latin typeface="Tahoma" panose="020B0604030504040204" pitchFamily="34" charset="0"/>
                <a:ea typeface="宋体" panose="02010600030101010101" pitchFamily="2" charset="-122"/>
              </a:defRPr>
            </a:lvl1pPr>
            <a:lvl2pPr marL="715907" indent="-275349" defTabSz="917829">
              <a:defRPr>
                <a:solidFill>
                  <a:schemeClr val="tx1"/>
                </a:solidFill>
                <a:latin typeface="Tahoma" panose="020B0604030504040204" pitchFamily="34" charset="0"/>
                <a:ea typeface="宋体" panose="02010600030101010101" pitchFamily="2" charset="-122"/>
              </a:defRPr>
            </a:lvl2pPr>
            <a:lvl3pPr marL="1101395" indent="-220279" defTabSz="917829">
              <a:defRPr>
                <a:solidFill>
                  <a:schemeClr val="tx1"/>
                </a:solidFill>
                <a:latin typeface="Tahoma" panose="020B0604030504040204" pitchFamily="34" charset="0"/>
                <a:ea typeface="宋体" panose="02010600030101010101" pitchFamily="2" charset="-122"/>
              </a:defRPr>
            </a:lvl3pPr>
            <a:lvl4pPr marL="1541953" indent="-220279" defTabSz="917829">
              <a:defRPr>
                <a:solidFill>
                  <a:schemeClr val="tx1"/>
                </a:solidFill>
                <a:latin typeface="Tahoma" panose="020B0604030504040204" pitchFamily="34" charset="0"/>
                <a:ea typeface="宋体" panose="02010600030101010101" pitchFamily="2" charset="-122"/>
              </a:defRPr>
            </a:lvl4pPr>
            <a:lvl5pPr marL="1982511" indent="-220279" defTabSz="917829">
              <a:defRPr>
                <a:solidFill>
                  <a:schemeClr val="tx1"/>
                </a:solidFill>
                <a:latin typeface="Tahoma" panose="020B0604030504040204" pitchFamily="34" charset="0"/>
                <a:ea typeface="宋体" panose="02010600030101010101" pitchFamily="2" charset="-122"/>
              </a:defRPr>
            </a:lvl5pPr>
            <a:lvl6pPr marL="2423069" indent="-220279" defTabSz="917829"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863626" indent="-220279" defTabSz="917829"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304184" indent="-220279" defTabSz="917829"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744742" indent="-220279" defTabSz="917829"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FDAC0A00-0DE5-443C-AEC2-187C5D383817}" type="slidenum">
              <a:rPr lang="zh-CN" altLang="en-US" smtClean="0">
                <a:solidFill>
                  <a:srgbClr val="000000"/>
                </a:solidFill>
              </a:rPr>
              <a:pPr/>
              <a:t>42</a:t>
            </a:fld>
            <a:endParaRPr lang="zh-CN" altLang="en-US">
              <a:solidFill>
                <a:srgbClr val="000000"/>
              </a:solidFill>
            </a:endParaRPr>
          </a:p>
        </p:txBody>
      </p:sp>
    </p:spTree>
    <p:extLst>
      <p:ext uri="{BB962C8B-B14F-4D97-AF65-F5344CB8AC3E}">
        <p14:creationId xmlns:p14="http://schemas.microsoft.com/office/powerpoint/2010/main" val="234239383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95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4995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4995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4995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4995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DD863CF6-68DD-4F44-A0F1-F4DD315281CD}" type="slidenum">
              <a:rPr lang="zh-CN" altLang="en-US" sz="1300">
                <a:solidFill>
                  <a:srgbClr val="000000"/>
                </a:solidFill>
                <a:latin typeface="Tahoma" panose="020B0604030504040204" pitchFamily="34" charset="0"/>
              </a:rPr>
              <a:pPr>
                <a:spcBef>
                  <a:spcPct val="0"/>
                </a:spcBef>
                <a:buFontTx/>
                <a:buNone/>
              </a:pPr>
              <a:t>44</a:t>
            </a:fld>
            <a:endParaRPr lang="zh-CN" altLang="en-US" sz="1300">
              <a:solidFill>
                <a:srgbClr val="000000"/>
              </a:solidFill>
              <a:latin typeface="Tahoma" panose="020B0604030504040204" pitchFamily="34" charset="0"/>
            </a:endParaRPr>
          </a:p>
        </p:txBody>
      </p:sp>
      <p:sp>
        <p:nvSpPr>
          <p:cNvPr id="97283" name="Rectangle 2"/>
          <p:cNvSpPr>
            <a:spLocks noGrp="1" noRot="1" noChangeAspect="1" noChangeArrowheads="1" noTextEdit="1"/>
          </p:cNvSpPr>
          <p:nvPr>
            <p:ph type="sldImg" idx="4294967295"/>
          </p:nvPr>
        </p:nvSpPr>
        <p:spPr>
          <a:ln/>
        </p:spPr>
      </p:sp>
      <p:sp>
        <p:nvSpPr>
          <p:cNvPr id="97284" name="Rectangle 3"/>
          <p:cNvSpPr>
            <a:spLocks noGrp="1" noChangeArrowheads="1"/>
          </p:cNvSpPr>
          <p:nvPr>
            <p:ph type="body" idx="4294967295"/>
          </p:nvPr>
        </p:nvSpPr>
        <p:spPr/>
        <p:txBody>
          <a:bodyPr/>
          <a:lstStyle/>
          <a:p>
            <a:pPr eaLnBrk="1" hangingPunct="1"/>
            <a:endParaRPr lang="zh-CN" altLang="en-US" dirty="0"/>
          </a:p>
        </p:txBody>
      </p:sp>
    </p:spTree>
    <p:extLst>
      <p:ext uri="{BB962C8B-B14F-4D97-AF65-F5344CB8AC3E}">
        <p14:creationId xmlns:p14="http://schemas.microsoft.com/office/powerpoint/2010/main" val="379792418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幻灯片图像占位符 1"/>
          <p:cNvSpPr>
            <a:spLocks noGrp="1" noRot="1" noChangeAspect="1" noChangeArrowheads="1" noTextEdit="1"/>
          </p:cNvSpPr>
          <p:nvPr>
            <p:ph type="sldImg" idx="4294967295"/>
          </p:nvPr>
        </p:nvSpPr>
        <p:spPr>
          <a:ln/>
        </p:spPr>
      </p:sp>
      <p:sp>
        <p:nvSpPr>
          <p:cNvPr id="99331" name="备注占位符 2"/>
          <p:cNvSpPr>
            <a:spLocks noGrp="1" noChangeArrowheads="1"/>
          </p:cNvSpPr>
          <p:nvPr>
            <p:ph type="body" idx="4294967295"/>
          </p:nvPr>
        </p:nvSpPr>
        <p:spPr/>
        <p:txBody>
          <a:bodyPr/>
          <a:lstStyle/>
          <a:p>
            <a:endParaRPr lang="zh-CN" altLang="en-US" dirty="0"/>
          </a:p>
        </p:txBody>
      </p:sp>
      <p:sp>
        <p:nvSpPr>
          <p:cNvPr id="99332"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148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5148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5148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5148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5148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5EAC157B-AD26-4008-A865-CF0E527C56A5}" type="slidenum">
              <a:rPr lang="zh-CN" altLang="en-US" sz="1300">
                <a:solidFill>
                  <a:srgbClr val="000000"/>
                </a:solidFill>
                <a:latin typeface="Tahoma" panose="020B0604030504040204" pitchFamily="34" charset="0"/>
              </a:rPr>
              <a:pPr>
                <a:spcBef>
                  <a:spcPct val="0"/>
                </a:spcBef>
                <a:buFontTx/>
                <a:buNone/>
              </a:pPr>
              <a:t>45</a:t>
            </a:fld>
            <a:endParaRPr lang="zh-CN" altLang="en-US" sz="1300">
              <a:solidFill>
                <a:srgbClr val="000000"/>
              </a:solidFill>
              <a:latin typeface="Tahoma" panose="020B0604030504040204" pitchFamily="34" charset="0"/>
            </a:endParaRPr>
          </a:p>
        </p:txBody>
      </p:sp>
    </p:spTree>
    <p:extLst>
      <p:ext uri="{BB962C8B-B14F-4D97-AF65-F5344CB8AC3E}">
        <p14:creationId xmlns:p14="http://schemas.microsoft.com/office/powerpoint/2010/main" val="393266573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幻灯片图像占位符 1"/>
          <p:cNvSpPr>
            <a:spLocks noGrp="1" noRot="1" noChangeAspect="1" noChangeArrowheads="1" noTextEdit="1"/>
          </p:cNvSpPr>
          <p:nvPr>
            <p:ph type="sldImg" idx="4294967295"/>
          </p:nvPr>
        </p:nvSpPr>
        <p:spPr>
          <a:ln/>
        </p:spPr>
      </p:sp>
      <p:sp>
        <p:nvSpPr>
          <p:cNvPr id="99331" name="备注占位符 2"/>
          <p:cNvSpPr>
            <a:spLocks noGrp="1" noChangeArrowheads="1"/>
          </p:cNvSpPr>
          <p:nvPr>
            <p:ph type="body" idx="4294967295"/>
          </p:nvPr>
        </p:nvSpPr>
        <p:spPr/>
        <p:txBody>
          <a:bodyPr/>
          <a:lstStyle/>
          <a:p>
            <a:endParaRPr lang="zh-CN" altLang="en-US" dirty="0"/>
          </a:p>
        </p:txBody>
      </p:sp>
      <p:sp>
        <p:nvSpPr>
          <p:cNvPr id="99332"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148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5148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5148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5148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5148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5EAC157B-AD26-4008-A865-CF0E527C56A5}" type="slidenum">
              <a:rPr lang="zh-CN" altLang="en-US" sz="1300">
                <a:solidFill>
                  <a:srgbClr val="000000"/>
                </a:solidFill>
                <a:latin typeface="Tahoma" panose="020B0604030504040204" pitchFamily="34" charset="0"/>
              </a:rPr>
              <a:pPr>
                <a:spcBef>
                  <a:spcPct val="0"/>
                </a:spcBef>
                <a:buFontTx/>
                <a:buNone/>
              </a:pPr>
              <a:t>46</a:t>
            </a:fld>
            <a:endParaRPr lang="zh-CN" altLang="en-US" sz="1300">
              <a:solidFill>
                <a:srgbClr val="000000"/>
              </a:solidFill>
              <a:latin typeface="Tahoma" panose="020B0604030504040204" pitchFamily="34" charset="0"/>
            </a:endParaRPr>
          </a:p>
        </p:txBody>
      </p:sp>
    </p:spTree>
    <p:extLst>
      <p:ext uri="{BB962C8B-B14F-4D97-AF65-F5344CB8AC3E}">
        <p14:creationId xmlns:p14="http://schemas.microsoft.com/office/powerpoint/2010/main" val="392031120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57E7C84-7A15-4B1F-B763-F68EF38EB7E3}" type="slidenum">
              <a:rPr lang="zh-CN" altLang="en-US" smtClean="0"/>
              <a:pPr>
                <a:defRPr/>
              </a:pPr>
              <a:t>50</a:t>
            </a:fld>
            <a:endParaRPr lang="en-US" altLang="zh-CN"/>
          </a:p>
        </p:txBody>
      </p:sp>
    </p:spTree>
    <p:extLst>
      <p:ext uri="{BB962C8B-B14F-4D97-AF65-F5344CB8AC3E}">
        <p14:creationId xmlns:p14="http://schemas.microsoft.com/office/powerpoint/2010/main" val="65640323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57E7C84-7A15-4B1F-B763-F68EF38EB7E3}" type="slidenum">
              <a:rPr lang="zh-CN" altLang="en-US" smtClean="0"/>
              <a:pPr>
                <a:defRPr/>
              </a:pPr>
              <a:t>51</a:t>
            </a:fld>
            <a:endParaRPr lang="en-US" altLang="zh-CN"/>
          </a:p>
        </p:txBody>
      </p:sp>
    </p:spTree>
    <p:extLst>
      <p:ext uri="{BB962C8B-B14F-4D97-AF65-F5344CB8AC3E}">
        <p14:creationId xmlns:p14="http://schemas.microsoft.com/office/powerpoint/2010/main" val="252213959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57E7C84-7A15-4B1F-B763-F68EF38EB7E3}" type="slidenum">
              <a:rPr lang="zh-CN" altLang="en-US" smtClean="0"/>
              <a:pPr>
                <a:defRPr/>
              </a:pPr>
              <a:t>52</a:t>
            </a:fld>
            <a:endParaRPr lang="en-US" altLang="zh-CN"/>
          </a:p>
        </p:txBody>
      </p:sp>
    </p:spTree>
    <p:extLst>
      <p:ext uri="{BB962C8B-B14F-4D97-AF65-F5344CB8AC3E}">
        <p14:creationId xmlns:p14="http://schemas.microsoft.com/office/powerpoint/2010/main" val="145367898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57E7C84-7A15-4B1F-B763-F68EF38EB7E3}" type="slidenum">
              <a:rPr lang="zh-CN" altLang="en-US" smtClean="0"/>
              <a:pPr>
                <a:defRPr/>
              </a:pPr>
              <a:t>55</a:t>
            </a:fld>
            <a:endParaRPr lang="en-US" altLang="zh-CN"/>
          </a:p>
        </p:txBody>
      </p:sp>
    </p:spTree>
    <p:extLst>
      <p:ext uri="{BB962C8B-B14F-4D97-AF65-F5344CB8AC3E}">
        <p14:creationId xmlns:p14="http://schemas.microsoft.com/office/powerpoint/2010/main" val="11581212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57E7C84-7A15-4B1F-B763-F68EF38EB7E3}" type="slidenum">
              <a:rPr lang="zh-CN" altLang="en-US" smtClean="0"/>
              <a:pPr>
                <a:defRPr/>
              </a:pPr>
              <a:t>56</a:t>
            </a:fld>
            <a:endParaRPr lang="en-US" altLang="zh-CN"/>
          </a:p>
        </p:txBody>
      </p:sp>
    </p:spTree>
    <p:extLst>
      <p:ext uri="{BB962C8B-B14F-4D97-AF65-F5344CB8AC3E}">
        <p14:creationId xmlns:p14="http://schemas.microsoft.com/office/powerpoint/2010/main" val="68556014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57E7C84-7A15-4B1F-B763-F68EF38EB7E3}" type="slidenum">
              <a:rPr lang="zh-CN" altLang="en-US" smtClean="0"/>
              <a:pPr>
                <a:defRPr/>
              </a:pPr>
              <a:t>57</a:t>
            </a:fld>
            <a:endParaRPr lang="en-US" altLang="zh-CN"/>
          </a:p>
        </p:txBody>
      </p:sp>
    </p:spTree>
    <p:extLst>
      <p:ext uri="{BB962C8B-B14F-4D97-AF65-F5344CB8AC3E}">
        <p14:creationId xmlns:p14="http://schemas.microsoft.com/office/powerpoint/2010/main" val="354454921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F1296ACE-C661-4DAF-8E45-F011EE9E6FCE}" type="slidenum">
              <a:rPr lang="en-US" altLang="zh-CN" smtClean="0"/>
              <a:pPr>
                <a:defRPr/>
              </a:pPr>
              <a:t>58</a:t>
            </a:fld>
            <a:endParaRPr lang="en-US" altLang="zh-CN"/>
          </a:p>
        </p:txBody>
      </p:sp>
    </p:spTree>
    <p:extLst>
      <p:ext uri="{BB962C8B-B14F-4D97-AF65-F5344CB8AC3E}">
        <p14:creationId xmlns:p14="http://schemas.microsoft.com/office/powerpoint/2010/main" val="339331933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F1296ACE-C661-4DAF-8E45-F011EE9E6FCE}" type="slidenum">
              <a:rPr lang="en-US" altLang="zh-CN" smtClean="0"/>
              <a:pPr>
                <a:defRPr/>
              </a:pPr>
              <a:t>59</a:t>
            </a:fld>
            <a:endParaRPr lang="en-US" altLang="zh-CN"/>
          </a:p>
        </p:txBody>
      </p:sp>
    </p:spTree>
    <p:extLst>
      <p:ext uri="{BB962C8B-B14F-4D97-AF65-F5344CB8AC3E}">
        <p14:creationId xmlns:p14="http://schemas.microsoft.com/office/powerpoint/2010/main" val="364701606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F1296ACE-C661-4DAF-8E45-F011EE9E6FCE}" type="slidenum">
              <a:rPr lang="en-US" altLang="zh-CN" smtClean="0"/>
              <a:pPr>
                <a:defRPr/>
              </a:pPr>
              <a:t>60</a:t>
            </a:fld>
            <a:endParaRPr lang="en-US" altLang="zh-CN"/>
          </a:p>
        </p:txBody>
      </p:sp>
    </p:spTree>
    <p:extLst>
      <p:ext uri="{BB962C8B-B14F-4D97-AF65-F5344CB8AC3E}">
        <p14:creationId xmlns:p14="http://schemas.microsoft.com/office/powerpoint/2010/main" val="34309377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F1296ACE-C661-4DAF-8E45-F011EE9E6FCE}" type="slidenum">
              <a:rPr lang="en-US" altLang="zh-CN" smtClean="0"/>
              <a:pPr>
                <a:defRPr/>
              </a:pPr>
              <a:t>61</a:t>
            </a:fld>
            <a:endParaRPr lang="en-US" altLang="zh-CN"/>
          </a:p>
        </p:txBody>
      </p:sp>
    </p:spTree>
    <p:extLst>
      <p:ext uri="{BB962C8B-B14F-4D97-AF65-F5344CB8AC3E}">
        <p14:creationId xmlns:p14="http://schemas.microsoft.com/office/powerpoint/2010/main" val="398488725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幻灯片图像占位符 1"/>
          <p:cNvSpPr>
            <a:spLocks noGrp="1" noRot="1" noChangeAspect="1" noTextEdit="1"/>
          </p:cNvSpPr>
          <p:nvPr>
            <p:ph type="sldImg"/>
          </p:nvPr>
        </p:nvSpPr>
        <p:spPr>
          <a:ln/>
        </p:spPr>
      </p:sp>
      <p:sp>
        <p:nvSpPr>
          <p:cNvPr id="11878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878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953">
              <a:defRPr>
                <a:solidFill>
                  <a:schemeClr val="tx1"/>
                </a:solidFill>
                <a:latin typeface="Tahoma" panose="020B0604030504040204" pitchFamily="34" charset="0"/>
                <a:ea typeface="宋体" panose="02010600030101010101" pitchFamily="2" charset="-122"/>
              </a:defRPr>
            </a:lvl1pPr>
            <a:lvl2pPr marL="741912" indent="-284527" defTabSz="949953">
              <a:defRPr>
                <a:solidFill>
                  <a:schemeClr val="tx1"/>
                </a:solidFill>
                <a:latin typeface="Tahoma" panose="020B0604030504040204" pitchFamily="34" charset="0"/>
                <a:ea typeface="宋体" panose="02010600030101010101" pitchFamily="2" charset="-122"/>
              </a:defRPr>
            </a:lvl2pPr>
            <a:lvl3pPr marL="1142698" indent="-227928" defTabSz="949953">
              <a:defRPr>
                <a:solidFill>
                  <a:schemeClr val="tx1"/>
                </a:solidFill>
                <a:latin typeface="Tahoma" panose="020B0604030504040204" pitchFamily="34" charset="0"/>
                <a:ea typeface="宋体" panose="02010600030101010101" pitchFamily="2" charset="-122"/>
              </a:defRPr>
            </a:lvl3pPr>
            <a:lvl4pPr marL="1600082" indent="-227928" defTabSz="949953">
              <a:defRPr>
                <a:solidFill>
                  <a:schemeClr val="tx1"/>
                </a:solidFill>
                <a:latin typeface="Tahoma" panose="020B0604030504040204" pitchFamily="34" charset="0"/>
                <a:ea typeface="宋体" panose="02010600030101010101" pitchFamily="2" charset="-122"/>
              </a:defRPr>
            </a:lvl4pPr>
            <a:lvl5pPr marL="2055937" indent="-227928" defTabSz="949953">
              <a:defRPr>
                <a:solidFill>
                  <a:schemeClr val="tx1"/>
                </a:solidFill>
                <a:latin typeface="Tahoma" panose="020B0604030504040204" pitchFamily="34" charset="0"/>
                <a:ea typeface="宋体" panose="02010600030101010101" pitchFamily="2" charset="-122"/>
              </a:defRPr>
            </a:lvl5pPr>
            <a:lvl6pPr marL="2496495" indent="-227928" defTabSz="94995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37053" indent="-227928" defTabSz="94995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377611" indent="-227928" defTabSz="94995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18169" indent="-227928" defTabSz="94995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4C429C6C-B9E6-4902-BD80-2CEA5D31FBF9}" type="slidenum">
              <a:rPr lang="zh-CN" altLang="en-US" smtClean="0">
                <a:latin typeface="Arial" panose="020B0604020202020204" pitchFamily="34" charset="0"/>
              </a:rPr>
              <a:pPr/>
              <a:t>62</a:t>
            </a:fld>
            <a:endParaRPr lang="zh-CN" altLang="en-US">
              <a:latin typeface="Arial" panose="020B0604020202020204" pitchFamily="34" charset="0"/>
            </a:endParaRPr>
          </a:p>
        </p:txBody>
      </p:sp>
    </p:spTree>
    <p:extLst>
      <p:ext uri="{BB962C8B-B14F-4D97-AF65-F5344CB8AC3E}">
        <p14:creationId xmlns:p14="http://schemas.microsoft.com/office/powerpoint/2010/main" val="25239852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noProof="1"/>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AEAC267F-95CA-4433-8E7C-04AB2A9A0145}" type="slidenum">
              <a:rPr lang="zh-CN" altLang="en-US"/>
              <a:pPr>
                <a:defRPr/>
              </a:pPr>
              <a:t>‹#›</a:t>
            </a:fld>
            <a:endParaRPr lang="en-US" altLang="zh-CN"/>
          </a:p>
        </p:txBody>
      </p:sp>
    </p:spTree>
    <p:extLst>
      <p:ext uri="{BB962C8B-B14F-4D97-AF65-F5344CB8AC3E}">
        <p14:creationId xmlns:p14="http://schemas.microsoft.com/office/powerpoint/2010/main" val="4258202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8F96067-C1E2-453D-B922-1F2A7AE32CE1}" type="slidenum">
              <a:rPr lang="zh-CN" altLang="en-US"/>
              <a:pPr>
                <a:defRPr/>
              </a:pPr>
              <a:t>‹#›</a:t>
            </a:fld>
            <a:endParaRPr lang="en-US" altLang="zh-CN"/>
          </a:p>
        </p:txBody>
      </p:sp>
    </p:spTree>
    <p:extLst>
      <p:ext uri="{BB962C8B-B14F-4D97-AF65-F5344CB8AC3E}">
        <p14:creationId xmlns:p14="http://schemas.microsoft.com/office/powerpoint/2010/main" val="23600438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04CD86F8-F8FC-467E-A19A-540163322871}" type="slidenum">
              <a:rPr lang="zh-CN" altLang="en-US"/>
              <a:pPr>
                <a:defRPr/>
              </a:pPr>
              <a:t>‹#›</a:t>
            </a:fld>
            <a:endParaRPr lang="en-US" altLang="zh-CN"/>
          </a:p>
        </p:txBody>
      </p:sp>
    </p:spTree>
    <p:extLst>
      <p:ext uri="{BB962C8B-B14F-4D97-AF65-F5344CB8AC3E}">
        <p14:creationId xmlns:p14="http://schemas.microsoft.com/office/powerpoint/2010/main" val="2007015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98636778-8BFC-41E7-A184-68739D5862EB}" type="slidenum">
              <a:rPr lang="zh-CN" altLang="en-US"/>
              <a:pPr>
                <a:defRPr/>
              </a:pPr>
              <a:t>‹#›</a:t>
            </a:fld>
            <a:endParaRPr lang="en-US" altLang="zh-CN"/>
          </a:p>
        </p:txBody>
      </p:sp>
    </p:spTree>
    <p:extLst>
      <p:ext uri="{BB962C8B-B14F-4D97-AF65-F5344CB8AC3E}">
        <p14:creationId xmlns:p14="http://schemas.microsoft.com/office/powerpoint/2010/main" val="21896076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8AD2975B-3152-41D1-BD73-B0FCEF7FCF75}" type="slidenum">
              <a:rPr lang="zh-CN" altLang="en-US"/>
              <a:pPr>
                <a:defRPr/>
              </a:pPr>
              <a:t>‹#›</a:t>
            </a:fld>
            <a:endParaRPr lang="en-US" altLang="zh-CN"/>
          </a:p>
        </p:txBody>
      </p:sp>
    </p:spTree>
    <p:extLst>
      <p:ext uri="{BB962C8B-B14F-4D97-AF65-F5344CB8AC3E}">
        <p14:creationId xmlns:p14="http://schemas.microsoft.com/office/powerpoint/2010/main" val="30346988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B2CA5BF2-48D3-4876-8C97-8D9793B6218C}" type="slidenum">
              <a:rPr lang="zh-CN" altLang="en-US"/>
              <a:pPr>
                <a:defRPr/>
              </a:pPr>
              <a:t>‹#›</a:t>
            </a:fld>
            <a:endParaRPr lang="en-US" altLang="zh-CN"/>
          </a:p>
        </p:txBody>
      </p:sp>
    </p:spTree>
    <p:extLst>
      <p:ext uri="{BB962C8B-B14F-4D97-AF65-F5344CB8AC3E}">
        <p14:creationId xmlns:p14="http://schemas.microsoft.com/office/powerpoint/2010/main" val="3143468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E849180E-31C5-48F4-9214-9ED293083D28}" type="slidenum">
              <a:rPr lang="zh-CN" altLang="en-US"/>
              <a:pPr>
                <a:defRPr/>
              </a:pPr>
              <a:t>‹#›</a:t>
            </a:fld>
            <a:endParaRPr lang="en-US" altLang="zh-CN"/>
          </a:p>
        </p:txBody>
      </p:sp>
    </p:spTree>
    <p:extLst>
      <p:ext uri="{BB962C8B-B14F-4D97-AF65-F5344CB8AC3E}">
        <p14:creationId xmlns:p14="http://schemas.microsoft.com/office/powerpoint/2010/main" val="8550009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2B87B3A2-8708-448B-B06B-6666E8B14334}" type="slidenum">
              <a:rPr lang="zh-CN" altLang="en-US"/>
              <a:pPr>
                <a:defRPr/>
              </a:pPr>
              <a:t>‹#›</a:t>
            </a:fld>
            <a:endParaRPr lang="en-US" altLang="zh-CN"/>
          </a:p>
        </p:txBody>
      </p:sp>
    </p:spTree>
    <p:extLst>
      <p:ext uri="{BB962C8B-B14F-4D97-AF65-F5344CB8AC3E}">
        <p14:creationId xmlns:p14="http://schemas.microsoft.com/office/powerpoint/2010/main" val="37391924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00152"/>
            <a:ext cx="7772400" cy="1335081"/>
          </a:xfrm>
        </p:spPr>
        <p:txBody>
          <a:bodyPr anchor="b">
            <a:normAutofit/>
          </a:bodyPr>
          <a:lstStyle>
            <a:lvl1pPr>
              <a:defRPr sz="4400">
                <a:solidFill>
                  <a:srgbClr val="FFFFFF"/>
                </a:solidFill>
              </a:defRPr>
            </a:lvl1pPr>
          </a:lstStyle>
          <a:p>
            <a:r>
              <a:rPr lang="zh-CN" altLang="en-US" noProof="1"/>
              <a:t>单击此处编辑母版标题样式</a:t>
            </a:r>
            <a:endParaRPr lang="en-US" noProof="1"/>
          </a:p>
        </p:txBody>
      </p:sp>
      <p:sp>
        <p:nvSpPr>
          <p:cNvPr id="3" name="Subtitle 2"/>
          <p:cNvSpPr>
            <a:spLocks noGrp="1"/>
          </p:cNvSpPr>
          <p:nvPr>
            <p:ph type="subTitle" idx="1"/>
          </p:nvPr>
        </p:nvSpPr>
        <p:spPr>
          <a:xfrm>
            <a:off x="1371600" y="2667001"/>
            <a:ext cx="6400800" cy="11049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noProof="1"/>
              <a:t>单击此处编辑母版副标题样式</a:t>
            </a:r>
            <a:endParaRPr lang="en-US" noProof="1"/>
          </a:p>
        </p:txBody>
      </p:sp>
      <p:sp>
        <p:nvSpPr>
          <p:cNvPr id="4" name="Date Placeholder 3"/>
          <p:cNvSpPr>
            <a:spLocks noGrp="1"/>
          </p:cNvSpPr>
          <p:nvPr>
            <p:ph type="dt" sz="half" idx="10"/>
          </p:nvPr>
        </p:nvSpPr>
        <p:spPr/>
        <p:txBody>
          <a:bodyPr rtlCol="0"/>
          <a:lstStyle>
            <a:lvl1pPr>
              <a:defRPr>
                <a:ea typeface="楷体_GB2312" panose="02010609030101010101" pitchFamily="49" charset="-122"/>
              </a:defRPr>
            </a:lvl1pPr>
          </a:lstStyle>
          <a:p>
            <a:pPr>
              <a:defRPr/>
            </a:pPr>
            <a:endParaRPr lang="en-US" altLang="zh-CN"/>
          </a:p>
        </p:txBody>
      </p:sp>
      <p:sp>
        <p:nvSpPr>
          <p:cNvPr id="5" name="Footer Placeholder 4"/>
          <p:cNvSpPr>
            <a:spLocks noGrp="1"/>
          </p:cNvSpPr>
          <p:nvPr>
            <p:ph type="ftr" sz="quarter" idx="11"/>
          </p:nvPr>
        </p:nvSpPr>
        <p:spPr/>
        <p:txBody>
          <a:bodyPr rtlCol="0"/>
          <a:lstStyle>
            <a:lvl1pPr>
              <a:defRPr>
                <a:ea typeface="楷体_GB2312" panose="02010609030101010101" pitchFamily="49" charset="-122"/>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ea typeface="楷体_GB2312"/>
                <a:cs typeface="楷体_GB2312"/>
              </a:defRPr>
            </a:lvl1pPr>
          </a:lstStyle>
          <a:p>
            <a:pPr>
              <a:defRPr/>
            </a:pPr>
            <a:fld id="{EA901A90-2172-4A52-A6DA-35A671A7070D}" type="slidenum">
              <a:rPr lang="zh-CN" altLang="en-US"/>
              <a:pPr>
                <a:defRPr/>
              </a:pPr>
              <a:t>‹#›</a:t>
            </a:fld>
            <a:endParaRPr lang="en-US" altLang="zh-CN"/>
          </a:p>
        </p:txBody>
      </p:sp>
    </p:spTree>
    <p:extLst>
      <p:ext uri="{BB962C8B-B14F-4D97-AF65-F5344CB8AC3E}">
        <p14:creationId xmlns:p14="http://schemas.microsoft.com/office/powerpoint/2010/main" val="32069308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grpSp>
        <p:nvGrpSpPr>
          <p:cNvPr id="4" name="组合 5"/>
          <p:cNvGrpSpPr>
            <a:grpSpLocks/>
          </p:cNvGrpSpPr>
          <p:nvPr userDrawn="1"/>
        </p:nvGrpSpPr>
        <p:grpSpPr bwMode="auto">
          <a:xfrm>
            <a:off x="0" y="195263"/>
            <a:ext cx="755650" cy="431800"/>
            <a:chOff x="-786" y="195486"/>
            <a:chExt cx="756363" cy="432048"/>
          </a:xfrm>
        </p:grpSpPr>
        <p:sp>
          <p:nvSpPr>
            <p:cNvPr id="5" name="五边形 4"/>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a:solidFill>
                  <a:srgbClr val="FFFFFF"/>
                </a:solidFill>
                <a:latin typeface="Calibri" panose="020F0502020204030204" pitchFamily="34" charset="0"/>
                <a:ea typeface="楷体_GB2312" panose="02010609030101010101" pitchFamily="49" charset="-122"/>
                <a:cs typeface="楷体_GB2312" panose="02010609030101010101" pitchFamily="49" charset="-122"/>
              </a:endParaRPr>
            </a:p>
          </p:txBody>
        </p:sp>
        <p:sp>
          <p:nvSpPr>
            <p:cNvPr id="6" name="五边形 5"/>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a:solidFill>
                  <a:srgbClr val="FFFFFF"/>
                </a:solidFill>
                <a:latin typeface="Calibri" panose="020F0502020204030204" pitchFamily="34" charset="0"/>
                <a:ea typeface="楷体_GB2312" panose="02010609030101010101" pitchFamily="49" charset="-122"/>
                <a:cs typeface="楷体_GB2312" panose="02010609030101010101" pitchFamily="49" charset="-122"/>
              </a:endParaRPr>
            </a:p>
          </p:txBody>
        </p:sp>
      </p:grpSp>
      <p:sp>
        <p:nvSpPr>
          <p:cNvPr id="3" name="Content Placeholder 2"/>
          <p:cNvSpPr>
            <a:spLocks noGrp="1"/>
          </p:cNvSpPr>
          <p:nvPr>
            <p:ph idx="1"/>
          </p:nvPr>
        </p:nvSpPr>
        <p:spPr>
          <a:xfrm>
            <a:off x="755576" y="1041165"/>
            <a:ext cx="7632848" cy="3225800"/>
          </a:xfrm>
        </p:spPr>
        <p:txBody>
          <a:bodyPr/>
          <a:lstStyle>
            <a:lvl1pPr marL="273050" indent="-273050">
              <a:buClrTx/>
              <a:buFont typeface="Wingdings" panose="05000000000000000000" pitchFamily="2" charset="2"/>
              <a:buChar char="Ø"/>
              <a:defRPr baseline="0">
                <a:solidFill>
                  <a:schemeClr val="tx1"/>
                </a:solidFill>
                <a:latin typeface="+mn-ea"/>
                <a:ea typeface="+mn-ea"/>
              </a:defRPr>
            </a:lvl1pPr>
            <a:lvl2pPr marL="576263" indent="-273050">
              <a:buClrTx/>
              <a:buFont typeface="Wingdings" panose="05000000000000000000" pitchFamily="2" charset="2"/>
              <a:buChar char="Ø"/>
              <a:defRPr baseline="0">
                <a:solidFill>
                  <a:schemeClr val="tx1"/>
                </a:solidFill>
                <a:latin typeface="+mn-ea"/>
                <a:ea typeface="+mn-ea"/>
              </a:defRPr>
            </a:lvl2pPr>
            <a:lvl3pPr marL="855663" indent="-228600">
              <a:buClrTx/>
              <a:buFont typeface="Wingdings" panose="05000000000000000000" pitchFamily="2" charset="2"/>
              <a:buChar char="Ø"/>
              <a:defRPr baseline="0">
                <a:solidFill>
                  <a:schemeClr val="tx1"/>
                </a:solidFill>
                <a:latin typeface="+mn-ea"/>
                <a:ea typeface="+mn-ea"/>
              </a:defRPr>
            </a:lvl3pPr>
            <a:lvl4pPr marL="1143000" indent="-228600">
              <a:buClrTx/>
              <a:buFont typeface="Wingdings" panose="05000000000000000000" pitchFamily="2" charset="2"/>
              <a:buChar char="Ø"/>
              <a:defRPr baseline="0">
                <a:solidFill>
                  <a:schemeClr val="tx1"/>
                </a:solidFill>
                <a:latin typeface="+mn-ea"/>
                <a:ea typeface="+mn-ea"/>
              </a:defRPr>
            </a:lvl4pPr>
            <a:lvl5pPr marL="1462088" indent="-228600">
              <a:buClrTx/>
              <a:buFont typeface="Wingdings" panose="05000000000000000000" pitchFamily="2" charset="2"/>
              <a:buChar char="Ø"/>
              <a:defRPr baseline="0">
                <a:solidFill>
                  <a:schemeClr val="tx1"/>
                </a:solidFill>
                <a:latin typeface="+mn-ea"/>
                <a:ea typeface="+mn-ea"/>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7" name="Title 6"/>
          <p:cNvSpPr>
            <a:spLocks noGrp="1"/>
          </p:cNvSpPr>
          <p:nvPr>
            <p:ph type="title"/>
          </p:nvPr>
        </p:nvSpPr>
        <p:spPr>
          <a:xfrm>
            <a:off x="755576" y="267494"/>
            <a:ext cx="7931224" cy="360040"/>
          </a:xfrm>
        </p:spPr>
        <p:txBody>
          <a:bodyPr/>
          <a:lstStyle>
            <a:lvl1pPr algn="l">
              <a:defRPr sz="3000" b="1" baseline="0">
                <a:solidFill>
                  <a:schemeClr val="tx1"/>
                </a:solidFill>
                <a:latin typeface="Times New Roman" panose="02020603050405020304" pitchFamily="18" charset="0"/>
                <a:ea typeface="黑体" panose="02010600030101010101" pitchFamily="49" charset="-122"/>
              </a:defRPr>
            </a:lvl1pPr>
          </a:lstStyle>
          <a:p>
            <a:r>
              <a:rPr lang="zh-CN" altLang="en-US" noProof="1"/>
              <a:t>单击此处编辑母版标题样式</a:t>
            </a:r>
            <a:endParaRPr lang="en-US" noProof="1"/>
          </a:p>
        </p:txBody>
      </p:sp>
      <p:sp>
        <p:nvSpPr>
          <p:cNvPr id="10" name="Slide Number Placeholder 5"/>
          <p:cNvSpPr>
            <a:spLocks noGrp="1"/>
          </p:cNvSpPr>
          <p:nvPr>
            <p:ph type="sldNum" sz="quarter" idx="12"/>
          </p:nvPr>
        </p:nvSpPr>
        <p:spPr>
          <a:xfrm>
            <a:off x="8686799" y="4948014"/>
            <a:ext cx="403389" cy="169209"/>
          </a:xfrm>
        </p:spPr>
        <p:txBody>
          <a:bodyPr/>
          <a:lstStyle>
            <a:lvl1pPr algn="r">
              <a:defRPr>
                <a:solidFill>
                  <a:schemeClr val="tx1"/>
                </a:solidFill>
                <a:ea typeface="楷体_GB2312"/>
                <a:cs typeface="楷体_GB2312"/>
              </a:defRPr>
            </a:lvl1pPr>
          </a:lstStyle>
          <a:p>
            <a:pPr>
              <a:defRPr/>
            </a:pPr>
            <a:fld id="{76D20AB1-C80E-44EB-B890-88EEF3B3DC08}" type="slidenum">
              <a:rPr lang="zh-CN" altLang="en-US" smtClean="0"/>
              <a:pPr>
                <a:defRPr/>
              </a:pPr>
              <a:t>‹#›</a:t>
            </a:fld>
            <a:endParaRPr lang="en-US" altLang="zh-CN"/>
          </a:p>
        </p:txBody>
      </p:sp>
    </p:spTree>
    <p:extLst>
      <p:ext uri="{BB962C8B-B14F-4D97-AF65-F5344CB8AC3E}">
        <p14:creationId xmlns:p14="http://schemas.microsoft.com/office/powerpoint/2010/main" val="1583129724"/>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00152"/>
            <a:ext cx="7772400" cy="1335081"/>
          </a:xfrm>
        </p:spPr>
        <p:txBody>
          <a:bodyPr anchor="b">
            <a:normAutofit/>
          </a:bodyPr>
          <a:lstStyle>
            <a:lvl1pPr>
              <a:defRPr sz="4400">
                <a:solidFill>
                  <a:srgbClr val="FFFFFF"/>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2667001"/>
            <a:ext cx="6400800" cy="11049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rtlCol="0"/>
          <a:lstStyle>
            <a:lvl1pPr>
              <a:defRPr>
                <a:ea typeface="楷体_GB2312"/>
              </a:defRPr>
            </a:lvl1pPr>
          </a:lstStyle>
          <a:p>
            <a:pPr>
              <a:defRPr/>
            </a:pPr>
            <a:endParaRPr lang="en-US" altLang="zh-CN"/>
          </a:p>
        </p:txBody>
      </p:sp>
      <p:sp>
        <p:nvSpPr>
          <p:cNvPr id="5" name="Footer Placeholder 4"/>
          <p:cNvSpPr>
            <a:spLocks noGrp="1"/>
          </p:cNvSpPr>
          <p:nvPr>
            <p:ph type="ftr" sz="quarter" idx="11"/>
          </p:nvPr>
        </p:nvSpPr>
        <p:spPr/>
        <p:txBody>
          <a:bodyPr rtlCol="0"/>
          <a:lstStyle>
            <a:lvl1pPr>
              <a:defRPr>
                <a:ea typeface="楷体_GB2312"/>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ea typeface="楷体_GB2312"/>
                <a:cs typeface="楷体_GB2312"/>
              </a:defRPr>
            </a:lvl1pPr>
          </a:lstStyle>
          <a:p>
            <a:pPr>
              <a:defRPr/>
            </a:pPr>
            <a:fld id="{5259C735-FDAA-4D5B-B578-8806C72A472E}" type="slidenum">
              <a:rPr lang="zh-CN" altLang="en-US"/>
              <a:pPr>
                <a:defRPr/>
              </a:pPr>
              <a:t>‹#›</a:t>
            </a:fld>
            <a:endParaRPr lang="en-US" altLang="zh-CN"/>
          </a:p>
        </p:txBody>
      </p:sp>
    </p:spTree>
    <p:extLst>
      <p:ext uri="{BB962C8B-B14F-4D97-AF65-F5344CB8AC3E}">
        <p14:creationId xmlns:p14="http://schemas.microsoft.com/office/powerpoint/2010/main" val="4101187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grpSp>
        <p:nvGrpSpPr>
          <p:cNvPr id="4" name="组合 5"/>
          <p:cNvGrpSpPr>
            <a:grpSpLocks/>
          </p:cNvGrpSpPr>
          <p:nvPr userDrawn="1"/>
        </p:nvGrpSpPr>
        <p:grpSpPr bwMode="auto">
          <a:xfrm>
            <a:off x="0" y="195263"/>
            <a:ext cx="755650" cy="431800"/>
            <a:chOff x="-786" y="195486"/>
            <a:chExt cx="756363" cy="432048"/>
          </a:xfrm>
        </p:grpSpPr>
        <p:sp>
          <p:nvSpPr>
            <p:cNvPr id="5" name="五边形 4"/>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a:solidFill>
                  <a:srgbClr val="FFFFFF"/>
                </a:solidFill>
                <a:latin typeface="Calibri" panose="020F0502020204030204" pitchFamily="34" charset="0"/>
                <a:ea typeface="楷体_GB2312"/>
                <a:cs typeface="楷体_GB2312"/>
              </a:endParaRPr>
            </a:p>
          </p:txBody>
        </p:sp>
        <p:sp>
          <p:nvSpPr>
            <p:cNvPr id="6" name="五边形 5"/>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a:solidFill>
                  <a:srgbClr val="FFFFFF"/>
                </a:solidFill>
                <a:latin typeface="Calibri" panose="020F0502020204030204" pitchFamily="34" charset="0"/>
                <a:ea typeface="楷体_GB2312"/>
                <a:cs typeface="楷体_GB2312"/>
              </a:endParaRPr>
            </a:p>
          </p:txBody>
        </p:sp>
      </p:grpSp>
      <p:sp>
        <p:nvSpPr>
          <p:cNvPr id="3" name="Content Placeholder 2"/>
          <p:cNvSpPr>
            <a:spLocks noGrp="1"/>
          </p:cNvSpPr>
          <p:nvPr>
            <p:ph idx="1"/>
          </p:nvPr>
        </p:nvSpPr>
        <p:spPr/>
        <p:txBody>
          <a:bodyPr/>
          <a:lstStyle>
            <a:lvl1pPr>
              <a:defRPr baseline="0">
                <a:latin typeface="Times New Roman" panose="02020603050405020304" pitchFamily="18" charset="0"/>
              </a:defRPr>
            </a:lvl1pPr>
            <a:lvl2pPr>
              <a:defRPr baseline="0">
                <a:latin typeface="Times New Roman" panose="02020603050405020304" pitchFamily="18" charset="0"/>
              </a:defRPr>
            </a:lvl2pPr>
            <a:lvl3pPr>
              <a:defRPr baseline="0">
                <a:latin typeface="Times New Roman" panose="02020603050405020304" pitchFamily="18" charset="0"/>
              </a:defRPr>
            </a:lvl3pPr>
            <a:lvl4pPr>
              <a:defRPr baseline="0">
                <a:latin typeface="Times New Roman" panose="02020603050405020304" pitchFamily="18" charset="0"/>
              </a:defRPr>
            </a:lvl4pPr>
            <a:lvl5pPr>
              <a:defRPr baseline="0">
                <a:latin typeface="Times New Roman" panose="02020603050405020304"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Title 6"/>
          <p:cNvSpPr>
            <a:spLocks noGrp="1"/>
          </p:cNvSpPr>
          <p:nvPr>
            <p:ph type="title"/>
          </p:nvPr>
        </p:nvSpPr>
        <p:spPr>
          <a:xfrm>
            <a:off x="755576" y="267494"/>
            <a:ext cx="7931224" cy="360040"/>
          </a:xfrm>
        </p:spPr>
        <p:txBody>
          <a:bodyPr/>
          <a:lstStyle>
            <a:lvl1pPr algn="l">
              <a:defRPr b="1" baseline="0">
                <a:latin typeface="Times New Roman" panose="02020603050405020304" pitchFamily="18" charset="0"/>
                <a:ea typeface="黑体" panose="02010609060101010101" pitchFamily="49" charset="-122"/>
              </a:defRPr>
            </a:lvl1pPr>
          </a:lstStyle>
          <a:p>
            <a:r>
              <a:rPr lang="zh-CN" altLang="en-US" dirty="0"/>
              <a:t>单击此处编辑母版标题样式</a:t>
            </a:r>
            <a:endParaRPr lang="en-US" dirty="0"/>
          </a:p>
        </p:txBody>
      </p:sp>
      <p:sp>
        <p:nvSpPr>
          <p:cNvPr id="8" name="Date Placeholder 3"/>
          <p:cNvSpPr>
            <a:spLocks noGrp="1"/>
          </p:cNvSpPr>
          <p:nvPr>
            <p:ph type="dt" sz="half" idx="10"/>
          </p:nvPr>
        </p:nvSpPr>
        <p:spPr/>
        <p:txBody>
          <a:bodyPr rtlCol="0"/>
          <a:lstStyle>
            <a:lvl1pPr>
              <a:defRPr>
                <a:ea typeface="楷体_GB2312"/>
              </a:defRPr>
            </a:lvl1pPr>
          </a:lstStyle>
          <a:p>
            <a:pPr>
              <a:defRPr/>
            </a:pPr>
            <a:endParaRPr lang="en-US" altLang="zh-CN"/>
          </a:p>
        </p:txBody>
      </p:sp>
      <p:sp>
        <p:nvSpPr>
          <p:cNvPr id="9" name="Footer Placeholder 4"/>
          <p:cNvSpPr>
            <a:spLocks noGrp="1"/>
          </p:cNvSpPr>
          <p:nvPr>
            <p:ph type="ftr" sz="quarter" idx="11"/>
          </p:nvPr>
        </p:nvSpPr>
        <p:spPr/>
        <p:txBody>
          <a:bodyPr rtlCol="0"/>
          <a:lstStyle>
            <a:lvl1pPr>
              <a:defRPr>
                <a:ea typeface="楷体_GB2312"/>
              </a:defRPr>
            </a:lvl1pPr>
          </a:lstStyle>
          <a:p>
            <a:pPr>
              <a:defRPr/>
            </a:pPr>
            <a:endParaRPr lang="en-US" altLang="zh-CN"/>
          </a:p>
        </p:txBody>
      </p:sp>
      <p:sp>
        <p:nvSpPr>
          <p:cNvPr id="10" name="Slide Number Placeholder 5"/>
          <p:cNvSpPr>
            <a:spLocks noGrp="1"/>
          </p:cNvSpPr>
          <p:nvPr>
            <p:ph type="sldNum" sz="quarter" idx="12"/>
          </p:nvPr>
        </p:nvSpPr>
        <p:spPr/>
        <p:txBody>
          <a:bodyPr/>
          <a:lstStyle>
            <a:lvl1pPr>
              <a:defRPr>
                <a:ea typeface="楷体_GB2312"/>
                <a:cs typeface="楷体_GB2312"/>
              </a:defRPr>
            </a:lvl1pPr>
          </a:lstStyle>
          <a:p>
            <a:pPr>
              <a:defRPr/>
            </a:pPr>
            <a:fld id="{04EEF93E-4C11-48D9-AE96-246764784287}" type="slidenum">
              <a:rPr lang="zh-CN" altLang="en-US"/>
              <a:pPr>
                <a:defRPr/>
              </a:pPr>
              <a:t>‹#›</a:t>
            </a:fld>
            <a:endParaRPr lang="en-US" altLang="zh-CN"/>
          </a:p>
        </p:txBody>
      </p:sp>
    </p:spTree>
    <p:extLst>
      <p:ext uri="{BB962C8B-B14F-4D97-AF65-F5344CB8AC3E}">
        <p14:creationId xmlns:p14="http://schemas.microsoft.com/office/powerpoint/2010/main" val="26273306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a:ln/>
        </p:spPr>
        <p:txBody>
          <a:bodyPr/>
          <a:lstStyle>
            <a:lvl1pPr>
              <a:defRPr/>
            </a:lvl1pPr>
          </a:lstStyle>
          <a:p>
            <a:pPr>
              <a:defRPr/>
            </a:pPr>
            <a:fld id="{F499886B-2D72-4F6F-926C-CF3750C5A2C1}" type="datetime1">
              <a:rPr lang="zh-CN" altLang="en-US" smtClean="0"/>
              <a:t>2025/3/17</a:t>
            </a:fld>
            <a:endParaRPr lang="en-US" altLang="zh-CN"/>
          </a:p>
        </p:txBody>
      </p:sp>
      <p:sp>
        <p:nvSpPr>
          <p:cNvPr id="3"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13"/>
          <p:cNvSpPr>
            <a:spLocks noGrp="1" noChangeArrowheads="1"/>
          </p:cNvSpPr>
          <p:nvPr>
            <p:ph type="sldNum" sz="quarter" idx="12"/>
          </p:nvPr>
        </p:nvSpPr>
        <p:spPr>
          <a:ln/>
        </p:spPr>
        <p:txBody>
          <a:bodyPr/>
          <a:lstStyle>
            <a:lvl1pPr>
              <a:defRPr/>
            </a:lvl1pPr>
          </a:lstStyle>
          <a:p>
            <a:pPr>
              <a:defRPr/>
            </a:pPr>
            <a:fld id="{DE03A640-DE24-46E6-800A-740A6D4CAF16}" type="slidenum">
              <a:rPr lang="zh-CN" altLang="en-US"/>
              <a:pPr>
                <a:defRPr/>
              </a:pPr>
              <a:t>‹#›</a:t>
            </a:fld>
            <a:endParaRPr lang="en-US" altLang="zh-CN"/>
          </a:p>
        </p:txBody>
      </p:sp>
    </p:spTree>
    <p:extLst>
      <p:ext uri="{BB962C8B-B14F-4D97-AF65-F5344CB8AC3E}">
        <p14:creationId xmlns:p14="http://schemas.microsoft.com/office/powerpoint/2010/main" val="31449714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00152"/>
            <a:ext cx="7772400" cy="1335081"/>
          </a:xfrm>
        </p:spPr>
        <p:txBody>
          <a:bodyPr anchor="b">
            <a:normAutofit/>
          </a:bodyPr>
          <a:lstStyle>
            <a:lvl1pPr>
              <a:defRPr sz="4400">
                <a:solidFill>
                  <a:srgbClr val="FFFFFF"/>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2667001"/>
            <a:ext cx="6400800" cy="11049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rtlCol="0"/>
          <a:lstStyle>
            <a:lvl1pPr>
              <a:defRPr>
                <a:ea typeface="楷体_GB2312"/>
              </a:defRPr>
            </a:lvl1pPr>
          </a:lstStyle>
          <a:p>
            <a:pPr>
              <a:defRPr/>
            </a:pPr>
            <a:endParaRPr lang="en-US" altLang="zh-CN"/>
          </a:p>
        </p:txBody>
      </p:sp>
      <p:sp>
        <p:nvSpPr>
          <p:cNvPr id="5" name="Footer Placeholder 4"/>
          <p:cNvSpPr>
            <a:spLocks noGrp="1"/>
          </p:cNvSpPr>
          <p:nvPr>
            <p:ph type="ftr" sz="quarter" idx="11"/>
          </p:nvPr>
        </p:nvSpPr>
        <p:spPr/>
        <p:txBody>
          <a:bodyPr rtlCol="0"/>
          <a:lstStyle>
            <a:lvl1pPr>
              <a:defRPr>
                <a:ea typeface="楷体_GB2312"/>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ea typeface="楷体_GB2312" pitchFamily="49" charset="-122"/>
              </a:defRPr>
            </a:lvl1pPr>
          </a:lstStyle>
          <a:p>
            <a:pPr>
              <a:defRPr/>
            </a:pPr>
            <a:fld id="{B7FE6453-7C56-41E6-AA92-CF0B566BEE4D}" type="slidenum">
              <a:rPr lang="zh-CN" altLang="en-US"/>
              <a:pPr>
                <a:defRPr/>
              </a:pPr>
              <a:t>‹#›</a:t>
            </a:fld>
            <a:endParaRPr lang="en-US" altLang="zh-CN"/>
          </a:p>
        </p:txBody>
      </p:sp>
    </p:spTree>
    <p:extLst>
      <p:ext uri="{BB962C8B-B14F-4D97-AF65-F5344CB8AC3E}">
        <p14:creationId xmlns:p14="http://schemas.microsoft.com/office/powerpoint/2010/main" val="13586293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grpSp>
        <p:nvGrpSpPr>
          <p:cNvPr id="4" name="组合 5"/>
          <p:cNvGrpSpPr>
            <a:grpSpLocks/>
          </p:cNvGrpSpPr>
          <p:nvPr userDrawn="1"/>
        </p:nvGrpSpPr>
        <p:grpSpPr bwMode="auto">
          <a:xfrm>
            <a:off x="0" y="195263"/>
            <a:ext cx="755650" cy="431800"/>
            <a:chOff x="-786" y="195486"/>
            <a:chExt cx="756363" cy="432048"/>
          </a:xfrm>
        </p:grpSpPr>
        <p:sp>
          <p:nvSpPr>
            <p:cNvPr id="5" name="五边形 4"/>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a:solidFill>
                  <a:srgbClr val="FFFFFF"/>
                </a:solidFill>
                <a:latin typeface="Calibri" panose="020F0502020204030204" pitchFamily="34" charset="0"/>
                <a:ea typeface="楷体_GB2312"/>
                <a:cs typeface="楷体_GB2312"/>
              </a:endParaRPr>
            </a:p>
          </p:txBody>
        </p:sp>
        <p:sp>
          <p:nvSpPr>
            <p:cNvPr id="6" name="五边形 5"/>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a:solidFill>
                  <a:srgbClr val="FFFFFF"/>
                </a:solidFill>
                <a:latin typeface="Calibri" panose="020F0502020204030204" pitchFamily="34" charset="0"/>
                <a:ea typeface="楷体_GB2312"/>
                <a:cs typeface="楷体_GB2312"/>
              </a:endParaRPr>
            </a:p>
          </p:txBody>
        </p:sp>
      </p:grpSp>
      <p:sp>
        <p:nvSpPr>
          <p:cNvPr id="3" name="Content Placeholder 2"/>
          <p:cNvSpPr>
            <a:spLocks noGrp="1"/>
          </p:cNvSpPr>
          <p:nvPr>
            <p:ph idx="1"/>
          </p:nvPr>
        </p:nvSpPr>
        <p:spPr/>
        <p:txBody>
          <a:bodyPr/>
          <a:lstStyle>
            <a:lvl1pPr>
              <a:defRPr baseline="0">
                <a:latin typeface="Times New Roman" panose="02020603050405020304" pitchFamily="18" charset="0"/>
              </a:defRPr>
            </a:lvl1pPr>
            <a:lvl2pPr>
              <a:defRPr baseline="0">
                <a:latin typeface="Times New Roman" panose="02020603050405020304" pitchFamily="18" charset="0"/>
              </a:defRPr>
            </a:lvl2pPr>
            <a:lvl3pPr>
              <a:defRPr baseline="0">
                <a:latin typeface="Times New Roman" panose="02020603050405020304" pitchFamily="18" charset="0"/>
              </a:defRPr>
            </a:lvl3pPr>
            <a:lvl4pPr>
              <a:defRPr baseline="0">
                <a:latin typeface="Times New Roman" panose="02020603050405020304" pitchFamily="18" charset="0"/>
              </a:defRPr>
            </a:lvl4pPr>
            <a:lvl5pPr>
              <a:defRPr baseline="0">
                <a:latin typeface="Times New Roman" panose="02020603050405020304"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Title 6"/>
          <p:cNvSpPr>
            <a:spLocks noGrp="1"/>
          </p:cNvSpPr>
          <p:nvPr>
            <p:ph type="title"/>
          </p:nvPr>
        </p:nvSpPr>
        <p:spPr>
          <a:xfrm>
            <a:off x="755576" y="267494"/>
            <a:ext cx="7931224" cy="360040"/>
          </a:xfrm>
        </p:spPr>
        <p:txBody>
          <a:bodyPr/>
          <a:lstStyle>
            <a:lvl1pPr algn="l">
              <a:defRPr b="1" baseline="0">
                <a:latin typeface="Times New Roman" panose="02020603050405020304" pitchFamily="18" charset="0"/>
                <a:ea typeface="黑体" panose="02010609060101010101" pitchFamily="49" charset="-122"/>
              </a:defRPr>
            </a:lvl1pPr>
          </a:lstStyle>
          <a:p>
            <a:r>
              <a:rPr lang="zh-CN" altLang="en-US" dirty="0"/>
              <a:t>单击此处编辑母版标题样式</a:t>
            </a:r>
            <a:endParaRPr lang="en-US" dirty="0"/>
          </a:p>
        </p:txBody>
      </p:sp>
      <p:sp>
        <p:nvSpPr>
          <p:cNvPr id="8" name="Date Placeholder 3"/>
          <p:cNvSpPr>
            <a:spLocks noGrp="1"/>
          </p:cNvSpPr>
          <p:nvPr>
            <p:ph type="dt" sz="half" idx="10"/>
          </p:nvPr>
        </p:nvSpPr>
        <p:spPr/>
        <p:txBody>
          <a:bodyPr rtlCol="0"/>
          <a:lstStyle>
            <a:lvl1pPr>
              <a:defRPr>
                <a:ea typeface="楷体_GB2312"/>
              </a:defRPr>
            </a:lvl1pPr>
          </a:lstStyle>
          <a:p>
            <a:pPr>
              <a:defRPr/>
            </a:pPr>
            <a:endParaRPr lang="en-US" altLang="zh-CN"/>
          </a:p>
        </p:txBody>
      </p:sp>
      <p:sp>
        <p:nvSpPr>
          <p:cNvPr id="9" name="Footer Placeholder 4"/>
          <p:cNvSpPr>
            <a:spLocks noGrp="1"/>
          </p:cNvSpPr>
          <p:nvPr>
            <p:ph type="ftr" sz="quarter" idx="11"/>
          </p:nvPr>
        </p:nvSpPr>
        <p:spPr/>
        <p:txBody>
          <a:bodyPr rtlCol="0"/>
          <a:lstStyle>
            <a:lvl1pPr>
              <a:defRPr>
                <a:ea typeface="楷体_GB2312"/>
              </a:defRPr>
            </a:lvl1pPr>
          </a:lstStyle>
          <a:p>
            <a:pPr>
              <a:defRPr/>
            </a:pPr>
            <a:endParaRPr lang="en-US" altLang="zh-CN"/>
          </a:p>
        </p:txBody>
      </p:sp>
      <p:sp>
        <p:nvSpPr>
          <p:cNvPr id="10" name="Slide Number Placeholder 5"/>
          <p:cNvSpPr>
            <a:spLocks noGrp="1"/>
          </p:cNvSpPr>
          <p:nvPr>
            <p:ph type="sldNum" sz="quarter" idx="12"/>
          </p:nvPr>
        </p:nvSpPr>
        <p:spPr/>
        <p:txBody>
          <a:bodyPr/>
          <a:lstStyle>
            <a:lvl1pPr>
              <a:defRPr>
                <a:ea typeface="楷体_GB2312" pitchFamily="49" charset="-122"/>
              </a:defRPr>
            </a:lvl1pPr>
          </a:lstStyle>
          <a:p>
            <a:pPr>
              <a:defRPr/>
            </a:pPr>
            <a:fld id="{F9AD9B07-FD48-44D6-9FDB-1A4CB9F20CD3}" type="slidenum">
              <a:rPr lang="zh-CN" altLang="en-US"/>
              <a:pPr>
                <a:defRPr/>
              </a:pPr>
              <a:t>‹#›</a:t>
            </a:fld>
            <a:endParaRPr lang="en-US" altLang="zh-CN"/>
          </a:p>
        </p:txBody>
      </p:sp>
    </p:spTree>
    <p:extLst>
      <p:ext uri="{BB962C8B-B14F-4D97-AF65-F5344CB8AC3E}">
        <p14:creationId xmlns:p14="http://schemas.microsoft.com/office/powerpoint/2010/main" val="13729675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00152"/>
            <a:ext cx="7772400" cy="1335081"/>
          </a:xfrm>
        </p:spPr>
        <p:txBody>
          <a:bodyPr anchor="b">
            <a:normAutofit/>
          </a:bodyPr>
          <a:lstStyle>
            <a:lvl1pPr>
              <a:defRPr sz="4400">
                <a:solidFill>
                  <a:srgbClr val="FFFFFF"/>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2667001"/>
            <a:ext cx="6400800" cy="11049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rtlCol="0"/>
          <a:lstStyle>
            <a:lvl1pPr>
              <a:defRPr>
                <a:ea typeface="楷体_GB2312"/>
              </a:defRPr>
            </a:lvl1pPr>
          </a:lstStyle>
          <a:p>
            <a:pPr>
              <a:defRPr/>
            </a:pPr>
            <a:endParaRPr lang="en-US" altLang="zh-CN"/>
          </a:p>
        </p:txBody>
      </p:sp>
      <p:sp>
        <p:nvSpPr>
          <p:cNvPr id="5" name="Footer Placeholder 4"/>
          <p:cNvSpPr>
            <a:spLocks noGrp="1"/>
          </p:cNvSpPr>
          <p:nvPr>
            <p:ph type="ftr" sz="quarter" idx="11"/>
          </p:nvPr>
        </p:nvSpPr>
        <p:spPr/>
        <p:txBody>
          <a:bodyPr rtlCol="0"/>
          <a:lstStyle>
            <a:lvl1pPr>
              <a:defRPr>
                <a:ea typeface="楷体_GB2312"/>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ea typeface="楷体_GB2312"/>
                <a:cs typeface="楷体_GB2312"/>
              </a:defRPr>
            </a:lvl1pPr>
          </a:lstStyle>
          <a:p>
            <a:pPr>
              <a:defRPr/>
            </a:pPr>
            <a:fld id="{882148DD-990F-4276-960B-11F39A9BE856}" type="slidenum">
              <a:rPr lang="zh-CN" altLang="en-US"/>
              <a:pPr>
                <a:defRPr/>
              </a:pPr>
              <a:t>‹#›</a:t>
            </a:fld>
            <a:endParaRPr lang="en-US" altLang="zh-CN"/>
          </a:p>
        </p:txBody>
      </p:sp>
    </p:spTree>
    <p:extLst>
      <p:ext uri="{BB962C8B-B14F-4D97-AF65-F5344CB8AC3E}">
        <p14:creationId xmlns:p14="http://schemas.microsoft.com/office/powerpoint/2010/main" val="16664332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grpSp>
        <p:nvGrpSpPr>
          <p:cNvPr id="4" name="组合 5"/>
          <p:cNvGrpSpPr>
            <a:grpSpLocks/>
          </p:cNvGrpSpPr>
          <p:nvPr userDrawn="1"/>
        </p:nvGrpSpPr>
        <p:grpSpPr bwMode="auto">
          <a:xfrm>
            <a:off x="0" y="195263"/>
            <a:ext cx="755650" cy="431800"/>
            <a:chOff x="-786" y="195486"/>
            <a:chExt cx="756363" cy="432048"/>
          </a:xfrm>
        </p:grpSpPr>
        <p:sp>
          <p:nvSpPr>
            <p:cNvPr id="5" name="五边形 4"/>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a:solidFill>
                  <a:srgbClr val="FFFFFF"/>
                </a:solidFill>
                <a:latin typeface="Calibri" panose="020F0502020204030204" pitchFamily="34" charset="0"/>
                <a:ea typeface="楷体_GB2312"/>
                <a:cs typeface="楷体_GB2312"/>
              </a:endParaRPr>
            </a:p>
          </p:txBody>
        </p:sp>
        <p:sp>
          <p:nvSpPr>
            <p:cNvPr id="6" name="五边形 5"/>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a:solidFill>
                  <a:srgbClr val="FFFFFF"/>
                </a:solidFill>
                <a:latin typeface="Calibri" panose="020F0502020204030204" pitchFamily="34" charset="0"/>
                <a:ea typeface="楷体_GB2312"/>
                <a:cs typeface="楷体_GB2312"/>
              </a:endParaRPr>
            </a:p>
          </p:txBody>
        </p:sp>
      </p:grpSp>
      <p:sp>
        <p:nvSpPr>
          <p:cNvPr id="3" name="Content Placeholder 2"/>
          <p:cNvSpPr>
            <a:spLocks noGrp="1"/>
          </p:cNvSpPr>
          <p:nvPr>
            <p:ph idx="1"/>
          </p:nvPr>
        </p:nvSpPr>
        <p:spPr/>
        <p:txBody>
          <a:bodyPr/>
          <a:lstStyle>
            <a:lvl1pPr>
              <a:defRPr baseline="0">
                <a:latin typeface="Times New Roman" panose="02020603050405020304" pitchFamily="18" charset="0"/>
              </a:defRPr>
            </a:lvl1pPr>
            <a:lvl2pPr>
              <a:defRPr baseline="0">
                <a:latin typeface="Times New Roman" panose="02020603050405020304" pitchFamily="18" charset="0"/>
              </a:defRPr>
            </a:lvl2pPr>
            <a:lvl3pPr>
              <a:defRPr baseline="0">
                <a:latin typeface="Times New Roman" panose="02020603050405020304" pitchFamily="18" charset="0"/>
              </a:defRPr>
            </a:lvl3pPr>
            <a:lvl4pPr>
              <a:defRPr baseline="0">
                <a:latin typeface="Times New Roman" panose="02020603050405020304" pitchFamily="18" charset="0"/>
              </a:defRPr>
            </a:lvl4pPr>
            <a:lvl5pPr>
              <a:defRPr baseline="0">
                <a:latin typeface="Times New Roman" panose="02020603050405020304"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Title 6"/>
          <p:cNvSpPr>
            <a:spLocks noGrp="1"/>
          </p:cNvSpPr>
          <p:nvPr>
            <p:ph type="title"/>
          </p:nvPr>
        </p:nvSpPr>
        <p:spPr>
          <a:xfrm>
            <a:off x="755576" y="267494"/>
            <a:ext cx="7931224" cy="360040"/>
          </a:xfrm>
        </p:spPr>
        <p:txBody>
          <a:bodyPr/>
          <a:lstStyle>
            <a:lvl1pPr algn="l">
              <a:defRPr b="1" baseline="0">
                <a:latin typeface="Times New Roman" panose="02020603050405020304" pitchFamily="18" charset="0"/>
                <a:ea typeface="黑体" panose="02010609060101010101" pitchFamily="49" charset="-122"/>
              </a:defRPr>
            </a:lvl1pPr>
          </a:lstStyle>
          <a:p>
            <a:r>
              <a:rPr lang="zh-CN" altLang="en-US" dirty="0"/>
              <a:t>单击此处编辑母版标题样式</a:t>
            </a:r>
            <a:endParaRPr lang="en-US" dirty="0"/>
          </a:p>
        </p:txBody>
      </p:sp>
      <p:sp>
        <p:nvSpPr>
          <p:cNvPr id="8" name="Date Placeholder 3"/>
          <p:cNvSpPr>
            <a:spLocks noGrp="1"/>
          </p:cNvSpPr>
          <p:nvPr>
            <p:ph type="dt" sz="half" idx="10"/>
          </p:nvPr>
        </p:nvSpPr>
        <p:spPr/>
        <p:txBody>
          <a:bodyPr rtlCol="0"/>
          <a:lstStyle>
            <a:lvl1pPr>
              <a:defRPr>
                <a:ea typeface="楷体_GB2312"/>
              </a:defRPr>
            </a:lvl1pPr>
          </a:lstStyle>
          <a:p>
            <a:pPr>
              <a:defRPr/>
            </a:pPr>
            <a:endParaRPr lang="en-US" altLang="zh-CN"/>
          </a:p>
        </p:txBody>
      </p:sp>
      <p:sp>
        <p:nvSpPr>
          <p:cNvPr id="9" name="Footer Placeholder 4"/>
          <p:cNvSpPr>
            <a:spLocks noGrp="1"/>
          </p:cNvSpPr>
          <p:nvPr>
            <p:ph type="ftr" sz="quarter" idx="11"/>
          </p:nvPr>
        </p:nvSpPr>
        <p:spPr/>
        <p:txBody>
          <a:bodyPr rtlCol="0"/>
          <a:lstStyle>
            <a:lvl1pPr>
              <a:defRPr>
                <a:ea typeface="楷体_GB2312"/>
              </a:defRPr>
            </a:lvl1pPr>
          </a:lstStyle>
          <a:p>
            <a:pPr>
              <a:defRPr/>
            </a:pPr>
            <a:endParaRPr lang="en-US" altLang="zh-CN"/>
          </a:p>
        </p:txBody>
      </p:sp>
      <p:sp>
        <p:nvSpPr>
          <p:cNvPr id="10" name="Slide Number Placeholder 5"/>
          <p:cNvSpPr>
            <a:spLocks noGrp="1"/>
          </p:cNvSpPr>
          <p:nvPr>
            <p:ph type="sldNum" sz="quarter" idx="12"/>
          </p:nvPr>
        </p:nvSpPr>
        <p:spPr/>
        <p:txBody>
          <a:bodyPr/>
          <a:lstStyle>
            <a:lvl1pPr>
              <a:defRPr>
                <a:ea typeface="楷体_GB2312"/>
                <a:cs typeface="楷体_GB2312"/>
              </a:defRPr>
            </a:lvl1pPr>
          </a:lstStyle>
          <a:p>
            <a:pPr>
              <a:defRPr/>
            </a:pPr>
            <a:fld id="{EF2D5D9E-7C7F-4C55-AAD5-352CF135A10C}" type="slidenum">
              <a:rPr lang="zh-CN" altLang="en-US"/>
              <a:pPr>
                <a:defRPr/>
              </a:pPr>
              <a:t>‹#›</a:t>
            </a:fld>
            <a:endParaRPr lang="en-US" altLang="zh-CN"/>
          </a:p>
        </p:txBody>
      </p:sp>
    </p:spTree>
    <p:extLst>
      <p:ext uri="{BB962C8B-B14F-4D97-AF65-F5344CB8AC3E}">
        <p14:creationId xmlns:p14="http://schemas.microsoft.com/office/powerpoint/2010/main" val="17506720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0.xml"/><Relationship Id="rId1"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slideLayout" Target="../slideLayouts/slideLayout12.xml"/><Relationship Id="rId1" Type="http://schemas.openxmlformats.org/officeDocument/2006/relationships/slideLayout" Target="../slideLayouts/slideLayout11.xml"/><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7.xml"/><Relationship Id="rId1"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idx="4294967295"/>
          </p:nvPr>
        </p:nvSpPr>
        <p:spPr bwMode="auto">
          <a:xfrm>
            <a:off x="457200" y="206375"/>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4294967295"/>
          </p:nvPr>
        </p:nvSpPr>
        <p:spPr bwMode="auto">
          <a:xfrm>
            <a:off x="457200" y="1200150"/>
            <a:ext cx="8229600"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17860" name="Rectangle 4"/>
          <p:cNvSpPr>
            <a:spLocks noGrp="1" noChangeArrowheads="1"/>
          </p:cNvSpPr>
          <p:nvPr>
            <p:ph type="dt" sz="half" idx="2"/>
          </p:nvPr>
        </p:nvSpPr>
        <p:spPr bwMode="auto">
          <a:xfrm>
            <a:off x="457200" y="4684713"/>
            <a:ext cx="2133600" cy="357187"/>
          </a:xfrm>
          <a:prstGeom prst="rect">
            <a:avLst/>
          </a:prstGeom>
          <a:noFill/>
          <a:ln w="9525">
            <a:noFill/>
            <a:miter lim="800000"/>
          </a:ln>
          <a:effectLst/>
        </p:spPr>
        <p:txBody>
          <a:bodyPr vert="horz" wrap="square" lIns="91440" tIns="45720" rIns="91440" bIns="45720" numCol="1" anchor="t" anchorCtr="0" compatLnSpc="1"/>
          <a:lstStyle>
            <a:lvl1pPr eaLnBrk="1" hangingPunct="1">
              <a:buFontTx/>
              <a:buNone/>
              <a:defRPr sz="1400">
                <a:latin typeface="Arial" panose="020B0604020202020204" pitchFamily="34" charset="0"/>
                <a:ea typeface="宋体" panose="02010600030101010101" pitchFamily="2" charset="-122"/>
              </a:defRPr>
            </a:lvl1pPr>
          </a:lstStyle>
          <a:p>
            <a:pPr>
              <a:defRPr/>
            </a:pPr>
            <a:endParaRPr lang="en-US" altLang="zh-CN"/>
          </a:p>
        </p:txBody>
      </p:sp>
      <p:sp>
        <p:nvSpPr>
          <p:cNvPr id="1017861" name="Rectangle 5"/>
          <p:cNvSpPr>
            <a:spLocks noGrp="1" noChangeArrowheads="1"/>
          </p:cNvSpPr>
          <p:nvPr>
            <p:ph type="ftr" sz="quarter" idx="3"/>
          </p:nvPr>
        </p:nvSpPr>
        <p:spPr bwMode="auto">
          <a:xfrm>
            <a:off x="3124200" y="4684713"/>
            <a:ext cx="2895600" cy="357187"/>
          </a:xfrm>
          <a:prstGeom prst="rect">
            <a:avLst/>
          </a:prstGeom>
          <a:noFill/>
          <a:ln w="9525">
            <a:noFill/>
            <a:miter lim="800000"/>
          </a:ln>
          <a:effectLst/>
        </p:spPr>
        <p:txBody>
          <a:bodyPr vert="horz" wrap="square" lIns="91440" tIns="45720" rIns="91440" bIns="45720" numCol="1" anchor="t" anchorCtr="0" compatLnSpc="1"/>
          <a:lstStyle>
            <a:lvl1pPr algn="ctr" eaLnBrk="1" hangingPunct="1">
              <a:buFontTx/>
              <a:buNone/>
              <a:defRPr sz="1400">
                <a:latin typeface="Arial" panose="020B0604020202020204" pitchFamily="34" charset="0"/>
                <a:ea typeface="宋体" panose="02010600030101010101" pitchFamily="2" charset="-122"/>
              </a:defRPr>
            </a:lvl1pPr>
          </a:lstStyle>
          <a:p>
            <a:pPr>
              <a:defRPr/>
            </a:pPr>
            <a:endParaRPr lang="en-US" altLang="zh-CN"/>
          </a:p>
        </p:txBody>
      </p:sp>
      <p:sp>
        <p:nvSpPr>
          <p:cNvPr id="1017862" name="Rectangle 6"/>
          <p:cNvSpPr>
            <a:spLocks noGrp="1" noChangeArrowheads="1"/>
          </p:cNvSpPr>
          <p:nvPr>
            <p:ph type="sldNum" sz="quarter" idx="4"/>
          </p:nvPr>
        </p:nvSpPr>
        <p:spPr bwMode="auto">
          <a:xfrm>
            <a:off x="6553200" y="4684713"/>
            <a:ext cx="2133600" cy="357187"/>
          </a:xfrm>
          <a:prstGeom prst="rect">
            <a:avLst/>
          </a:prstGeom>
          <a:noFill/>
          <a:ln w="9525">
            <a:noFill/>
            <a:miter lim="800000"/>
          </a:ln>
          <a:effectLst/>
        </p:spPr>
        <p:txBody>
          <a:bodyPr vert="horz" wrap="square" lIns="91440" tIns="45720" rIns="91440" bIns="45720" numCol="1" anchor="t" anchorCtr="0" compatLnSpc="1">
            <a:prstTxWarp prst="textNoShape">
              <a:avLst/>
            </a:prstTxWarp>
          </a:bodyPr>
          <a:lstStyle>
            <a:lvl1pPr algn="r" eaLnBrk="1" hangingPunct="1">
              <a:buFont typeface="Arial" panose="020B0604020202020204" pitchFamily="34" charset="0"/>
              <a:buNone/>
              <a:defRPr sz="1400">
                <a:latin typeface="Arial" panose="020B0604020202020204" pitchFamily="34" charset="0"/>
              </a:defRPr>
            </a:lvl1pPr>
          </a:lstStyle>
          <a:p>
            <a:pPr>
              <a:defRPr/>
            </a:pPr>
            <a:fld id="{DB574B48-52AE-4C72-8DAE-E0B86AFFF2A0}"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8162" r:id="rId1"/>
    <p:sldLayoutId id="2147488164" r:id="rId2"/>
    <p:sldLayoutId id="2147488166" r:id="rId3"/>
    <p:sldLayoutId id="2147488167" r:id="rId4"/>
    <p:sldLayoutId id="2147488168" r:id="rId5"/>
    <p:sldLayoutId id="2147488169" r:id="rId6"/>
    <p:sldLayoutId id="2147488171" r:id="rId7"/>
    <p:sldLayoutId id="2147488172" r:id="rId8"/>
  </p:sldLayoutIdLst>
  <p:txStyles>
    <p:titleStyle>
      <a:lvl1pPr algn="ctr" rtl="0" eaLnBrk="0" fontAlgn="base" hangingPunct="0">
        <a:spcBef>
          <a:spcPct val="0"/>
        </a:spcBef>
        <a:spcAft>
          <a:spcPct val="0"/>
        </a:spcAft>
        <a:defRPr sz="4400">
          <a:solidFill>
            <a:schemeClr val="tx2"/>
          </a:solidFill>
          <a:latin typeface="+mj-lt"/>
          <a:ea typeface="宋体" panose="02010600030101010101" pitchFamily="2"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宋体" panose="02010600030101010101" pitchFamily="2"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宋体" panose="02010600030101010101" pitchFamily="2" charset="-122"/>
        </a:defRPr>
      </a:lvl2pPr>
      <a:lvl3pPr marL="1143000" indent="-228600" algn="l" rtl="0" eaLnBrk="0" fontAlgn="base" hangingPunct="0">
        <a:spcBef>
          <a:spcPct val="20000"/>
        </a:spcBef>
        <a:spcAft>
          <a:spcPct val="0"/>
        </a:spcAft>
        <a:buChar char="•"/>
        <a:defRPr sz="2400">
          <a:solidFill>
            <a:schemeClr val="tx1"/>
          </a:solidFill>
          <a:latin typeface="+mn-lt"/>
          <a:ea typeface="宋体" panose="02010600030101010101" pitchFamily="2" charset="-122"/>
        </a:defRPr>
      </a:lvl3pPr>
      <a:lvl4pPr marL="1600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noChangeArrowheads="1"/>
          </p:cNvSpPr>
          <p:nvPr>
            <p:ph type="title" idx="4294967295"/>
          </p:nvPr>
        </p:nvSpPr>
        <p:spPr bwMode="auto">
          <a:xfrm>
            <a:off x="900113" y="268288"/>
            <a:ext cx="7786687"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4" name="Date Placeholder 3"/>
          <p:cNvSpPr>
            <a:spLocks noGrp="1"/>
          </p:cNvSpPr>
          <p:nvPr>
            <p:ph type="dt" sz="half" idx="2"/>
          </p:nvPr>
        </p:nvSpPr>
        <p:spPr>
          <a:xfrm>
            <a:off x="5164138" y="4687888"/>
            <a:ext cx="3786187" cy="273050"/>
          </a:xfrm>
          <a:prstGeom prst="rect">
            <a:avLst/>
          </a:prstGeom>
        </p:spPr>
        <p:txBody>
          <a:bodyPr vert="horz" wrap="square" lIns="91440" tIns="45720" rIns="91440" bIns="45720" numCol="1" anchor="ctr" anchorCtr="0" compatLnSpc="1"/>
          <a:lstStyle>
            <a:lvl1pPr algn="r" eaLnBrk="1" hangingPunct="1">
              <a:buFontTx/>
              <a:buNone/>
              <a:defRPr sz="1000">
                <a:solidFill>
                  <a:srgbClr val="073E87"/>
                </a:solidFill>
                <a:latin typeface="Tahoma" panose="020B0604030504040204" pitchFamily="34" charset="0"/>
                <a:ea typeface="宋体" panose="02010600030101010101" pitchFamily="2" charset="-122"/>
              </a:defRPr>
            </a:lvl1pPr>
          </a:lstStyle>
          <a:p>
            <a:pPr>
              <a:defRPr/>
            </a:pPr>
            <a:endParaRPr lang="en-US" altLang="zh-CN"/>
          </a:p>
        </p:txBody>
      </p:sp>
      <p:sp>
        <p:nvSpPr>
          <p:cNvPr id="5" name="Footer Placeholder 4"/>
          <p:cNvSpPr>
            <a:spLocks noGrp="1"/>
          </p:cNvSpPr>
          <p:nvPr>
            <p:ph type="ftr" sz="quarter" idx="3"/>
          </p:nvPr>
        </p:nvSpPr>
        <p:spPr>
          <a:xfrm>
            <a:off x="193675" y="4687888"/>
            <a:ext cx="3786188" cy="273050"/>
          </a:xfrm>
          <a:prstGeom prst="rect">
            <a:avLst/>
          </a:prstGeom>
        </p:spPr>
        <p:txBody>
          <a:bodyPr vert="horz" wrap="square" lIns="91440" tIns="45720" rIns="91440" bIns="45720" numCol="1" anchor="ctr" anchorCtr="0" compatLnSpc="1"/>
          <a:lstStyle>
            <a:lvl1pPr eaLnBrk="1" hangingPunct="1">
              <a:buFontTx/>
              <a:buNone/>
              <a:defRPr sz="1000">
                <a:solidFill>
                  <a:srgbClr val="073E87"/>
                </a:solidFill>
                <a:latin typeface="Tahoma" panose="020B0604030504040204" pitchFamily="34" charset="0"/>
                <a:ea typeface="宋体" panose="02010600030101010101" pitchFamily="2" charset="-122"/>
              </a:defRPr>
            </a:lvl1pPr>
          </a:lstStyle>
          <a:p>
            <a:pPr>
              <a:defRPr/>
            </a:pPr>
            <a:endParaRPr lang="en-US" altLang="zh-CN"/>
          </a:p>
        </p:txBody>
      </p:sp>
      <p:sp>
        <p:nvSpPr>
          <p:cNvPr id="6" name="Slide Number Placeholder 5"/>
          <p:cNvSpPr>
            <a:spLocks noGrp="1"/>
          </p:cNvSpPr>
          <p:nvPr>
            <p:ph type="sldNum" sz="quarter" idx="4"/>
          </p:nvPr>
        </p:nvSpPr>
        <p:spPr>
          <a:xfrm>
            <a:off x="3990975" y="4687888"/>
            <a:ext cx="1162050" cy="273050"/>
          </a:xfrm>
          <a:prstGeom prst="rect">
            <a:avLst/>
          </a:prstGeom>
        </p:spPr>
        <p:txBody>
          <a:bodyPr vert="horz" wrap="square" lIns="91440" tIns="45720" rIns="91440" bIns="45720" numCol="1" anchor="ctr" anchorCtr="0" compatLnSpc="1">
            <a:prstTxWarp prst="textNoShape">
              <a:avLst/>
            </a:prstTxWarp>
          </a:bodyPr>
          <a:lstStyle>
            <a:lvl1pPr algn="ctr" eaLnBrk="1" hangingPunct="1">
              <a:buFont typeface="Arial" panose="020B0604020202020204" pitchFamily="34" charset="0"/>
              <a:buNone/>
              <a:defRPr sz="1000">
                <a:solidFill>
                  <a:srgbClr val="073E87"/>
                </a:solidFill>
              </a:defRPr>
            </a:lvl1pPr>
          </a:lstStyle>
          <a:p>
            <a:pPr>
              <a:defRPr/>
            </a:pPr>
            <a:fld id="{FC78940A-E596-49F4-AC30-7BE184416B77}" type="slidenum">
              <a:rPr lang="zh-CN" altLang="en-US"/>
              <a:pPr>
                <a:defRPr/>
              </a:pPr>
              <a:t>‹#›</a:t>
            </a:fld>
            <a:endParaRPr lang="en-US" altLang="zh-CN"/>
          </a:p>
        </p:txBody>
      </p:sp>
      <p:sp>
        <p:nvSpPr>
          <p:cNvPr id="2054" name="Text Placeholder 2"/>
          <p:cNvSpPr>
            <a:spLocks noGrp="1" noChangeArrowheads="1"/>
          </p:cNvSpPr>
          <p:nvPr>
            <p:ph type="body" idx="4294967295"/>
          </p:nvPr>
        </p:nvSpPr>
        <p:spPr bwMode="auto">
          <a:xfrm>
            <a:off x="228600" y="1368425"/>
            <a:ext cx="5927725"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lt1" tx1="dk1" bg2="lt2" tx2="dk2" accent1="accent1" accent2="accent2" accent3="accent3" accent4="accent4" accent5="accent5" accent6="accent6" hlink="hlink" folHlink="folHlink"/>
  <p:sldLayoutIdLst>
    <p:sldLayoutId id="2147488173" r:id="rId1"/>
    <p:sldLayoutId id="2147488174" r:id="rId2"/>
  </p:sldLayoutIdLst>
  <p:txStyles>
    <p:titleStyle>
      <a:lvl1pPr algn="l" rtl="0" eaLnBrk="0" fontAlgn="base" hangingPunct="0">
        <a:spcBef>
          <a:spcPct val="0"/>
        </a:spcBef>
        <a:spcAft>
          <a:spcPct val="0"/>
        </a:spcAft>
        <a:defRPr sz="4000" kern="1200">
          <a:solidFill>
            <a:srgbClr val="FFFFFF"/>
          </a:solidFill>
          <a:latin typeface="+mj-lt"/>
          <a:ea typeface="黑体" panose="02010600030101010101" pitchFamily="49" charset="-122"/>
          <a:cs typeface="+mj-cs"/>
        </a:defRPr>
      </a:lvl1pPr>
      <a:lvl2pPr algn="l" rtl="0" eaLnBrk="0" fontAlgn="base" hangingPunct="0">
        <a:spcBef>
          <a:spcPct val="0"/>
        </a:spcBef>
        <a:spcAft>
          <a:spcPct val="0"/>
        </a:spcAft>
        <a:defRPr sz="4000">
          <a:solidFill>
            <a:srgbClr val="FFFFFF"/>
          </a:solidFill>
          <a:latin typeface="Candara" panose="020E0502030303020204" pitchFamily="34" charset="0"/>
          <a:ea typeface="黑体" panose="02010600030101010101" pitchFamily="49" charset="-122"/>
        </a:defRPr>
      </a:lvl2pPr>
      <a:lvl3pPr algn="l" rtl="0" eaLnBrk="0" fontAlgn="base" hangingPunct="0">
        <a:spcBef>
          <a:spcPct val="0"/>
        </a:spcBef>
        <a:spcAft>
          <a:spcPct val="0"/>
        </a:spcAft>
        <a:defRPr sz="4000">
          <a:solidFill>
            <a:srgbClr val="FFFFFF"/>
          </a:solidFill>
          <a:latin typeface="Candara" panose="020E0502030303020204" pitchFamily="34" charset="0"/>
          <a:ea typeface="黑体" panose="02010600030101010101" pitchFamily="49" charset="-122"/>
        </a:defRPr>
      </a:lvl3pPr>
      <a:lvl4pPr algn="l" rtl="0" eaLnBrk="0" fontAlgn="base" hangingPunct="0">
        <a:spcBef>
          <a:spcPct val="0"/>
        </a:spcBef>
        <a:spcAft>
          <a:spcPct val="0"/>
        </a:spcAft>
        <a:defRPr sz="4000">
          <a:solidFill>
            <a:srgbClr val="FFFFFF"/>
          </a:solidFill>
          <a:latin typeface="Candara" panose="020E0502030303020204" pitchFamily="34" charset="0"/>
          <a:ea typeface="黑体" panose="02010600030101010101" pitchFamily="49" charset="-122"/>
        </a:defRPr>
      </a:lvl4pPr>
      <a:lvl5pPr algn="l" rtl="0" eaLnBrk="0" fontAlgn="base" hangingPunct="0">
        <a:spcBef>
          <a:spcPct val="0"/>
        </a:spcBef>
        <a:spcAft>
          <a:spcPct val="0"/>
        </a:spcAft>
        <a:defRPr sz="4000">
          <a:solidFill>
            <a:srgbClr val="FFFFFF"/>
          </a:solidFill>
          <a:latin typeface="Candara" panose="020E0502030303020204" pitchFamily="34" charset="0"/>
          <a:ea typeface="黑体" panose="02010600030101010101" pitchFamily="49"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263"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663"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088"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Title Placeholder 1"/>
          <p:cNvSpPr>
            <a:spLocks noGrp="1"/>
          </p:cNvSpPr>
          <p:nvPr>
            <p:ph type="title"/>
          </p:nvPr>
        </p:nvSpPr>
        <p:spPr bwMode="auto">
          <a:xfrm>
            <a:off x="900113" y="268288"/>
            <a:ext cx="7786687"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4" name="Date Placeholder 3"/>
          <p:cNvSpPr>
            <a:spLocks noGrp="1"/>
          </p:cNvSpPr>
          <p:nvPr>
            <p:ph type="dt" sz="half" idx="2"/>
          </p:nvPr>
        </p:nvSpPr>
        <p:spPr>
          <a:xfrm>
            <a:off x="5164138" y="4687888"/>
            <a:ext cx="3786187" cy="273050"/>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000">
                <a:solidFill>
                  <a:srgbClr val="073E87"/>
                </a:solidFill>
              </a:defRPr>
            </a:lvl1pPr>
          </a:lstStyle>
          <a:p>
            <a:pPr>
              <a:defRPr/>
            </a:pPr>
            <a:endParaRPr lang="en-US" altLang="zh-CN"/>
          </a:p>
        </p:txBody>
      </p:sp>
      <p:sp>
        <p:nvSpPr>
          <p:cNvPr id="5" name="Footer Placeholder 4"/>
          <p:cNvSpPr>
            <a:spLocks noGrp="1"/>
          </p:cNvSpPr>
          <p:nvPr>
            <p:ph type="ftr" sz="quarter" idx="3"/>
          </p:nvPr>
        </p:nvSpPr>
        <p:spPr>
          <a:xfrm>
            <a:off x="193675" y="4687888"/>
            <a:ext cx="3786188" cy="273050"/>
          </a:xfrm>
          <a:prstGeom prst="rect">
            <a:avLst/>
          </a:prstGeom>
        </p:spPr>
        <p:txBody>
          <a:bodyPr vert="horz" wrap="square" lIns="91440" tIns="45720" rIns="91440" bIns="45720" numCol="1" anchor="ctr" anchorCtr="0" compatLnSpc="1">
            <a:prstTxWarp prst="textNoShape">
              <a:avLst/>
            </a:prstTxWarp>
          </a:bodyPr>
          <a:lstStyle>
            <a:lvl1pPr eaLnBrk="1" hangingPunct="1">
              <a:defRPr sz="1000">
                <a:solidFill>
                  <a:srgbClr val="073E87"/>
                </a:solidFill>
              </a:defRPr>
            </a:lvl1pPr>
          </a:lstStyle>
          <a:p>
            <a:pPr>
              <a:defRPr/>
            </a:pPr>
            <a:endParaRPr lang="en-US" altLang="zh-CN"/>
          </a:p>
        </p:txBody>
      </p:sp>
      <p:sp>
        <p:nvSpPr>
          <p:cNvPr id="6" name="Slide Number Placeholder 5"/>
          <p:cNvSpPr>
            <a:spLocks noGrp="1"/>
          </p:cNvSpPr>
          <p:nvPr>
            <p:ph type="sldNum" sz="quarter" idx="4"/>
          </p:nvPr>
        </p:nvSpPr>
        <p:spPr>
          <a:xfrm>
            <a:off x="3990975" y="4687888"/>
            <a:ext cx="1162050" cy="273050"/>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000">
                <a:solidFill>
                  <a:srgbClr val="073E87"/>
                </a:solidFill>
              </a:defRPr>
            </a:lvl1pPr>
          </a:lstStyle>
          <a:p>
            <a:pPr>
              <a:defRPr/>
            </a:pPr>
            <a:fld id="{0E71D1BC-CFEA-4C3A-9DE2-22670196FCF1}" type="slidenum">
              <a:rPr lang="zh-CN" altLang="en-US"/>
              <a:pPr>
                <a:defRPr/>
              </a:pPr>
              <a:t>‹#›</a:t>
            </a:fld>
            <a:endParaRPr lang="en-US" altLang="zh-CN"/>
          </a:p>
        </p:txBody>
      </p:sp>
      <p:sp>
        <p:nvSpPr>
          <p:cNvPr id="3078" name="Text Placeholder 2"/>
          <p:cNvSpPr>
            <a:spLocks noGrp="1"/>
          </p:cNvSpPr>
          <p:nvPr>
            <p:ph type="body" idx="1"/>
          </p:nvPr>
        </p:nvSpPr>
        <p:spPr bwMode="auto">
          <a:xfrm>
            <a:off x="228600" y="1368425"/>
            <a:ext cx="5927725"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lt1" tx1="dk1" bg2="lt2" tx2="dk2" accent1="accent1" accent2="accent2" accent3="accent3" accent4="accent4" accent5="accent5" accent6="accent6" hlink="hlink" folHlink="folHlink"/>
  <p:sldLayoutIdLst>
    <p:sldLayoutId id="2147488175" r:id="rId1"/>
    <p:sldLayoutId id="2147488176" r:id="rId2"/>
    <p:sldLayoutId id="2147488182" r:id="rId3"/>
  </p:sldLayoutIdLst>
  <p:txStyles>
    <p:titleStyle>
      <a:lvl1pPr algn="l" rtl="0" eaLnBrk="0" fontAlgn="base" hangingPunct="0">
        <a:spcBef>
          <a:spcPct val="0"/>
        </a:spcBef>
        <a:spcAft>
          <a:spcPct val="0"/>
        </a:spcAft>
        <a:defRPr sz="4000" kern="1200">
          <a:solidFill>
            <a:srgbClr val="FFFFFF"/>
          </a:solidFill>
          <a:latin typeface="+mj-lt"/>
          <a:ea typeface="黑体" panose="02010609060101010101" pitchFamily="49" charset="-122"/>
          <a:cs typeface="+mj-cs"/>
        </a:defRPr>
      </a:lvl1pPr>
      <a:lvl2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2pPr>
      <a:lvl3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3pPr>
      <a:lvl4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4pPr>
      <a:lvl5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263"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663"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088"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Title Placeholder 1"/>
          <p:cNvSpPr>
            <a:spLocks noGrp="1"/>
          </p:cNvSpPr>
          <p:nvPr>
            <p:ph type="title"/>
          </p:nvPr>
        </p:nvSpPr>
        <p:spPr bwMode="auto">
          <a:xfrm>
            <a:off x="900113" y="268288"/>
            <a:ext cx="7786687"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4" name="Date Placeholder 3"/>
          <p:cNvSpPr>
            <a:spLocks noGrp="1"/>
          </p:cNvSpPr>
          <p:nvPr>
            <p:ph type="dt" sz="half" idx="2"/>
          </p:nvPr>
        </p:nvSpPr>
        <p:spPr>
          <a:xfrm>
            <a:off x="5164138" y="4687888"/>
            <a:ext cx="3786187" cy="273050"/>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000">
                <a:solidFill>
                  <a:srgbClr val="073E87"/>
                </a:solidFill>
                <a:latin typeface="Tahoma" pitchFamily="34" charset="0"/>
                <a:ea typeface="宋体" pitchFamily="2" charset="-122"/>
              </a:defRPr>
            </a:lvl1pPr>
          </a:lstStyle>
          <a:p>
            <a:pPr>
              <a:defRPr/>
            </a:pPr>
            <a:endParaRPr lang="en-US" altLang="zh-CN"/>
          </a:p>
        </p:txBody>
      </p:sp>
      <p:sp>
        <p:nvSpPr>
          <p:cNvPr id="5" name="Footer Placeholder 4"/>
          <p:cNvSpPr>
            <a:spLocks noGrp="1"/>
          </p:cNvSpPr>
          <p:nvPr>
            <p:ph type="ftr" sz="quarter" idx="3"/>
          </p:nvPr>
        </p:nvSpPr>
        <p:spPr>
          <a:xfrm>
            <a:off x="193675" y="4687888"/>
            <a:ext cx="3786188" cy="273050"/>
          </a:xfrm>
          <a:prstGeom prst="rect">
            <a:avLst/>
          </a:prstGeom>
        </p:spPr>
        <p:txBody>
          <a:bodyPr vert="horz" wrap="square" lIns="91440" tIns="45720" rIns="91440" bIns="45720" numCol="1" anchor="ctr" anchorCtr="0" compatLnSpc="1">
            <a:prstTxWarp prst="textNoShape">
              <a:avLst/>
            </a:prstTxWarp>
          </a:bodyPr>
          <a:lstStyle>
            <a:lvl1pPr eaLnBrk="1" hangingPunct="1">
              <a:defRPr sz="1000">
                <a:solidFill>
                  <a:srgbClr val="073E87"/>
                </a:solidFill>
                <a:latin typeface="Tahoma" pitchFamily="34" charset="0"/>
                <a:ea typeface="宋体" pitchFamily="2" charset="-122"/>
              </a:defRPr>
            </a:lvl1pPr>
          </a:lstStyle>
          <a:p>
            <a:pPr>
              <a:defRPr/>
            </a:pPr>
            <a:endParaRPr lang="en-US" altLang="zh-CN"/>
          </a:p>
        </p:txBody>
      </p:sp>
      <p:sp>
        <p:nvSpPr>
          <p:cNvPr id="6" name="Slide Number Placeholder 5"/>
          <p:cNvSpPr>
            <a:spLocks noGrp="1"/>
          </p:cNvSpPr>
          <p:nvPr>
            <p:ph type="sldNum" sz="quarter" idx="4"/>
          </p:nvPr>
        </p:nvSpPr>
        <p:spPr>
          <a:xfrm>
            <a:off x="3990975" y="4687888"/>
            <a:ext cx="1162050" cy="273050"/>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000">
                <a:solidFill>
                  <a:srgbClr val="073E87"/>
                </a:solidFill>
              </a:defRPr>
            </a:lvl1pPr>
          </a:lstStyle>
          <a:p>
            <a:pPr>
              <a:defRPr/>
            </a:pPr>
            <a:fld id="{AECDB291-D45E-4736-873A-E448F0066CB6}" type="slidenum">
              <a:rPr lang="zh-CN" altLang="en-US"/>
              <a:pPr>
                <a:defRPr/>
              </a:pPr>
              <a:t>‹#›</a:t>
            </a:fld>
            <a:endParaRPr lang="en-US" altLang="zh-CN"/>
          </a:p>
        </p:txBody>
      </p:sp>
      <p:sp>
        <p:nvSpPr>
          <p:cNvPr id="4102" name="Text Placeholder 2"/>
          <p:cNvSpPr>
            <a:spLocks noGrp="1"/>
          </p:cNvSpPr>
          <p:nvPr>
            <p:ph type="body" idx="1"/>
          </p:nvPr>
        </p:nvSpPr>
        <p:spPr bwMode="auto">
          <a:xfrm>
            <a:off x="228600" y="1368425"/>
            <a:ext cx="5927725"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lt1" tx1="dk1" bg2="lt2" tx2="dk2" accent1="accent1" accent2="accent2" accent3="accent3" accent4="accent4" accent5="accent5" accent6="accent6" hlink="hlink" folHlink="folHlink"/>
  <p:sldLayoutIdLst>
    <p:sldLayoutId id="2147488177" r:id="rId1"/>
    <p:sldLayoutId id="2147488178" r:id="rId2"/>
  </p:sldLayoutIdLst>
  <p:txStyles>
    <p:titleStyle>
      <a:lvl1pPr algn="l" rtl="0" eaLnBrk="0" fontAlgn="base" hangingPunct="0">
        <a:spcBef>
          <a:spcPct val="0"/>
        </a:spcBef>
        <a:spcAft>
          <a:spcPct val="0"/>
        </a:spcAft>
        <a:defRPr sz="4000" kern="1200">
          <a:solidFill>
            <a:srgbClr val="FFFFFF"/>
          </a:solidFill>
          <a:latin typeface="+mj-lt"/>
          <a:ea typeface="黑体" panose="02010609060101010101" pitchFamily="49" charset="-122"/>
          <a:cs typeface="+mj-cs"/>
        </a:defRPr>
      </a:lvl1pPr>
      <a:lvl2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2pPr>
      <a:lvl3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3pPr>
      <a:lvl4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4pPr>
      <a:lvl5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263"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663"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088"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Title Placeholder 1"/>
          <p:cNvSpPr>
            <a:spLocks noGrp="1"/>
          </p:cNvSpPr>
          <p:nvPr>
            <p:ph type="title"/>
          </p:nvPr>
        </p:nvSpPr>
        <p:spPr bwMode="auto">
          <a:xfrm>
            <a:off x="900113" y="268288"/>
            <a:ext cx="7786687"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4" name="Date Placeholder 3"/>
          <p:cNvSpPr>
            <a:spLocks noGrp="1"/>
          </p:cNvSpPr>
          <p:nvPr>
            <p:ph type="dt" sz="half" idx="2"/>
          </p:nvPr>
        </p:nvSpPr>
        <p:spPr>
          <a:xfrm>
            <a:off x="5164138" y="4687888"/>
            <a:ext cx="3786187" cy="273050"/>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000">
                <a:solidFill>
                  <a:srgbClr val="073E87"/>
                </a:solidFill>
              </a:defRPr>
            </a:lvl1pPr>
          </a:lstStyle>
          <a:p>
            <a:pPr>
              <a:defRPr/>
            </a:pPr>
            <a:endParaRPr lang="en-US" altLang="zh-CN"/>
          </a:p>
        </p:txBody>
      </p:sp>
      <p:sp>
        <p:nvSpPr>
          <p:cNvPr id="5" name="Footer Placeholder 4"/>
          <p:cNvSpPr>
            <a:spLocks noGrp="1"/>
          </p:cNvSpPr>
          <p:nvPr>
            <p:ph type="ftr" sz="quarter" idx="3"/>
          </p:nvPr>
        </p:nvSpPr>
        <p:spPr>
          <a:xfrm>
            <a:off x="193675" y="4687888"/>
            <a:ext cx="3786188" cy="273050"/>
          </a:xfrm>
          <a:prstGeom prst="rect">
            <a:avLst/>
          </a:prstGeom>
        </p:spPr>
        <p:txBody>
          <a:bodyPr vert="horz" wrap="square" lIns="91440" tIns="45720" rIns="91440" bIns="45720" numCol="1" anchor="ctr" anchorCtr="0" compatLnSpc="1">
            <a:prstTxWarp prst="textNoShape">
              <a:avLst/>
            </a:prstTxWarp>
          </a:bodyPr>
          <a:lstStyle>
            <a:lvl1pPr eaLnBrk="1" hangingPunct="1">
              <a:defRPr sz="1000">
                <a:solidFill>
                  <a:srgbClr val="073E87"/>
                </a:solidFill>
              </a:defRPr>
            </a:lvl1pPr>
          </a:lstStyle>
          <a:p>
            <a:pPr>
              <a:defRPr/>
            </a:pPr>
            <a:endParaRPr lang="en-US" altLang="zh-CN"/>
          </a:p>
        </p:txBody>
      </p:sp>
      <p:sp>
        <p:nvSpPr>
          <p:cNvPr id="6" name="Slide Number Placeholder 5"/>
          <p:cNvSpPr>
            <a:spLocks noGrp="1"/>
          </p:cNvSpPr>
          <p:nvPr>
            <p:ph type="sldNum" sz="quarter" idx="4"/>
          </p:nvPr>
        </p:nvSpPr>
        <p:spPr>
          <a:xfrm>
            <a:off x="3990975" y="4687888"/>
            <a:ext cx="1162050" cy="273050"/>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000">
                <a:solidFill>
                  <a:srgbClr val="073E87"/>
                </a:solidFill>
              </a:defRPr>
            </a:lvl1pPr>
          </a:lstStyle>
          <a:p>
            <a:pPr>
              <a:defRPr/>
            </a:pPr>
            <a:fld id="{BD8D622A-8715-4B7E-AC6E-22CB2D225A73}" type="slidenum">
              <a:rPr lang="zh-CN" altLang="en-US"/>
              <a:pPr>
                <a:defRPr/>
              </a:pPr>
              <a:t>‹#›</a:t>
            </a:fld>
            <a:endParaRPr lang="en-US" altLang="zh-CN"/>
          </a:p>
        </p:txBody>
      </p:sp>
      <p:sp>
        <p:nvSpPr>
          <p:cNvPr id="5126" name="Text Placeholder 2"/>
          <p:cNvSpPr>
            <a:spLocks noGrp="1"/>
          </p:cNvSpPr>
          <p:nvPr>
            <p:ph type="body" idx="1"/>
          </p:nvPr>
        </p:nvSpPr>
        <p:spPr bwMode="auto">
          <a:xfrm>
            <a:off x="228600" y="1368425"/>
            <a:ext cx="5927725"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lt1" tx1="dk1" bg2="lt2" tx2="dk2" accent1="accent1" accent2="accent2" accent3="accent3" accent4="accent4" accent5="accent5" accent6="accent6" hlink="hlink" folHlink="folHlink"/>
  <p:sldLayoutIdLst>
    <p:sldLayoutId id="2147488179" r:id="rId1"/>
    <p:sldLayoutId id="2147488180" r:id="rId2"/>
  </p:sldLayoutIdLst>
  <p:txStyles>
    <p:titleStyle>
      <a:lvl1pPr algn="l" rtl="0" eaLnBrk="0" fontAlgn="base" hangingPunct="0">
        <a:spcBef>
          <a:spcPct val="0"/>
        </a:spcBef>
        <a:spcAft>
          <a:spcPct val="0"/>
        </a:spcAft>
        <a:defRPr sz="4000" kern="1200">
          <a:solidFill>
            <a:srgbClr val="FFFFFF"/>
          </a:solidFill>
          <a:latin typeface="+mj-lt"/>
          <a:ea typeface="黑体" panose="02010609060101010101" pitchFamily="49" charset="-122"/>
          <a:cs typeface="+mj-cs"/>
        </a:defRPr>
      </a:lvl1pPr>
      <a:lvl2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2pPr>
      <a:lvl3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3pPr>
      <a:lvl4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4pPr>
      <a:lvl5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263"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663"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088"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0.xml"/><Relationship Id="rId1" Type="http://schemas.openxmlformats.org/officeDocument/2006/relationships/slideLayout" Target="../slideLayouts/slideLayout1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42.xml"/><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0.xml"/><Relationship Id="rId1" Type="http://schemas.openxmlformats.org/officeDocument/2006/relationships/vmlDrawing" Target="../drawings/vmlDrawing1.vml"/><Relationship Id="rId4" Type="http://schemas.openxmlformats.org/officeDocument/2006/relationships/image" Target="../media/image9.emf"/></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0.xml"/></Relationships>
</file>

<file path=ppt/slides/_rels/slide5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5.xml"/><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0.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0.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0.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0.xml"/></Relationships>
</file>

<file path=ppt/slides/_rels/slide6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0.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内容占位符 2"/>
          <p:cNvSpPr>
            <a:spLocks noGrp="1"/>
          </p:cNvSpPr>
          <p:nvPr>
            <p:ph idx="1"/>
          </p:nvPr>
        </p:nvSpPr>
        <p:spPr>
          <a:xfrm>
            <a:off x="550863" y="714375"/>
            <a:ext cx="1628775" cy="2701925"/>
          </a:xfrm>
          <a:solidFill>
            <a:schemeClr val="accent5">
              <a:lumMod val="60000"/>
              <a:lumOff val="40000"/>
            </a:schemeClr>
          </a:solidFill>
          <a:ln w="12700">
            <a:solidFill>
              <a:schemeClr val="tx1"/>
            </a:solidFill>
          </a:ln>
        </p:spPr>
        <p:txBody>
          <a:bodyPr anchor="ctr"/>
          <a:lstStyle/>
          <a:p>
            <a:pPr marL="0" indent="0" eaLnBrk="1" hangingPunct="1">
              <a:lnSpc>
                <a:spcPts val="2000"/>
              </a:lnSpc>
              <a:buClrTx/>
              <a:buFont typeface="Symbol" panose="05050102010706020507" pitchFamily="18" charset="2"/>
              <a:buNone/>
              <a:defRPr/>
            </a:pPr>
            <a:r>
              <a:rPr lang="zh-CN" altLang="en-US" sz="2500" b="1" dirty="0">
                <a:solidFill>
                  <a:schemeClr val="tx1"/>
                </a:solidFill>
                <a:latin typeface="Times New Roman" panose="02020603050405020304" pitchFamily="18" charset="0"/>
                <a:cs typeface="Times New Roman" panose="02020603050405020304" pitchFamily="18" charset="0"/>
              </a:rPr>
              <a:t>文法：</a:t>
            </a:r>
            <a:endParaRPr lang="en-US" altLang="zh-CN" b="1" dirty="0">
              <a:solidFill>
                <a:schemeClr val="tx1"/>
              </a:solidFill>
              <a:latin typeface="Times New Roman" panose="02020603050405020304" pitchFamily="18" charset="0"/>
              <a:cs typeface="Times New Roman" panose="02020603050405020304" pitchFamily="18" charset="0"/>
            </a:endParaRPr>
          </a:p>
          <a:p>
            <a:pPr marL="0" indent="0" eaLnBrk="1" hangingPunct="1">
              <a:lnSpc>
                <a:spcPts val="2000"/>
              </a:lnSpc>
              <a:buClrTx/>
              <a:buFont typeface="Symbol" panose="05050102010706020507" pitchFamily="18" charset="2"/>
              <a:buNone/>
              <a:defRPr/>
            </a:pP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(0)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E′</a:t>
            </a:r>
            <a:r>
              <a:rPr lang="en-US" altLang="zh-CN" sz="2000" b="1" i="1" dirty="0">
                <a:latin typeface="Times New Roman" panose="02020603050405020304" pitchFamily="18" charset="0"/>
                <a:ea typeface="宋体" pitchFamily="2" charset="-122"/>
                <a:cs typeface="Times New Roman" panose="02020603050405020304" pitchFamily="18" charset="0"/>
              </a:rPr>
              <a:t> </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E</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 </a:t>
            </a:r>
          </a:p>
          <a:p>
            <a:pPr marL="0" indent="0" eaLnBrk="1" hangingPunct="1">
              <a:lnSpc>
                <a:spcPts val="2000"/>
              </a:lnSpc>
              <a:buClrTx/>
              <a:buFont typeface="Symbol" panose="05050102010706020507" pitchFamily="18" charset="2"/>
              <a:buNone/>
              <a:defRPr/>
            </a:pP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(1)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E</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 →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E</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T</a:t>
            </a:r>
          </a:p>
          <a:p>
            <a:pPr marL="0" indent="0" eaLnBrk="1" hangingPunct="1">
              <a:lnSpc>
                <a:spcPts val="2000"/>
              </a:lnSpc>
              <a:buClrTx/>
              <a:buFont typeface="Symbol" panose="05050102010706020507" pitchFamily="18" charset="2"/>
              <a:buNone/>
              <a:defRPr/>
            </a:pP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(2)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E</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 →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T</a:t>
            </a:r>
          </a:p>
          <a:p>
            <a:pPr marL="0" indent="0" eaLnBrk="1" hangingPunct="1">
              <a:lnSpc>
                <a:spcPts val="2000"/>
              </a:lnSpc>
              <a:buClrTx/>
              <a:buFont typeface="Symbol" panose="05050102010706020507" pitchFamily="18" charset="2"/>
              <a:buNone/>
              <a:defRPr/>
            </a:pP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(3)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T</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 →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T</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F</a:t>
            </a:r>
          </a:p>
          <a:p>
            <a:pPr marL="0" indent="0" eaLnBrk="1" hangingPunct="1">
              <a:lnSpc>
                <a:spcPts val="2000"/>
              </a:lnSpc>
              <a:buClrTx/>
              <a:buFont typeface="Symbol" panose="05050102010706020507" pitchFamily="18" charset="2"/>
              <a:buNone/>
              <a:defRPr/>
            </a:pP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(4)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T</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 →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F</a:t>
            </a:r>
          </a:p>
          <a:p>
            <a:pPr marL="0" indent="0" eaLnBrk="1" hangingPunct="1">
              <a:lnSpc>
                <a:spcPts val="2000"/>
              </a:lnSpc>
              <a:buClrTx/>
              <a:buFont typeface="Symbol" panose="05050102010706020507" pitchFamily="18" charset="2"/>
              <a:buNone/>
              <a:defRPr/>
            </a:pP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(5)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F</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 →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E</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a:t>
            </a:r>
          </a:p>
          <a:p>
            <a:pPr marL="0" indent="0" eaLnBrk="1" hangingPunct="1">
              <a:lnSpc>
                <a:spcPts val="2000"/>
              </a:lnSpc>
              <a:buClrTx/>
              <a:buFont typeface="Symbol" panose="05050102010706020507" pitchFamily="18" charset="2"/>
              <a:buNone/>
              <a:defRPr/>
            </a:pP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(6)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F</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 → id</a:t>
            </a:r>
          </a:p>
        </p:txBody>
      </p:sp>
      <p:sp>
        <p:nvSpPr>
          <p:cNvPr id="16387" name="标题 1"/>
          <p:cNvSpPr txBox="1">
            <a:spLocks noChangeArrowheads="1"/>
          </p:cNvSpPr>
          <p:nvPr/>
        </p:nvSpPr>
        <p:spPr bwMode="auto">
          <a:xfrm>
            <a:off x="798513" y="787400"/>
            <a:ext cx="7931150"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 typeface="Arial" panose="020B0604020202020204" pitchFamily="34" charset="0"/>
              <a:buNone/>
            </a:pPr>
            <a:endParaRPr lang="zh-CN" altLang="en-US" sz="2800" b="1">
              <a:solidFill>
                <a:srgbClr val="000000"/>
              </a:solidFill>
              <a:latin typeface="微软雅黑" panose="020B0503020204020204" pitchFamily="34" charset="-122"/>
              <a:ea typeface="微软雅黑" panose="020B0503020204020204" pitchFamily="34" charset="-122"/>
            </a:endParaRPr>
          </a:p>
        </p:txBody>
      </p:sp>
      <p:sp>
        <p:nvSpPr>
          <p:cNvPr id="16388" name="标题 1"/>
          <p:cNvSpPr>
            <a:spLocks noGrp="1" noChangeArrowheads="1"/>
          </p:cNvSpPr>
          <p:nvPr>
            <p:ph type="title"/>
          </p:nvPr>
        </p:nvSpPr>
        <p:spPr>
          <a:xfrm>
            <a:off x="755650" y="268288"/>
            <a:ext cx="6173788" cy="358775"/>
          </a:xfrm>
        </p:spPr>
        <p:txBody>
          <a:bodyPr/>
          <a:lstStyle/>
          <a:p>
            <a:pPr eaLnBrk="1" hangingPunct="1"/>
            <a:r>
              <a:rPr lang="en-US" altLang="zh-CN" sz="3000">
                <a:solidFill>
                  <a:schemeClr val="tx1"/>
                </a:solidFill>
                <a:latin typeface="微软雅黑" panose="020B0503020204020204" pitchFamily="34" charset="-122"/>
                <a:ea typeface="微软雅黑" panose="020B0503020204020204" pitchFamily="34" charset="-122"/>
              </a:rPr>
              <a:t>4.4.2 SLR </a:t>
            </a:r>
            <a:r>
              <a:rPr lang="zh-CN" altLang="en-US" sz="3000">
                <a:solidFill>
                  <a:schemeClr val="tx1"/>
                </a:solidFill>
                <a:latin typeface="微软雅黑" panose="020B0503020204020204" pitchFamily="34" charset="-122"/>
                <a:ea typeface="微软雅黑" panose="020B0503020204020204" pitchFamily="34" charset="-122"/>
              </a:rPr>
              <a:t>分析</a:t>
            </a:r>
          </a:p>
        </p:txBody>
      </p:sp>
      <p:graphicFrame>
        <p:nvGraphicFramePr>
          <p:cNvPr id="64" name="Group 18"/>
          <p:cNvGraphicFramePr>
            <a:graphicFrameLocks noGrp="1"/>
          </p:cNvGraphicFramePr>
          <p:nvPr/>
        </p:nvGraphicFramePr>
        <p:xfrm>
          <a:off x="142875" y="3522663"/>
          <a:ext cx="2089150" cy="1493836"/>
        </p:xfrm>
        <a:graphic>
          <a:graphicData uri="http://schemas.openxmlformats.org/drawingml/2006/table">
            <a:tbl>
              <a:tblPr/>
              <a:tblGrid>
                <a:gridCol w="360363">
                  <a:extLst>
                    <a:ext uri="{9D8B030D-6E8A-4147-A177-3AD203B41FA5}">
                      <a16:colId xmlns:a16="http://schemas.microsoft.com/office/drawing/2014/main" val="20000"/>
                    </a:ext>
                  </a:extLst>
                </a:gridCol>
                <a:gridCol w="1728787">
                  <a:extLst>
                    <a:ext uri="{9D8B030D-6E8A-4147-A177-3AD203B41FA5}">
                      <a16:colId xmlns:a16="http://schemas.microsoft.com/office/drawing/2014/main" val="20001"/>
                    </a:ext>
                  </a:extLst>
                </a:gridCol>
              </a:tblGrid>
              <a:tr h="373459">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X</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9D98C"/>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FOLLOW</a:t>
                      </a:r>
                      <a:r>
                        <a:rPr kumimoji="0" lang="en-US" altLang="zh-CN"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a:t>
                      </a:r>
                      <a:r>
                        <a:rPr kumimoji="0" lang="en-US" altLang="zh-CN" sz="2000" b="1" i="1"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X</a:t>
                      </a:r>
                      <a:r>
                        <a:rPr kumimoji="0" lang="en-US" altLang="zh-CN"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a:t>
                      </a:r>
                      <a:endParaRPr kumimoji="0" lang="zh-CN" altLang="en-US"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9D98C"/>
                    </a:solidFill>
                  </a:tcPr>
                </a:tc>
                <a:extLst>
                  <a:ext uri="{0D108BD9-81ED-4DB2-BD59-A6C34878D82A}">
                    <a16:rowId xmlns:a16="http://schemas.microsoft.com/office/drawing/2014/main" val="10000"/>
                  </a:ext>
                </a:extLst>
              </a:tr>
              <a:tr h="373459">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E</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  +,  </a:t>
                      </a:r>
                      <a:r>
                        <a:rPr kumimoji="0" lang="en-US" altLang="zh-CN" sz="20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a:t>
                      </a:r>
                      <a:endParaRPr kumimoji="0" lang="zh-CN" altLang="en-US"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3459">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T</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  +,  </a:t>
                      </a:r>
                      <a:r>
                        <a:rPr kumimoji="0" lang="en-US" altLang="zh-CN" sz="20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  *</a:t>
                      </a:r>
                      <a:endParaRPr kumimoji="0" lang="zh-CN" altLang="en-US"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3459">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F</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  +,  </a:t>
                      </a:r>
                      <a:r>
                        <a:rPr kumimoji="0" lang="en-US" altLang="zh-CN" sz="2000" b="1"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20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 *</a:t>
                      </a:r>
                      <a:endParaRPr kumimoji="0" lang="zh-CN" altLang="en-US" sz="20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pSp>
        <p:nvGrpSpPr>
          <p:cNvPr id="3" name="组合 2"/>
          <p:cNvGrpSpPr>
            <a:grpSpLocks/>
          </p:cNvGrpSpPr>
          <p:nvPr/>
        </p:nvGrpSpPr>
        <p:grpSpPr bwMode="auto">
          <a:xfrm>
            <a:off x="2312988" y="571500"/>
            <a:ext cx="6654800" cy="4445000"/>
            <a:chOff x="2312988" y="571500"/>
            <a:chExt cx="6654800" cy="4445000"/>
          </a:xfrm>
        </p:grpSpPr>
        <p:sp>
          <p:nvSpPr>
            <p:cNvPr id="63" name="任意多边形 62"/>
            <p:cNvSpPr/>
            <p:nvPr/>
          </p:nvSpPr>
          <p:spPr>
            <a:xfrm>
              <a:off x="2679700" y="909638"/>
              <a:ext cx="6288088" cy="4106862"/>
            </a:xfrm>
            <a:custGeom>
              <a:avLst/>
              <a:gdLst>
                <a:gd name="connsiteX0" fmla="*/ 5697416 w 8383465"/>
                <a:gd name="connsiteY0" fmla="*/ 2930 h 5489330"/>
                <a:gd name="connsiteX1" fmla="*/ 6770077 w 8383465"/>
                <a:gd name="connsiteY1" fmla="*/ 20515 h 5489330"/>
                <a:gd name="connsiteX2" fmla="*/ 7429500 w 8383465"/>
                <a:gd name="connsiteY2" fmla="*/ 126023 h 5489330"/>
                <a:gd name="connsiteX3" fmla="*/ 8018585 w 8383465"/>
                <a:gd name="connsiteY3" fmla="*/ 574430 h 5489330"/>
                <a:gd name="connsiteX4" fmla="*/ 8326316 w 8383465"/>
                <a:gd name="connsiteY4" fmla="*/ 1471246 h 5489330"/>
                <a:gd name="connsiteX5" fmla="*/ 8317523 w 8383465"/>
                <a:gd name="connsiteY5" fmla="*/ 3968261 h 5489330"/>
                <a:gd name="connsiteX6" fmla="*/ 7930662 w 8383465"/>
                <a:gd name="connsiteY6" fmla="*/ 5146430 h 5489330"/>
                <a:gd name="connsiteX7" fmla="*/ 6761285 w 8383465"/>
                <a:gd name="connsiteY7" fmla="*/ 5427784 h 5489330"/>
                <a:gd name="connsiteX8" fmla="*/ 2233246 w 8383465"/>
                <a:gd name="connsiteY8" fmla="*/ 5462953 h 5489330"/>
                <a:gd name="connsiteX9" fmla="*/ 826477 w 8383465"/>
                <a:gd name="connsiteY9" fmla="*/ 5269523 h 5489330"/>
                <a:gd name="connsiteX10" fmla="*/ 0 w 8383465"/>
                <a:gd name="connsiteY10" fmla="*/ 4205653 h 5489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383465" h="5489330">
                  <a:moveTo>
                    <a:pt x="5697416" y="2930"/>
                  </a:moveTo>
                  <a:cubicBezTo>
                    <a:pt x="6089406" y="1465"/>
                    <a:pt x="6481396" y="0"/>
                    <a:pt x="6770077" y="20515"/>
                  </a:cubicBezTo>
                  <a:cubicBezTo>
                    <a:pt x="7058758" y="41031"/>
                    <a:pt x="7221415" y="33704"/>
                    <a:pt x="7429500" y="126023"/>
                  </a:cubicBezTo>
                  <a:cubicBezTo>
                    <a:pt x="7637585" y="218342"/>
                    <a:pt x="7869116" y="350226"/>
                    <a:pt x="8018585" y="574430"/>
                  </a:cubicBezTo>
                  <a:cubicBezTo>
                    <a:pt x="8168054" y="798634"/>
                    <a:pt x="8276493" y="905607"/>
                    <a:pt x="8326316" y="1471246"/>
                  </a:cubicBezTo>
                  <a:cubicBezTo>
                    <a:pt x="8376139" y="2036885"/>
                    <a:pt x="8383465" y="3355730"/>
                    <a:pt x="8317523" y="3968261"/>
                  </a:cubicBezTo>
                  <a:cubicBezTo>
                    <a:pt x="8251581" y="4580792"/>
                    <a:pt x="8190035" y="4903176"/>
                    <a:pt x="7930662" y="5146430"/>
                  </a:cubicBezTo>
                  <a:cubicBezTo>
                    <a:pt x="7671289" y="5389684"/>
                    <a:pt x="7710854" y="5375030"/>
                    <a:pt x="6761285" y="5427784"/>
                  </a:cubicBezTo>
                  <a:cubicBezTo>
                    <a:pt x="5811716" y="5480538"/>
                    <a:pt x="3222381" y="5489330"/>
                    <a:pt x="2233246" y="5462953"/>
                  </a:cubicBezTo>
                  <a:cubicBezTo>
                    <a:pt x="1244111" y="5436576"/>
                    <a:pt x="1198685" y="5479073"/>
                    <a:pt x="826477" y="5269523"/>
                  </a:cubicBezTo>
                  <a:cubicBezTo>
                    <a:pt x="454269" y="5059973"/>
                    <a:pt x="227134" y="4632813"/>
                    <a:pt x="0" y="4205653"/>
                  </a:cubicBezTo>
                </a:path>
              </a:pathLst>
            </a:cu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lang="zh-CN" altLang="en-US">
                <a:solidFill>
                  <a:prstClr val="black"/>
                </a:solidFill>
              </a:endParaRPr>
            </a:p>
          </p:txBody>
        </p:sp>
        <p:sp>
          <p:nvSpPr>
            <p:cNvPr id="16409" name="Freeform 27"/>
            <p:cNvSpPr>
              <a:spLocks noChangeArrowheads="1"/>
            </p:cNvSpPr>
            <p:nvPr/>
          </p:nvSpPr>
          <p:spPr bwMode="auto">
            <a:xfrm>
              <a:off x="4915478" y="2074040"/>
              <a:ext cx="373552" cy="1070357"/>
            </a:xfrm>
            <a:custGeom>
              <a:avLst/>
              <a:gdLst>
                <a:gd name="T0" fmla="*/ 0 w 160"/>
                <a:gd name="T1" fmla="*/ 2147483646 h 1008"/>
                <a:gd name="T2" fmla="*/ 2147483646 w 160"/>
                <a:gd name="T3" fmla="*/ 2147483646 h 1008"/>
                <a:gd name="T4" fmla="*/ 2147483646 w 160"/>
                <a:gd name="T5" fmla="*/ 2147483646 h 1008"/>
                <a:gd name="T6" fmla="*/ 0 w 160"/>
                <a:gd name="T7" fmla="*/ 0 h 1008"/>
                <a:gd name="T8" fmla="*/ 0 60000 65536"/>
                <a:gd name="T9" fmla="*/ 0 60000 65536"/>
                <a:gd name="T10" fmla="*/ 0 60000 65536"/>
                <a:gd name="T11" fmla="*/ 0 60000 65536"/>
                <a:gd name="T12" fmla="*/ 0 w 160"/>
                <a:gd name="T13" fmla="*/ 0 h 1008"/>
                <a:gd name="T14" fmla="*/ 160 w 160"/>
                <a:gd name="T15" fmla="*/ 1008 h 1008"/>
              </a:gdLst>
              <a:ahLst/>
              <a:cxnLst>
                <a:cxn ang="T8">
                  <a:pos x="T0" y="T1"/>
                </a:cxn>
                <a:cxn ang="T9">
                  <a:pos x="T2" y="T3"/>
                </a:cxn>
                <a:cxn ang="T10">
                  <a:pos x="T4" y="T5"/>
                </a:cxn>
                <a:cxn ang="T11">
                  <a:pos x="T6" y="T7"/>
                </a:cxn>
              </a:cxnLst>
              <a:rect l="T12" t="T13" r="T14" b="T15"/>
              <a:pathLst>
                <a:path w="160" h="1008">
                  <a:moveTo>
                    <a:pt x="0" y="1008"/>
                  </a:moveTo>
                  <a:cubicBezTo>
                    <a:pt x="36" y="988"/>
                    <a:pt x="72" y="968"/>
                    <a:pt x="96" y="864"/>
                  </a:cubicBezTo>
                  <a:cubicBezTo>
                    <a:pt x="120" y="760"/>
                    <a:pt x="160" y="528"/>
                    <a:pt x="144" y="384"/>
                  </a:cubicBezTo>
                  <a:cubicBezTo>
                    <a:pt x="128" y="240"/>
                    <a:pt x="64" y="120"/>
                    <a:pt x="0" y="0"/>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410" name="Line 35"/>
            <p:cNvSpPr>
              <a:spLocks noChangeShapeType="1"/>
            </p:cNvSpPr>
            <p:nvPr/>
          </p:nvSpPr>
          <p:spPr bwMode="auto">
            <a:xfrm flipV="1">
              <a:off x="6821073" y="1643822"/>
              <a:ext cx="457154" cy="1"/>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11" name="Line 43"/>
            <p:cNvSpPr>
              <a:spLocks noChangeShapeType="1"/>
            </p:cNvSpPr>
            <p:nvPr/>
          </p:nvSpPr>
          <p:spPr bwMode="auto">
            <a:xfrm>
              <a:off x="6780691" y="2715663"/>
              <a:ext cx="504005"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12" name="Line 9"/>
            <p:cNvSpPr>
              <a:spLocks noChangeShapeType="1"/>
            </p:cNvSpPr>
            <p:nvPr/>
          </p:nvSpPr>
          <p:spPr bwMode="auto">
            <a:xfrm flipV="1">
              <a:off x="3350237" y="2430179"/>
              <a:ext cx="528893"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13" name="Line 3"/>
            <p:cNvSpPr>
              <a:spLocks noChangeShapeType="1"/>
            </p:cNvSpPr>
            <p:nvPr/>
          </p:nvSpPr>
          <p:spPr bwMode="auto">
            <a:xfrm flipV="1">
              <a:off x="3288410" y="989468"/>
              <a:ext cx="590721"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14" name="Freeform 55"/>
            <p:cNvSpPr>
              <a:spLocks noChangeArrowheads="1"/>
            </p:cNvSpPr>
            <p:nvPr/>
          </p:nvSpPr>
          <p:spPr bwMode="auto">
            <a:xfrm>
              <a:off x="2965736" y="3416984"/>
              <a:ext cx="3428417" cy="1442354"/>
            </a:xfrm>
            <a:custGeom>
              <a:avLst/>
              <a:gdLst>
                <a:gd name="T0" fmla="*/ 2147483646 w 2912"/>
                <a:gd name="T1" fmla="*/ 0 h 1760"/>
                <a:gd name="T2" fmla="*/ 2147483646 w 2912"/>
                <a:gd name="T3" fmla="*/ 2147483646 h 1760"/>
                <a:gd name="T4" fmla="*/ 2147483646 w 2912"/>
                <a:gd name="T5" fmla="*/ 2147483646 h 1760"/>
                <a:gd name="T6" fmla="*/ 2147483646 w 2912"/>
                <a:gd name="T7" fmla="*/ 2147483646 h 1760"/>
                <a:gd name="T8" fmla="*/ 2147483646 w 2912"/>
                <a:gd name="T9" fmla="*/ 2147483646 h 1760"/>
                <a:gd name="T10" fmla="*/ 2147483646 w 2912"/>
                <a:gd name="T11" fmla="*/ 2147483646 h 1760"/>
                <a:gd name="T12" fmla="*/ 2147483646 w 2912"/>
                <a:gd name="T13" fmla="*/ 2147483646 h 1760"/>
                <a:gd name="T14" fmla="*/ 0 w 2912"/>
                <a:gd name="T15" fmla="*/ 2147483646 h 1760"/>
                <a:gd name="T16" fmla="*/ 0 60000 65536"/>
                <a:gd name="T17" fmla="*/ 0 60000 65536"/>
                <a:gd name="T18" fmla="*/ 0 60000 65536"/>
                <a:gd name="T19" fmla="*/ 0 60000 65536"/>
                <a:gd name="T20" fmla="*/ 0 60000 65536"/>
                <a:gd name="T21" fmla="*/ 0 60000 65536"/>
                <a:gd name="T22" fmla="*/ 0 60000 65536"/>
                <a:gd name="T23" fmla="*/ 0 60000 65536"/>
                <a:gd name="T24" fmla="*/ 0 w 2912"/>
                <a:gd name="T25" fmla="*/ 0 h 1760"/>
                <a:gd name="T26" fmla="*/ 2912 w 2912"/>
                <a:gd name="T27" fmla="*/ 1760 h 176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912" h="1760">
                  <a:moveTo>
                    <a:pt x="2880" y="0"/>
                  </a:moveTo>
                  <a:cubicBezTo>
                    <a:pt x="2896" y="280"/>
                    <a:pt x="2912" y="560"/>
                    <a:pt x="2832" y="816"/>
                  </a:cubicBezTo>
                  <a:cubicBezTo>
                    <a:pt x="2752" y="1072"/>
                    <a:pt x="2544" y="1384"/>
                    <a:pt x="2400" y="1536"/>
                  </a:cubicBezTo>
                  <a:cubicBezTo>
                    <a:pt x="2256" y="1688"/>
                    <a:pt x="2232" y="1696"/>
                    <a:pt x="1968" y="1728"/>
                  </a:cubicBezTo>
                  <a:cubicBezTo>
                    <a:pt x="1704" y="1760"/>
                    <a:pt x="1064" y="1752"/>
                    <a:pt x="816" y="1728"/>
                  </a:cubicBezTo>
                  <a:cubicBezTo>
                    <a:pt x="568" y="1704"/>
                    <a:pt x="592" y="1672"/>
                    <a:pt x="480" y="1584"/>
                  </a:cubicBezTo>
                  <a:cubicBezTo>
                    <a:pt x="368" y="1496"/>
                    <a:pt x="224" y="1336"/>
                    <a:pt x="144" y="1200"/>
                  </a:cubicBezTo>
                  <a:cubicBezTo>
                    <a:pt x="64" y="1064"/>
                    <a:pt x="8" y="856"/>
                    <a:pt x="0" y="768"/>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415" name="Line 53"/>
            <p:cNvSpPr>
              <a:spLocks noChangeShapeType="1"/>
            </p:cNvSpPr>
            <p:nvPr/>
          </p:nvSpPr>
          <p:spPr bwMode="auto">
            <a:xfrm>
              <a:off x="8035963" y="3658209"/>
              <a:ext cx="0" cy="571703"/>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16" name="Line 15"/>
            <p:cNvSpPr>
              <a:spLocks noChangeShapeType="1"/>
            </p:cNvSpPr>
            <p:nvPr/>
          </p:nvSpPr>
          <p:spPr bwMode="auto">
            <a:xfrm flipH="1">
              <a:off x="2626432" y="2817870"/>
              <a:ext cx="0" cy="645338"/>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16417" name="Line 6"/>
            <p:cNvSpPr>
              <a:spLocks noChangeShapeType="1"/>
            </p:cNvSpPr>
            <p:nvPr/>
          </p:nvSpPr>
          <p:spPr bwMode="auto">
            <a:xfrm>
              <a:off x="3278820" y="1709823"/>
              <a:ext cx="600312"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18" name="Text Box 2"/>
            <p:cNvSpPr txBox="1">
              <a:spLocks noChangeArrowheads="1"/>
            </p:cNvSpPr>
            <p:nvPr/>
          </p:nvSpPr>
          <p:spPr bwMode="auto">
            <a:xfrm>
              <a:off x="2322513" y="766763"/>
              <a:ext cx="1050925" cy="2043112"/>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nSpc>
                  <a:spcPts val="1925"/>
                </a:lnSpc>
                <a:spcBef>
                  <a:spcPct val="0"/>
                </a:spcBef>
                <a:buClr>
                  <a:srgbClr val="073E87"/>
                </a:buClr>
                <a:buSzPct val="75000"/>
                <a:buFont typeface="Arial" panose="020B0604020202020204" pitchFamily="34" charset="0"/>
                <a:buNone/>
              </a:pPr>
              <a:r>
                <a:rPr lang="en-US" altLang="zh-CN" sz="1600" b="1" i="1">
                  <a:solidFill>
                    <a:srgbClr val="000000"/>
                  </a:solidFill>
                  <a:latin typeface="Times New Roman" panose="02020603050405020304" pitchFamily="18" charset="0"/>
                </a:rPr>
                <a:t>I</a:t>
              </a:r>
              <a:r>
                <a:rPr lang="en-US" altLang="zh-CN" sz="1600" b="1" i="1" baseline="-25000">
                  <a:solidFill>
                    <a:srgbClr val="000000"/>
                  </a:solidFill>
                  <a:latin typeface="Times New Roman" panose="02020603050405020304" pitchFamily="18" charset="0"/>
                </a:rPr>
                <a:t>0</a:t>
              </a:r>
              <a:r>
                <a:rPr lang="en-US" altLang="zh-CN" sz="1600" b="1">
                  <a:solidFill>
                    <a:srgbClr val="000000"/>
                  </a:solidFill>
                  <a:latin typeface="Times New Roman" panose="02020603050405020304" pitchFamily="18" charset="0"/>
                </a:rPr>
                <a:t>:</a:t>
              </a:r>
            </a:p>
            <a:p>
              <a:pPr>
                <a:lnSpc>
                  <a:spcPts val="1925"/>
                </a:lnSpc>
                <a:spcBef>
                  <a:spcPct val="0"/>
                </a:spcBef>
                <a:buClr>
                  <a:srgbClr val="073E87"/>
                </a:buClr>
                <a:buSzPct val="75000"/>
                <a:buFont typeface="Arial" panose="020B0604020202020204" pitchFamily="34" charset="0"/>
                <a:buNone/>
              </a:pPr>
              <a:r>
                <a:rPr lang="en-US" altLang="zh-CN" sz="1600" b="1" i="1">
                  <a:solidFill>
                    <a:srgbClr val="000000"/>
                  </a:solidFill>
                  <a:latin typeface="Times New Roman" panose="02020603050405020304" pitchFamily="18" charset="0"/>
                </a:rPr>
                <a:t>E</a:t>
              </a:r>
              <a:r>
                <a:rPr lang="en-US" altLang="zh-CN" sz="1600" b="1" i="1">
                  <a:solidFill>
                    <a:srgbClr val="000000"/>
                  </a:solidFill>
                  <a:latin typeface="Times New Roman" panose="02020603050405020304" pitchFamily="18" charset="0"/>
                  <a:cs typeface="Times New Roman" panose="02020603050405020304" pitchFamily="18" charset="0"/>
                </a:rPr>
                <a:t>′ </a:t>
              </a:r>
              <a:r>
                <a:rPr lang="en-US" altLang="zh-CN" sz="1600" b="1" i="1">
                  <a:solidFill>
                    <a:srgbClr val="000000"/>
                  </a:solidFill>
                  <a:latin typeface="Times New Roman" panose="02020603050405020304" pitchFamily="18" charset="0"/>
                </a:rPr>
                <a:t>→</a:t>
              </a:r>
              <a:r>
                <a:rPr lang="en-US" altLang="zh-CN" sz="1600" b="1">
                  <a:solidFill>
                    <a:srgbClr val="000000"/>
                  </a:solidFill>
                  <a:latin typeface="Times New Roman" panose="02020603050405020304" pitchFamily="18" charset="0"/>
                </a:rPr>
                <a:t> </a:t>
              </a:r>
              <a:r>
                <a:rPr lang="en-US" altLang="zh-CN" sz="1600" b="1" i="1">
                  <a:solidFill>
                    <a:srgbClr val="000000"/>
                  </a:solidFill>
                  <a:latin typeface="Times New Roman" panose="02020603050405020304" pitchFamily="18" charset="0"/>
                </a:rPr>
                <a:t>· E </a:t>
              </a:r>
            </a:p>
            <a:p>
              <a:pPr>
                <a:lnSpc>
                  <a:spcPts val="1925"/>
                </a:lnSpc>
                <a:spcBef>
                  <a:spcPct val="0"/>
                </a:spcBef>
                <a:buClr>
                  <a:srgbClr val="073E87"/>
                </a:buClr>
                <a:buSzPct val="75000"/>
                <a:buFont typeface="Arial" panose="020B0604020202020204" pitchFamily="34" charset="0"/>
                <a:buNone/>
              </a:pPr>
              <a:r>
                <a:rPr lang="en-US" altLang="zh-CN" sz="1600" b="1" i="1">
                  <a:solidFill>
                    <a:srgbClr val="000000"/>
                  </a:solidFill>
                  <a:latin typeface="Times New Roman" panose="02020603050405020304" pitchFamily="18" charset="0"/>
                </a:rPr>
                <a:t>E→ · E+T</a:t>
              </a:r>
            </a:p>
            <a:p>
              <a:pPr>
                <a:lnSpc>
                  <a:spcPts val="1925"/>
                </a:lnSpc>
                <a:spcBef>
                  <a:spcPct val="0"/>
                </a:spcBef>
                <a:buClr>
                  <a:srgbClr val="073E87"/>
                </a:buClr>
                <a:buSzPct val="75000"/>
                <a:buFont typeface="Arial" panose="020B0604020202020204" pitchFamily="34" charset="0"/>
                <a:buNone/>
              </a:pPr>
              <a:r>
                <a:rPr lang="en-US" altLang="zh-CN" sz="1600" b="1" i="1">
                  <a:solidFill>
                    <a:srgbClr val="000000"/>
                  </a:solidFill>
                  <a:latin typeface="Times New Roman" panose="02020603050405020304" pitchFamily="18" charset="0"/>
                </a:rPr>
                <a:t>E→ · T</a:t>
              </a:r>
            </a:p>
            <a:p>
              <a:pPr>
                <a:lnSpc>
                  <a:spcPts val="1925"/>
                </a:lnSpc>
                <a:spcBef>
                  <a:spcPct val="0"/>
                </a:spcBef>
                <a:buClr>
                  <a:srgbClr val="073E87"/>
                </a:buClr>
                <a:buSzPct val="75000"/>
                <a:buFont typeface="Arial" panose="020B0604020202020204" pitchFamily="34" charset="0"/>
                <a:buNone/>
              </a:pPr>
              <a:r>
                <a:rPr lang="en-US" altLang="zh-CN" sz="1600" b="1" i="1">
                  <a:solidFill>
                    <a:srgbClr val="000000"/>
                  </a:solidFill>
                  <a:latin typeface="Times New Roman" panose="02020603050405020304" pitchFamily="18" charset="0"/>
                </a:rPr>
                <a:t>T→ · T*F</a:t>
              </a:r>
            </a:p>
            <a:p>
              <a:pPr>
                <a:lnSpc>
                  <a:spcPts val="1925"/>
                </a:lnSpc>
                <a:spcBef>
                  <a:spcPct val="0"/>
                </a:spcBef>
                <a:buClr>
                  <a:srgbClr val="073E87"/>
                </a:buClr>
                <a:buSzPct val="75000"/>
                <a:buFont typeface="Arial" panose="020B0604020202020204" pitchFamily="34" charset="0"/>
                <a:buNone/>
              </a:pPr>
              <a:r>
                <a:rPr lang="en-US" altLang="zh-CN" sz="1600" b="1" i="1">
                  <a:solidFill>
                    <a:srgbClr val="000000"/>
                  </a:solidFill>
                  <a:latin typeface="Times New Roman" panose="02020603050405020304" pitchFamily="18" charset="0"/>
                </a:rPr>
                <a:t>T→ · F</a:t>
              </a:r>
            </a:p>
            <a:p>
              <a:pPr>
                <a:lnSpc>
                  <a:spcPts val="1925"/>
                </a:lnSpc>
                <a:spcBef>
                  <a:spcPct val="0"/>
                </a:spcBef>
                <a:buClr>
                  <a:srgbClr val="073E87"/>
                </a:buClr>
                <a:buSzPct val="75000"/>
                <a:buFont typeface="Arial" panose="020B0604020202020204" pitchFamily="34" charset="0"/>
                <a:buNone/>
              </a:pPr>
              <a:r>
                <a:rPr lang="en-US" altLang="zh-CN" sz="1600" b="1" i="1">
                  <a:solidFill>
                    <a:srgbClr val="000000"/>
                  </a:solidFill>
                  <a:latin typeface="Times New Roman" panose="02020603050405020304" pitchFamily="18" charset="0"/>
                </a:rPr>
                <a:t>F→ · </a:t>
              </a:r>
              <a:r>
                <a:rPr lang="en-US" altLang="zh-CN" sz="1600" b="1">
                  <a:solidFill>
                    <a:srgbClr val="000000"/>
                  </a:solidFill>
                  <a:latin typeface="Times New Roman" panose="02020603050405020304" pitchFamily="18" charset="0"/>
                </a:rPr>
                <a:t>(</a:t>
              </a:r>
              <a:r>
                <a:rPr lang="en-US" altLang="zh-CN" sz="1600" b="1" i="1">
                  <a:solidFill>
                    <a:srgbClr val="000000"/>
                  </a:solidFill>
                  <a:latin typeface="Times New Roman" panose="02020603050405020304" pitchFamily="18" charset="0"/>
                </a:rPr>
                <a:t>E</a:t>
              </a:r>
              <a:r>
                <a:rPr lang="en-US" altLang="zh-CN" sz="1600" b="1">
                  <a:solidFill>
                    <a:srgbClr val="000000"/>
                  </a:solidFill>
                  <a:latin typeface="Times New Roman" panose="02020603050405020304" pitchFamily="18" charset="0"/>
                </a:rPr>
                <a:t>)</a:t>
              </a:r>
            </a:p>
            <a:p>
              <a:pPr>
                <a:lnSpc>
                  <a:spcPts val="1925"/>
                </a:lnSpc>
                <a:spcBef>
                  <a:spcPct val="0"/>
                </a:spcBef>
                <a:buClr>
                  <a:srgbClr val="073E87"/>
                </a:buClr>
                <a:buSzPct val="75000"/>
                <a:buFont typeface="Arial" panose="020B0604020202020204" pitchFamily="34" charset="0"/>
                <a:buNone/>
              </a:pPr>
              <a:r>
                <a:rPr lang="en-US" altLang="zh-CN" sz="1600" b="1" i="1">
                  <a:solidFill>
                    <a:srgbClr val="000000"/>
                  </a:solidFill>
                  <a:latin typeface="Times New Roman" panose="02020603050405020304" pitchFamily="18" charset="0"/>
                </a:rPr>
                <a:t>F→ · </a:t>
              </a:r>
              <a:r>
                <a:rPr lang="en-US" altLang="zh-CN" sz="1600" b="1">
                  <a:solidFill>
                    <a:srgbClr val="000000"/>
                  </a:solidFill>
                  <a:latin typeface="Times New Roman" panose="02020603050405020304" pitchFamily="18" charset="0"/>
                </a:rPr>
                <a:t>id</a:t>
              </a:r>
            </a:p>
          </p:txBody>
        </p:sp>
        <p:sp>
          <p:nvSpPr>
            <p:cNvPr id="16419" name="Text Box 4"/>
            <p:cNvSpPr txBox="1">
              <a:spLocks noChangeArrowheads="1"/>
            </p:cNvSpPr>
            <p:nvPr/>
          </p:nvSpPr>
          <p:spPr bwMode="auto">
            <a:xfrm>
              <a:off x="3397785" y="642043"/>
              <a:ext cx="380962"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E</a:t>
              </a:r>
            </a:p>
          </p:txBody>
        </p:sp>
        <p:sp>
          <p:nvSpPr>
            <p:cNvPr id="16420" name="Text Box 5"/>
            <p:cNvSpPr txBox="1">
              <a:spLocks noChangeArrowheads="1"/>
            </p:cNvSpPr>
            <p:nvPr/>
          </p:nvSpPr>
          <p:spPr bwMode="auto">
            <a:xfrm>
              <a:off x="3878263" y="746125"/>
              <a:ext cx="1035050" cy="747713"/>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nSpc>
                  <a:spcPts val="1700"/>
                </a:lnSpc>
                <a:spcBef>
                  <a:spcPct val="0"/>
                </a:spcBef>
                <a:buClr>
                  <a:srgbClr val="073E87"/>
                </a:buClr>
                <a:buSzPct val="75000"/>
                <a:buFont typeface="Arial" panose="020B0604020202020204" pitchFamily="34" charset="0"/>
                <a:buNone/>
              </a:pPr>
              <a:r>
                <a:rPr lang="en-US" altLang="zh-CN" sz="1600" b="1" i="1" dirty="0">
                  <a:solidFill>
                    <a:schemeClr val="tx1"/>
                  </a:solidFill>
                  <a:latin typeface="Times New Roman" panose="02020603050405020304" pitchFamily="18" charset="0"/>
                </a:rPr>
                <a:t>I</a:t>
              </a:r>
              <a:r>
                <a:rPr lang="en-US" altLang="zh-CN" sz="1600" b="1" i="1" baseline="-25000" dirty="0">
                  <a:solidFill>
                    <a:schemeClr val="tx1"/>
                  </a:solidFill>
                  <a:latin typeface="Times New Roman" panose="02020603050405020304" pitchFamily="18" charset="0"/>
                </a:rPr>
                <a:t>1</a:t>
              </a:r>
              <a:r>
                <a:rPr lang="en-US" altLang="zh-CN" sz="1600" b="1" dirty="0">
                  <a:solidFill>
                    <a:schemeClr val="tx1"/>
                  </a:solidFill>
                  <a:latin typeface="Times New Roman" panose="02020603050405020304" pitchFamily="18" charset="0"/>
                </a:rPr>
                <a:t>:</a:t>
              </a:r>
            </a:p>
            <a:p>
              <a:pPr>
                <a:lnSpc>
                  <a:spcPts val="1700"/>
                </a:lnSpc>
                <a:spcBef>
                  <a:spcPct val="0"/>
                </a:spcBef>
                <a:buClr>
                  <a:srgbClr val="073E87"/>
                </a:buClr>
                <a:buSzPct val="75000"/>
                <a:buFont typeface="Arial" panose="020B0604020202020204" pitchFamily="34" charset="0"/>
                <a:buNone/>
              </a:pPr>
              <a:r>
                <a:rPr lang="en-US" altLang="zh-CN" sz="1600" b="1" i="1" dirty="0">
                  <a:solidFill>
                    <a:schemeClr val="tx1"/>
                  </a:solidFill>
                  <a:latin typeface="Times New Roman" panose="02020603050405020304" pitchFamily="18" charset="0"/>
                </a:rPr>
                <a:t>E</a:t>
              </a:r>
              <a:r>
                <a:rPr lang="en-US" altLang="zh-CN" sz="1600" b="1" i="1" dirty="0">
                  <a:solidFill>
                    <a:schemeClr val="tx1"/>
                  </a:solidFill>
                  <a:latin typeface="Times New Roman" panose="02020603050405020304" pitchFamily="18" charset="0"/>
                  <a:cs typeface="Times New Roman" panose="02020603050405020304" pitchFamily="18" charset="0"/>
                </a:rPr>
                <a:t>′ </a:t>
              </a:r>
              <a:r>
                <a:rPr lang="en-US" altLang="zh-CN" sz="1600" b="1" i="1" dirty="0">
                  <a:solidFill>
                    <a:schemeClr val="tx1"/>
                  </a:solidFill>
                  <a:latin typeface="Times New Roman" panose="02020603050405020304" pitchFamily="18" charset="0"/>
                </a:rPr>
                <a:t>→E · </a:t>
              </a:r>
            </a:p>
            <a:p>
              <a:pPr>
                <a:lnSpc>
                  <a:spcPts val="1700"/>
                </a:lnSpc>
                <a:spcBef>
                  <a:spcPct val="0"/>
                </a:spcBef>
                <a:buClr>
                  <a:srgbClr val="073E87"/>
                </a:buClr>
                <a:buSzPct val="75000"/>
                <a:buFont typeface="Arial" panose="020B0604020202020204" pitchFamily="34" charset="0"/>
                <a:buNone/>
              </a:pPr>
              <a:r>
                <a:rPr lang="en-US" altLang="zh-CN" sz="1600" b="1" i="1" dirty="0">
                  <a:solidFill>
                    <a:schemeClr val="tx1"/>
                  </a:solidFill>
                  <a:latin typeface="Times New Roman" panose="02020603050405020304" pitchFamily="18" charset="0"/>
                </a:rPr>
                <a:t>E→E· +T</a:t>
              </a:r>
            </a:p>
          </p:txBody>
        </p:sp>
        <p:sp>
          <p:nvSpPr>
            <p:cNvPr id="16421" name="Text Box 7"/>
            <p:cNvSpPr txBox="1">
              <a:spLocks noChangeArrowheads="1"/>
            </p:cNvSpPr>
            <p:nvPr/>
          </p:nvSpPr>
          <p:spPr bwMode="auto">
            <a:xfrm>
              <a:off x="3397784" y="1346387"/>
              <a:ext cx="380962"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T</a:t>
              </a:r>
            </a:p>
          </p:txBody>
        </p:sp>
        <p:sp>
          <p:nvSpPr>
            <p:cNvPr id="80" name="Text Box 8"/>
            <p:cNvSpPr txBox="1">
              <a:spLocks noChangeArrowheads="1"/>
            </p:cNvSpPr>
            <p:nvPr/>
          </p:nvSpPr>
          <p:spPr bwMode="auto">
            <a:xfrm>
              <a:off x="3878263" y="1538288"/>
              <a:ext cx="1025525" cy="74771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1700"/>
                </a:lnSpc>
                <a:buClr>
                  <a:srgbClr val="073E87"/>
                </a:buClr>
                <a:buSzPct val="75000"/>
                <a:defRPr/>
              </a:pPr>
              <a:r>
                <a:rPr kumimoji="1" lang="en-US" altLang="zh-CN" sz="1600" b="1" i="1">
                  <a:solidFill>
                    <a:srgbClr val="000000"/>
                  </a:solidFill>
                  <a:latin typeface="Times New Roman" panose="02020603050405020304" pitchFamily="18" charset="0"/>
                </a:rPr>
                <a:t>I</a:t>
              </a:r>
              <a:r>
                <a:rPr kumimoji="1" lang="en-US" altLang="zh-CN" sz="1600" b="1" i="1" baseline="-25000">
                  <a:solidFill>
                    <a:srgbClr val="000000"/>
                  </a:solidFill>
                  <a:latin typeface="Times New Roman" panose="02020603050405020304" pitchFamily="18" charset="0"/>
                </a:rPr>
                <a:t>2</a:t>
              </a:r>
              <a:r>
                <a:rPr kumimoji="1" lang="en-US" altLang="zh-CN" sz="1600" b="1">
                  <a:solidFill>
                    <a:srgbClr val="000000"/>
                  </a:solidFill>
                  <a:latin typeface="Times New Roman" panose="02020603050405020304" pitchFamily="18" charset="0"/>
                </a:rPr>
                <a:t>:</a:t>
              </a:r>
            </a:p>
            <a:p>
              <a:pPr>
                <a:lnSpc>
                  <a:spcPts val="1700"/>
                </a:lnSpc>
                <a:buClr>
                  <a:srgbClr val="073E87"/>
                </a:buClr>
                <a:buSzPct val="75000"/>
                <a:defRPr/>
              </a:pPr>
              <a:r>
                <a:rPr kumimoji="1" lang="en-US" altLang="zh-CN" sz="1600" b="1" i="1">
                  <a:solidFill>
                    <a:srgbClr val="FF0000"/>
                  </a:solidFill>
                  <a:latin typeface="Times New Roman" panose="02020603050405020304" pitchFamily="18" charset="0"/>
                </a:rPr>
                <a:t>E→T</a:t>
              </a:r>
              <a:r>
                <a:rPr lang="en-US" altLang="zh-CN" sz="1600" b="1" i="1">
                  <a:solidFill>
                    <a:srgbClr val="000000"/>
                  </a:solidFill>
                  <a:latin typeface="Times New Roman" panose="02020603050405020304" pitchFamily="18" charset="0"/>
                  <a:cs typeface="Times New Roman" panose="02020603050405020304" pitchFamily="18" charset="0"/>
                </a:rPr>
                <a:t> </a:t>
              </a:r>
              <a:r>
                <a:rPr lang="en-US" altLang="zh-CN" sz="1600" b="1" i="1">
                  <a:solidFill>
                    <a:srgbClr val="FF0000"/>
                  </a:solidFill>
                  <a:latin typeface="Times New Roman" panose="02020603050405020304" pitchFamily="18" charset="0"/>
                  <a:cs typeface="Times New Roman" panose="02020603050405020304" pitchFamily="18" charset="0"/>
                </a:rPr>
                <a:t>·</a:t>
              </a:r>
              <a:r>
                <a:rPr lang="en-US" altLang="zh-CN" sz="1600" b="1" i="1">
                  <a:solidFill>
                    <a:srgbClr val="000000"/>
                  </a:solidFill>
                  <a:latin typeface="Times New Roman" panose="02020603050405020304" pitchFamily="18" charset="0"/>
                  <a:cs typeface="Times New Roman" panose="02020603050405020304" pitchFamily="18" charset="0"/>
                </a:rPr>
                <a:t> </a:t>
              </a:r>
              <a:endParaRPr kumimoji="1" lang="en-US" altLang="zh-CN" sz="1600" b="1" i="1">
                <a:solidFill>
                  <a:srgbClr val="FF0000"/>
                </a:solidFill>
                <a:latin typeface="Times New Roman" panose="02020603050405020304" pitchFamily="18" charset="0"/>
              </a:endParaRPr>
            </a:p>
            <a:p>
              <a:pPr>
                <a:lnSpc>
                  <a:spcPts val="1700"/>
                </a:lnSpc>
                <a:buClr>
                  <a:srgbClr val="073E87"/>
                </a:buClr>
                <a:buSzPct val="75000"/>
                <a:defRPr/>
              </a:pPr>
              <a:r>
                <a:rPr kumimoji="1" lang="en-US" altLang="zh-CN" sz="1600" b="1" i="1">
                  <a:solidFill>
                    <a:srgbClr val="FF0000"/>
                  </a:solidFill>
                  <a:latin typeface="Times New Roman" panose="02020603050405020304" pitchFamily="18" charset="0"/>
                </a:rPr>
                <a:t>T→T </a:t>
              </a:r>
              <a:r>
                <a:rPr lang="en-US" altLang="zh-CN" sz="1600" b="1" i="1">
                  <a:solidFill>
                    <a:srgbClr val="FF0000"/>
                  </a:solidFill>
                  <a:latin typeface="Times New Roman" panose="02020603050405020304" pitchFamily="18" charset="0"/>
                  <a:cs typeface="Times New Roman" panose="02020603050405020304" pitchFamily="18" charset="0"/>
                </a:rPr>
                <a:t>·</a:t>
              </a:r>
              <a:r>
                <a:rPr lang="en-US" altLang="zh-CN" sz="1600" b="1" i="1">
                  <a:solidFill>
                    <a:srgbClr val="000000"/>
                  </a:solidFill>
                  <a:latin typeface="Times New Roman" panose="02020603050405020304" pitchFamily="18" charset="0"/>
                  <a:cs typeface="Times New Roman" panose="02020603050405020304" pitchFamily="18" charset="0"/>
                </a:rPr>
                <a:t> </a:t>
              </a:r>
              <a:r>
                <a:rPr kumimoji="1" lang="en-US" altLang="zh-CN" sz="1600" b="1">
                  <a:solidFill>
                    <a:srgbClr val="FF0000"/>
                  </a:solidFill>
                  <a:latin typeface="Times New Roman" panose="02020603050405020304" pitchFamily="18" charset="0"/>
                </a:rPr>
                <a:t>*</a:t>
              </a:r>
              <a:r>
                <a:rPr kumimoji="1" lang="en-US" altLang="zh-CN" sz="1600" b="1" i="1">
                  <a:solidFill>
                    <a:srgbClr val="FF0000"/>
                  </a:solidFill>
                  <a:latin typeface="Times New Roman" panose="02020603050405020304" pitchFamily="18" charset="0"/>
                </a:rPr>
                <a:t>F</a:t>
              </a:r>
            </a:p>
          </p:txBody>
        </p:sp>
        <p:sp>
          <p:nvSpPr>
            <p:cNvPr id="16423" name="Text Box 10"/>
            <p:cNvSpPr txBox="1">
              <a:spLocks noChangeArrowheads="1"/>
            </p:cNvSpPr>
            <p:nvPr/>
          </p:nvSpPr>
          <p:spPr bwMode="auto">
            <a:xfrm>
              <a:off x="3578715" y="2645320"/>
              <a:ext cx="380962"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F</a:t>
              </a:r>
            </a:p>
          </p:txBody>
        </p:sp>
        <p:sp>
          <p:nvSpPr>
            <p:cNvPr id="82" name="Text Box 11"/>
            <p:cNvSpPr txBox="1">
              <a:spLocks noChangeArrowheads="1"/>
            </p:cNvSpPr>
            <p:nvPr/>
          </p:nvSpPr>
          <p:spPr bwMode="auto">
            <a:xfrm>
              <a:off x="3878263" y="2335213"/>
              <a:ext cx="1035050" cy="52705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1700"/>
                </a:lnSpc>
                <a:buClr>
                  <a:srgbClr val="073E87"/>
                </a:buClr>
                <a:buSzPct val="75000"/>
                <a:defRPr/>
              </a:pPr>
              <a:r>
                <a:rPr kumimoji="1" lang="en-US" altLang="zh-CN" sz="1600" b="1" i="1">
                  <a:solidFill>
                    <a:srgbClr val="000000"/>
                  </a:solidFill>
                  <a:latin typeface="Times New Roman" panose="02020603050405020304" pitchFamily="18" charset="0"/>
                </a:rPr>
                <a:t>I</a:t>
              </a:r>
              <a:r>
                <a:rPr kumimoji="1" lang="en-US" altLang="zh-CN" sz="1600" b="1" i="1" baseline="-25000">
                  <a:solidFill>
                    <a:srgbClr val="000000"/>
                  </a:solidFill>
                  <a:latin typeface="Times New Roman" panose="02020603050405020304" pitchFamily="18" charset="0"/>
                </a:rPr>
                <a:t>3</a:t>
              </a:r>
              <a:r>
                <a:rPr kumimoji="1" lang="en-US" altLang="zh-CN" sz="1600" b="1">
                  <a:solidFill>
                    <a:srgbClr val="000000"/>
                  </a:solidFill>
                  <a:latin typeface="Times New Roman" panose="02020603050405020304" pitchFamily="18" charset="0"/>
                </a:rPr>
                <a:t>:</a:t>
              </a:r>
            </a:p>
            <a:p>
              <a:pPr>
                <a:lnSpc>
                  <a:spcPts val="1700"/>
                </a:lnSpc>
                <a:buClr>
                  <a:srgbClr val="073E87"/>
                </a:buClr>
                <a:buSzPct val="75000"/>
                <a:defRPr/>
              </a:pPr>
              <a:r>
                <a:rPr kumimoji="1" lang="en-US" altLang="zh-CN" sz="1600" b="1" i="1">
                  <a:solidFill>
                    <a:srgbClr val="000000"/>
                  </a:solidFill>
                  <a:latin typeface="Times New Roman" panose="02020603050405020304" pitchFamily="18" charset="0"/>
                </a:rPr>
                <a:t>T→F</a:t>
              </a:r>
              <a:r>
                <a:rPr lang="en-US" altLang="zh-CN" sz="1600" b="1" i="1">
                  <a:solidFill>
                    <a:srgbClr val="000000"/>
                  </a:solidFill>
                  <a:latin typeface="Times New Roman" panose="02020603050405020304" pitchFamily="18" charset="0"/>
                  <a:cs typeface="Times New Roman" panose="02020603050405020304" pitchFamily="18" charset="0"/>
                </a:rPr>
                <a:t> · </a:t>
              </a:r>
              <a:endParaRPr kumimoji="1" lang="en-US" altLang="zh-CN" sz="1600" b="1" i="1">
                <a:solidFill>
                  <a:srgbClr val="000000"/>
                </a:solidFill>
                <a:latin typeface="Times New Roman" panose="02020603050405020304" pitchFamily="18" charset="0"/>
              </a:endParaRPr>
            </a:p>
          </p:txBody>
        </p:sp>
        <p:sp>
          <p:nvSpPr>
            <p:cNvPr id="16425" name="Freeform 12"/>
            <p:cNvSpPr>
              <a:spLocks noChangeArrowheads="1"/>
            </p:cNvSpPr>
            <p:nvPr/>
          </p:nvSpPr>
          <p:spPr bwMode="auto">
            <a:xfrm>
              <a:off x="3159467" y="2844070"/>
              <a:ext cx="699119" cy="577401"/>
            </a:xfrm>
            <a:custGeom>
              <a:avLst/>
              <a:gdLst>
                <a:gd name="T0" fmla="*/ 2147483646 w 736"/>
                <a:gd name="T1" fmla="*/ 0 h 768"/>
                <a:gd name="T2" fmla="*/ 2147483646 w 736"/>
                <a:gd name="T3" fmla="*/ 2147483646 h 768"/>
                <a:gd name="T4" fmla="*/ 2147483646 w 736"/>
                <a:gd name="T5" fmla="*/ 2147483646 h 768"/>
                <a:gd name="T6" fmla="*/ 2147483646 w 736"/>
                <a:gd name="T7" fmla="*/ 2147483646 h 768"/>
                <a:gd name="T8" fmla="*/ 2147483646 w 736"/>
                <a:gd name="T9" fmla="*/ 2147483646 h 768"/>
                <a:gd name="T10" fmla="*/ 0 60000 65536"/>
                <a:gd name="T11" fmla="*/ 0 60000 65536"/>
                <a:gd name="T12" fmla="*/ 0 60000 65536"/>
                <a:gd name="T13" fmla="*/ 0 60000 65536"/>
                <a:gd name="T14" fmla="*/ 0 60000 65536"/>
                <a:gd name="T15" fmla="*/ 0 w 736"/>
                <a:gd name="T16" fmla="*/ 0 h 768"/>
                <a:gd name="T17" fmla="*/ 736 w 736"/>
                <a:gd name="T18" fmla="*/ 768 h 768"/>
              </a:gdLst>
              <a:ahLst/>
              <a:cxnLst>
                <a:cxn ang="T10">
                  <a:pos x="T0" y="T1"/>
                </a:cxn>
                <a:cxn ang="T11">
                  <a:pos x="T2" y="T3"/>
                </a:cxn>
                <a:cxn ang="T12">
                  <a:pos x="T4" y="T5"/>
                </a:cxn>
                <a:cxn ang="T13">
                  <a:pos x="T6" y="T7"/>
                </a:cxn>
                <a:cxn ang="T14">
                  <a:pos x="T8" y="T9"/>
                </a:cxn>
              </a:cxnLst>
              <a:rect l="T15" t="T16" r="T17" b="T18"/>
              <a:pathLst>
                <a:path w="736" h="768">
                  <a:moveTo>
                    <a:pt x="16" y="0"/>
                  </a:moveTo>
                  <a:cubicBezTo>
                    <a:pt x="8" y="144"/>
                    <a:pt x="0" y="288"/>
                    <a:pt x="16" y="384"/>
                  </a:cubicBezTo>
                  <a:cubicBezTo>
                    <a:pt x="32" y="480"/>
                    <a:pt x="64" y="528"/>
                    <a:pt x="112" y="576"/>
                  </a:cubicBezTo>
                  <a:cubicBezTo>
                    <a:pt x="160" y="624"/>
                    <a:pt x="200" y="640"/>
                    <a:pt x="304" y="672"/>
                  </a:cubicBezTo>
                  <a:cubicBezTo>
                    <a:pt x="408" y="704"/>
                    <a:pt x="572" y="736"/>
                    <a:pt x="736" y="768"/>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426" name="Text Box 13"/>
            <p:cNvSpPr txBox="1">
              <a:spLocks noChangeArrowheads="1"/>
            </p:cNvSpPr>
            <p:nvPr/>
          </p:nvSpPr>
          <p:spPr bwMode="auto">
            <a:xfrm>
              <a:off x="3160434" y="2774528"/>
              <a:ext cx="304769"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85" name="Text Box 14"/>
            <p:cNvSpPr txBox="1">
              <a:spLocks noChangeArrowheads="1"/>
            </p:cNvSpPr>
            <p:nvPr/>
          </p:nvSpPr>
          <p:spPr bwMode="auto">
            <a:xfrm>
              <a:off x="3878263" y="2928938"/>
              <a:ext cx="1077912" cy="1836737"/>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1700"/>
                </a:lnSpc>
                <a:buClr>
                  <a:srgbClr val="073E87"/>
                </a:buClr>
                <a:buSzPct val="75000"/>
                <a:defRPr/>
              </a:pPr>
              <a:r>
                <a:rPr kumimoji="1" lang="en-US" altLang="zh-CN" sz="1600" b="1" i="1">
                  <a:solidFill>
                    <a:srgbClr val="000000"/>
                  </a:solidFill>
                  <a:latin typeface="Times New Roman" panose="02020603050405020304" pitchFamily="18" charset="0"/>
                </a:rPr>
                <a:t>I</a:t>
              </a:r>
              <a:r>
                <a:rPr kumimoji="1" lang="en-US" altLang="zh-CN" sz="1600" b="1" i="1" baseline="-25000">
                  <a:solidFill>
                    <a:srgbClr val="000000"/>
                  </a:solidFill>
                  <a:latin typeface="Times New Roman" panose="02020603050405020304" pitchFamily="18" charset="0"/>
                </a:rPr>
                <a:t>4</a:t>
              </a:r>
              <a:r>
                <a:rPr kumimoji="1" lang="en-US" altLang="zh-CN" sz="1600" b="1">
                  <a:solidFill>
                    <a:srgbClr val="000000"/>
                  </a:solidFill>
                  <a:latin typeface="Times New Roman" panose="02020603050405020304" pitchFamily="18" charset="0"/>
                </a:rPr>
                <a:t>:</a:t>
              </a:r>
            </a:p>
            <a:p>
              <a:pPr>
                <a:lnSpc>
                  <a:spcPts val="1700"/>
                </a:lnSpc>
                <a:buClr>
                  <a:srgbClr val="073E87"/>
                </a:buClr>
                <a:buSzPct val="75000"/>
                <a:defRPr/>
              </a:pPr>
              <a:r>
                <a:rPr kumimoji="1" lang="en-US" altLang="zh-CN" sz="1600" b="1" i="1">
                  <a:solidFill>
                    <a:srgbClr val="000000"/>
                  </a:solidFill>
                  <a:latin typeface="Times New Roman" panose="02020603050405020304" pitchFamily="18" charset="0"/>
                </a:rPr>
                <a:t>F→</a:t>
              </a:r>
              <a:r>
                <a:rPr kumimoji="1" lang="en-US" altLang="zh-CN" sz="1600" b="1">
                  <a:solidFill>
                    <a:srgbClr val="000000"/>
                  </a:solidFill>
                  <a:latin typeface="Times New Roman" panose="02020603050405020304" pitchFamily="18" charset="0"/>
                </a:rPr>
                <a:t>(</a:t>
              </a:r>
              <a:r>
                <a:rPr lang="en-US" altLang="zh-CN" sz="1600" b="1" i="1">
                  <a:solidFill>
                    <a:srgbClr val="000000"/>
                  </a:solidFill>
                  <a:latin typeface="Times New Roman" panose="02020603050405020304" pitchFamily="18" charset="0"/>
                  <a:cs typeface="Times New Roman" panose="02020603050405020304" pitchFamily="18" charset="0"/>
                </a:rPr>
                <a:t>· </a:t>
              </a:r>
              <a:r>
                <a:rPr kumimoji="1" lang="en-US" altLang="zh-CN" sz="1600" b="1" i="1">
                  <a:solidFill>
                    <a:srgbClr val="000000"/>
                  </a:solidFill>
                  <a:latin typeface="Times New Roman" panose="02020603050405020304" pitchFamily="18" charset="0"/>
                </a:rPr>
                <a:t>E </a:t>
              </a:r>
              <a:r>
                <a:rPr kumimoji="1" lang="en-US" altLang="zh-CN" sz="1600" b="1">
                  <a:solidFill>
                    <a:srgbClr val="000000"/>
                  </a:solidFill>
                  <a:latin typeface="Times New Roman" panose="02020603050405020304" pitchFamily="18" charset="0"/>
                </a:rPr>
                <a:t>)</a:t>
              </a:r>
            </a:p>
            <a:p>
              <a:pPr>
                <a:lnSpc>
                  <a:spcPts val="1700"/>
                </a:lnSpc>
                <a:buClr>
                  <a:srgbClr val="073E87"/>
                </a:buClr>
                <a:buSzPct val="75000"/>
                <a:defRPr/>
              </a:pPr>
              <a:r>
                <a:rPr kumimoji="1" lang="en-US" altLang="zh-CN" sz="1600" b="1" i="1">
                  <a:solidFill>
                    <a:srgbClr val="000000"/>
                  </a:solidFill>
                  <a:latin typeface="Times New Roman" panose="02020603050405020304" pitchFamily="18" charset="0"/>
                </a:rPr>
                <a:t>E→ </a:t>
              </a:r>
              <a:r>
                <a:rPr lang="en-US" altLang="zh-CN" sz="1600" b="1" i="1">
                  <a:solidFill>
                    <a:srgbClr val="000000"/>
                  </a:solidFill>
                  <a:latin typeface="Times New Roman" panose="02020603050405020304" pitchFamily="18" charset="0"/>
                  <a:cs typeface="Times New Roman" panose="02020603050405020304" pitchFamily="18" charset="0"/>
                </a:rPr>
                <a:t>· </a:t>
              </a:r>
              <a:r>
                <a:rPr kumimoji="1" lang="en-US" altLang="zh-CN" sz="1600" b="1" i="1">
                  <a:solidFill>
                    <a:srgbClr val="000000"/>
                  </a:solidFill>
                  <a:latin typeface="Times New Roman" panose="02020603050405020304" pitchFamily="18" charset="0"/>
                </a:rPr>
                <a:t>E+T</a:t>
              </a:r>
            </a:p>
            <a:p>
              <a:pPr>
                <a:lnSpc>
                  <a:spcPts val="1700"/>
                </a:lnSpc>
                <a:buClr>
                  <a:srgbClr val="073E87"/>
                </a:buClr>
                <a:buSzPct val="75000"/>
                <a:defRPr/>
              </a:pPr>
              <a:r>
                <a:rPr kumimoji="1" lang="en-US" altLang="zh-CN" sz="1600" b="1" i="1">
                  <a:solidFill>
                    <a:srgbClr val="000000"/>
                  </a:solidFill>
                  <a:latin typeface="Times New Roman" panose="02020603050405020304" pitchFamily="18" charset="0"/>
                </a:rPr>
                <a:t>E→</a:t>
              </a:r>
              <a:r>
                <a:rPr lang="en-US" altLang="zh-CN" sz="1600" b="1" i="1">
                  <a:solidFill>
                    <a:srgbClr val="000000"/>
                  </a:solidFill>
                  <a:latin typeface="Times New Roman" panose="02020603050405020304" pitchFamily="18" charset="0"/>
                  <a:cs typeface="Times New Roman" panose="02020603050405020304" pitchFamily="18" charset="0"/>
                </a:rPr>
                <a:t> · </a:t>
              </a:r>
              <a:r>
                <a:rPr kumimoji="1" lang="en-US" altLang="zh-CN" sz="1600" b="1" i="1">
                  <a:solidFill>
                    <a:srgbClr val="000000"/>
                  </a:solidFill>
                  <a:latin typeface="Times New Roman" panose="02020603050405020304" pitchFamily="18" charset="0"/>
                </a:rPr>
                <a:t>T</a:t>
              </a:r>
            </a:p>
            <a:p>
              <a:pPr>
                <a:lnSpc>
                  <a:spcPts val="1700"/>
                </a:lnSpc>
                <a:buClr>
                  <a:srgbClr val="073E87"/>
                </a:buClr>
                <a:buSzPct val="75000"/>
                <a:defRPr/>
              </a:pPr>
              <a:r>
                <a:rPr kumimoji="1" lang="en-US" altLang="zh-CN" sz="1600" b="1" i="1">
                  <a:solidFill>
                    <a:srgbClr val="000000"/>
                  </a:solidFill>
                  <a:latin typeface="Times New Roman" panose="02020603050405020304" pitchFamily="18" charset="0"/>
                </a:rPr>
                <a:t>T→ </a:t>
              </a:r>
              <a:r>
                <a:rPr lang="en-US" altLang="zh-CN" sz="1600" b="1" i="1">
                  <a:solidFill>
                    <a:srgbClr val="000000"/>
                  </a:solidFill>
                  <a:latin typeface="Times New Roman" panose="02020603050405020304" pitchFamily="18" charset="0"/>
                  <a:cs typeface="Times New Roman" panose="02020603050405020304" pitchFamily="18" charset="0"/>
                </a:rPr>
                <a:t>· </a:t>
              </a:r>
              <a:r>
                <a:rPr kumimoji="1" lang="en-US" altLang="zh-CN" sz="1600" b="1" i="1">
                  <a:solidFill>
                    <a:srgbClr val="000000"/>
                  </a:solidFill>
                  <a:latin typeface="Times New Roman" panose="02020603050405020304" pitchFamily="18" charset="0"/>
                </a:rPr>
                <a:t>T*F</a:t>
              </a:r>
            </a:p>
            <a:p>
              <a:pPr>
                <a:lnSpc>
                  <a:spcPts val="1700"/>
                </a:lnSpc>
                <a:buClr>
                  <a:srgbClr val="073E87"/>
                </a:buClr>
                <a:buSzPct val="75000"/>
                <a:defRPr/>
              </a:pPr>
              <a:r>
                <a:rPr kumimoji="1" lang="en-US" altLang="zh-CN" sz="1600" b="1" i="1">
                  <a:solidFill>
                    <a:srgbClr val="000000"/>
                  </a:solidFill>
                  <a:latin typeface="Times New Roman" panose="02020603050405020304" pitchFamily="18" charset="0"/>
                </a:rPr>
                <a:t>T→</a:t>
              </a:r>
              <a:r>
                <a:rPr lang="en-US" altLang="zh-CN" sz="1600" b="1" i="1">
                  <a:solidFill>
                    <a:srgbClr val="000000"/>
                  </a:solidFill>
                  <a:latin typeface="Times New Roman" panose="02020603050405020304" pitchFamily="18" charset="0"/>
                  <a:cs typeface="Times New Roman" panose="02020603050405020304" pitchFamily="18" charset="0"/>
                </a:rPr>
                <a:t> · </a:t>
              </a:r>
              <a:r>
                <a:rPr kumimoji="1" lang="en-US" altLang="zh-CN" sz="1600" b="1" i="1">
                  <a:solidFill>
                    <a:srgbClr val="000000"/>
                  </a:solidFill>
                  <a:latin typeface="Times New Roman" panose="02020603050405020304" pitchFamily="18" charset="0"/>
                </a:rPr>
                <a:t>F</a:t>
              </a:r>
            </a:p>
            <a:p>
              <a:pPr>
                <a:lnSpc>
                  <a:spcPts val="1700"/>
                </a:lnSpc>
                <a:buClr>
                  <a:srgbClr val="073E87"/>
                </a:buClr>
                <a:buSzPct val="75000"/>
                <a:defRPr/>
              </a:pPr>
              <a:r>
                <a:rPr kumimoji="1" lang="en-US" altLang="zh-CN" sz="1600" b="1" i="1">
                  <a:solidFill>
                    <a:srgbClr val="000000"/>
                  </a:solidFill>
                  <a:latin typeface="Times New Roman" panose="02020603050405020304" pitchFamily="18" charset="0"/>
                </a:rPr>
                <a:t>F→</a:t>
              </a:r>
              <a:r>
                <a:rPr lang="en-US" altLang="zh-CN" sz="1600" b="1" i="1">
                  <a:solidFill>
                    <a:srgbClr val="000000"/>
                  </a:solidFill>
                  <a:latin typeface="Times New Roman" panose="02020603050405020304" pitchFamily="18" charset="0"/>
                  <a:cs typeface="Times New Roman" panose="02020603050405020304" pitchFamily="18" charset="0"/>
                </a:rPr>
                <a:t> · </a:t>
              </a:r>
              <a:r>
                <a:rPr kumimoji="1" lang="en-US" altLang="zh-CN" sz="1600" b="1">
                  <a:solidFill>
                    <a:srgbClr val="000000"/>
                  </a:solidFill>
                  <a:latin typeface="Times New Roman" panose="02020603050405020304" pitchFamily="18" charset="0"/>
                </a:rPr>
                <a:t>(</a:t>
              </a:r>
              <a:r>
                <a:rPr kumimoji="1" lang="en-US" altLang="zh-CN" sz="1600" b="1" i="1">
                  <a:solidFill>
                    <a:srgbClr val="000000"/>
                  </a:solidFill>
                  <a:latin typeface="Times New Roman" panose="02020603050405020304" pitchFamily="18" charset="0"/>
                </a:rPr>
                <a:t>E</a:t>
              </a:r>
              <a:r>
                <a:rPr kumimoji="1" lang="en-US" altLang="zh-CN" sz="1600" b="1">
                  <a:solidFill>
                    <a:srgbClr val="000000"/>
                  </a:solidFill>
                  <a:latin typeface="Times New Roman" panose="02020603050405020304" pitchFamily="18" charset="0"/>
                </a:rPr>
                <a:t>)</a:t>
              </a:r>
            </a:p>
            <a:p>
              <a:pPr>
                <a:lnSpc>
                  <a:spcPts val="1700"/>
                </a:lnSpc>
                <a:buClr>
                  <a:srgbClr val="073E87"/>
                </a:buClr>
                <a:buSzPct val="75000"/>
                <a:defRPr/>
              </a:pPr>
              <a:r>
                <a:rPr kumimoji="1" lang="en-US" altLang="zh-CN" sz="1600" b="1" i="1">
                  <a:solidFill>
                    <a:srgbClr val="000000"/>
                  </a:solidFill>
                  <a:latin typeface="Times New Roman" panose="02020603050405020304" pitchFamily="18" charset="0"/>
                </a:rPr>
                <a:t>F→</a:t>
              </a:r>
              <a:r>
                <a:rPr lang="en-US" altLang="zh-CN" sz="1600" b="1" i="1">
                  <a:solidFill>
                    <a:srgbClr val="000000"/>
                  </a:solidFill>
                  <a:latin typeface="Times New Roman" panose="02020603050405020304" pitchFamily="18" charset="0"/>
                  <a:cs typeface="Times New Roman" panose="02020603050405020304" pitchFamily="18" charset="0"/>
                </a:rPr>
                <a:t> · </a:t>
              </a:r>
              <a:r>
                <a:rPr kumimoji="1" lang="en-US" altLang="zh-CN" sz="1600" b="1">
                  <a:solidFill>
                    <a:srgbClr val="000000"/>
                  </a:solidFill>
                  <a:latin typeface="Times New Roman" panose="02020603050405020304" pitchFamily="18" charset="0"/>
                </a:rPr>
                <a:t>id</a:t>
              </a:r>
            </a:p>
          </p:txBody>
        </p:sp>
        <p:sp>
          <p:nvSpPr>
            <p:cNvPr id="16428" name="Text Box 16"/>
            <p:cNvSpPr txBox="1">
              <a:spLocks noChangeArrowheads="1"/>
            </p:cNvSpPr>
            <p:nvPr/>
          </p:nvSpPr>
          <p:spPr bwMode="auto">
            <a:xfrm>
              <a:off x="2613246" y="2894577"/>
              <a:ext cx="533347"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id</a:t>
              </a:r>
            </a:p>
          </p:txBody>
        </p:sp>
        <p:sp>
          <p:nvSpPr>
            <p:cNvPr id="87" name="Text Box 17"/>
            <p:cNvSpPr txBox="1">
              <a:spLocks noChangeArrowheads="1"/>
            </p:cNvSpPr>
            <p:nvPr/>
          </p:nvSpPr>
          <p:spPr bwMode="auto">
            <a:xfrm>
              <a:off x="2312988" y="3467100"/>
              <a:ext cx="800100" cy="58578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I</a:t>
              </a:r>
              <a:r>
                <a:rPr kumimoji="1" lang="en-US" altLang="zh-CN" sz="1600" b="1" i="1" baseline="-25000">
                  <a:solidFill>
                    <a:srgbClr val="000000"/>
                  </a:solidFill>
                  <a:latin typeface="Times New Roman" panose="02020603050405020304" pitchFamily="18" charset="0"/>
                </a:rPr>
                <a:t>5</a:t>
              </a:r>
              <a:r>
                <a:rPr kumimoji="1" lang="en-US" altLang="zh-CN" sz="1600" b="1">
                  <a:solidFill>
                    <a:srgbClr val="000000"/>
                  </a:solidFill>
                  <a:latin typeface="Times New Roman" panose="02020603050405020304" pitchFamily="18" charset="0"/>
                </a:rPr>
                <a:t>:</a:t>
              </a:r>
            </a:p>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F→ </a:t>
              </a:r>
              <a:r>
                <a:rPr kumimoji="1" lang="en-US" altLang="zh-CN" sz="1600" b="1">
                  <a:solidFill>
                    <a:srgbClr val="000000"/>
                  </a:solidFill>
                  <a:latin typeface="Times New Roman" panose="02020603050405020304" pitchFamily="18" charset="0"/>
                </a:rPr>
                <a:t>id</a:t>
              </a:r>
              <a:r>
                <a:rPr lang="en-US" altLang="zh-CN" sz="1600" b="1" i="1">
                  <a:solidFill>
                    <a:srgbClr val="000000"/>
                  </a:solidFill>
                  <a:latin typeface="Times New Roman" panose="02020603050405020304" pitchFamily="18" charset="0"/>
                  <a:cs typeface="Times New Roman" panose="02020603050405020304" pitchFamily="18" charset="0"/>
                </a:rPr>
                <a:t>· </a:t>
              </a:r>
              <a:endParaRPr kumimoji="1" lang="en-US" altLang="zh-CN" sz="1600" b="1" i="1">
                <a:solidFill>
                  <a:srgbClr val="000000"/>
                </a:solidFill>
                <a:latin typeface="Times New Roman" panose="02020603050405020304" pitchFamily="18" charset="0"/>
              </a:endParaRPr>
            </a:p>
          </p:txBody>
        </p:sp>
        <p:sp>
          <p:nvSpPr>
            <p:cNvPr id="16430" name="Line 18"/>
            <p:cNvSpPr>
              <a:spLocks noChangeShapeType="1"/>
            </p:cNvSpPr>
            <p:nvPr/>
          </p:nvSpPr>
          <p:spPr bwMode="auto">
            <a:xfrm>
              <a:off x="4921788" y="1000675"/>
              <a:ext cx="838116"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31" name="Text Box 19"/>
            <p:cNvSpPr txBox="1">
              <a:spLocks noChangeArrowheads="1"/>
            </p:cNvSpPr>
            <p:nvPr/>
          </p:nvSpPr>
          <p:spPr bwMode="auto">
            <a:xfrm>
              <a:off x="4901021" y="654024"/>
              <a:ext cx="380962"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90" name="Text Box 20"/>
            <p:cNvSpPr txBox="1">
              <a:spLocks noChangeArrowheads="1"/>
            </p:cNvSpPr>
            <p:nvPr/>
          </p:nvSpPr>
          <p:spPr bwMode="auto">
            <a:xfrm>
              <a:off x="5759450" y="714375"/>
              <a:ext cx="1200150" cy="157003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I</a:t>
              </a:r>
              <a:r>
                <a:rPr kumimoji="1" lang="en-US" altLang="zh-CN" sz="1600" b="1" i="1" baseline="-25000">
                  <a:solidFill>
                    <a:srgbClr val="000000"/>
                  </a:solidFill>
                  <a:latin typeface="Times New Roman" panose="02020603050405020304" pitchFamily="18" charset="0"/>
                </a:rPr>
                <a:t>6</a:t>
              </a:r>
              <a:r>
                <a:rPr kumimoji="1" lang="en-US" altLang="zh-CN" sz="1600" b="1">
                  <a:solidFill>
                    <a:srgbClr val="000000"/>
                  </a:solidFill>
                  <a:latin typeface="Times New Roman" panose="02020603050405020304" pitchFamily="18" charset="0"/>
                </a:rPr>
                <a:t>:</a:t>
              </a:r>
            </a:p>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E→ E+ </a:t>
              </a:r>
              <a:r>
                <a:rPr lang="en-US" altLang="zh-CN" sz="1600" b="1" i="1">
                  <a:solidFill>
                    <a:srgbClr val="000000"/>
                  </a:solidFill>
                  <a:latin typeface="Times New Roman" panose="02020603050405020304" pitchFamily="18" charset="0"/>
                  <a:cs typeface="Times New Roman" panose="02020603050405020304" pitchFamily="18" charset="0"/>
                </a:rPr>
                <a:t>· </a:t>
              </a:r>
              <a:r>
                <a:rPr kumimoji="1" lang="en-US" altLang="zh-CN" sz="1600" b="1" i="1">
                  <a:solidFill>
                    <a:srgbClr val="000000"/>
                  </a:solidFill>
                  <a:latin typeface="Times New Roman" panose="02020603050405020304" pitchFamily="18" charset="0"/>
                </a:rPr>
                <a:t>T</a:t>
              </a:r>
            </a:p>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T→ </a:t>
              </a:r>
              <a:r>
                <a:rPr lang="en-US" altLang="zh-CN" sz="1600" b="1" i="1">
                  <a:solidFill>
                    <a:srgbClr val="000000"/>
                  </a:solidFill>
                  <a:latin typeface="Times New Roman" panose="02020603050405020304" pitchFamily="18" charset="0"/>
                  <a:cs typeface="Times New Roman" panose="02020603050405020304" pitchFamily="18" charset="0"/>
                </a:rPr>
                <a:t>· </a:t>
              </a:r>
              <a:r>
                <a:rPr kumimoji="1" lang="en-US" altLang="zh-CN" sz="1600" b="1" i="1">
                  <a:solidFill>
                    <a:srgbClr val="000000"/>
                  </a:solidFill>
                  <a:latin typeface="Times New Roman" panose="02020603050405020304" pitchFamily="18" charset="0"/>
                </a:rPr>
                <a:t>T*F</a:t>
              </a:r>
            </a:p>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T→</a:t>
              </a:r>
              <a:r>
                <a:rPr lang="en-US" altLang="zh-CN" sz="1600" b="1" i="1">
                  <a:solidFill>
                    <a:srgbClr val="000000"/>
                  </a:solidFill>
                  <a:latin typeface="Times New Roman" panose="02020603050405020304" pitchFamily="18" charset="0"/>
                  <a:cs typeface="Times New Roman" panose="02020603050405020304" pitchFamily="18" charset="0"/>
                </a:rPr>
                <a:t> · </a:t>
              </a:r>
              <a:r>
                <a:rPr kumimoji="1" lang="en-US" altLang="zh-CN" sz="1600" b="1" i="1">
                  <a:solidFill>
                    <a:srgbClr val="000000"/>
                  </a:solidFill>
                  <a:latin typeface="Times New Roman" panose="02020603050405020304" pitchFamily="18" charset="0"/>
                </a:rPr>
                <a:t>F</a:t>
              </a:r>
            </a:p>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F→</a:t>
              </a:r>
              <a:r>
                <a:rPr lang="en-US" altLang="zh-CN" sz="1600" b="1" i="1">
                  <a:solidFill>
                    <a:srgbClr val="000000"/>
                  </a:solidFill>
                  <a:latin typeface="Times New Roman" panose="02020603050405020304" pitchFamily="18" charset="0"/>
                  <a:cs typeface="Times New Roman" panose="02020603050405020304" pitchFamily="18" charset="0"/>
                </a:rPr>
                <a:t> · </a:t>
              </a:r>
              <a:r>
                <a:rPr kumimoji="1" lang="en-US" altLang="zh-CN" sz="1600" b="1">
                  <a:solidFill>
                    <a:srgbClr val="000000"/>
                  </a:solidFill>
                  <a:latin typeface="Times New Roman" panose="02020603050405020304" pitchFamily="18" charset="0"/>
                </a:rPr>
                <a:t>(</a:t>
              </a:r>
              <a:r>
                <a:rPr kumimoji="1" lang="en-US" altLang="zh-CN" sz="1600" b="1" i="1">
                  <a:solidFill>
                    <a:srgbClr val="000000"/>
                  </a:solidFill>
                  <a:latin typeface="Times New Roman" panose="02020603050405020304" pitchFamily="18" charset="0"/>
                </a:rPr>
                <a:t>E</a:t>
              </a:r>
              <a:r>
                <a:rPr kumimoji="1" lang="en-US" altLang="zh-CN" sz="1600" b="1">
                  <a:solidFill>
                    <a:srgbClr val="000000"/>
                  </a:solidFill>
                  <a:latin typeface="Times New Roman" panose="02020603050405020304" pitchFamily="18" charset="0"/>
                </a:rPr>
                <a:t>)</a:t>
              </a:r>
            </a:p>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F→</a:t>
              </a:r>
              <a:r>
                <a:rPr lang="en-US" altLang="zh-CN" sz="1600" b="1" i="1">
                  <a:solidFill>
                    <a:srgbClr val="000000"/>
                  </a:solidFill>
                  <a:latin typeface="Times New Roman" panose="02020603050405020304" pitchFamily="18" charset="0"/>
                  <a:cs typeface="Times New Roman" panose="02020603050405020304" pitchFamily="18" charset="0"/>
                </a:rPr>
                <a:t> · </a:t>
              </a:r>
              <a:r>
                <a:rPr kumimoji="1" lang="en-US" altLang="zh-CN" sz="1600" b="1">
                  <a:solidFill>
                    <a:srgbClr val="000000"/>
                  </a:solidFill>
                  <a:latin typeface="Times New Roman" panose="02020603050405020304" pitchFamily="18" charset="0"/>
                </a:rPr>
                <a:t>id</a:t>
              </a:r>
            </a:p>
          </p:txBody>
        </p:sp>
        <p:sp>
          <p:nvSpPr>
            <p:cNvPr id="16433" name="Line 21"/>
            <p:cNvSpPr>
              <a:spLocks noChangeShapeType="1"/>
            </p:cNvSpPr>
            <p:nvPr/>
          </p:nvSpPr>
          <p:spPr bwMode="auto">
            <a:xfrm>
              <a:off x="4921947" y="1886707"/>
              <a:ext cx="838116" cy="686044"/>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34" name="Text Box 22"/>
            <p:cNvSpPr txBox="1">
              <a:spLocks noChangeArrowheads="1"/>
            </p:cNvSpPr>
            <p:nvPr/>
          </p:nvSpPr>
          <p:spPr bwMode="auto">
            <a:xfrm>
              <a:off x="4823672" y="1636944"/>
              <a:ext cx="380962"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93" name="Text Box 23"/>
            <p:cNvSpPr txBox="1">
              <a:spLocks noChangeArrowheads="1"/>
            </p:cNvSpPr>
            <p:nvPr/>
          </p:nvSpPr>
          <p:spPr bwMode="auto">
            <a:xfrm>
              <a:off x="5759450" y="2413000"/>
              <a:ext cx="1050925" cy="10763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I</a:t>
              </a:r>
              <a:r>
                <a:rPr kumimoji="1" lang="en-US" altLang="zh-CN" sz="1600" b="1" i="1" baseline="-25000">
                  <a:solidFill>
                    <a:srgbClr val="000000"/>
                  </a:solidFill>
                  <a:latin typeface="Times New Roman" panose="02020603050405020304" pitchFamily="18" charset="0"/>
                </a:rPr>
                <a:t>7</a:t>
              </a:r>
              <a:r>
                <a:rPr kumimoji="1" lang="en-US" altLang="zh-CN" sz="1600" b="1">
                  <a:solidFill>
                    <a:srgbClr val="000000"/>
                  </a:solidFill>
                  <a:latin typeface="Times New Roman" panose="02020603050405020304" pitchFamily="18" charset="0"/>
                </a:rPr>
                <a:t>:</a:t>
              </a:r>
            </a:p>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T→T* </a:t>
              </a:r>
              <a:r>
                <a:rPr lang="en-US" altLang="zh-CN" sz="1600" b="1" i="1">
                  <a:solidFill>
                    <a:srgbClr val="000000"/>
                  </a:solidFill>
                  <a:latin typeface="Times New Roman" panose="02020603050405020304" pitchFamily="18" charset="0"/>
                  <a:cs typeface="Times New Roman" panose="02020603050405020304" pitchFamily="18" charset="0"/>
                </a:rPr>
                <a:t>· </a:t>
              </a:r>
              <a:r>
                <a:rPr kumimoji="1" lang="en-US" altLang="zh-CN" sz="1600" b="1" i="1">
                  <a:solidFill>
                    <a:srgbClr val="000000"/>
                  </a:solidFill>
                  <a:latin typeface="Times New Roman" panose="02020603050405020304" pitchFamily="18" charset="0"/>
                </a:rPr>
                <a:t>F</a:t>
              </a:r>
            </a:p>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F→</a:t>
              </a:r>
              <a:r>
                <a:rPr lang="en-US" altLang="zh-CN" sz="1600" b="1" i="1">
                  <a:solidFill>
                    <a:srgbClr val="000000"/>
                  </a:solidFill>
                  <a:latin typeface="Times New Roman" panose="02020603050405020304" pitchFamily="18" charset="0"/>
                  <a:cs typeface="Times New Roman" panose="02020603050405020304" pitchFamily="18" charset="0"/>
                </a:rPr>
                <a:t> · </a:t>
              </a:r>
              <a:r>
                <a:rPr kumimoji="1" lang="en-US" altLang="zh-CN" sz="1600" b="1">
                  <a:solidFill>
                    <a:srgbClr val="000000"/>
                  </a:solidFill>
                  <a:latin typeface="Times New Roman" panose="02020603050405020304" pitchFamily="18" charset="0"/>
                </a:rPr>
                <a:t>(</a:t>
              </a:r>
              <a:r>
                <a:rPr kumimoji="1" lang="en-US" altLang="zh-CN" sz="1600" b="1" i="1">
                  <a:solidFill>
                    <a:srgbClr val="000000"/>
                  </a:solidFill>
                  <a:latin typeface="Times New Roman" panose="02020603050405020304" pitchFamily="18" charset="0"/>
                </a:rPr>
                <a:t>E</a:t>
              </a:r>
              <a:r>
                <a:rPr kumimoji="1" lang="en-US" altLang="zh-CN" sz="1600" b="1">
                  <a:solidFill>
                    <a:srgbClr val="000000"/>
                  </a:solidFill>
                  <a:latin typeface="Times New Roman" panose="02020603050405020304" pitchFamily="18" charset="0"/>
                </a:rPr>
                <a:t>)</a:t>
              </a:r>
            </a:p>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F→</a:t>
              </a:r>
              <a:r>
                <a:rPr lang="en-US" altLang="zh-CN" sz="1600" b="1" i="1">
                  <a:solidFill>
                    <a:srgbClr val="000000"/>
                  </a:solidFill>
                  <a:latin typeface="Times New Roman" panose="02020603050405020304" pitchFamily="18" charset="0"/>
                  <a:cs typeface="Times New Roman" panose="02020603050405020304" pitchFamily="18" charset="0"/>
                </a:rPr>
                <a:t> · </a:t>
              </a:r>
              <a:r>
                <a:rPr kumimoji="1" lang="en-US" altLang="zh-CN" sz="1600" b="1">
                  <a:solidFill>
                    <a:srgbClr val="000000"/>
                  </a:solidFill>
                  <a:latin typeface="Times New Roman" panose="02020603050405020304" pitchFamily="18" charset="0"/>
                </a:rPr>
                <a:t>id</a:t>
              </a:r>
            </a:p>
          </p:txBody>
        </p:sp>
        <p:sp>
          <p:nvSpPr>
            <p:cNvPr id="16436" name="Line 24"/>
            <p:cNvSpPr>
              <a:spLocks noChangeShapeType="1"/>
            </p:cNvSpPr>
            <p:nvPr/>
          </p:nvSpPr>
          <p:spPr bwMode="auto">
            <a:xfrm flipV="1">
              <a:off x="4968764" y="3858991"/>
              <a:ext cx="2280575" cy="1078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37" name="Text Box 25"/>
            <p:cNvSpPr txBox="1">
              <a:spLocks noChangeArrowheads="1"/>
            </p:cNvSpPr>
            <p:nvPr/>
          </p:nvSpPr>
          <p:spPr bwMode="auto">
            <a:xfrm>
              <a:off x="4921947" y="3508556"/>
              <a:ext cx="380962"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E</a:t>
              </a:r>
            </a:p>
          </p:txBody>
        </p:sp>
        <p:sp>
          <p:nvSpPr>
            <p:cNvPr id="96" name="Text Box 26"/>
            <p:cNvSpPr txBox="1">
              <a:spLocks noChangeArrowheads="1"/>
            </p:cNvSpPr>
            <p:nvPr/>
          </p:nvSpPr>
          <p:spPr bwMode="auto">
            <a:xfrm>
              <a:off x="7289800" y="3149600"/>
              <a:ext cx="1141413" cy="83185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buClr>
                  <a:srgbClr val="073E87"/>
                </a:buClr>
                <a:buSzPct val="75000"/>
                <a:buFont typeface="Monotype Sorts"/>
                <a:buNone/>
                <a:defRPr/>
              </a:pPr>
              <a:r>
                <a:rPr kumimoji="1" lang="en-US" altLang="zh-CN" sz="1600" b="1" i="1" dirty="0">
                  <a:solidFill>
                    <a:srgbClr val="000000"/>
                  </a:solidFill>
                  <a:latin typeface="Times New Roman" panose="02020603050405020304" pitchFamily="18" charset="0"/>
                </a:rPr>
                <a:t>I</a:t>
              </a:r>
              <a:r>
                <a:rPr kumimoji="1" lang="en-US" altLang="zh-CN" sz="1600" b="1" i="1" baseline="-25000" dirty="0">
                  <a:solidFill>
                    <a:srgbClr val="000000"/>
                  </a:solidFill>
                  <a:latin typeface="Times New Roman" panose="02020603050405020304" pitchFamily="18" charset="0"/>
                </a:rPr>
                <a:t>8</a:t>
              </a:r>
              <a:r>
                <a:rPr kumimoji="1" lang="en-US" altLang="zh-CN" sz="1600" b="1" dirty="0">
                  <a:solidFill>
                    <a:srgbClr val="000000"/>
                  </a:solidFill>
                  <a:latin typeface="Times New Roman" panose="02020603050405020304" pitchFamily="18" charset="0"/>
                </a:rPr>
                <a:t>:</a:t>
              </a:r>
            </a:p>
            <a:p>
              <a:pPr>
                <a:buClr>
                  <a:srgbClr val="073E87"/>
                </a:buClr>
                <a:buSzPct val="75000"/>
                <a:buFont typeface="Monotype Sorts"/>
                <a:buNone/>
                <a:defRPr/>
              </a:pPr>
              <a:r>
                <a:rPr kumimoji="1" lang="en-US" altLang="zh-CN" sz="1600" b="1" i="1" dirty="0">
                  <a:solidFill>
                    <a:srgbClr val="000000"/>
                  </a:solidFill>
                  <a:latin typeface="Times New Roman" panose="02020603050405020304" pitchFamily="18" charset="0"/>
                </a:rPr>
                <a:t>F→ </a:t>
              </a:r>
              <a:r>
                <a:rPr kumimoji="1" lang="en-US" altLang="zh-CN" sz="1600" b="1" dirty="0">
                  <a:solidFill>
                    <a:srgbClr val="000000"/>
                  </a:solidFill>
                  <a:latin typeface="Times New Roman" panose="02020603050405020304" pitchFamily="18" charset="0"/>
                </a:rPr>
                <a:t>(</a:t>
              </a:r>
              <a:r>
                <a:rPr kumimoji="1" lang="en-US" altLang="zh-CN" sz="1600" b="1" i="1" dirty="0">
                  <a:solidFill>
                    <a:srgbClr val="000000"/>
                  </a:solidFill>
                  <a:latin typeface="Times New Roman" panose="02020603050405020304" pitchFamily="18" charset="0"/>
                </a:rPr>
                <a:t>E</a:t>
              </a:r>
              <a:r>
                <a:rPr lang="en-US" altLang="zh-CN" sz="1600" b="1" i="1" dirty="0">
                  <a:solidFill>
                    <a:srgbClr val="000000"/>
                  </a:solidFill>
                  <a:latin typeface="Times New Roman" panose="02020603050405020304" pitchFamily="18" charset="0"/>
                  <a:cs typeface="Times New Roman" panose="02020603050405020304" pitchFamily="18" charset="0"/>
                </a:rPr>
                <a:t> · </a:t>
              </a:r>
              <a:r>
                <a:rPr kumimoji="1" lang="en-US" altLang="zh-CN" sz="1600" b="1" dirty="0">
                  <a:solidFill>
                    <a:srgbClr val="000000"/>
                  </a:solidFill>
                  <a:latin typeface="Times New Roman" panose="02020603050405020304" pitchFamily="18" charset="0"/>
                </a:rPr>
                <a:t>)</a:t>
              </a:r>
            </a:p>
            <a:p>
              <a:pPr>
                <a:buClr>
                  <a:srgbClr val="073E87"/>
                </a:buClr>
                <a:buSzPct val="75000"/>
                <a:buFont typeface="Monotype Sorts"/>
                <a:buNone/>
                <a:defRPr/>
              </a:pPr>
              <a:r>
                <a:rPr kumimoji="1" lang="en-US" altLang="zh-CN" sz="1600" b="1" i="1" dirty="0">
                  <a:solidFill>
                    <a:srgbClr val="000000"/>
                  </a:solidFill>
                  <a:latin typeface="Times New Roman" panose="02020603050405020304" pitchFamily="18" charset="0"/>
                </a:rPr>
                <a:t>E→E</a:t>
              </a:r>
              <a:r>
                <a:rPr lang="en-US" altLang="zh-CN" sz="1600" b="1" i="1" dirty="0">
                  <a:solidFill>
                    <a:srgbClr val="000000"/>
                  </a:solidFill>
                  <a:latin typeface="Times New Roman" panose="02020603050405020304" pitchFamily="18" charset="0"/>
                  <a:cs typeface="Times New Roman" panose="02020603050405020304" pitchFamily="18" charset="0"/>
                </a:rPr>
                <a:t> · </a:t>
              </a:r>
              <a:r>
                <a:rPr kumimoji="1" lang="en-US" altLang="zh-CN" sz="1600" b="1" i="1" dirty="0">
                  <a:solidFill>
                    <a:srgbClr val="000000"/>
                  </a:solidFill>
                  <a:latin typeface="Times New Roman" panose="02020603050405020304" pitchFamily="18" charset="0"/>
                </a:rPr>
                <a:t>+T</a:t>
              </a:r>
            </a:p>
          </p:txBody>
        </p:sp>
        <p:sp>
          <p:nvSpPr>
            <p:cNvPr id="16439" name="Text Box 28"/>
            <p:cNvSpPr txBox="1">
              <a:spLocks noChangeArrowheads="1"/>
            </p:cNvSpPr>
            <p:nvPr/>
          </p:nvSpPr>
          <p:spPr bwMode="auto">
            <a:xfrm>
              <a:off x="4874707" y="2749316"/>
              <a:ext cx="380962"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T</a:t>
              </a:r>
            </a:p>
          </p:txBody>
        </p:sp>
        <p:sp>
          <p:nvSpPr>
            <p:cNvPr id="16440" name="Freeform 29"/>
            <p:cNvSpPr>
              <a:spLocks noChangeArrowheads="1"/>
            </p:cNvSpPr>
            <p:nvPr/>
          </p:nvSpPr>
          <p:spPr bwMode="auto">
            <a:xfrm>
              <a:off x="3534877" y="2578831"/>
              <a:ext cx="344253" cy="571703"/>
            </a:xfrm>
            <a:custGeom>
              <a:avLst/>
              <a:gdLst>
                <a:gd name="T0" fmla="*/ 2147483646 w 112"/>
                <a:gd name="T1" fmla="*/ 2147483646 h 480"/>
                <a:gd name="T2" fmla="*/ 2147483646 w 112"/>
                <a:gd name="T3" fmla="*/ 2147483646 h 480"/>
                <a:gd name="T4" fmla="*/ 2147483646 w 112"/>
                <a:gd name="T5" fmla="*/ 2147483646 h 480"/>
                <a:gd name="T6" fmla="*/ 2147483646 w 112"/>
                <a:gd name="T7" fmla="*/ 0 h 480"/>
                <a:gd name="T8" fmla="*/ 0 60000 65536"/>
                <a:gd name="T9" fmla="*/ 0 60000 65536"/>
                <a:gd name="T10" fmla="*/ 0 60000 65536"/>
                <a:gd name="T11" fmla="*/ 0 60000 65536"/>
                <a:gd name="T12" fmla="*/ 0 w 112"/>
                <a:gd name="T13" fmla="*/ 0 h 480"/>
                <a:gd name="T14" fmla="*/ 112 w 112"/>
                <a:gd name="T15" fmla="*/ 480 h 480"/>
              </a:gdLst>
              <a:ahLst/>
              <a:cxnLst>
                <a:cxn ang="T8">
                  <a:pos x="T0" y="T1"/>
                </a:cxn>
                <a:cxn ang="T9">
                  <a:pos x="T2" y="T3"/>
                </a:cxn>
                <a:cxn ang="T10">
                  <a:pos x="T4" y="T5"/>
                </a:cxn>
                <a:cxn ang="T11">
                  <a:pos x="T6" y="T7"/>
                </a:cxn>
              </a:cxnLst>
              <a:rect l="T12" t="T13" r="T14" b="T15"/>
              <a:pathLst>
                <a:path w="112" h="480">
                  <a:moveTo>
                    <a:pt x="112" y="480"/>
                  </a:moveTo>
                  <a:cubicBezTo>
                    <a:pt x="72" y="436"/>
                    <a:pt x="32" y="392"/>
                    <a:pt x="16" y="336"/>
                  </a:cubicBezTo>
                  <a:cubicBezTo>
                    <a:pt x="0" y="280"/>
                    <a:pt x="0" y="200"/>
                    <a:pt x="16" y="144"/>
                  </a:cubicBezTo>
                  <a:cubicBezTo>
                    <a:pt x="32" y="88"/>
                    <a:pt x="72" y="44"/>
                    <a:pt x="112" y="0"/>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441" name="Text Box 30"/>
            <p:cNvSpPr txBox="1">
              <a:spLocks noChangeArrowheads="1"/>
            </p:cNvSpPr>
            <p:nvPr/>
          </p:nvSpPr>
          <p:spPr bwMode="auto">
            <a:xfrm>
              <a:off x="3350237" y="2072561"/>
              <a:ext cx="304769"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F</a:t>
              </a:r>
            </a:p>
          </p:txBody>
        </p:sp>
        <p:sp>
          <p:nvSpPr>
            <p:cNvPr id="16442" name="Freeform 31"/>
            <p:cNvSpPr>
              <a:spLocks noChangeArrowheads="1"/>
            </p:cNvSpPr>
            <p:nvPr/>
          </p:nvSpPr>
          <p:spPr bwMode="auto">
            <a:xfrm>
              <a:off x="3574360" y="4103560"/>
              <a:ext cx="330167" cy="571703"/>
            </a:xfrm>
            <a:custGeom>
              <a:avLst/>
              <a:gdLst>
                <a:gd name="T0" fmla="*/ 2147483646 w 208"/>
                <a:gd name="T1" fmla="*/ 2147483646 h 480"/>
                <a:gd name="T2" fmla="*/ 0 w 208"/>
                <a:gd name="T3" fmla="*/ 2147483646 h 480"/>
                <a:gd name="T4" fmla="*/ 2147483646 w 208"/>
                <a:gd name="T5" fmla="*/ 0 h 480"/>
                <a:gd name="T6" fmla="*/ 0 60000 65536"/>
                <a:gd name="T7" fmla="*/ 0 60000 65536"/>
                <a:gd name="T8" fmla="*/ 0 60000 65536"/>
                <a:gd name="T9" fmla="*/ 0 w 208"/>
                <a:gd name="T10" fmla="*/ 0 h 480"/>
                <a:gd name="T11" fmla="*/ 208 w 208"/>
                <a:gd name="T12" fmla="*/ 480 h 480"/>
              </a:gdLst>
              <a:ahLst/>
              <a:cxnLst>
                <a:cxn ang="T6">
                  <a:pos x="T0" y="T1"/>
                </a:cxn>
                <a:cxn ang="T7">
                  <a:pos x="T2" y="T3"/>
                </a:cxn>
                <a:cxn ang="T8">
                  <a:pos x="T4" y="T5"/>
                </a:cxn>
              </a:cxnLst>
              <a:rect l="T9" t="T10" r="T11" b="T12"/>
              <a:pathLst>
                <a:path w="208" h="480">
                  <a:moveTo>
                    <a:pt x="192" y="480"/>
                  </a:moveTo>
                  <a:cubicBezTo>
                    <a:pt x="96" y="400"/>
                    <a:pt x="0" y="320"/>
                    <a:pt x="0" y="240"/>
                  </a:cubicBezTo>
                  <a:cubicBezTo>
                    <a:pt x="0" y="160"/>
                    <a:pt x="208" y="40"/>
                    <a:pt x="192" y="0"/>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443" name="Text Box 32"/>
            <p:cNvSpPr txBox="1">
              <a:spLocks noChangeArrowheads="1"/>
            </p:cNvSpPr>
            <p:nvPr/>
          </p:nvSpPr>
          <p:spPr bwMode="auto">
            <a:xfrm>
              <a:off x="3621226" y="4203021"/>
              <a:ext cx="304769"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16444" name="Line 33"/>
            <p:cNvSpPr>
              <a:spLocks noChangeShapeType="1"/>
            </p:cNvSpPr>
            <p:nvPr/>
          </p:nvSpPr>
          <p:spPr bwMode="auto">
            <a:xfrm flipH="1">
              <a:off x="3124102" y="3882967"/>
              <a:ext cx="755029"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45" name="Text Box 34"/>
            <p:cNvSpPr txBox="1">
              <a:spLocks noChangeArrowheads="1"/>
            </p:cNvSpPr>
            <p:nvPr/>
          </p:nvSpPr>
          <p:spPr bwMode="auto">
            <a:xfrm>
              <a:off x="3500461" y="3500458"/>
              <a:ext cx="457154"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id</a:t>
              </a:r>
            </a:p>
          </p:txBody>
        </p:sp>
        <p:sp>
          <p:nvSpPr>
            <p:cNvPr id="16446" name="Text Box 36"/>
            <p:cNvSpPr txBox="1">
              <a:spLocks noChangeArrowheads="1"/>
            </p:cNvSpPr>
            <p:nvPr/>
          </p:nvSpPr>
          <p:spPr bwMode="auto">
            <a:xfrm>
              <a:off x="6942472" y="1296638"/>
              <a:ext cx="457154"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T</a:t>
              </a:r>
            </a:p>
          </p:txBody>
        </p:sp>
        <p:sp>
          <p:nvSpPr>
            <p:cNvPr id="105" name="Text Box 37"/>
            <p:cNvSpPr txBox="1">
              <a:spLocks noChangeArrowheads="1"/>
            </p:cNvSpPr>
            <p:nvPr/>
          </p:nvSpPr>
          <p:spPr bwMode="auto">
            <a:xfrm>
              <a:off x="7273925" y="1333500"/>
              <a:ext cx="1019175" cy="83185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buClr>
                  <a:srgbClr val="073E87"/>
                </a:buClr>
                <a:buSzPct val="75000"/>
                <a:buFont typeface="Monotype Sorts"/>
                <a:buNone/>
                <a:defRPr/>
              </a:pPr>
              <a:r>
                <a:rPr kumimoji="1" lang="en-US" altLang="zh-CN" sz="1600" b="1" i="1" dirty="0">
                  <a:solidFill>
                    <a:srgbClr val="000000"/>
                  </a:solidFill>
                  <a:latin typeface="Times New Roman" panose="02020603050405020304" pitchFamily="18" charset="0"/>
                </a:rPr>
                <a:t>I</a:t>
              </a:r>
              <a:r>
                <a:rPr kumimoji="1" lang="en-US" altLang="zh-CN" sz="1600" b="1" i="1" baseline="-25000" dirty="0">
                  <a:solidFill>
                    <a:srgbClr val="000000"/>
                  </a:solidFill>
                  <a:latin typeface="Times New Roman" panose="02020603050405020304" pitchFamily="18" charset="0"/>
                </a:rPr>
                <a:t>9</a:t>
              </a:r>
              <a:r>
                <a:rPr kumimoji="1" lang="en-US" altLang="zh-CN" sz="1600" b="1" dirty="0">
                  <a:solidFill>
                    <a:srgbClr val="000000"/>
                  </a:solidFill>
                  <a:latin typeface="Times New Roman" panose="02020603050405020304" pitchFamily="18" charset="0"/>
                </a:rPr>
                <a:t>:</a:t>
              </a:r>
            </a:p>
            <a:p>
              <a:pPr>
                <a:buClr>
                  <a:srgbClr val="073E87"/>
                </a:buClr>
                <a:buSzPct val="75000"/>
                <a:buFont typeface="Monotype Sorts"/>
                <a:buNone/>
                <a:defRPr/>
              </a:pPr>
              <a:r>
                <a:rPr kumimoji="1" lang="en-US" altLang="zh-CN" sz="1600" b="1" i="1" dirty="0">
                  <a:solidFill>
                    <a:srgbClr val="FF0000"/>
                  </a:solidFill>
                  <a:latin typeface="Times New Roman" panose="02020603050405020304" pitchFamily="18" charset="0"/>
                </a:rPr>
                <a:t>E→E+T</a:t>
              </a:r>
              <a:r>
                <a:rPr lang="en-US" altLang="zh-CN" sz="1600" b="1" i="1" dirty="0">
                  <a:solidFill>
                    <a:srgbClr val="000000"/>
                  </a:solidFill>
                  <a:latin typeface="Times New Roman" panose="02020603050405020304" pitchFamily="18" charset="0"/>
                  <a:cs typeface="Times New Roman" panose="02020603050405020304" pitchFamily="18" charset="0"/>
                </a:rPr>
                <a:t> </a:t>
              </a:r>
              <a:r>
                <a:rPr lang="en-US" altLang="zh-CN" sz="1600" b="1" i="1" dirty="0">
                  <a:solidFill>
                    <a:srgbClr val="FF0000"/>
                  </a:solidFill>
                  <a:latin typeface="Times New Roman" panose="02020603050405020304" pitchFamily="18" charset="0"/>
                  <a:cs typeface="Times New Roman" panose="02020603050405020304" pitchFamily="18" charset="0"/>
                </a:rPr>
                <a:t>·</a:t>
              </a:r>
              <a:r>
                <a:rPr lang="en-US" altLang="zh-CN" sz="1600" b="1" i="1" dirty="0">
                  <a:solidFill>
                    <a:srgbClr val="000000"/>
                  </a:solidFill>
                  <a:latin typeface="Times New Roman" panose="02020603050405020304" pitchFamily="18" charset="0"/>
                  <a:cs typeface="Times New Roman" panose="02020603050405020304" pitchFamily="18" charset="0"/>
                </a:rPr>
                <a:t> </a:t>
              </a:r>
              <a:endParaRPr kumimoji="1" lang="en-US" altLang="zh-CN" sz="1600" b="1" i="1" dirty="0">
                <a:solidFill>
                  <a:srgbClr val="FF0000"/>
                </a:solidFill>
                <a:latin typeface="Times New Roman" panose="02020603050405020304" pitchFamily="18" charset="0"/>
              </a:endParaRPr>
            </a:p>
            <a:p>
              <a:pPr>
                <a:buClr>
                  <a:srgbClr val="073E87"/>
                </a:buClr>
                <a:buSzPct val="75000"/>
                <a:buFont typeface="Monotype Sorts"/>
                <a:buNone/>
                <a:defRPr/>
              </a:pPr>
              <a:r>
                <a:rPr kumimoji="1" lang="en-US" altLang="zh-CN" sz="1600" b="1" i="1" dirty="0">
                  <a:solidFill>
                    <a:srgbClr val="FF0000"/>
                  </a:solidFill>
                  <a:latin typeface="Times New Roman" panose="02020603050405020304" pitchFamily="18" charset="0"/>
                </a:rPr>
                <a:t>T→T</a:t>
              </a:r>
              <a:r>
                <a:rPr lang="en-US" altLang="zh-CN" sz="1600" b="1" i="1" dirty="0">
                  <a:solidFill>
                    <a:srgbClr val="FF0000"/>
                  </a:solidFill>
                  <a:latin typeface="Times New Roman" panose="02020603050405020304" pitchFamily="18" charset="0"/>
                  <a:cs typeface="Times New Roman" panose="02020603050405020304" pitchFamily="18" charset="0"/>
                </a:rPr>
                <a:t> ·</a:t>
              </a:r>
              <a:r>
                <a:rPr kumimoji="1" lang="en-US" altLang="zh-CN" sz="1600" b="1" dirty="0">
                  <a:solidFill>
                    <a:srgbClr val="FF0000"/>
                  </a:solidFill>
                  <a:latin typeface="Times New Roman" panose="02020603050405020304" pitchFamily="18" charset="0"/>
                </a:rPr>
                <a:t>*</a:t>
              </a:r>
              <a:r>
                <a:rPr kumimoji="1" lang="en-US" altLang="zh-CN" sz="1600" b="1" i="1" dirty="0">
                  <a:solidFill>
                    <a:srgbClr val="FF0000"/>
                  </a:solidFill>
                  <a:latin typeface="Times New Roman" panose="02020603050405020304" pitchFamily="18" charset="0"/>
                </a:rPr>
                <a:t>F</a:t>
              </a:r>
            </a:p>
          </p:txBody>
        </p:sp>
        <p:sp>
          <p:nvSpPr>
            <p:cNvPr id="16448" name="Freeform 38"/>
            <p:cNvSpPr>
              <a:spLocks noChangeArrowheads="1"/>
            </p:cNvSpPr>
            <p:nvPr/>
          </p:nvSpPr>
          <p:spPr bwMode="auto">
            <a:xfrm>
              <a:off x="4921947" y="1143633"/>
              <a:ext cx="838116" cy="1543598"/>
            </a:xfrm>
            <a:custGeom>
              <a:avLst/>
              <a:gdLst>
                <a:gd name="T0" fmla="*/ 2147483646 w 528"/>
                <a:gd name="T1" fmla="*/ 0 h 1296"/>
                <a:gd name="T2" fmla="*/ 2147483646 w 528"/>
                <a:gd name="T3" fmla="*/ 2147483646 h 1296"/>
                <a:gd name="T4" fmla="*/ 2147483646 w 528"/>
                <a:gd name="T5" fmla="*/ 2147483646 h 1296"/>
                <a:gd name="T6" fmla="*/ 0 w 528"/>
                <a:gd name="T7" fmla="*/ 2147483646 h 1296"/>
                <a:gd name="T8" fmla="*/ 0 60000 65536"/>
                <a:gd name="T9" fmla="*/ 0 60000 65536"/>
                <a:gd name="T10" fmla="*/ 0 60000 65536"/>
                <a:gd name="T11" fmla="*/ 0 60000 65536"/>
                <a:gd name="T12" fmla="*/ 0 w 528"/>
                <a:gd name="T13" fmla="*/ 0 h 1296"/>
                <a:gd name="T14" fmla="*/ 528 w 528"/>
                <a:gd name="T15" fmla="*/ 1296 h 1296"/>
              </a:gdLst>
              <a:ahLst/>
              <a:cxnLst>
                <a:cxn ang="T8">
                  <a:pos x="T0" y="T1"/>
                </a:cxn>
                <a:cxn ang="T9">
                  <a:pos x="T2" y="T3"/>
                </a:cxn>
                <a:cxn ang="T10">
                  <a:pos x="T4" y="T5"/>
                </a:cxn>
                <a:cxn ang="T11">
                  <a:pos x="T6" y="T7"/>
                </a:cxn>
              </a:cxnLst>
              <a:rect l="T12" t="T13" r="T14" b="T15"/>
              <a:pathLst>
                <a:path w="528" h="1296">
                  <a:moveTo>
                    <a:pt x="528" y="0"/>
                  </a:moveTo>
                  <a:cubicBezTo>
                    <a:pt x="464" y="36"/>
                    <a:pt x="400" y="72"/>
                    <a:pt x="336" y="240"/>
                  </a:cubicBezTo>
                  <a:cubicBezTo>
                    <a:pt x="272" y="408"/>
                    <a:pt x="200" y="832"/>
                    <a:pt x="144" y="1008"/>
                  </a:cubicBezTo>
                  <a:cubicBezTo>
                    <a:pt x="88" y="1184"/>
                    <a:pt x="44" y="1240"/>
                    <a:pt x="0" y="1296"/>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449" name="Text Box 39"/>
            <p:cNvSpPr txBox="1">
              <a:spLocks noChangeArrowheads="1"/>
            </p:cNvSpPr>
            <p:nvPr/>
          </p:nvSpPr>
          <p:spPr bwMode="auto">
            <a:xfrm>
              <a:off x="5485604" y="1183749"/>
              <a:ext cx="457154"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F</a:t>
              </a:r>
            </a:p>
          </p:txBody>
        </p:sp>
        <p:sp>
          <p:nvSpPr>
            <p:cNvPr id="16450" name="Freeform 40"/>
            <p:cNvSpPr>
              <a:spLocks noChangeArrowheads="1"/>
            </p:cNvSpPr>
            <p:nvPr/>
          </p:nvSpPr>
          <p:spPr bwMode="auto">
            <a:xfrm>
              <a:off x="4966466" y="1643822"/>
              <a:ext cx="793597" cy="1857854"/>
            </a:xfrm>
            <a:custGeom>
              <a:avLst/>
              <a:gdLst>
                <a:gd name="T0" fmla="*/ 2147483646 w 528"/>
                <a:gd name="T1" fmla="*/ 0 h 1488"/>
                <a:gd name="T2" fmla="*/ 2147483646 w 528"/>
                <a:gd name="T3" fmla="*/ 2147483646 h 1488"/>
                <a:gd name="T4" fmla="*/ 2147483646 w 528"/>
                <a:gd name="T5" fmla="*/ 2147483646 h 1488"/>
                <a:gd name="T6" fmla="*/ 0 w 528"/>
                <a:gd name="T7" fmla="*/ 2147483646 h 1488"/>
                <a:gd name="T8" fmla="*/ 0 60000 65536"/>
                <a:gd name="T9" fmla="*/ 0 60000 65536"/>
                <a:gd name="T10" fmla="*/ 0 60000 65536"/>
                <a:gd name="T11" fmla="*/ 0 60000 65536"/>
                <a:gd name="T12" fmla="*/ 0 w 528"/>
                <a:gd name="T13" fmla="*/ 0 h 1488"/>
                <a:gd name="T14" fmla="*/ 528 w 528"/>
                <a:gd name="T15" fmla="*/ 1488 h 1488"/>
              </a:gdLst>
              <a:ahLst/>
              <a:cxnLst>
                <a:cxn ang="T8">
                  <a:pos x="T0" y="T1"/>
                </a:cxn>
                <a:cxn ang="T9">
                  <a:pos x="T2" y="T3"/>
                </a:cxn>
                <a:cxn ang="T10">
                  <a:pos x="T4" y="T5"/>
                </a:cxn>
                <a:cxn ang="T11">
                  <a:pos x="T6" y="T7"/>
                </a:cxn>
              </a:cxnLst>
              <a:rect l="T12" t="T13" r="T14" b="T15"/>
              <a:pathLst>
                <a:path w="528" h="1488">
                  <a:moveTo>
                    <a:pt x="528" y="0"/>
                  </a:moveTo>
                  <a:cubicBezTo>
                    <a:pt x="504" y="48"/>
                    <a:pt x="480" y="96"/>
                    <a:pt x="432" y="288"/>
                  </a:cubicBezTo>
                  <a:cubicBezTo>
                    <a:pt x="384" y="480"/>
                    <a:pt x="312" y="952"/>
                    <a:pt x="240" y="1152"/>
                  </a:cubicBezTo>
                  <a:cubicBezTo>
                    <a:pt x="168" y="1352"/>
                    <a:pt x="84" y="1420"/>
                    <a:pt x="0" y="1488"/>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451" name="Text Box 41"/>
            <p:cNvSpPr txBox="1">
              <a:spLocks noChangeArrowheads="1"/>
            </p:cNvSpPr>
            <p:nvPr/>
          </p:nvSpPr>
          <p:spPr bwMode="auto">
            <a:xfrm>
              <a:off x="5539044" y="1879441"/>
              <a:ext cx="380962"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16452" name="Text Box 42"/>
            <p:cNvSpPr txBox="1">
              <a:spLocks noChangeArrowheads="1"/>
            </p:cNvSpPr>
            <p:nvPr/>
          </p:nvSpPr>
          <p:spPr bwMode="auto">
            <a:xfrm>
              <a:off x="6358461" y="3428617"/>
              <a:ext cx="457154"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id</a:t>
              </a:r>
            </a:p>
          </p:txBody>
        </p:sp>
        <p:sp>
          <p:nvSpPr>
            <p:cNvPr id="16453" name="Text Box 44"/>
            <p:cNvSpPr txBox="1">
              <a:spLocks noChangeArrowheads="1"/>
            </p:cNvSpPr>
            <p:nvPr/>
          </p:nvSpPr>
          <p:spPr bwMode="auto">
            <a:xfrm>
              <a:off x="6857345" y="2347649"/>
              <a:ext cx="380962"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F</a:t>
              </a:r>
            </a:p>
          </p:txBody>
        </p:sp>
        <p:sp>
          <p:nvSpPr>
            <p:cNvPr id="112" name="Text Box 45"/>
            <p:cNvSpPr txBox="1">
              <a:spLocks noChangeArrowheads="1"/>
            </p:cNvSpPr>
            <p:nvPr/>
          </p:nvSpPr>
          <p:spPr bwMode="auto">
            <a:xfrm>
              <a:off x="7273925" y="2274888"/>
              <a:ext cx="1019175" cy="58420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I</a:t>
              </a:r>
              <a:r>
                <a:rPr kumimoji="1" lang="en-US" altLang="zh-CN" sz="1600" b="1" i="1" baseline="-25000">
                  <a:solidFill>
                    <a:srgbClr val="000000"/>
                  </a:solidFill>
                  <a:latin typeface="Times New Roman" panose="02020603050405020304" pitchFamily="18" charset="0"/>
                </a:rPr>
                <a:t>10</a:t>
              </a:r>
              <a:r>
                <a:rPr kumimoji="1" lang="en-US" altLang="zh-CN" sz="1600" b="1">
                  <a:solidFill>
                    <a:srgbClr val="000000"/>
                  </a:solidFill>
                  <a:latin typeface="Times New Roman" panose="02020603050405020304" pitchFamily="18" charset="0"/>
                </a:rPr>
                <a:t>:</a:t>
              </a:r>
            </a:p>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T→T*F</a:t>
              </a:r>
              <a:r>
                <a:rPr lang="en-US" altLang="zh-CN" sz="1600" b="1" i="1">
                  <a:solidFill>
                    <a:srgbClr val="000000"/>
                  </a:solidFill>
                  <a:latin typeface="Times New Roman" panose="02020603050405020304" pitchFamily="18" charset="0"/>
                  <a:cs typeface="Times New Roman" panose="02020603050405020304" pitchFamily="18" charset="0"/>
                </a:rPr>
                <a:t> · </a:t>
              </a:r>
              <a:endParaRPr kumimoji="1" lang="en-US" altLang="zh-CN" sz="1600" b="1" i="1">
                <a:solidFill>
                  <a:srgbClr val="000000"/>
                </a:solidFill>
                <a:latin typeface="Times New Roman" panose="02020603050405020304" pitchFamily="18" charset="0"/>
              </a:endParaRPr>
            </a:p>
          </p:txBody>
        </p:sp>
        <p:sp>
          <p:nvSpPr>
            <p:cNvPr id="16455" name="Text Box 46"/>
            <p:cNvSpPr txBox="1">
              <a:spLocks noChangeArrowheads="1"/>
            </p:cNvSpPr>
            <p:nvPr/>
          </p:nvSpPr>
          <p:spPr bwMode="auto">
            <a:xfrm>
              <a:off x="5930092" y="3402956"/>
              <a:ext cx="457154"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16456" name="Text Box 47"/>
            <p:cNvSpPr txBox="1">
              <a:spLocks noChangeArrowheads="1"/>
            </p:cNvSpPr>
            <p:nvPr/>
          </p:nvSpPr>
          <p:spPr bwMode="auto">
            <a:xfrm>
              <a:off x="7682689" y="3888277"/>
              <a:ext cx="380962" cy="36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1800" b="1">
                  <a:solidFill>
                    <a:srgbClr val="000000"/>
                  </a:solidFill>
                  <a:latin typeface="Times New Roman" panose="02020603050405020304" pitchFamily="18" charset="0"/>
                </a:rPr>
                <a:t>)</a:t>
              </a:r>
            </a:p>
          </p:txBody>
        </p:sp>
        <p:sp>
          <p:nvSpPr>
            <p:cNvPr id="115" name="Text Box 48"/>
            <p:cNvSpPr txBox="1">
              <a:spLocks noChangeArrowheads="1"/>
            </p:cNvSpPr>
            <p:nvPr/>
          </p:nvSpPr>
          <p:spPr bwMode="auto">
            <a:xfrm>
              <a:off x="7281863" y="4230688"/>
              <a:ext cx="1000125" cy="58420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I</a:t>
              </a:r>
              <a:r>
                <a:rPr kumimoji="1" lang="en-US" altLang="zh-CN" sz="1600" b="1" i="1" baseline="-25000">
                  <a:solidFill>
                    <a:srgbClr val="000000"/>
                  </a:solidFill>
                  <a:latin typeface="Times New Roman" panose="02020603050405020304" pitchFamily="18" charset="0"/>
                </a:rPr>
                <a:t>11</a:t>
              </a:r>
              <a:r>
                <a:rPr kumimoji="1" lang="en-US" altLang="zh-CN" sz="1600" b="1">
                  <a:solidFill>
                    <a:srgbClr val="000000"/>
                  </a:solidFill>
                  <a:latin typeface="Times New Roman" panose="02020603050405020304" pitchFamily="18" charset="0"/>
                </a:rPr>
                <a:t>:</a:t>
              </a:r>
            </a:p>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F→</a:t>
              </a:r>
              <a:r>
                <a:rPr kumimoji="1" lang="en-US" altLang="zh-CN" sz="1600" b="1">
                  <a:solidFill>
                    <a:srgbClr val="000000"/>
                  </a:solidFill>
                  <a:latin typeface="Times New Roman" panose="02020603050405020304" pitchFamily="18" charset="0"/>
                </a:rPr>
                <a:t>(</a:t>
              </a:r>
              <a:r>
                <a:rPr kumimoji="1" lang="en-US" altLang="zh-CN" sz="1600" b="1" i="1">
                  <a:solidFill>
                    <a:srgbClr val="000000"/>
                  </a:solidFill>
                  <a:latin typeface="Times New Roman" panose="02020603050405020304" pitchFamily="18" charset="0"/>
                </a:rPr>
                <a:t>E</a:t>
              </a:r>
              <a:r>
                <a:rPr kumimoji="1" lang="en-US" altLang="zh-CN" sz="1600" b="1">
                  <a:solidFill>
                    <a:srgbClr val="000000"/>
                  </a:solidFill>
                  <a:latin typeface="Times New Roman" panose="02020603050405020304" pitchFamily="18" charset="0"/>
                </a:rPr>
                <a:t>)</a:t>
              </a:r>
              <a:r>
                <a:rPr lang="en-US" altLang="zh-CN" sz="1600" b="1" i="1">
                  <a:solidFill>
                    <a:srgbClr val="000000"/>
                  </a:solidFill>
                  <a:latin typeface="Times New Roman" panose="02020603050405020304" pitchFamily="18" charset="0"/>
                  <a:cs typeface="Times New Roman" panose="02020603050405020304" pitchFamily="18" charset="0"/>
                </a:rPr>
                <a:t> · </a:t>
              </a:r>
              <a:endParaRPr kumimoji="1" lang="en-US" altLang="zh-CN" sz="1600" b="1" i="1">
                <a:solidFill>
                  <a:srgbClr val="000000"/>
                </a:solidFill>
                <a:latin typeface="Times New Roman" panose="02020603050405020304" pitchFamily="18" charset="0"/>
              </a:endParaRPr>
            </a:p>
          </p:txBody>
        </p:sp>
        <p:sp>
          <p:nvSpPr>
            <p:cNvPr id="16458" name="Text Box 49"/>
            <p:cNvSpPr txBox="1">
              <a:spLocks noChangeArrowheads="1"/>
            </p:cNvSpPr>
            <p:nvPr/>
          </p:nvSpPr>
          <p:spPr bwMode="auto">
            <a:xfrm>
              <a:off x="8402676" y="3221535"/>
              <a:ext cx="380962" cy="461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b="1">
                  <a:solidFill>
                    <a:srgbClr val="000000"/>
                  </a:solidFill>
                  <a:latin typeface="Times New Roman" panose="02020603050405020304" pitchFamily="18" charset="0"/>
                </a:rPr>
                <a:t>+</a:t>
              </a:r>
            </a:p>
          </p:txBody>
        </p:sp>
        <p:sp>
          <p:nvSpPr>
            <p:cNvPr id="16459" name="Line 50"/>
            <p:cNvSpPr>
              <a:spLocks noChangeShapeType="1"/>
            </p:cNvSpPr>
            <p:nvPr/>
          </p:nvSpPr>
          <p:spPr bwMode="auto">
            <a:xfrm flipH="1">
              <a:off x="6833483" y="1929667"/>
              <a:ext cx="439826" cy="625272"/>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60" name="Text Box 51"/>
            <p:cNvSpPr txBox="1">
              <a:spLocks noChangeArrowheads="1"/>
            </p:cNvSpPr>
            <p:nvPr/>
          </p:nvSpPr>
          <p:spPr bwMode="auto">
            <a:xfrm>
              <a:off x="7009729" y="1702502"/>
              <a:ext cx="457154" cy="461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b="1">
                  <a:solidFill>
                    <a:srgbClr val="000000"/>
                  </a:solidFill>
                  <a:latin typeface="Times New Roman" panose="02020603050405020304" pitchFamily="18" charset="0"/>
                </a:rPr>
                <a:t>*</a:t>
              </a:r>
            </a:p>
          </p:txBody>
        </p:sp>
        <p:sp>
          <p:nvSpPr>
            <p:cNvPr id="16461" name="Freeform 52"/>
            <p:cNvSpPr>
              <a:spLocks noChangeArrowheads="1"/>
            </p:cNvSpPr>
            <p:nvPr/>
          </p:nvSpPr>
          <p:spPr bwMode="auto">
            <a:xfrm>
              <a:off x="6969956" y="1096057"/>
              <a:ext cx="1758944" cy="2286589"/>
            </a:xfrm>
            <a:custGeom>
              <a:avLst/>
              <a:gdLst>
                <a:gd name="T0" fmla="*/ 2147483646 w 1712"/>
                <a:gd name="T1" fmla="*/ 2147483646 h 2352"/>
                <a:gd name="T2" fmla="*/ 2147483646 w 1712"/>
                <a:gd name="T3" fmla="*/ 2147483646 h 2352"/>
                <a:gd name="T4" fmla="*/ 2147483646 w 1712"/>
                <a:gd name="T5" fmla="*/ 2147483646 h 2352"/>
                <a:gd name="T6" fmla="*/ 2147483646 w 1712"/>
                <a:gd name="T7" fmla="*/ 2147483646 h 2352"/>
                <a:gd name="T8" fmla="*/ 2147483646 w 1712"/>
                <a:gd name="T9" fmla="*/ 2147483646 h 2352"/>
                <a:gd name="T10" fmla="*/ 0 w 1712"/>
                <a:gd name="T11" fmla="*/ 0 h 2352"/>
                <a:gd name="T12" fmla="*/ 0 60000 65536"/>
                <a:gd name="T13" fmla="*/ 0 60000 65536"/>
                <a:gd name="T14" fmla="*/ 0 60000 65536"/>
                <a:gd name="T15" fmla="*/ 0 60000 65536"/>
                <a:gd name="T16" fmla="*/ 0 60000 65536"/>
                <a:gd name="T17" fmla="*/ 0 60000 65536"/>
                <a:gd name="T18" fmla="*/ 0 w 1712"/>
                <a:gd name="T19" fmla="*/ 0 h 2352"/>
                <a:gd name="T20" fmla="*/ 1712 w 1712"/>
                <a:gd name="T21" fmla="*/ 2352 h 2352"/>
              </a:gdLst>
              <a:ahLst/>
              <a:cxnLst>
                <a:cxn ang="T12">
                  <a:pos x="T0" y="T1"/>
                </a:cxn>
                <a:cxn ang="T13">
                  <a:pos x="T2" y="T3"/>
                </a:cxn>
                <a:cxn ang="T14">
                  <a:pos x="T4" y="T5"/>
                </a:cxn>
                <a:cxn ang="T15">
                  <a:pos x="T6" y="T7"/>
                </a:cxn>
                <a:cxn ang="T16">
                  <a:pos x="T8" y="T9"/>
                </a:cxn>
                <a:cxn ang="T17">
                  <a:pos x="T10" y="T11"/>
                </a:cxn>
              </a:cxnLst>
              <a:rect l="T18" t="T19" r="T20" b="T21"/>
              <a:pathLst>
                <a:path w="1712" h="2352">
                  <a:moveTo>
                    <a:pt x="1440" y="2352"/>
                  </a:moveTo>
                  <a:cubicBezTo>
                    <a:pt x="1516" y="2060"/>
                    <a:pt x="1592" y="1768"/>
                    <a:pt x="1632" y="1488"/>
                  </a:cubicBezTo>
                  <a:cubicBezTo>
                    <a:pt x="1672" y="1208"/>
                    <a:pt x="1712" y="888"/>
                    <a:pt x="1680" y="672"/>
                  </a:cubicBezTo>
                  <a:cubicBezTo>
                    <a:pt x="1648" y="456"/>
                    <a:pt x="1536" y="296"/>
                    <a:pt x="1440" y="192"/>
                  </a:cubicBezTo>
                  <a:cubicBezTo>
                    <a:pt x="1344" y="88"/>
                    <a:pt x="1344" y="80"/>
                    <a:pt x="1104" y="48"/>
                  </a:cubicBezTo>
                  <a:cubicBezTo>
                    <a:pt x="864" y="16"/>
                    <a:pt x="152" y="0"/>
                    <a:pt x="0" y="0"/>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462" name="Freeform 54"/>
            <p:cNvSpPr>
              <a:spLocks noChangeArrowheads="1"/>
            </p:cNvSpPr>
            <p:nvPr/>
          </p:nvSpPr>
          <p:spPr bwMode="auto">
            <a:xfrm>
              <a:off x="4985874" y="3475793"/>
              <a:ext cx="971377" cy="845200"/>
            </a:xfrm>
            <a:custGeom>
              <a:avLst/>
              <a:gdLst>
                <a:gd name="T0" fmla="*/ 2147483646 w 640"/>
                <a:gd name="T1" fmla="*/ 0 h 1104"/>
                <a:gd name="T2" fmla="*/ 2147483646 w 640"/>
                <a:gd name="T3" fmla="*/ 2147483646 h 1104"/>
                <a:gd name="T4" fmla="*/ 2147483646 w 640"/>
                <a:gd name="T5" fmla="*/ 2147483646 h 1104"/>
                <a:gd name="T6" fmla="*/ 0 w 640"/>
                <a:gd name="T7" fmla="*/ 2147483646 h 1104"/>
                <a:gd name="T8" fmla="*/ 0 60000 65536"/>
                <a:gd name="T9" fmla="*/ 0 60000 65536"/>
                <a:gd name="T10" fmla="*/ 0 60000 65536"/>
                <a:gd name="T11" fmla="*/ 0 60000 65536"/>
                <a:gd name="T12" fmla="*/ 0 w 640"/>
                <a:gd name="T13" fmla="*/ 0 h 1104"/>
                <a:gd name="T14" fmla="*/ 640 w 640"/>
                <a:gd name="T15" fmla="*/ 1104 h 1104"/>
              </a:gdLst>
              <a:ahLst/>
              <a:cxnLst>
                <a:cxn ang="T8">
                  <a:pos x="T0" y="T1"/>
                </a:cxn>
                <a:cxn ang="T9">
                  <a:pos x="T2" y="T3"/>
                </a:cxn>
                <a:cxn ang="T10">
                  <a:pos x="T4" y="T5"/>
                </a:cxn>
                <a:cxn ang="T11">
                  <a:pos x="T6" y="T7"/>
                </a:cxn>
              </a:cxnLst>
              <a:rect l="T12" t="T13" r="T14" b="T15"/>
              <a:pathLst>
                <a:path w="640" h="1104">
                  <a:moveTo>
                    <a:pt x="624" y="0"/>
                  </a:moveTo>
                  <a:cubicBezTo>
                    <a:pt x="632" y="144"/>
                    <a:pt x="640" y="288"/>
                    <a:pt x="624" y="384"/>
                  </a:cubicBezTo>
                  <a:cubicBezTo>
                    <a:pt x="608" y="480"/>
                    <a:pt x="632" y="456"/>
                    <a:pt x="528" y="576"/>
                  </a:cubicBezTo>
                  <a:cubicBezTo>
                    <a:pt x="424" y="696"/>
                    <a:pt x="212" y="900"/>
                    <a:pt x="0" y="1104"/>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463" name="Text Box 56"/>
            <p:cNvSpPr txBox="1">
              <a:spLocks noChangeArrowheads="1"/>
            </p:cNvSpPr>
            <p:nvPr/>
          </p:nvSpPr>
          <p:spPr bwMode="auto">
            <a:xfrm>
              <a:off x="7001688" y="571500"/>
              <a:ext cx="457154"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id</a:t>
              </a:r>
            </a:p>
          </p:txBody>
        </p:sp>
      </p:grpSp>
      <p:sp>
        <p:nvSpPr>
          <p:cNvPr id="2" name="矩形 1"/>
          <p:cNvSpPr/>
          <p:nvPr/>
        </p:nvSpPr>
        <p:spPr>
          <a:xfrm>
            <a:off x="4046538" y="125413"/>
            <a:ext cx="4125912" cy="461962"/>
          </a:xfrm>
          <a:prstGeom prst="rect">
            <a:avLst/>
          </a:prstGeom>
        </p:spPr>
        <p:txBody>
          <a:bodyPr wrap="none">
            <a:spAutoFit/>
          </a:bodyPr>
          <a:lstStyle/>
          <a:p>
            <a:pPr>
              <a:defRPr/>
            </a:pPr>
            <a:r>
              <a:rPr lang="zh-CN" altLang="en-US" sz="2400" b="1" dirty="0">
                <a:solidFill>
                  <a:srgbClr val="0000FF"/>
                </a:solidFill>
                <a:latin typeface="Times New Roman" panose="02020603050405020304" pitchFamily="18" charset="0"/>
                <a:ea typeface="+mn-ea"/>
                <a:cs typeface="Times New Roman" panose="02020603050405020304" pitchFamily="18" charset="0"/>
              </a:rPr>
              <a:t>例：</a:t>
            </a:r>
            <a:r>
              <a:rPr lang="en-US" altLang="zh-CN" sz="2400" b="1" dirty="0">
                <a:solidFill>
                  <a:srgbClr val="0000FF"/>
                </a:solidFill>
                <a:latin typeface="Times New Roman" panose="02020603050405020304" pitchFamily="18" charset="0"/>
                <a:ea typeface="+mn-ea"/>
                <a:cs typeface="Times New Roman" panose="02020603050405020304" pitchFamily="18" charset="0"/>
              </a:rPr>
              <a:t>LR(0) </a:t>
            </a:r>
            <a:r>
              <a:rPr lang="zh-CN" altLang="en-US" sz="2400" b="1" dirty="0">
                <a:solidFill>
                  <a:srgbClr val="0000FF"/>
                </a:solidFill>
                <a:latin typeface="Times New Roman" panose="02020603050405020304" pitchFamily="18" charset="0"/>
                <a:ea typeface="+mn-ea"/>
                <a:cs typeface="Times New Roman" panose="02020603050405020304" pitchFamily="18" charset="0"/>
              </a:rPr>
              <a:t>分析过程中的冲突</a:t>
            </a:r>
          </a:p>
        </p:txBody>
      </p:sp>
      <p:sp>
        <p:nvSpPr>
          <p:cNvPr id="4" name="灯片编号占位符 3">
            <a:extLst>
              <a:ext uri="{FF2B5EF4-FFF2-40B4-BE49-F238E27FC236}">
                <a16:creationId xmlns:a16="http://schemas.microsoft.com/office/drawing/2014/main" id="{F5521493-E84C-40AE-BE16-13AD1224C4CD}"/>
              </a:ext>
            </a:extLst>
          </p:cNvPr>
          <p:cNvSpPr>
            <a:spLocks noGrp="1"/>
          </p:cNvSpPr>
          <p:nvPr>
            <p:ph type="sldNum" sz="quarter" idx="12"/>
          </p:nvPr>
        </p:nvSpPr>
        <p:spPr/>
        <p:txBody>
          <a:bodyPr/>
          <a:lstStyle/>
          <a:p>
            <a:pPr>
              <a:defRPr/>
            </a:pPr>
            <a:fld id="{76D20AB1-C80E-44EB-B890-88EEF3B3DC08}" type="slidenum">
              <a:rPr lang="zh-CN" altLang="en-US" smtClean="0"/>
              <a:pPr>
                <a:defRPr/>
              </a:pPr>
              <a:t>1</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11617">
                                            <p:bg/>
                                          </p:spTgt>
                                        </p:tgtEl>
                                        <p:attrNameLst>
                                          <p:attrName>style.visibility</p:attrName>
                                        </p:attrNameLst>
                                      </p:cBhvr>
                                      <p:to>
                                        <p:strVal val="visible"/>
                                      </p:to>
                                    </p:set>
                                    <p:anim calcmode="lin" valueType="num">
                                      <p:cBhvr>
                                        <p:cTn id="17" dur="500" fill="hold"/>
                                        <p:tgtEl>
                                          <p:spTgt spid="111617">
                                            <p:bg/>
                                          </p:spTgt>
                                        </p:tgtEl>
                                        <p:attrNameLst>
                                          <p:attrName>ppt_w</p:attrName>
                                        </p:attrNameLst>
                                      </p:cBhvr>
                                      <p:tavLst>
                                        <p:tav tm="0">
                                          <p:val>
                                            <p:fltVal val="0"/>
                                          </p:val>
                                        </p:tav>
                                        <p:tav tm="100000">
                                          <p:val>
                                            <p:strVal val="#ppt_w"/>
                                          </p:val>
                                        </p:tav>
                                      </p:tavLst>
                                    </p:anim>
                                    <p:anim calcmode="lin" valueType="num">
                                      <p:cBhvr>
                                        <p:cTn id="18" dur="500" fill="hold"/>
                                        <p:tgtEl>
                                          <p:spTgt spid="111617">
                                            <p:bg/>
                                          </p:spTgt>
                                        </p:tgtEl>
                                        <p:attrNameLst>
                                          <p:attrName>ppt_h</p:attrName>
                                        </p:attrNameLst>
                                      </p:cBhvr>
                                      <p:tavLst>
                                        <p:tav tm="0">
                                          <p:val>
                                            <p:fltVal val="0"/>
                                          </p:val>
                                        </p:tav>
                                        <p:tav tm="100000">
                                          <p:val>
                                            <p:strVal val="#ppt_h"/>
                                          </p:val>
                                        </p:tav>
                                      </p:tavLst>
                                    </p:anim>
                                    <p:animEffect transition="in" filter="fade">
                                      <p:cBhvr>
                                        <p:cTn id="19" dur="500"/>
                                        <p:tgtEl>
                                          <p:spTgt spid="111617">
                                            <p:bg/>
                                          </p:spTgt>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11617">
                                            <p:txEl>
                                              <p:pRg st="0" end="0"/>
                                            </p:txEl>
                                          </p:spTgt>
                                        </p:tgtEl>
                                        <p:attrNameLst>
                                          <p:attrName>style.visibility</p:attrName>
                                        </p:attrNameLst>
                                      </p:cBhvr>
                                      <p:to>
                                        <p:strVal val="visible"/>
                                      </p:to>
                                    </p:set>
                                    <p:anim calcmode="lin" valueType="num">
                                      <p:cBhvr>
                                        <p:cTn id="22" dur="500" fill="hold"/>
                                        <p:tgtEl>
                                          <p:spTgt spid="111617">
                                            <p:txEl>
                                              <p:pRg st="0" end="0"/>
                                            </p:txEl>
                                          </p:spTgt>
                                        </p:tgtEl>
                                        <p:attrNameLst>
                                          <p:attrName>ppt_w</p:attrName>
                                        </p:attrNameLst>
                                      </p:cBhvr>
                                      <p:tavLst>
                                        <p:tav tm="0">
                                          <p:val>
                                            <p:fltVal val="0"/>
                                          </p:val>
                                        </p:tav>
                                        <p:tav tm="100000">
                                          <p:val>
                                            <p:strVal val="#ppt_w"/>
                                          </p:val>
                                        </p:tav>
                                      </p:tavLst>
                                    </p:anim>
                                    <p:anim calcmode="lin" valueType="num">
                                      <p:cBhvr>
                                        <p:cTn id="23" dur="500" fill="hold"/>
                                        <p:tgtEl>
                                          <p:spTgt spid="111617">
                                            <p:txEl>
                                              <p:pRg st="0" end="0"/>
                                            </p:txEl>
                                          </p:spTgt>
                                        </p:tgtEl>
                                        <p:attrNameLst>
                                          <p:attrName>ppt_h</p:attrName>
                                        </p:attrNameLst>
                                      </p:cBhvr>
                                      <p:tavLst>
                                        <p:tav tm="0">
                                          <p:val>
                                            <p:fltVal val="0"/>
                                          </p:val>
                                        </p:tav>
                                        <p:tav tm="100000">
                                          <p:val>
                                            <p:strVal val="#ppt_h"/>
                                          </p:val>
                                        </p:tav>
                                      </p:tavLst>
                                    </p:anim>
                                    <p:animEffect transition="in" filter="fade">
                                      <p:cBhvr>
                                        <p:cTn id="24" dur="500"/>
                                        <p:tgtEl>
                                          <p:spTgt spid="111617">
                                            <p:txEl>
                                              <p:pRg st="0" end="0"/>
                                            </p:txEl>
                                          </p:spTgt>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111617">
                                            <p:txEl>
                                              <p:pRg st="1" end="1"/>
                                            </p:txEl>
                                          </p:spTgt>
                                        </p:tgtEl>
                                        <p:attrNameLst>
                                          <p:attrName>style.visibility</p:attrName>
                                        </p:attrNameLst>
                                      </p:cBhvr>
                                      <p:to>
                                        <p:strVal val="visible"/>
                                      </p:to>
                                    </p:set>
                                    <p:anim calcmode="lin" valueType="num">
                                      <p:cBhvr>
                                        <p:cTn id="27" dur="500" fill="hold"/>
                                        <p:tgtEl>
                                          <p:spTgt spid="111617">
                                            <p:txEl>
                                              <p:pRg st="1" end="1"/>
                                            </p:txEl>
                                          </p:spTgt>
                                        </p:tgtEl>
                                        <p:attrNameLst>
                                          <p:attrName>ppt_w</p:attrName>
                                        </p:attrNameLst>
                                      </p:cBhvr>
                                      <p:tavLst>
                                        <p:tav tm="0">
                                          <p:val>
                                            <p:fltVal val="0"/>
                                          </p:val>
                                        </p:tav>
                                        <p:tav tm="100000">
                                          <p:val>
                                            <p:strVal val="#ppt_w"/>
                                          </p:val>
                                        </p:tav>
                                      </p:tavLst>
                                    </p:anim>
                                    <p:anim calcmode="lin" valueType="num">
                                      <p:cBhvr>
                                        <p:cTn id="28" dur="500" fill="hold"/>
                                        <p:tgtEl>
                                          <p:spTgt spid="111617">
                                            <p:txEl>
                                              <p:pRg st="1" end="1"/>
                                            </p:txEl>
                                          </p:spTgt>
                                        </p:tgtEl>
                                        <p:attrNameLst>
                                          <p:attrName>ppt_h</p:attrName>
                                        </p:attrNameLst>
                                      </p:cBhvr>
                                      <p:tavLst>
                                        <p:tav tm="0">
                                          <p:val>
                                            <p:fltVal val="0"/>
                                          </p:val>
                                        </p:tav>
                                        <p:tav tm="100000">
                                          <p:val>
                                            <p:strVal val="#ppt_h"/>
                                          </p:val>
                                        </p:tav>
                                      </p:tavLst>
                                    </p:anim>
                                    <p:animEffect transition="in" filter="fade">
                                      <p:cBhvr>
                                        <p:cTn id="29" dur="500"/>
                                        <p:tgtEl>
                                          <p:spTgt spid="111617">
                                            <p:txEl>
                                              <p:pRg st="1" end="1"/>
                                            </p:txEl>
                                          </p:spTgt>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111617">
                                            <p:txEl>
                                              <p:pRg st="2" end="2"/>
                                            </p:txEl>
                                          </p:spTgt>
                                        </p:tgtEl>
                                        <p:attrNameLst>
                                          <p:attrName>style.visibility</p:attrName>
                                        </p:attrNameLst>
                                      </p:cBhvr>
                                      <p:to>
                                        <p:strVal val="visible"/>
                                      </p:to>
                                    </p:set>
                                    <p:anim calcmode="lin" valueType="num">
                                      <p:cBhvr>
                                        <p:cTn id="32" dur="500" fill="hold"/>
                                        <p:tgtEl>
                                          <p:spTgt spid="111617">
                                            <p:txEl>
                                              <p:pRg st="2" end="2"/>
                                            </p:txEl>
                                          </p:spTgt>
                                        </p:tgtEl>
                                        <p:attrNameLst>
                                          <p:attrName>ppt_w</p:attrName>
                                        </p:attrNameLst>
                                      </p:cBhvr>
                                      <p:tavLst>
                                        <p:tav tm="0">
                                          <p:val>
                                            <p:fltVal val="0"/>
                                          </p:val>
                                        </p:tav>
                                        <p:tav tm="100000">
                                          <p:val>
                                            <p:strVal val="#ppt_w"/>
                                          </p:val>
                                        </p:tav>
                                      </p:tavLst>
                                    </p:anim>
                                    <p:anim calcmode="lin" valueType="num">
                                      <p:cBhvr>
                                        <p:cTn id="33" dur="500" fill="hold"/>
                                        <p:tgtEl>
                                          <p:spTgt spid="111617">
                                            <p:txEl>
                                              <p:pRg st="2" end="2"/>
                                            </p:txEl>
                                          </p:spTgt>
                                        </p:tgtEl>
                                        <p:attrNameLst>
                                          <p:attrName>ppt_h</p:attrName>
                                        </p:attrNameLst>
                                      </p:cBhvr>
                                      <p:tavLst>
                                        <p:tav tm="0">
                                          <p:val>
                                            <p:fltVal val="0"/>
                                          </p:val>
                                        </p:tav>
                                        <p:tav tm="100000">
                                          <p:val>
                                            <p:strVal val="#ppt_h"/>
                                          </p:val>
                                        </p:tav>
                                      </p:tavLst>
                                    </p:anim>
                                    <p:animEffect transition="in" filter="fade">
                                      <p:cBhvr>
                                        <p:cTn id="34" dur="500"/>
                                        <p:tgtEl>
                                          <p:spTgt spid="111617">
                                            <p:txEl>
                                              <p:pRg st="2" end="2"/>
                                            </p:txEl>
                                          </p:spTgt>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111617">
                                            <p:txEl>
                                              <p:pRg st="3" end="3"/>
                                            </p:txEl>
                                          </p:spTgt>
                                        </p:tgtEl>
                                        <p:attrNameLst>
                                          <p:attrName>style.visibility</p:attrName>
                                        </p:attrNameLst>
                                      </p:cBhvr>
                                      <p:to>
                                        <p:strVal val="visible"/>
                                      </p:to>
                                    </p:set>
                                    <p:anim calcmode="lin" valueType="num">
                                      <p:cBhvr>
                                        <p:cTn id="37" dur="500" fill="hold"/>
                                        <p:tgtEl>
                                          <p:spTgt spid="111617">
                                            <p:txEl>
                                              <p:pRg st="3" end="3"/>
                                            </p:txEl>
                                          </p:spTgt>
                                        </p:tgtEl>
                                        <p:attrNameLst>
                                          <p:attrName>ppt_w</p:attrName>
                                        </p:attrNameLst>
                                      </p:cBhvr>
                                      <p:tavLst>
                                        <p:tav tm="0">
                                          <p:val>
                                            <p:fltVal val="0"/>
                                          </p:val>
                                        </p:tav>
                                        <p:tav tm="100000">
                                          <p:val>
                                            <p:strVal val="#ppt_w"/>
                                          </p:val>
                                        </p:tav>
                                      </p:tavLst>
                                    </p:anim>
                                    <p:anim calcmode="lin" valueType="num">
                                      <p:cBhvr>
                                        <p:cTn id="38" dur="500" fill="hold"/>
                                        <p:tgtEl>
                                          <p:spTgt spid="111617">
                                            <p:txEl>
                                              <p:pRg st="3" end="3"/>
                                            </p:txEl>
                                          </p:spTgt>
                                        </p:tgtEl>
                                        <p:attrNameLst>
                                          <p:attrName>ppt_h</p:attrName>
                                        </p:attrNameLst>
                                      </p:cBhvr>
                                      <p:tavLst>
                                        <p:tav tm="0">
                                          <p:val>
                                            <p:fltVal val="0"/>
                                          </p:val>
                                        </p:tav>
                                        <p:tav tm="100000">
                                          <p:val>
                                            <p:strVal val="#ppt_h"/>
                                          </p:val>
                                        </p:tav>
                                      </p:tavLst>
                                    </p:anim>
                                    <p:animEffect transition="in" filter="fade">
                                      <p:cBhvr>
                                        <p:cTn id="39" dur="500"/>
                                        <p:tgtEl>
                                          <p:spTgt spid="111617">
                                            <p:txEl>
                                              <p:pRg st="3" end="3"/>
                                            </p:txEl>
                                          </p:spTgt>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111617">
                                            <p:txEl>
                                              <p:pRg st="4" end="4"/>
                                            </p:txEl>
                                          </p:spTgt>
                                        </p:tgtEl>
                                        <p:attrNameLst>
                                          <p:attrName>style.visibility</p:attrName>
                                        </p:attrNameLst>
                                      </p:cBhvr>
                                      <p:to>
                                        <p:strVal val="visible"/>
                                      </p:to>
                                    </p:set>
                                    <p:anim calcmode="lin" valueType="num">
                                      <p:cBhvr>
                                        <p:cTn id="42" dur="500" fill="hold"/>
                                        <p:tgtEl>
                                          <p:spTgt spid="111617">
                                            <p:txEl>
                                              <p:pRg st="4" end="4"/>
                                            </p:txEl>
                                          </p:spTgt>
                                        </p:tgtEl>
                                        <p:attrNameLst>
                                          <p:attrName>ppt_w</p:attrName>
                                        </p:attrNameLst>
                                      </p:cBhvr>
                                      <p:tavLst>
                                        <p:tav tm="0">
                                          <p:val>
                                            <p:fltVal val="0"/>
                                          </p:val>
                                        </p:tav>
                                        <p:tav tm="100000">
                                          <p:val>
                                            <p:strVal val="#ppt_w"/>
                                          </p:val>
                                        </p:tav>
                                      </p:tavLst>
                                    </p:anim>
                                    <p:anim calcmode="lin" valueType="num">
                                      <p:cBhvr>
                                        <p:cTn id="43" dur="500" fill="hold"/>
                                        <p:tgtEl>
                                          <p:spTgt spid="111617">
                                            <p:txEl>
                                              <p:pRg st="4" end="4"/>
                                            </p:txEl>
                                          </p:spTgt>
                                        </p:tgtEl>
                                        <p:attrNameLst>
                                          <p:attrName>ppt_h</p:attrName>
                                        </p:attrNameLst>
                                      </p:cBhvr>
                                      <p:tavLst>
                                        <p:tav tm="0">
                                          <p:val>
                                            <p:fltVal val="0"/>
                                          </p:val>
                                        </p:tav>
                                        <p:tav tm="100000">
                                          <p:val>
                                            <p:strVal val="#ppt_h"/>
                                          </p:val>
                                        </p:tav>
                                      </p:tavLst>
                                    </p:anim>
                                    <p:animEffect transition="in" filter="fade">
                                      <p:cBhvr>
                                        <p:cTn id="44" dur="500"/>
                                        <p:tgtEl>
                                          <p:spTgt spid="111617">
                                            <p:txEl>
                                              <p:pRg st="4" end="4"/>
                                            </p:txEl>
                                          </p:spTgt>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111617">
                                            <p:txEl>
                                              <p:pRg st="5" end="5"/>
                                            </p:txEl>
                                          </p:spTgt>
                                        </p:tgtEl>
                                        <p:attrNameLst>
                                          <p:attrName>style.visibility</p:attrName>
                                        </p:attrNameLst>
                                      </p:cBhvr>
                                      <p:to>
                                        <p:strVal val="visible"/>
                                      </p:to>
                                    </p:set>
                                    <p:anim calcmode="lin" valueType="num">
                                      <p:cBhvr>
                                        <p:cTn id="47" dur="500" fill="hold"/>
                                        <p:tgtEl>
                                          <p:spTgt spid="111617">
                                            <p:txEl>
                                              <p:pRg st="5" end="5"/>
                                            </p:txEl>
                                          </p:spTgt>
                                        </p:tgtEl>
                                        <p:attrNameLst>
                                          <p:attrName>ppt_w</p:attrName>
                                        </p:attrNameLst>
                                      </p:cBhvr>
                                      <p:tavLst>
                                        <p:tav tm="0">
                                          <p:val>
                                            <p:fltVal val="0"/>
                                          </p:val>
                                        </p:tav>
                                        <p:tav tm="100000">
                                          <p:val>
                                            <p:strVal val="#ppt_w"/>
                                          </p:val>
                                        </p:tav>
                                      </p:tavLst>
                                    </p:anim>
                                    <p:anim calcmode="lin" valueType="num">
                                      <p:cBhvr>
                                        <p:cTn id="48" dur="500" fill="hold"/>
                                        <p:tgtEl>
                                          <p:spTgt spid="111617">
                                            <p:txEl>
                                              <p:pRg st="5" end="5"/>
                                            </p:txEl>
                                          </p:spTgt>
                                        </p:tgtEl>
                                        <p:attrNameLst>
                                          <p:attrName>ppt_h</p:attrName>
                                        </p:attrNameLst>
                                      </p:cBhvr>
                                      <p:tavLst>
                                        <p:tav tm="0">
                                          <p:val>
                                            <p:fltVal val="0"/>
                                          </p:val>
                                        </p:tav>
                                        <p:tav tm="100000">
                                          <p:val>
                                            <p:strVal val="#ppt_h"/>
                                          </p:val>
                                        </p:tav>
                                      </p:tavLst>
                                    </p:anim>
                                    <p:animEffect transition="in" filter="fade">
                                      <p:cBhvr>
                                        <p:cTn id="49" dur="500"/>
                                        <p:tgtEl>
                                          <p:spTgt spid="111617">
                                            <p:txEl>
                                              <p:pRg st="5" end="5"/>
                                            </p:txEl>
                                          </p:spTgt>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111617">
                                            <p:txEl>
                                              <p:pRg st="6" end="6"/>
                                            </p:txEl>
                                          </p:spTgt>
                                        </p:tgtEl>
                                        <p:attrNameLst>
                                          <p:attrName>style.visibility</p:attrName>
                                        </p:attrNameLst>
                                      </p:cBhvr>
                                      <p:to>
                                        <p:strVal val="visible"/>
                                      </p:to>
                                    </p:set>
                                    <p:anim calcmode="lin" valueType="num">
                                      <p:cBhvr>
                                        <p:cTn id="52" dur="500" fill="hold"/>
                                        <p:tgtEl>
                                          <p:spTgt spid="111617">
                                            <p:txEl>
                                              <p:pRg st="6" end="6"/>
                                            </p:txEl>
                                          </p:spTgt>
                                        </p:tgtEl>
                                        <p:attrNameLst>
                                          <p:attrName>ppt_w</p:attrName>
                                        </p:attrNameLst>
                                      </p:cBhvr>
                                      <p:tavLst>
                                        <p:tav tm="0">
                                          <p:val>
                                            <p:fltVal val="0"/>
                                          </p:val>
                                        </p:tav>
                                        <p:tav tm="100000">
                                          <p:val>
                                            <p:strVal val="#ppt_w"/>
                                          </p:val>
                                        </p:tav>
                                      </p:tavLst>
                                    </p:anim>
                                    <p:anim calcmode="lin" valueType="num">
                                      <p:cBhvr>
                                        <p:cTn id="53" dur="500" fill="hold"/>
                                        <p:tgtEl>
                                          <p:spTgt spid="111617">
                                            <p:txEl>
                                              <p:pRg st="6" end="6"/>
                                            </p:txEl>
                                          </p:spTgt>
                                        </p:tgtEl>
                                        <p:attrNameLst>
                                          <p:attrName>ppt_h</p:attrName>
                                        </p:attrNameLst>
                                      </p:cBhvr>
                                      <p:tavLst>
                                        <p:tav tm="0">
                                          <p:val>
                                            <p:fltVal val="0"/>
                                          </p:val>
                                        </p:tav>
                                        <p:tav tm="100000">
                                          <p:val>
                                            <p:strVal val="#ppt_h"/>
                                          </p:val>
                                        </p:tav>
                                      </p:tavLst>
                                    </p:anim>
                                    <p:animEffect transition="in" filter="fade">
                                      <p:cBhvr>
                                        <p:cTn id="54" dur="500"/>
                                        <p:tgtEl>
                                          <p:spTgt spid="111617">
                                            <p:txEl>
                                              <p:pRg st="6" end="6"/>
                                            </p:txEl>
                                          </p:spTgt>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111617">
                                            <p:txEl>
                                              <p:pRg st="7" end="7"/>
                                            </p:txEl>
                                          </p:spTgt>
                                        </p:tgtEl>
                                        <p:attrNameLst>
                                          <p:attrName>style.visibility</p:attrName>
                                        </p:attrNameLst>
                                      </p:cBhvr>
                                      <p:to>
                                        <p:strVal val="visible"/>
                                      </p:to>
                                    </p:set>
                                    <p:anim calcmode="lin" valueType="num">
                                      <p:cBhvr>
                                        <p:cTn id="57" dur="500" fill="hold"/>
                                        <p:tgtEl>
                                          <p:spTgt spid="111617">
                                            <p:txEl>
                                              <p:pRg st="7" end="7"/>
                                            </p:txEl>
                                          </p:spTgt>
                                        </p:tgtEl>
                                        <p:attrNameLst>
                                          <p:attrName>ppt_w</p:attrName>
                                        </p:attrNameLst>
                                      </p:cBhvr>
                                      <p:tavLst>
                                        <p:tav tm="0">
                                          <p:val>
                                            <p:fltVal val="0"/>
                                          </p:val>
                                        </p:tav>
                                        <p:tav tm="100000">
                                          <p:val>
                                            <p:strVal val="#ppt_w"/>
                                          </p:val>
                                        </p:tav>
                                      </p:tavLst>
                                    </p:anim>
                                    <p:anim calcmode="lin" valueType="num">
                                      <p:cBhvr>
                                        <p:cTn id="58" dur="500" fill="hold"/>
                                        <p:tgtEl>
                                          <p:spTgt spid="111617">
                                            <p:txEl>
                                              <p:pRg st="7" end="7"/>
                                            </p:txEl>
                                          </p:spTgt>
                                        </p:tgtEl>
                                        <p:attrNameLst>
                                          <p:attrName>ppt_h</p:attrName>
                                        </p:attrNameLst>
                                      </p:cBhvr>
                                      <p:tavLst>
                                        <p:tav tm="0">
                                          <p:val>
                                            <p:fltVal val="0"/>
                                          </p:val>
                                        </p:tav>
                                        <p:tav tm="100000">
                                          <p:val>
                                            <p:strVal val="#ppt_h"/>
                                          </p:val>
                                        </p:tav>
                                      </p:tavLst>
                                    </p:anim>
                                    <p:animEffect transition="in" filter="fade">
                                      <p:cBhvr>
                                        <p:cTn id="59" dur="500"/>
                                        <p:tgtEl>
                                          <p:spTgt spid="111617">
                                            <p:txEl>
                                              <p:pRg st="7" end="7"/>
                                            </p:txEl>
                                          </p:spTgt>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53" presetClass="entr" presetSubtype="16" fill="hold" nodeType="clickEffect">
                                  <p:stCondLst>
                                    <p:cond delay="0"/>
                                  </p:stCondLst>
                                  <p:childTnLst>
                                    <p:set>
                                      <p:cBhvr>
                                        <p:cTn id="63" dur="1" fill="hold">
                                          <p:stCondLst>
                                            <p:cond delay="0"/>
                                          </p:stCondLst>
                                        </p:cTn>
                                        <p:tgtEl>
                                          <p:spTgt spid="64"/>
                                        </p:tgtEl>
                                        <p:attrNameLst>
                                          <p:attrName>style.visibility</p:attrName>
                                        </p:attrNameLst>
                                      </p:cBhvr>
                                      <p:to>
                                        <p:strVal val="visible"/>
                                      </p:to>
                                    </p:set>
                                    <p:anim calcmode="lin" valueType="num">
                                      <p:cBhvr>
                                        <p:cTn id="64" dur="500" fill="hold"/>
                                        <p:tgtEl>
                                          <p:spTgt spid="64"/>
                                        </p:tgtEl>
                                        <p:attrNameLst>
                                          <p:attrName>ppt_w</p:attrName>
                                        </p:attrNameLst>
                                      </p:cBhvr>
                                      <p:tavLst>
                                        <p:tav tm="0">
                                          <p:val>
                                            <p:fltVal val="0"/>
                                          </p:val>
                                        </p:tav>
                                        <p:tav tm="100000">
                                          <p:val>
                                            <p:strVal val="#ppt_w"/>
                                          </p:val>
                                        </p:tav>
                                      </p:tavLst>
                                    </p:anim>
                                    <p:anim calcmode="lin" valueType="num">
                                      <p:cBhvr>
                                        <p:cTn id="65" dur="500" fill="hold"/>
                                        <p:tgtEl>
                                          <p:spTgt spid="64"/>
                                        </p:tgtEl>
                                        <p:attrNameLst>
                                          <p:attrName>ppt_h</p:attrName>
                                        </p:attrNameLst>
                                      </p:cBhvr>
                                      <p:tavLst>
                                        <p:tav tm="0">
                                          <p:val>
                                            <p:fltVal val="0"/>
                                          </p:val>
                                        </p:tav>
                                        <p:tav tm="100000">
                                          <p:val>
                                            <p:strVal val="#ppt_h"/>
                                          </p:val>
                                        </p:tav>
                                      </p:tavLst>
                                    </p:anim>
                                    <p:animEffect transition="in" filter="fade">
                                      <p:cBhvr>
                                        <p:cTn id="66"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7" grpId="0" build="p" animBg="1"/>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79388" y="1347788"/>
            <a:ext cx="3881437" cy="3671887"/>
          </a:xfrm>
          <a:prstGeom prst="rect">
            <a:avLst/>
          </a:prstGeom>
          <a:solidFill>
            <a:schemeClr val="accent2">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10243" name="Rectangle 3"/>
          <p:cNvSpPr>
            <a:spLocks noGrp="1" noChangeArrowheads="1"/>
          </p:cNvSpPr>
          <p:nvPr>
            <p:ph idx="1"/>
          </p:nvPr>
        </p:nvSpPr>
        <p:spPr>
          <a:xfrm>
            <a:off x="142875" y="914400"/>
            <a:ext cx="8664575" cy="3225800"/>
          </a:xfrm>
        </p:spPr>
        <p:txBody>
          <a:bodyPr/>
          <a:lstStyle/>
          <a:p>
            <a:pPr eaLnBrk="1" hangingPunct="1">
              <a:lnSpc>
                <a:spcPct val="80000"/>
              </a:lnSpc>
              <a:buClrTx/>
              <a:buFont typeface="Wingdings" pitchFamily="2" charset="2"/>
              <a:buChar char="Ø"/>
              <a:defRPr/>
            </a:pPr>
            <a:r>
              <a:rPr lang="en-US" altLang="zh-CN" sz="2500" b="1" i="1" dirty="0">
                <a:solidFill>
                  <a:schemeClr val="tx1"/>
                </a:solidFill>
                <a:ea typeface="宋体" pitchFamily="2" charset="-122"/>
                <a:cs typeface="Times New Roman" pitchFamily="18" charset="0"/>
              </a:rPr>
              <a:t>SLR</a:t>
            </a:r>
            <a:r>
              <a:rPr lang="zh-CN" altLang="en-US" sz="2500" b="1" dirty="0">
                <a:solidFill>
                  <a:schemeClr val="tx1"/>
                </a:solidFill>
                <a:latin typeface="+mn-ea"/>
                <a:cs typeface="Times New Roman" pitchFamily="18" charset="0"/>
              </a:rPr>
              <a:t>分析法的基本思想</a:t>
            </a:r>
          </a:p>
        </p:txBody>
      </p:sp>
      <p:sp>
        <p:nvSpPr>
          <p:cNvPr id="2" name="Rectangle 2"/>
          <p:cNvSpPr>
            <a:spLocks noGrp="1" noChangeArrowheads="1"/>
          </p:cNvSpPr>
          <p:nvPr>
            <p:ph type="title"/>
          </p:nvPr>
        </p:nvSpPr>
        <p:spPr>
          <a:xfrm>
            <a:off x="755650" y="268288"/>
            <a:ext cx="7931150" cy="358775"/>
          </a:xfrm>
        </p:spPr>
        <p:txBody>
          <a:bodyPr/>
          <a:lstStyle/>
          <a:p>
            <a:pPr eaLnBrk="1" hangingPunct="1">
              <a:defRPr/>
            </a:pPr>
            <a:r>
              <a:rPr lang="en-US" altLang="zh-CN" sz="3000" i="1" dirty="0">
                <a:solidFill>
                  <a:schemeClr val="tx1"/>
                </a:solidFill>
                <a:ea typeface="微软雅黑" panose="020B0503020204020204" pitchFamily="34" charset="-122"/>
                <a:cs typeface="Times New Roman" panose="02020603050405020304" pitchFamily="18" charset="0"/>
              </a:rPr>
              <a:t>SLR </a:t>
            </a:r>
            <a:r>
              <a:rPr lang="zh-CN" altLang="en-US" sz="30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分析</a:t>
            </a:r>
          </a:p>
        </p:txBody>
      </p:sp>
      <p:grpSp>
        <p:nvGrpSpPr>
          <p:cNvPr id="18437" name="Group 4"/>
          <p:cNvGrpSpPr>
            <a:grpSpLocks/>
          </p:cNvGrpSpPr>
          <p:nvPr/>
        </p:nvGrpSpPr>
        <p:grpSpPr bwMode="auto">
          <a:xfrm>
            <a:off x="2074863" y="1930400"/>
            <a:ext cx="1928812" cy="1428750"/>
            <a:chOff x="1519" y="1525"/>
            <a:chExt cx="831" cy="859"/>
          </a:xfrm>
        </p:grpSpPr>
        <p:sp>
          <p:nvSpPr>
            <p:cNvPr id="18445" name="AutoShape 5"/>
            <p:cNvSpPr>
              <a:spLocks/>
            </p:cNvSpPr>
            <p:nvPr/>
          </p:nvSpPr>
          <p:spPr bwMode="auto">
            <a:xfrm>
              <a:off x="1519" y="1525"/>
              <a:ext cx="136" cy="859"/>
            </a:xfrm>
            <a:prstGeom prst="rightBrace">
              <a:avLst>
                <a:gd name="adj1" fmla="val 36113"/>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 typeface="Arial" panose="020B0604020202020204" pitchFamily="34" charset="0"/>
                <a:buNone/>
              </a:pPr>
              <a:endParaRPr lang="zh-CN" altLang="en-US" sz="1800">
                <a:solidFill>
                  <a:srgbClr val="000000"/>
                </a:solidFill>
                <a:latin typeface="Times New Roman" panose="02020603050405020304" pitchFamily="18" charset="0"/>
                <a:ea typeface="楷体" panose="02010609060101010101" pitchFamily="49" charset="-122"/>
              </a:endParaRPr>
            </a:p>
          </p:txBody>
        </p:sp>
        <p:sp>
          <p:nvSpPr>
            <p:cNvPr id="18446" name="Rectangle 6"/>
            <p:cNvSpPr>
              <a:spLocks noChangeArrowheads="1"/>
            </p:cNvSpPr>
            <p:nvPr/>
          </p:nvSpPr>
          <p:spPr bwMode="auto">
            <a:xfrm>
              <a:off x="1629" y="1816"/>
              <a:ext cx="721"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m</a:t>
              </a:r>
              <a:r>
                <a:rPr lang="zh-CN" altLang="en-US" sz="2000" b="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个移进项目</a:t>
              </a:r>
            </a:p>
          </p:txBody>
        </p:sp>
      </p:grpSp>
      <p:grpSp>
        <p:nvGrpSpPr>
          <p:cNvPr id="18438" name="Group 7"/>
          <p:cNvGrpSpPr>
            <a:grpSpLocks/>
          </p:cNvGrpSpPr>
          <p:nvPr/>
        </p:nvGrpSpPr>
        <p:grpSpPr bwMode="auto">
          <a:xfrm>
            <a:off x="1360488" y="3573463"/>
            <a:ext cx="1908175" cy="1214437"/>
            <a:chOff x="1202" y="2132"/>
            <a:chExt cx="822" cy="663"/>
          </a:xfrm>
        </p:grpSpPr>
        <p:sp>
          <p:nvSpPr>
            <p:cNvPr id="18443" name="AutoShape 8"/>
            <p:cNvSpPr>
              <a:spLocks/>
            </p:cNvSpPr>
            <p:nvPr/>
          </p:nvSpPr>
          <p:spPr bwMode="auto">
            <a:xfrm>
              <a:off x="1202" y="2132"/>
              <a:ext cx="136" cy="663"/>
            </a:xfrm>
            <a:prstGeom prst="rightBrace">
              <a:avLst>
                <a:gd name="adj1" fmla="val 36134"/>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 typeface="Arial" panose="020B0604020202020204" pitchFamily="34" charset="0"/>
                <a:buNone/>
              </a:pPr>
              <a:endParaRPr lang="zh-CN" altLang="en-US" sz="1800">
                <a:solidFill>
                  <a:srgbClr val="000000"/>
                </a:solidFill>
                <a:latin typeface="Times New Roman" panose="02020603050405020304" pitchFamily="18" charset="0"/>
                <a:ea typeface="楷体" panose="02010609060101010101" pitchFamily="49" charset="-122"/>
              </a:endParaRPr>
            </a:p>
          </p:txBody>
        </p:sp>
        <p:sp>
          <p:nvSpPr>
            <p:cNvPr id="18444" name="Rectangle 9"/>
            <p:cNvSpPr>
              <a:spLocks noChangeArrowheads="1"/>
            </p:cNvSpPr>
            <p:nvPr/>
          </p:nvSpPr>
          <p:spPr bwMode="auto">
            <a:xfrm>
              <a:off x="1327" y="2343"/>
              <a:ext cx="697"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n</a:t>
              </a:r>
              <a:r>
                <a:rPr lang="zh-CN" altLang="en-US" sz="2000" b="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个归约项目</a:t>
              </a:r>
            </a:p>
          </p:txBody>
        </p:sp>
      </p:grpSp>
      <p:sp>
        <p:nvSpPr>
          <p:cNvPr id="18439" name="矩形 3"/>
          <p:cNvSpPr>
            <a:spLocks noChangeArrowheads="1"/>
          </p:cNvSpPr>
          <p:nvPr/>
        </p:nvSpPr>
        <p:spPr bwMode="auto">
          <a:xfrm>
            <a:off x="4178300" y="1354138"/>
            <a:ext cx="4786313" cy="3644900"/>
          </a:xfrm>
          <a:prstGeom prst="rect">
            <a:avLst/>
          </a:prstGeom>
          <a:solidFill>
            <a:schemeClr val="accent2">
              <a:lumMod val="20000"/>
              <a:lumOff val="80000"/>
            </a:schemeClr>
          </a:solidFill>
          <a:ln w="12700">
            <a:solidFill>
              <a:schemeClr val="tx1"/>
            </a:solidFill>
            <a:round/>
            <a:headEnd/>
            <a:tailEnd/>
          </a:ln>
        </p:spPr>
        <p:txBody>
          <a:bodyPr>
            <a:spAutoFit/>
          </a:bodyPr>
          <a:lstStyle>
            <a:lvl1pPr marL="342900" indent="-34290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303213">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lvl="1" eaLnBrk="1" hangingPunct="1">
              <a:lnSpc>
                <a:spcPts val="3000"/>
              </a:lnSpc>
              <a:buClrTx/>
              <a:buFont typeface="Arial" panose="020B0604020202020204" pitchFamily="34" charset="0"/>
              <a:buNone/>
            </a:pPr>
            <a:endParaRPr lang="en-US" altLang="zh-CN" b="1">
              <a:solidFill>
                <a:srgbClr val="000000"/>
              </a:solidFill>
              <a:latin typeface="Times New Roman" panose="02020603050405020304" pitchFamily="18" charset="0"/>
              <a:cs typeface="Times New Roman" panose="02020603050405020304" pitchFamily="18" charset="0"/>
            </a:endParaRPr>
          </a:p>
          <a:p>
            <a:pPr lvl="1" eaLnBrk="1" hangingPunct="1">
              <a:lnSpc>
                <a:spcPts val="3000"/>
              </a:lnSpc>
              <a:buClrTx/>
              <a:buFont typeface="Arial" panose="020B0604020202020204" pitchFamily="34" charset="0"/>
              <a:buNone/>
            </a:pPr>
            <a:endParaRPr lang="en-US" altLang="zh-CN" b="1">
              <a:solidFill>
                <a:srgbClr val="000000"/>
              </a:solidFill>
              <a:latin typeface="Times New Roman" panose="02020603050405020304" pitchFamily="18" charset="0"/>
              <a:cs typeface="Times New Roman" panose="02020603050405020304" pitchFamily="18" charset="0"/>
            </a:endParaRPr>
          </a:p>
          <a:p>
            <a:pPr lvl="1" eaLnBrk="1" hangingPunct="1">
              <a:lnSpc>
                <a:spcPts val="3000"/>
              </a:lnSpc>
              <a:buClrTx/>
              <a:buFont typeface="Arial" panose="020B0604020202020204" pitchFamily="34" charset="0"/>
              <a:buNone/>
            </a:pPr>
            <a:endParaRPr lang="en-US" altLang="zh-CN" b="1">
              <a:solidFill>
                <a:srgbClr val="000000"/>
              </a:solidFill>
              <a:latin typeface="Times New Roman" panose="02020603050405020304" pitchFamily="18" charset="0"/>
              <a:cs typeface="Times New Roman" panose="02020603050405020304" pitchFamily="18" charset="0"/>
            </a:endParaRPr>
          </a:p>
          <a:p>
            <a:pPr lvl="1" eaLnBrk="1" hangingPunct="1">
              <a:lnSpc>
                <a:spcPts val="3000"/>
              </a:lnSpc>
              <a:buClrTx/>
              <a:buFont typeface="Arial" panose="020B0604020202020204" pitchFamily="34" charset="0"/>
              <a:buNone/>
            </a:pPr>
            <a:endParaRPr lang="en-US" altLang="zh-CN" b="1">
              <a:solidFill>
                <a:srgbClr val="000000"/>
              </a:solidFill>
              <a:latin typeface="Times New Roman" panose="02020603050405020304" pitchFamily="18" charset="0"/>
              <a:cs typeface="Times New Roman" panose="02020603050405020304" pitchFamily="18" charset="0"/>
            </a:endParaRPr>
          </a:p>
          <a:p>
            <a:pPr lvl="1" eaLnBrk="1" hangingPunct="1">
              <a:lnSpc>
                <a:spcPts val="3000"/>
              </a:lnSpc>
              <a:buClrTx/>
              <a:buFont typeface="Arial" panose="020B0604020202020204" pitchFamily="34" charset="0"/>
              <a:buNone/>
            </a:pPr>
            <a:endParaRPr lang="en-US" altLang="zh-CN" b="1">
              <a:solidFill>
                <a:srgbClr val="000000"/>
              </a:solidFill>
              <a:latin typeface="Times New Roman" panose="02020603050405020304" pitchFamily="18" charset="0"/>
              <a:cs typeface="Times New Roman" panose="02020603050405020304" pitchFamily="18" charset="0"/>
            </a:endParaRPr>
          </a:p>
          <a:p>
            <a:pPr lvl="1" eaLnBrk="1" hangingPunct="1">
              <a:lnSpc>
                <a:spcPts val="3000"/>
              </a:lnSpc>
              <a:buClrTx/>
              <a:buFont typeface="Arial" panose="020B0604020202020204" pitchFamily="34" charset="0"/>
              <a:buNone/>
            </a:pPr>
            <a:endParaRPr lang="en-US" altLang="zh-CN" b="1">
              <a:solidFill>
                <a:srgbClr val="000000"/>
              </a:solidFill>
              <a:latin typeface="Times New Roman" panose="02020603050405020304" pitchFamily="18" charset="0"/>
              <a:cs typeface="Times New Roman" panose="02020603050405020304" pitchFamily="18" charset="0"/>
            </a:endParaRPr>
          </a:p>
          <a:p>
            <a:pPr lvl="1" eaLnBrk="1" hangingPunct="1">
              <a:lnSpc>
                <a:spcPts val="3000"/>
              </a:lnSpc>
              <a:buClrTx/>
              <a:buFont typeface="Arial" panose="020B0604020202020204" pitchFamily="34" charset="0"/>
              <a:buNone/>
            </a:pPr>
            <a:endParaRPr lang="en-US" altLang="zh-CN" b="1">
              <a:solidFill>
                <a:srgbClr val="000000"/>
              </a:solidFill>
              <a:latin typeface="Times New Roman" panose="02020603050405020304" pitchFamily="18" charset="0"/>
              <a:cs typeface="Times New Roman" panose="02020603050405020304" pitchFamily="18" charset="0"/>
            </a:endParaRPr>
          </a:p>
          <a:p>
            <a:pPr lvl="1" eaLnBrk="1" hangingPunct="1">
              <a:lnSpc>
                <a:spcPts val="3000"/>
              </a:lnSpc>
              <a:buClrTx/>
              <a:buFont typeface="Arial" panose="020B0604020202020204" pitchFamily="34" charset="0"/>
              <a:buNone/>
            </a:pPr>
            <a:endParaRPr lang="en-US" altLang="zh-CN" b="1">
              <a:solidFill>
                <a:srgbClr val="000000"/>
              </a:solidFill>
              <a:latin typeface="Times New Roman" panose="02020603050405020304" pitchFamily="18" charset="0"/>
              <a:cs typeface="Times New Roman" panose="02020603050405020304" pitchFamily="18" charset="0"/>
            </a:endParaRPr>
          </a:p>
        </p:txBody>
      </p:sp>
      <p:sp>
        <p:nvSpPr>
          <p:cNvPr id="18440" name="矩形 5"/>
          <p:cNvSpPr>
            <a:spLocks noChangeArrowheads="1"/>
          </p:cNvSpPr>
          <p:nvPr/>
        </p:nvSpPr>
        <p:spPr bwMode="auto">
          <a:xfrm>
            <a:off x="-34925" y="1419225"/>
            <a:ext cx="4572000" cy="351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73050" indent="-27305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lnSpc>
                <a:spcPts val="2500"/>
              </a:lnSpc>
              <a:buClr>
                <a:srgbClr val="31B6FD"/>
              </a:buClr>
              <a:buFont typeface="Symbol" panose="05050102010706020507" pitchFamily="18" charset="2"/>
              <a:buNone/>
            </a:pPr>
            <a:r>
              <a:rPr lang="zh-CN" altLang="en-US" sz="2200" b="1" dirty="0">
                <a:solidFill>
                  <a:srgbClr val="000000"/>
                </a:solidFill>
                <a:latin typeface="Times New Roman" panose="02020603050405020304" pitchFamily="18" charset="0"/>
                <a:ea typeface="华文楷体" panose="02010600040101010101" pitchFamily="2" charset="-122"/>
              </a:rPr>
              <a:t>   已知项目集</a:t>
            </a:r>
            <a:r>
              <a:rPr lang="en-US" altLang="zh-CN" sz="2200" b="1" dirty="0">
                <a:solidFill>
                  <a:srgbClr val="000000"/>
                </a:solidFill>
                <a:latin typeface="Times New Roman" panose="02020603050405020304" pitchFamily="18" charset="0"/>
                <a:cs typeface="Times New Roman" panose="02020603050405020304" pitchFamily="18" charset="0"/>
              </a:rPr>
              <a:t> </a:t>
            </a:r>
            <a:r>
              <a:rPr lang="en-US" altLang="zh-CN" sz="2200" b="1" i="1" dirty="0">
                <a:solidFill>
                  <a:srgbClr val="000000"/>
                </a:solidFill>
                <a:latin typeface="Times New Roman" panose="02020603050405020304" pitchFamily="18" charset="0"/>
                <a:cs typeface="Times New Roman" panose="02020603050405020304" pitchFamily="18" charset="0"/>
              </a:rPr>
              <a:t>I</a:t>
            </a:r>
            <a:r>
              <a:rPr lang="zh-CN" altLang="en-US" sz="2200" b="1" dirty="0">
                <a:solidFill>
                  <a:srgbClr val="000000"/>
                </a:solidFill>
                <a:latin typeface="Times New Roman" panose="02020603050405020304" pitchFamily="18" charset="0"/>
                <a:ea typeface="华文楷体" panose="02010600040101010101" pitchFamily="2" charset="-122"/>
              </a:rPr>
              <a:t>：</a:t>
            </a:r>
            <a:endParaRPr lang="en-US" altLang="zh-CN" sz="2200" b="1" dirty="0">
              <a:solidFill>
                <a:srgbClr val="000000"/>
              </a:solidFill>
              <a:latin typeface="Times New Roman" panose="02020603050405020304" pitchFamily="18" charset="0"/>
            </a:endParaRPr>
          </a:p>
          <a:p>
            <a:pPr eaLnBrk="1" hangingPunct="1">
              <a:lnSpc>
                <a:spcPts val="2500"/>
              </a:lnSpc>
              <a:buClr>
                <a:srgbClr val="31B6FD"/>
              </a:buClr>
              <a:buFont typeface="Symbol" panose="05050102010706020507" pitchFamily="18" charset="2"/>
              <a:buNone/>
            </a:pPr>
            <a:r>
              <a:rPr lang="en-US" altLang="zh-CN" sz="2200" b="1" dirty="0">
                <a:solidFill>
                  <a:srgbClr val="000000"/>
                </a:solidFill>
                <a:latin typeface="Times New Roman" panose="02020603050405020304" pitchFamily="18" charset="0"/>
              </a:rPr>
              <a:t>	</a:t>
            </a:r>
            <a:r>
              <a:rPr lang="en-US" altLang="zh-CN" sz="2200" b="1" i="1" dirty="0">
                <a:solidFill>
                  <a:srgbClr val="000000"/>
                </a:solidFill>
                <a:latin typeface="Times New Roman" panose="02020603050405020304" pitchFamily="18" charset="0"/>
              </a:rPr>
              <a:t>A</a:t>
            </a:r>
            <a:r>
              <a:rPr lang="en-US" altLang="zh-CN" sz="2200" b="1" baseline="-25000" dirty="0">
                <a:solidFill>
                  <a:srgbClr val="000000"/>
                </a:solidFill>
                <a:latin typeface="Times New Roman" panose="02020603050405020304" pitchFamily="18" charset="0"/>
              </a:rPr>
              <a:t>1</a:t>
            </a:r>
            <a:r>
              <a:rPr lang="en-US" altLang="zh-CN" sz="2200" b="1" dirty="0">
                <a:solidFill>
                  <a:srgbClr val="000000"/>
                </a:solidFill>
                <a:latin typeface="Times New Roman" panose="02020603050405020304" pitchFamily="18" charset="0"/>
              </a:rPr>
              <a:t>→</a:t>
            </a:r>
            <a:r>
              <a:rPr lang="en-US" altLang="zh-CN" sz="2200" b="1" i="1" dirty="0">
                <a:solidFill>
                  <a:srgbClr val="000000"/>
                </a:solidFill>
                <a:latin typeface="Times New Roman" panose="02020603050405020304" pitchFamily="18" charset="0"/>
              </a:rPr>
              <a:t>α</a:t>
            </a:r>
            <a:r>
              <a:rPr lang="en-US" altLang="zh-CN" sz="2200" b="1" baseline="-25000" dirty="0">
                <a:solidFill>
                  <a:srgbClr val="000000"/>
                </a:solidFill>
                <a:latin typeface="Times New Roman" panose="02020603050405020304" pitchFamily="18" charset="0"/>
              </a:rPr>
              <a:t>1</a:t>
            </a:r>
            <a:r>
              <a:rPr lang="en-US" altLang="zh-CN" sz="2200" b="1" dirty="0">
                <a:solidFill>
                  <a:srgbClr val="000000"/>
                </a:solidFill>
                <a:latin typeface="Times New Roman" panose="02020603050405020304" pitchFamily="18" charset="0"/>
              </a:rPr>
              <a:t>.</a:t>
            </a:r>
            <a:r>
              <a:rPr lang="en-US" altLang="zh-CN" sz="2200" b="1" i="1" dirty="0">
                <a:solidFill>
                  <a:srgbClr val="FF0000"/>
                </a:solidFill>
                <a:latin typeface="Times New Roman" panose="02020603050405020304" pitchFamily="18" charset="0"/>
              </a:rPr>
              <a:t>a</a:t>
            </a:r>
            <a:r>
              <a:rPr lang="en-US" altLang="zh-CN" sz="2200" b="1" baseline="-25000" dirty="0">
                <a:solidFill>
                  <a:srgbClr val="FF0000"/>
                </a:solidFill>
                <a:latin typeface="Times New Roman" panose="02020603050405020304" pitchFamily="18" charset="0"/>
              </a:rPr>
              <a:t>1</a:t>
            </a:r>
            <a:r>
              <a:rPr lang="en-US" altLang="zh-CN" sz="2200" b="1" i="1" dirty="0">
                <a:solidFill>
                  <a:srgbClr val="000000"/>
                </a:solidFill>
                <a:latin typeface="Times New Roman" panose="02020603050405020304" pitchFamily="18" charset="0"/>
              </a:rPr>
              <a:t>β</a:t>
            </a:r>
            <a:r>
              <a:rPr lang="en-US" altLang="zh-CN" sz="2200" b="1" baseline="-25000" dirty="0">
                <a:solidFill>
                  <a:srgbClr val="000000"/>
                </a:solidFill>
                <a:latin typeface="Times New Roman" panose="02020603050405020304" pitchFamily="18" charset="0"/>
              </a:rPr>
              <a:t>1</a:t>
            </a:r>
          </a:p>
          <a:p>
            <a:pPr eaLnBrk="1" hangingPunct="1">
              <a:lnSpc>
                <a:spcPts val="2500"/>
              </a:lnSpc>
              <a:buClr>
                <a:srgbClr val="31B6FD"/>
              </a:buClr>
              <a:buFont typeface="Symbol" panose="05050102010706020507" pitchFamily="18" charset="2"/>
              <a:buNone/>
            </a:pPr>
            <a:r>
              <a:rPr lang="en-US" altLang="zh-CN" sz="2200" b="1" dirty="0">
                <a:solidFill>
                  <a:srgbClr val="000000"/>
                </a:solidFill>
                <a:latin typeface="Times New Roman" panose="02020603050405020304" pitchFamily="18" charset="0"/>
              </a:rPr>
              <a:t>	</a:t>
            </a:r>
            <a:r>
              <a:rPr lang="en-US" altLang="zh-CN" sz="2200" b="1" i="1" dirty="0">
                <a:solidFill>
                  <a:srgbClr val="000000"/>
                </a:solidFill>
                <a:latin typeface="Times New Roman" panose="02020603050405020304" pitchFamily="18" charset="0"/>
              </a:rPr>
              <a:t>A</a:t>
            </a:r>
            <a:r>
              <a:rPr lang="en-US" altLang="zh-CN" sz="2200" b="1" baseline="-25000" dirty="0">
                <a:solidFill>
                  <a:srgbClr val="000000"/>
                </a:solidFill>
                <a:latin typeface="Times New Roman" panose="02020603050405020304" pitchFamily="18" charset="0"/>
              </a:rPr>
              <a:t>2</a:t>
            </a:r>
            <a:r>
              <a:rPr lang="en-US" altLang="zh-CN" sz="2200" b="1" dirty="0">
                <a:solidFill>
                  <a:srgbClr val="000000"/>
                </a:solidFill>
                <a:latin typeface="Times New Roman" panose="02020603050405020304" pitchFamily="18" charset="0"/>
              </a:rPr>
              <a:t>→</a:t>
            </a:r>
            <a:r>
              <a:rPr lang="en-US" altLang="zh-CN" sz="2200" b="1" i="1" dirty="0">
                <a:solidFill>
                  <a:srgbClr val="000000"/>
                </a:solidFill>
                <a:latin typeface="Times New Roman" panose="02020603050405020304" pitchFamily="18" charset="0"/>
              </a:rPr>
              <a:t>α</a:t>
            </a:r>
            <a:r>
              <a:rPr lang="en-US" altLang="zh-CN" sz="2200" b="1" baseline="-25000" dirty="0">
                <a:solidFill>
                  <a:srgbClr val="000000"/>
                </a:solidFill>
                <a:latin typeface="Times New Roman" panose="02020603050405020304" pitchFamily="18" charset="0"/>
              </a:rPr>
              <a:t>2</a:t>
            </a:r>
            <a:r>
              <a:rPr lang="en-US" altLang="zh-CN" sz="2200" b="1" dirty="0">
                <a:solidFill>
                  <a:srgbClr val="000000"/>
                </a:solidFill>
                <a:latin typeface="Times New Roman" panose="02020603050405020304" pitchFamily="18" charset="0"/>
              </a:rPr>
              <a:t>.</a:t>
            </a:r>
            <a:r>
              <a:rPr lang="en-US" altLang="zh-CN" sz="2200" b="1" i="1" dirty="0">
                <a:solidFill>
                  <a:srgbClr val="FF0000"/>
                </a:solidFill>
                <a:latin typeface="Times New Roman" panose="02020603050405020304" pitchFamily="18" charset="0"/>
              </a:rPr>
              <a:t>a</a:t>
            </a:r>
            <a:r>
              <a:rPr lang="en-US" altLang="zh-CN" sz="2200" b="1" baseline="-25000" dirty="0">
                <a:solidFill>
                  <a:srgbClr val="FF0000"/>
                </a:solidFill>
                <a:latin typeface="Times New Roman" panose="02020603050405020304" pitchFamily="18" charset="0"/>
              </a:rPr>
              <a:t>2</a:t>
            </a:r>
            <a:r>
              <a:rPr lang="en-US" altLang="zh-CN" sz="2200" b="1" i="1" dirty="0">
                <a:solidFill>
                  <a:srgbClr val="000000"/>
                </a:solidFill>
                <a:latin typeface="Times New Roman" panose="02020603050405020304" pitchFamily="18" charset="0"/>
              </a:rPr>
              <a:t>β</a:t>
            </a:r>
            <a:r>
              <a:rPr lang="en-US" altLang="zh-CN" sz="2200" b="1" baseline="-25000" dirty="0">
                <a:solidFill>
                  <a:srgbClr val="000000"/>
                </a:solidFill>
                <a:latin typeface="Times New Roman" panose="02020603050405020304" pitchFamily="18" charset="0"/>
              </a:rPr>
              <a:t>2</a:t>
            </a:r>
            <a:r>
              <a:rPr lang="en-US" altLang="zh-CN" sz="2200" b="1" dirty="0">
                <a:solidFill>
                  <a:srgbClr val="000000"/>
                </a:solidFill>
                <a:latin typeface="Times New Roman" panose="02020603050405020304" pitchFamily="18" charset="0"/>
              </a:rPr>
              <a:t> </a:t>
            </a:r>
          </a:p>
          <a:p>
            <a:pPr eaLnBrk="1" hangingPunct="1">
              <a:lnSpc>
                <a:spcPts val="2500"/>
              </a:lnSpc>
              <a:buClr>
                <a:srgbClr val="31B6FD"/>
              </a:buClr>
              <a:buFont typeface="Symbol" panose="05050102010706020507" pitchFamily="18" charset="2"/>
              <a:buNone/>
            </a:pPr>
            <a:r>
              <a:rPr lang="en-US" altLang="zh-CN" sz="2200" b="1" dirty="0">
                <a:solidFill>
                  <a:srgbClr val="000000"/>
                </a:solidFill>
                <a:latin typeface="Times New Roman" panose="02020603050405020304" pitchFamily="18" charset="0"/>
              </a:rPr>
              <a:t>	…</a:t>
            </a:r>
          </a:p>
          <a:p>
            <a:pPr eaLnBrk="1" hangingPunct="1">
              <a:lnSpc>
                <a:spcPts val="2500"/>
              </a:lnSpc>
              <a:buClr>
                <a:srgbClr val="31B6FD"/>
              </a:buClr>
              <a:buFont typeface="Symbol" panose="05050102010706020507" pitchFamily="18" charset="2"/>
              <a:buNone/>
            </a:pPr>
            <a:r>
              <a:rPr lang="en-US" altLang="zh-CN" sz="2200" b="1" dirty="0">
                <a:solidFill>
                  <a:srgbClr val="000000"/>
                </a:solidFill>
                <a:latin typeface="Times New Roman" panose="02020603050405020304" pitchFamily="18" charset="0"/>
              </a:rPr>
              <a:t>	</a:t>
            </a:r>
            <a:r>
              <a:rPr lang="en-US" altLang="zh-CN" sz="2200" b="1" i="1" dirty="0">
                <a:solidFill>
                  <a:srgbClr val="000000"/>
                </a:solidFill>
                <a:latin typeface="Times New Roman" panose="02020603050405020304" pitchFamily="18" charset="0"/>
              </a:rPr>
              <a:t>A</a:t>
            </a:r>
            <a:r>
              <a:rPr lang="en-US" altLang="zh-CN" sz="2200" b="1" i="1" baseline="-25000" dirty="0">
                <a:solidFill>
                  <a:srgbClr val="000000"/>
                </a:solidFill>
                <a:latin typeface="Times New Roman" panose="02020603050405020304" pitchFamily="18" charset="0"/>
              </a:rPr>
              <a:t>m</a:t>
            </a:r>
            <a:r>
              <a:rPr lang="en-US" altLang="zh-CN" sz="2200" b="1" dirty="0">
                <a:solidFill>
                  <a:srgbClr val="000000"/>
                </a:solidFill>
                <a:latin typeface="Times New Roman" panose="02020603050405020304" pitchFamily="18" charset="0"/>
              </a:rPr>
              <a:t>→</a:t>
            </a:r>
            <a:r>
              <a:rPr lang="en-US" altLang="zh-CN" sz="2200" b="1" i="1" dirty="0">
                <a:solidFill>
                  <a:srgbClr val="000000"/>
                </a:solidFill>
                <a:latin typeface="Times New Roman" panose="02020603050405020304" pitchFamily="18" charset="0"/>
              </a:rPr>
              <a:t>α</a:t>
            </a:r>
            <a:r>
              <a:rPr lang="en-US" altLang="zh-CN" sz="2200" b="1" i="1" baseline="-25000" dirty="0">
                <a:solidFill>
                  <a:srgbClr val="000000"/>
                </a:solidFill>
                <a:latin typeface="Times New Roman" panose="02020603050405020304" pitchFamily="18" charset="0"/>
              </a:rPr>
              <a:t>m</a:t>
            </a:r>
            <a:r>
              <a:rPr lang="en-US" altLang="zh-CN" sz="2200" b="1" dirty="0">
                <a:solidFill>
                  <a:srgbClr val="000000"/>
                </a:solidFill>
                <a:latin typeface="Times New Roman" panose="02020603050405020304" pitchFamily="18" charset="0"/>
              </a:rPr>
              <a:t>.</a:t>
            </a:r>
            <a:r>
              <a:rPr lang="en-US" altLang="zh-CN" sz="2200" b="1" i="1" dirty="0">
                <a:solidFill>
                  <a:srgbClr val="FF0000"/>
                </a:solidFill>
                <a:latin typeface="Times New Roman" panose="02020603050405020304" pitchFamily="18" charset="0"/>
              </a:rPr>
              <a:t>a</a:t>
            </a:r>
            <a:r>
              <a:rPr lang="en-US" altLang="zh-CN" sz="2200" b="1" baseline="-25000" dirty="0">
                <a:solidFill>
                  <a:srgbClr val="FF0000"/>
                </a:solidFill>
                <a:latin typeface="Times New Roman" panose="02020603050405020304" pitchFamily="18" charset="0"/>
              </a:rPr>
              <a:t>m</a:t>
            </a:r>
            <a:r>
              <a:rPr lang="en-US" altLang="zh-CN" sz="2200" b="1" i="1" dirty="0">
                <a:solidFill>
                  <a:srgbClr val="000000"/>
                </a:solidFill>
                <a:latin typeface="Times New Roman" panose="02020603050405020304" pitchFamily="18" charset="0"/>
              </a:rPr>
              <a:t>β</a:t>
            </a:r>
            <a:r>
              <a:rPr lang="en-US" altLang="zh-CN" sz="2200" b="1" i="1" baseline="-25000" dirty="0">
                <a:solidFill>
                  <a:srgbClr val="000000"/>
                </a:solidFill>
                <a:latin typeface="Times New Roman" panose="02020603050405020304" pitchFamily="18" charset="0"/>
              </a:rPr>
              <a:t>m</a:t>
            </a:r>
            <a:r>
              <a:rPr lang="en-US" altLang="zh-CN" sz="2200" b="1" dirty="0">
                <a:solidFill>
                  <a:srgbClr val="000000"/>
                </a:solidFill>
                <a:latin typeface="Times New Roman" panose="02020603050405020304" pitchFamily="18" charset="0"/>
              </a:rPr>
              <a:t> </a:t>
            </a:r>
          </a:p>
          <a:p>
            <a:pPr eaLnBrk="1" hangingPunct="1">
              <a:lnSpc>
                <a:spcPts val="2500"/>
              </a:lnSpc>
              <a:buClr>
                <a:srgbClr val="31B6FD"/>
              </a:buClr>
              <a:buFont typeface="Symbol" panose="05050102010706020507" pitchFamily="18" charset="2"/>
              <a:buNone/>
            </a:pPr>
            <a:r>
              <a:rPr lang="en-US" altLang="zh-CN" sz="2200" b="1" dirty="0">
                <a:solidFill>
                  <a:srgbClr val="000000"/>
                </a:solidFill>
                <a:latin typeface="Times New Roman" panose="02020603050405020304" pitchFamily="18" charset="0"/>
              </a:rPr>
              <a:t>	</a:t>
            </a:r>
            <a:r>
              <a:rPr lang="en-US" altLang="zh-CN" sz="2200" b="1" i="1" dirty="0">
                <a:solidFill>
                  <a:srgbClr val="FF0000"/>
                </a:solidFill>
                <a:latin typeface="Times New Roman" panose="02020603050405020304" pitchFamily="18" charset="0"/>
              </a:rPr>
              <a:t>B</a:t>
            </a:r>
            <a:r>
              <a:rPr lang="en-US" altLang="zh-CN" sz="2200" b="1" baseline="-25000" dirty="0">
                <a:solidFill>
                  <a:srgbClr val="FF0000"/>
                </a:solidFill>
                <a:latin typeface="Times New Roman" panose="02020603050405020304" pitchFamily="18" charset="0"/>
              </a:rPr>
              <a:t>1</a:t>
            </a:r>
            <a:r>
              <a:rPr lang="en-US" altLang="zh-CN" sz="2200" b="1" dirty="0">
                <a:solidFill>
                  <a:srgbClr val="000000"/>
                </a:solidFill>
                <a:latin typeface="Times New Roman" panose="02020603050405020304" pitchFamily="18" charset="0"/>
              </a:rPr>
              <a:t>→</a:t>
            </a:r>
            <a:r>
              <a:rPr lang="en-US" altLang="zh-CN" sz="2200" b="1" i="1" dirty="0">
                <a:solidFill>
                  <a:srgbClr val="000000"/>
                </a:solidFill>
                <a:latin typeface="Times New Roman" panose="02020603050405020304" pitchFamily="18" charset="0"/>
              </a:rPr>
              <a:t>γ</a:t>
            </a:r>
            <a:r>
              <a:rPr lang="en-US" altLang="zh-CN" sz="2200" b="1" baseline="-25000" dirty="0">
                <a:solidFill>
                  <a:srgbClr val="000000"/>
                </a:solidFill>
                <a:latin typeface="Times New Roman" panose="02020603050405020304" pitchFamily="18" charset="0"/>
              </a:rPr>
              <a:t>1</a:t>
            </a:r>
            <a:r>
              <a:rPr lang="en-US" altLang="zh-CN" sz="2200" b="1" dirty="0">
                <a:solidFill>
                  <a:srgbClr val="000000"/>
                </a:solidFill>
                <a:latin typeface="Times New Roman" panose="02020603050405020304" pitchFamily="18" charset="0"/>
              </a:rPr>
              <a:t>. </a:t>
            </a:r>
          </a:p>
          <a:p>
            <a:pPr eaLnBrk="1" hangingPunct="1">
              <a:lnSpc>
                <a:spcPts val="2500"/>
              </a:lnSpc>
              <a:buClr>
                <a:srgbClr val="31B6FD"/>
              </a:buClr>
              <a:buFont typeface="Symbol" panose="05050102010706020507" pitchFamily="18" charset="2"/>
              <a:buNone/>
            </a:pPr>
            <a:r>
              <a:rPr lang="en-US" altLang="zh-CN" sz="2200" b="1" dirty="0">
                <a:solidFill>
                  <a:srgbClr val="000000"/>
                </a:solidFill>
                <a:latin typeface="Times New Roman" panose="02020603050405020304" pitchFamily="18" charset="0"/>
              </a:rPr>
              <a:t>	</a:t>
            </a:r>
            <a:r>
              <a:rPr lang="en-US" altLang="zh-CN" sz="2200" b="1" i="1" dirty="0">
                <a:solidFill>
                  <a:srgbClr val="FF0000"/>
                </a:solidFill>
                <a:latin typeface="Times New Roman" panose="02020603050405020304" pitchFamily="18" charset="0"/>
              </a:rPr>
              <a:t>B</a:t>
            </a:r>
            <a:r>
              <a:rPr lang="en-US" altLang="zh-CN" sz="2200" b="1" baseline="-25000" dirty="0">
                <a:solidFill>
                  <a:srgbClr val="FF0000"/>
                </a:solidFill>
                <a:latin typeface="Times New Roman" panose="02020603050405020304" pitchFamily="18" charset="0"/>
              </a:rPr>
              <a:t>2</a:t>
            </a:r>
            <a:r>
              <a:rPr lang="en-US" altLang="zh-CN" sz="2200" b="1" dirty="0">
                <a:solidFill>
                  <a:srgbClr val="000000"/>
                </a:solidFill>
                <a:latin typeface="Times New Roman" panose="02020603050405020304" pitchFamily="18" charset="0"/>
              </a:rPr>
              <a:t>→</a:t>
            </a:r>
            <a:r>
              <a:rPr lang="en-US" altLang="zh-CN" sz="2200" b="1" i="1" dirty="0">
                <a:solidFill>
                  <a:srgbClr val="000000"/>
                </a:solidFill>
                <a:latin typeface="Times New Roman" panose="02020603050405020304" pitchFamily="18" charset="0"/>
              </a:rPr>
              <a:t>γ</a:t>
            </a:r>
            <a:r>
              <a:rPr lang="en-US" altLang="zh-CN" sz="2200" b="1" baseline="-25000" dirty="0">
                <a:solidFill>
                  <a:srgbClr val="000000"/>
                </a:solidFill>
                <a:latin typeface="Times New Roman" panose="02020603050405020304" pitchFamily="18" charset="0"/>
              </a:rPr>
              <a:t>2</a:t>
            </a:r>
            <a:r>
              <a:rPr lang="en-US" altLang="zh-CN" sz="2200" b="1" dirty="0">
                <a:solidFill>
                  <a:srgbClr val="000000"/>
                </a:solidFill>
                <a:latin typeface="Times New Roman" panose="02020603050405020304" pitchFamily="18" charset="0"/>
              </a:rPr>
              <a:t>. </a:t>
            </a:r>
          </a:p>
          <a:p>
            <a:pPr eaLnBrk="1" hangingPunct="1">
              <a:lnSpc>
                <a:spcPts val="2500"/>
              </a:lnSpc>
              <a:buClr>
                <a:srgbClr val="31B6FD"/>
              </a:buClr>
              <a:buFont typeface="Symbol" panose="05050102010706020507" pitchFamily="18" charset="2"/>
              <a:buNone/>
            </a:pPr>
            <a:r>
              <a:rPr lang="en-US" altLang="zh-CN" sz="2200" b="1" dirty="0">
                <a:solidFill>
                  <a:srgbClr val="000000"/>
                </a:solidFill>
                <a:latin typeface="Times New Roman" panose="02020603050405020304" pitchFamily="18" charset="0"/>
              </a:rPr>
              <a:t>	…</a:t>
            </a:r>
          </a:p>
          <a:p>
            <a:pPr eaLnBrk="1" hangingPunct="1">
              <a:lnSpc>
                <a:spcPts val="2500"/>
              </a:lnSpc>
              <a:buClr>
                <a:srgbClr val="31B6FD"/>
              </a:buClr>
              <a:buFont typeface="Symbol" panose="05050102010706020507" pitchFamily="18" charset="2"/>
              <a:buNone/>
            </a:pPr>
            <a:r>
              <a:rPr lang="en-US" altLang="zh-CN" sz="2200" b="1" dirty="0">
                <a:solidFill>
                  <a:srgbClr val="000000"/>
                </a:solidFill>
                <a:latin typeface="Times New Roman" panose="02020603050405020304" pitchFamily="18" charset="0"/>
              </a:rPr>
              <a:t>	</a:t>
            </a:r>
            <a:r>
              <a:rPr lang="en-US" altLang="zh-CN" sz="2200" b="1" i="1" dirty="0" err="1">
                <a:solidFill>
                  <a:srgbClr val="FF0000"/>
                </a:solidFill>
                <a:latin typeface="Times New Roman" panose="02020603050405020304" pitchFamily="18" charset="0"/>
              </a:rPr>
              <a:t>B</a:t>
            </a:r>
            <a:r>
              <a:rPr lang="en-US" altLang="zh-CN" sz="2200" b="1" i="1" baseline="-25000" dirty="0" err="1">
                <a:solidFill>
                  <a:srgbClr val="FF0000"/>
                </a:solidFill>
                <a:latin typeface="Times New Roman" panose="02020603050405020304" pitchFamily="18" charset="0"/>
              </a:rPr>
              <a:t>n</a:t>
            </a:r>
            <a:r>
              <a:rPr lang="en-US" altLang="zh-CN" sz="2200" b="1" dirty="0" err="1">
                <a:solidFill>
                  <a:srgbClr val="000000"/>
                </a:solidFill>
                <a:latin typeface="Times New Roman" panose="02020603050405020304" pitchFamily="18" charset="0"/>
              </a:rPr>
              <a:t>→</a:t>
            </a:r>
            <a:r>
              <a:rPr lang="en-US" altLang="zh-CN" sz="2200" b="1" i="1" dirty="0" err="1">
                <a:solidFill>
                  <a:srgbClr val="000000"/>
                </a:solidFill>
                <a:latin typeface="Times New Roman" panose="02020603050405020304" pitchFamily="18" charset="0"/>
              </a:rPr>
              <a:t>γ</a:t>
            </a:r>
            <a:r>
              <a:rPr lang="en-US" altLang="zh-CN" sz="2200" b="1" i="1" baseline="-25000" dirty="0" err="1">
                <a:solidFill>
                  <a:srgbClr val="000000"/>
                </a:solidFill>
                <a:latin typeface="Times New Roman" panose="02020603050405020304" pitchFamily="18" charset="0"/>
              </a:rPr>
              <a:t>n</a:t>
            </a:r>
            <a:r>
              <a:rPr lang="en-US" altLang="zh-CN" sz="2200" b="1" dirty="0">
                <a:solidFill>
                  <a:srgbClr val="000000"/>
                </a:solidFill>
                <a:latin typeface="Times New Roman" panose="02020603050405020304" pitchFamily="18" charset="0"/>
              </a:rPr>
              <a:t>.</a:t>
            </a:r>
          </a:p>
        </p:txBody>
      </p:sp>
      <p:sp>
        <p:nvSpPr>
          <p:cNvPr id="18441" name="矩形 6"/>
          <p:cNvSpPr>
            <a:spLocks noChangeArrowheads="1"/>
          </p:cNvSpPr>
          <p:nvPr/>
        </p:nvSpPr>
        <p:spPr bwMode="auto">
          <a:xfrm>
            <a:off x="4178300" y="1393825"/>
            <a:ext cx="4572000" cy="3776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lnSpc>
                <a:spcPts val="3000"/>
              </a:lnSpc>
              <a:spcBef>
                <a:spcPct val="0"/>
              </a:spcBef>
              <a:buClrTx/>
              <a:buSzTx/>
              <a:buFont typeface="Arial" panose="020B0604020202020204" pitchFamily="34" charset="0"/>
              <a:buNone/>
            </a:pPr>
            <a:r>
              <a:rPr lang="zh-CN" altLang="en-US" sz="2200" b="1" dirty="0">
                <a:solidFill>
                  <a:srgbClr val="000000"/>
                </a:solidFill>
                <a:latin typeface="Times New Roman" panose="02020603050405020304" pitchFamily="18" charset="0"/>
                <a:ea typeface="华文楷体" panose="02010600040101010101" pitchFamily="2" charset="-122"/>
              </a:rPr>
              <a:t>     如果集合</a:t>
            </a:r>
            <a:r>
              <a:rPr lang="en-US" altLang="zh-CN" sz="2200" b="1" dirty="0">
                <a:solidFill>
                  <a:srgbClr val="FF0000"/>
                </a:solidFill>
                <a:latin typeface="Times New Roman" panose="02020603050405020304" pitchFamily="18" charset="0"/>
                <a:cs typeface="Times New Roman" panose="02020603050405020304" pitchFamily="18" charset="0"/>
              </a:rPr>
              <a:t>{ </a:t>
            </a:r>
            <a:r>
              <a:rPr lang="en-US" altLang="zh-CN" sz="2200" b="1" i="1" dirty="0">
                <a:solidFill>
                  <a:srgbClr val="FF0000"/>
                </a:solidFill>
                <a:latin typeface="Times New Roman" panose="02020603050405020304" pitchFamily="18" charset="0"/>
                <a:cs typeface="Times New Roman" panose="02020603050405020304" pitchFamily="18" charset="0"/>
              </a:rPr>
              <a:t>a</a:t>
            </a:r>
            <a:r>
              <a:rPr lang="en-US" altLang="zh-CN" sz="2200" b="1" baseline="-25000" dirty="0">
                <a:solidFill>
                  <a:srgbClr val="FF0000"/>
                </a:solidFill>
                <a:latin typeface="Times New Roman" panose="02020603050405020304" pitchFamily="18" charset="0"/>
                <a:cs typeface="Times New Roman" panose="02020603050405020304" pitchFamily="18" charset="0"/>
              </a:rPr>
              <a:t>1</a:t>
            </a:r>
            <a:r>
              <a:rPr lang="en-US" altLang="zh-CN" sz="2200" b="1" dirty="0">
                <a:solidFill>
                  <a:srgbClr val="FF0000"/>
                </a:solidFill>
                <a:latin typeface="Times New Roman" panose="02020603050405020304" pitchFamily="18" charset="0"/>
                <a:cs typeface="Times New Roman" panose="02020603050405020304" pitchFamily="18" charset="0"/>
              </a:rPr>
              <a:t>, </a:t>
            </a:r>
            <a:r>
              <a:rPr lang="en-US" altLang="zh-CN" sz="2200" b="1" i="1" dirty="0">
                <a:solidFill>
                  <a:srgbClr val="FF0000"/>
                </a:solidFill>
                <a:latin typeface="Times New Roman" panose="02020603050405020304" pitchFamily="18" charset="0"/>
                <a:cs typeface="Times New Roman" panose="02020603050405020304" pitchFamily="18" charset="0"/>
              </a:rPr>
              <a:t>a</a:t>
            </a:r>
            <a:r>
              <a:rPr lang="en-US" altLang="zh-CN" sz="2200" b="1" baseline="-25000" dirty="0">
                <a:solidFill>
                  <a:srgbClr val="FF0000"/>
                </a:solidFill>
                <a:latin typeface="Times New Roman" panose="02020603050405020304" pitchFamily="18" charset="0"/>
                <a:cs typeface="Times New Roman" panose="02020603050405020304" pitchFamily="18" charset="0"/>
              </a:rPr>
              <a:t>2</a:t>
            </a:r>
            <a:r>
              <a:rPr lang="en-US" altLang="zh-CN" sz="2200" b="1" dirty="0">
                <a:solidFill>
                  <a:srgbClr val="FF0000"/>
                </a:solidFill>
                <a:latin typeface="Times New Roman" panose="02020603050405020304" pitchFamily="18" charset="0"/>
                <a:cs typeface="Times New Roman" panose="02020603050405020304" pitchFamily="18" charset="0"/>
              </a:rPr>
              <a:t>, …, </a:t>
            </a:r>
            <a:r>
              <a:rPr lang="en-US" altLang="zh-CN" sz="2200" b="1" i="1" dirty="0">
                <a:solidFill>
                  <a:srgbClr val="FF0000"/>
                </a:solidFill>
                <a:latin typeface="Times New Roman" panose="02020603050405020304" pitchFamily="18" charset="0"/>
                <a:cs typeface="Times New Roman" panose="02020603050405020304" pitchFamily="18" charset="0"/>
              </a:rPr>
              <a:t>a</a:t>
            </a:r>
            <a:r>
              <a:rPr lang="en-US" altLang="zh-CN" sz="2200" b="1" baseline="-25000" dirty="0">
                <a:solidFill>
                  <a:srgbClr val="FF0000"/>
                </a:solidFill>
                <a:latin typeface="Times New Roman" panose="02020603050405020304" pitchFamily="18" charset="0"/>
                <a:cs typeface="Times New Roman" panose="02020603050405020304" pitchFamily="18" charset="0"/>
              </a:rPr>
              <a:t>m </a:t>
            </a:r>
            <a:r>
              <a:rPr lang="en-US" altLang="zh-CN" sz="2200" b="1" dirty="0">
                <a:solidFill>
                  <a:srgbClr val="FF0000"/>
                </a:solidFill>
                <a:latin typeface="Times New Roman" panose="02020603050405020304" pitchFamily="18" charset="0"/>
                <a:cs typeface="Times New Roman" panose="02020603050405020304" pitchFamily="18" charset="0"/>
              </a:rPr>
              <a:t>}</a:t>
            </a:r>
            <a:r>
              <a:rPr lang="zh-CN" altLang="en-US" sz="2200" b="1" dirty="0">
                <a:solidFill>
                  <a:srgbClr val="000000"/>
                </a:solidFill>
                <a:latin typeface="Times New Roman" panose="02020603050405020304" pitchFamily="18" charset="0"/>
                <a:ea typeface="华文楷体" panose="02010600040101010101" pitchFamily="2" charset="-122"/>
              </a:rPr>
              <a:t>和</a:t>
            </a:r>
            <a:r>
              <a:rPr lang="en-US" altLang="zh-CN" sz="2200" b="1" i="1" dirty="0">
                <a:solidFill>
                  <a:srgbClr val="000000"/>
                </a:solidFill>
                <a:latin typeface="Times New Roman" panose="02020603050405020304" pitchFamily="18" charset="0"/>
              </a:rPr>
              <a:t>FOLLOW</a:t>
            </a:r>
            <a:r>
              <a:rPr lang="en-US" altLang="zh-CN" sz="2200" b="1" dirty="0">
                <a:solidFill>
                  <a:srgbClr val="000000"/>
                </a:solidFill>
                <a:latin typeface="Times New Roman" panose="02020603050405020304" pitchFamily="18" charset="0"/>
              </a:rPr>
              <a:t>(</a:t>
            </a:r>
            <a:r>
              <a:rPr lang="en-US" altLang="zh-CN" sz="2200" b="1" i="1" dirty="0">
                <a:solidFill>
                  <a:srgbClr val="000000"/>
                </a:solidFill>
                <a:latin typeface="Times New Roman" panose="02020603050405020304" pitchFamily="18" charset="0"/>
              </a:rPr>
              <a:t>B</a:t>
            </a:r>
            <a:r>
              <a:rPr lang="en-US" altLang="zh-CN" sz="2200" b="1" baseline="-25000" dirty="0">
                <a:solidFill>
                  <a:srgbClr val="000000"/>
                </a:solidFill>
                <a:latin typeface="Times New Roman" panose="02020603050405020304" pitchFamily="18" charset="0"/>
              </a:rPr>
              <a:t>1</a:t>
            </a:r>
            <a:r>
              <a:rPr lang="en-US" altLang="zh-CN" sz="2200" b="1" dirty="0">
                <a:solidFill>
                  <a:srgbClr val="000000"/>
                </a:solidFill>
                <a:latin typeface="Times New Roman" panose="02020603050405020304" pitchFamily="18" charset="0"/>
              </a:rPr>
              <a:t>)</a:t>
            </a:r>
            <a:r>
              <a:rPr lang="zh-CN" altLang="en-US" sz="2200" b="1" dirty="0">
                <a:solidFill>
                  <a:srgbClr val="000000"/>
                </a:solidFill>
                <a:latin typeface="Times New Roman" panose="02020603050405020304" pitchFamily="18" charset="0"/>
                <a:ea typeface="华文楷体" panose="02010600040101010101" pitchFamily="2" charset="-122"/>
              </a:rPr>
              <a:t>， </a:t>
            </a:r>
            <a:r>
              <a:rPr lang="en-US" altLang="zh-CN" sz="2200" b="1" i="1" dirty="0">
                <a:solidFill>
                  <a:srgbClr val="000000"/>
                </a:solidFill>
                <a:latin typeface="Times New Roman" panose="02020603050405020304" pitchFamily="18" charset="0"/>
              </a:rPr>
              <a:t>FOLLOW</a:t>
            </a:r>
            <a:r>
              <a:rPr lang="en-US" altLang="zh-CN" sz="2200" b="1" dirty="0">
                <a:solidFill>
                  <a:srgbClr val="000000"/>
                </a:solidFill>
                <a:latin typeface="Times New Roman" panose="02020603050405020304" pitchFamily="18" charset="0"/>
              </a:rPr>
              <a:t>(</a:t>
            </a:r>
            <a:r>
              <a:rPr lang="en-US" altLang="zh-CN" sz="2200" b="1" i="1" dirty="0">
                <a:solidFill>
                  <a:srgbClr val="000000"/>
                </a:solidFill>
                <a:latin typeface="Times New Roman" panose="02020603050405020304" pitchFamily="18" charset="0"/>
              </a:rPr>
              <a:t>B</a:t>
            </a:r>
            <a:r>
              <a:rPr lang="en-US" altLang="zh-CN" sz="2200" b="1" baseline="-25000" dirty="0">
                <a:solidFill>
                  <a:srgbClr val="000000"/>
                </a:solidFill>
                <a:latin typeface="Times New Roman" panose="02020603050405020304" pitchFamily="18" charset="0"/>
              </a:rPr>
              <a:t>2</a:t>
            </a:r>
            <a:r>
              <a:rPr lang="en-US" altLang="zh-CN" sz="2200" b="1" dirty="0">
                <a:solidFill>
                  <a:srgbClr val="000000"/>
                </a:solidFill>
                <a:latin typeface="Times New Roman" panose="02020603050405020304" pitchFamily="18" charset="0"/>
              </a:rPr>
              <a:t>)</a:t>
            </a:r>
            <a:r>
              <a:rPr lang="zh-CN" altLang="en-US" sz="2200" b="1" dirty="0">
                <a:solidFill>
                  <a:srgbClr val="000000"/>
                </a:solidFill>
                <a:latin typeface="Times New Roman" panose="02020603050405020304" pitchFamily="18" charset="0"/>
                <a:ea typeface="华文楷体" panose="02010600040101010101" pitchFamily="2" charset="-122"/>
              </a:rPr>
              <a:t>，</a:t>
            </a:r>
            <a:r>
              <a:rPr lang="en-US" altLang="zh-CN" sz="2200" b="1" dirty="0">
                <a:solidFill>
                  <a:srgbClr val="000000"/>
                </a:solidFill>
                <a:latin typeface="Times New Roman" panose="02020603050405020304" pitchFamily="18" charset="0"/>
              </a:rPr>
              <a:t>…</a:t>
            </a:r>
            <a:r>
              <a:rPr lang="zh-CN" altLang="en-US" sz="2200" b="1" dirty="0">
                <a:solidFill>
                  <a:srgbClr val="000000"/>
                </a:solidFill>
                <a:latin typeface="Times New Roman" panose="02020603050405020304" pitchFamily="18" charset="0"/>
                <a:ea typeface="华文楷体" panose="02010600040101010101" pitchFamily="2" charset="-122"/>
              </a:rPr>
              <a:t>，</a:t>
            </a:r>
            <a:r>
              <a:rPr lang="en-US" altLang="zh-CN" sz="2200" b="1" i="1" dirty="0">
                <a:solidFill>
                  <a:srgbClr val="000000"/>
                </a:solidFill>
                <a:latin typeface="Times New Roman" panose="02020603050405020304" pitchFamily="18" charset="0"/>
              </a:rPr>
              <a:t>FOLLOW</a:t>
            </a:r>
            <a:r>
              <a:rPr lang="en-US" altLang="zh-CN" sz="2200" b="1" dirty="0">
                <a:solidFill>
                  <a:srgbClr val="000000"/>
                </a:solidFill>
                <a:latin typeface="Times New Roman" panose="02020603050405020304" pitchFamily="18" charset="0"/>
              </a:rPr>
              <a:t>(</a:t>
            </a:r>
            <a:r>
              <a:rPr lang="en-US" altLang="zh-CN" sz="2200" b="1" i="1" dirty="0">
                <a:solidFill>
                  <a:srgbClr val="000000"/>
                </a:solidFill>
                <a:latin typeface="Times New Roman" panose="02020603050405020304" pitchFamily="18" charset="0"/>
              </a:rPr>
              <a:t>B</a:t>
            </a:r>
            <a:r>
              <a:rPr lang="en-US" altLang="zh-CN" sz="2200" b="1" i="1" baseline="-25000" dirty="0">
                <a:solidFill>
                  <a:srgbClr val="000000"/>
                </a:solidFill>
                <a:latin typeface="Times New Roman" panose="02020603050405020304" pitchFamily="18" charset="0"/>
              </a:rPr>
              <a:t>n</a:t>
            </a:r>
            <a:r>
              <a:rPr lang="en-US" altLang="zh-CN" sz="2200" b="1" dirty="0">
                <a:solidFill>
                  <a:srgbClr val="000000"/>
                </a:solidFill>
                <a:latin typeface="Times New Roman" panose="02020603050405020304" pitchFamily="18" charset="0"/>
              </a:rPr>
              <a:t>)</a:t>
            </a:r>
            <a:r>
              <a:rPr lang="zh-CN" altLang="en-US" sz="2200" b="1" dirty="0">
                <a:solidFill>
                  <a:srgbClr val="FF0000"/>
                </a:solidFill>
                <a:latin typeface="Times New Roman" panose="02020603050405020304" pitchFamily="18" charset="0"/>
                <a:ea typeface="华文楷体" panose="02010600040101010101" pitchFamily="2" charset="-122"/>
              </a:rPr>
              <a:t>两两不相交</a:t>
            </a:r>
            <a:r>
              <a:rPr lang="zh-CN" altLang="en-US" sz="2200" b="1" dirty="0">
                <a:solidFill>
                  <a:srgbClr val="000000"/>
                </a:solidFill>
                <a:latin typeface="Times New Roman" panose="02020603050405020304" pitchFamily="18" charset="0"/>
                <a:ea typeface="华文楷体" panose="02010600040101010101" pitchFamily="2" charset="-122"/>
              </a:rPr>
              <a:t>，则项目   集</a:t>
            </a:r>
            <a:r>
              <a:rPr lang="en-US" altLang="zh-CN" sz="2200" b="1" i="1" dirty="0">
                <a:solidFill>
                  <a:srgbClr val="000000"/>
                </a:solidFill>
                <a:latin typeface="Times New Roman" panose="02020603050405020304" pitchFamily="18" charset="0"/>
              </a:rPr>
              <a:t>I</a:t>
            </a:r>
            <a:r>
              <a:rPr lang="zh-CN" altLang="en-US" sz="2200" b="1" dirty="0">
                <a:solidFill>
                  <a:srgbClr val="000000"/>
                </a:solidFill>
                <a:latin typeface="Times New Roman" panose="02020603050405020304" pitchFamily="18" charset="0"/>
                <a:ea typeface="华文楷体" panose="02010600040101010101" pitchFamily="2" charset="-122"/>
              </a:rPr>
              <a:t>中的冲突可以按以下原则解决： </a:t>
            </a:r>
            <a:endParaRPr lang="en-US" altLang="zh-CN" sz="2200" b="1" dirty="0">
              <a:solidFill>
                <a:srgbClr val="000000"/>
              </a:solidFill>
              <a:latin typeface="Times New Roman" panose="02020603050405020304" pitchFamily="18" charset="0"/>
            </a:endParaRPr>
          </a:p>
          <a:p>
            <a:pPr eaLnBrk="1" hangingPunct="1">
              <a:lnSpc>
                <a:spcPts val="3000"/>
              </a:lnSpc>
              <a:spcBef>
                <a:spcPct val="0"/>
              </a:spcBef>
              <a:buClrTx/>
              <a:buSzTx/>
              <a:buFont typeface="Arial" panose="020B0604020202020204" pitchFamily="34" charset="0"/>
              <a:buNone/>
            </a:pPr>
            <a:r>
              <a:rPr lang="en-US" altLang="zh-CN" sz="2200" b="1" dirty="0">
                <a:solidFill>
                  <a:srgbClr val="000000"/>
                </a:solidFill>
                <a:latin typeface="Times New Roman" panose="02020603050405020304" pitchFamily="18" charset="0"/>
              </a:rPr>
              <a:t>     </a:t>
            </a:r>
            <a:r>
              <a:rPr lang="zh-CN" altLang="en-US" sz="2200" b="1" dirty="0">
                <a:solidFill>
                  <a:srgbClr val="000000"/>
                </a:solidFill>
                <a:latin typeface="Times New Roman" panose="02020603050405020304" pitchFamily="18" charset="0"/>
                <a:ea typeface="华文楷体" panose="02010600040101010101" pitchFamily="2" charset="-122"/>
              </a:rPr>
              <a:t>设</a:t>
            </a:r>
            <a:r>
              <a:rPr lang="en-US" altLang="zh-CN" sz="2200" b="1" i="1" dirty="0">
                <a:solidFill>
                  <a:srgbClr val="000000"/>
                </a:solidFill>
                <a:latin typeface="Times New Roman" panose="02020603050405020304" pitchFamily="18" charset="0"/>
              </a:rPr>
              <a:t>a</a:t>
            </a:r>
            <a:r>
              <a:rPr lang="zh-CN" altLang="en-US" sz="2200" b="1" dirty="0">
                <a:solidFill>
                  <a:srgbClr val="000000"/>
                </a:solidFill>
                <a:latin typeface="Times New Roman" panose="02020603050405020304" pitchFamily="18" charset="0"/>
                <a:ea typeface="华文楷体" panose="02010600040101010101" pitchFamily="2" charset="-122"/>
              </a:rPr>
              <a:t>是下</a:t>
            </a:r>
            <a:r>
              <a:rPr lang="zh-CN" altLang="en-US" sz="2200" b="1" dirty="0">
                <a:solidFill>
                  <a:srgbClr val="FF0000"/>
                </a:solidFill>
                <a:latin typeface="Times New Roman" panose="02020603050405020304" pitchFamily="18" charset="0"/>
                <a:ea typeface="华文楷体" panose="02010600040101010101" pitchFamily="2" charset="-122"/>
              </a:rPr>
              <a:t>一个输入符号</a:t>
            </a:r>
            <a:endParaRPr lang="en-US" altLang="zh-CN" sz="2200" b="1" dirty="0">
              <a:solidFill>
                <a:srgbClr val="FF0000"/>
              </a:solidFill>
              <a:latin typeface="Times New Roman" panose="02020603050405020304" pitchFamily="18" charset="0"/>
            </a:endParaRPr>
          </a:p>
          <a:p>
            <a:pPr eaLnBrk="1" hangingPunct="1">
              <a:spcBef>
                <a:spcPct val="30000"/>
              </a:spcBef>
              <a:buClrTx/>
              <a:buSzTx/>
              <a:buFont typeface="Arial" panose="020B0604020202020204" pitchFamily="34" charset="0"/>
              <a:buNone/>
            </a:pPr>
            <a:endParaRPr lang="en-US" altLang="zh-CN" sz="2200" b="1" dirty="0">
              <a:solidFill>
                <a:srgbClr val="000000"/>
              </a:solidFill>
              <a:latin typeface="Times New Roman" panose="02020603050405020304" pitchFamily="18" charset="0"/>
            </a:endParaRPr>
          </a:p>
          <a:p>
            <a:pPr eaLnBrk="1" hangingPunct="1">
              <a:spcBef>
                <a:spcPct val="30000"/>
              </a:spcBef>
              <a:buClrTx/>
              <a:buSzTx/>
              <a:buFont typeface="Arial" panose="020B0604020202020204" pitchFamily="34" charset="0"/>
              <a:buNone/>
            </a:pPr>
            <a:endParaRPr lang="en-US" altLang="zh-CN" sz="2200" b="1" dirty="0">
              <a:solidFill>
                <a:srgbClr val="000000"/>
              </a:solidFill>
              <a:latin typeface="Times New Roman" panose="02020603050405020304" pitchFamily="18" charset="0"/>
            </a:endParaRPr>
          </a:p>
          <a:p>
            <a:pPr eaLnBrk="1" hangingPunct="1">
              <a:spcBef>
                <a:spcPct val="30000"/>
              </a:spcBef>
              <a:buClrTx/>
              <a:buSzTx/>
              <a:buFont typeface="Arial" panose="020B0604020202020204" pitchFamily="34" charset="0"/>
              <a:buNone/>
            </a:pPr>
            <a:endParaRPr lang="en-US" altLang="zh-CN" sz="2200" b="1" dirty="0">
              <a:solidFill>
                <a:srgbClr val="000000"/>
              </a:solidFill>
              <a:latin typeface="Times New Roman" panose="02020603050405020304" pitchFamily="18" charset="0"/>
            </a:endParaRPr>
          </a:p>
          <a:p>
            <a:pPr eaLnBrk="1" hangingPunct="1">
              <a:spcBef>
                <a:spcPct val="30000"/>
              </a:spcBef>
              <a:buClrTx/>
              <a:buSzTx/>
              <a:buFont typeface="Arial" panose="020B0604020202020204" pitchFamily="34" charset="0"/>
              <a:buNone/>
            </a:pPr>
            <a:endParaRPr lang="en-US" altLang="zh-CN" sz="2200" b="1" dirty="0">
              <a:solidFill>
                <a:srgbClr val="000000"/>
              </a:solidFill>
              <a:latin typeface="Times New Roman" panose="02020603050405020304" pitchFamily="18" charset="0"/>
            </a:endParaRPr>
          </a:p>
        </p:txBody>
      </p:sp>
      <p:sp>
        <p:nvSpPr>
          <p:cNvPr id="18442" name="矩形 8"/>
          <p:cNvSpPr>
            <a:spLocks noChangeArrowheads="1"/>
          </p:cNvSpPr>
          <p:nvPr/>
        </p:nvSpPr>
        <p:spPr bwMode="auto">
          <a:xfrm>
            <a:off x="3924300" y="3252788"/>
            <a:ext cx="5060950" cy="176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576263" indent="-2730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lvl="1" eaLnBrk="1" hangingPunct="1">
              <a:lnSpc>
                <a:spcPts val="3000"/>
              </a:lnSpc>
              <a:buClrTx/>
              <a:buFont typeface="Wingdings" panose="05000000000000000000" pitchFamily="2" charset="2"/>
              <a:buChar char="Ø"/>
            </a:pPr>
            <a:r>
              <a:rPr lang="zh-CN" altLang="en-US" b="1" dirty="0">
                <a:solidFill>
                  <a:srgbClr val="000000"/>
                </a:solidFill>
                <a:latin typeface="Times New Roman" panose="02020603050405020304" pitchFamily="18" charset="0"/>
                <a:ea typeface="华文楷体" panose="02010600040101010101" pitchFamily="2" charset="-122"/>
              </a:rPr>
              <a:t>若</a:t>
            </a:r>
            <a:r>
              <a:rPr lang="en-US" altLang="zh-CN" b="1" i="1" dirty="0">
                <a:solidFill>
                  <a:srgbClr val="FF0000"/>
                </a:solidFill>
                <a:latin typeface="Times New Roman" panose="02020603050405020304" pitchFamily="18" charset="0"/>
                <a:cs typeface="Times New Roman" panose="02020603050405020304" pitchFamily="18" charset="0"/>
              </a:rPr>
              <a:t>a</a:t>
            </a:r>
            <a:r>
              <a:rPr lang="en-US" altLang="zh-CN" b="1" dirty="0">
                <a:solidFill>
                  <a:srgbClr val="FF0000"/>
                </a:solidFill>
                <a:latin typeface="Times New Roman" panose="02020603050405020304" pitchFamily="18" charset="0"/>
                <a:cs typeface="Times New Roman" panose="02020603050405020304" pitchFamily="18" charset="0"/>
              </a:rPr>
              <a:t>∈{ </a:t>
            </a:r>
            <a:r>
              <a:rPr lang="en-US" altLang="zh-CN" b="1" i="1" dirty="0">
                <a:solidFill>
                  <a:srgbClr val="FF0000"/>
                </a:solidFill>
                <a:latin typeface="Times New Roman" panose="02020603050405020304" pitchFamily="18" charset="0"/>
                <a:cs typeface="Times New Roman" panose="02020603050405020304" pitchFamily="18" charset="0"/>
              </a:rPr>
              <a:t>a</a:t>
            </a:r>
            <a:r>
              <a:rPr lang="en-US" altLang="zh-CN" b="1" baseline="-25000" dirty="0">
                <a:solidFill>
                  <a:srgbClr val="FF0000"/>
                </a:solidFill>
                <a:latin typeface="Times New Roman" panose="02020603050405020304" pitchFamily="18" charset="0"/>
                <a:cs typeface="Times New Roman" panose="02020603050405020304" pitchFamily="18" charset="0"/>
              </a:rPr>
              <a:t>1</a:t>
            </a:r>
            <a:r>
              <a:rPr lang="en-US" altLang="zh-CN" b="1" dirty="0">
                <a:solidFill>
                  <a:srgbClr val="FF0000"/>
                </a:solidFill>
                <a:latin typeface="Times New Roman" panose="02020603050405020304" pitchFamily="18" charset="0"/>
                <a:cs typeface="Times New Roman" panose="02020603050405020304" pitchFamily="18" charset="0"/>
              </a:rPr>
              <a:t>, </a:t>
            </a:r>
            <a:r>
              <a:rPr lang="en-US" altLang="zh-CN" b="1" i="1" dirty="0">
                <a:solidFill>
                  <a:srgbClr val="FF0000"/>
                </a:solidFill>
                <a:latin typeface="Times New Roman" panose="02020603050405020304" pitchFamily="18" charset="0"/>
                <a:cs typeface="Times New Roman" panose="02020603050405020304" pitchFamily="18" charset="0"/>
              </a:rPr>
              <a:t>a</a:t>
            </a:r>
            <a:r>
              <a:rPr lang="en-US" altLang="zh-CN" b="1" baseline="-25000" dirty="0">
                <a:solidFill>
                  <a:srgbClr val="FF0000"/>
                </a:solidFill>
                <a:latin typeface="Times New Roman" panose="02020603050405020304" pitchFamily="18" charset="0"/>
                <a:cs typeface="Times New Roman" panose="02020603050405020304" pitchFamily="18" charset="0"/>
              </a:rPr>
              <a:t>2</a:t>
            </a:r>
            <a:r>
              <a:rPr lang="en-US" altLang="zh-CN" b="1" dirty="0">
                <a:solidFill>
                  <a:srgbClr val="FF0000"/>
                </a:solidFill>
                <a:latin typeface="Times New Roman" panose="02020603050405020304" pitchFamily="18" charset="0"/>
                <a:cs typeface="Times New Roman" panose="02020603050405020304" pitchFamily="18" charset="0"/>
              </a:rPr>
              <a:t>, …, </a:t>
            </a:r>
            <a:r>
              <a:rPr lang="en-US" altLang="zh-CN" b="1" i="1" dirty="0">
                <a:solidFill>
                  <a:srgbClr val="FF0000"/>
                </a:solidFill>
                <a:latin typeface="Times New Roman" panose="02020603050405020304" pitchFamily="18" charset="0"/>
                <a:cs typeface="Times New Roman" panose="02020603050405020304" pitchFamily="18" charset="0"/>
              </a:rPr>
              <a:t>a</a:t>
            </a:r>
            <a:r>
              <a:rPr lang="en-US" altLang="zh-CN" b="1" baseline="-25000" dirty="0">
                <a:solidFill>
                  <a:srgbClr val="FF0000"/>
                </a:solidFill>
                <a:latin typeface="Times New Roman" panose="02020603050405020304" pitchFamily="18" charset="0"/>
                <a:cs typeface="Times New Roman" panose="02020603050405020304" pitchFamily="18" charset="0"/>
              </a:rPr>
              <a:t>m</a:t>
            </a:r>
            <a:r>
              <a:rPr lang="en-US" altLang="zh-CN" b="1" dirty="0">
                <a:solidFill>
                  <a:srgbClr val="FF0000"/>
                </a:solidFill>
                <a:latin typeface="Times New Roman" panose="02020603050405020304" pitchFamily="18" charset="0"/>
                <a:cs typeface="Times New Roman" panose="02020603050405020304" pitchFamily="18" charset="0"/>
              </a:rPr>
              <a:t> }</a:t>
            </a:r>
            <a:r>
              <a:rPr lang="zh-CN" altLang="en-US" b="1" dirty="0">
                <a:solidFill>
                  <a:srgbClr val="000000"/>
                </a:solidFill>
                <a:latin typeface="Times New Roman" panose="02020603050405020304" pitchFamily="18" charset="0"/>
                <a:ea typeface="华文楷体" panose="02010600040101010101" pitchFamily="2" charset="-122"/>
              </a:rPr>
              <a:t>，则</a:t>
            </a:r>
            <a:r>
              <a:rPr lang="zh-CN" altLang="en-US" b="1" dirty="0">
                <a:solidFill>
                  <a:srgbClr val="FF0000"/>
                </a:solidFill>
                <a:latin typeface="Times New Roman" panose="02020603050405020304" pitchFamily="18" charset="0"/>
                <a:ea typeface="华文楷体" panose="02010600040101010101" pitchFamily="2" charset="-122"/>
              </a:rPr>
              <a:t>移进</a:t>
            </a:r>
            <a:r>
              <a:rPr lang="en-US" altLang="zh-CN" b="1" i="1" dirty="0">
                <a:solidFill>
                  <a:srgbClr val="000000"/>
                </a:solidFill>
                <a:latin typeface="Times New Roman" panose="02020603050405020304" pitchFamily="18" charset="0"/>
              </a:rPr>
              <a:t>a</a:t>
            </a:r>
          </a:p>
          <a:p>
            <a:pPr lvl="1" eaLnBrk="1" hangingPunct="1">
              <a:lnSpc>
                <a:spcPts val="3000"/>
              </a:lnSpc>
              <a:buClrTx/>
              <a:buFont typeface="Wingdings" panose="05000000000000000000" pitchFamily="2" charset="2"/>
              <a:buChar char="Ø"/>
            </a:pPr>
            <a:r>
              <a:rPr lang="zh-CN" altLang="en-US" b="1" dirty="0">
                <a:solidFill>
                  <a:srgbClr val="000000"/>
                </a:solidFill>
                <a:latin typeface="Times New Roman" panose="02020603050405020304" pitchFamily="18" charset="0"/>
                <a:ea typeface="华文楷体" panose="02010600040101010101" pitchFamily="2" charset="-122"/>
              </a:rPr>
              <a:t>若</a:t>
            </a:r>
            <a:r>
              <a:rPr lang="en-US" altLang="zh-CN" b="1" i="1" dirty="0" err="1">
                <a:solidFill>
                  <a:srgbClr val="FF0000"/>
                </a:solidFill>
                <a:latin typeface="Times New Roman" panose="02020603050405020304" pitchFamily="18" charset="0"/>
              </a:rPr>
              <a:t>a</a:t>
            </a:r>
            <a:r>
              <a:rPr lang="en-US" altLang="zh-CN" b="1" dirty="0" err="1">
                <a:solidFill>
                  <a:srgbClr val="FF0000"/>
                </a:solidFill>
                <a:latin typeface="Times New Roman" panose="02020603050405020304" pitchFamily="18" charset="0"/>
              </a:rPr>
              <a:t>∈</a:t>
            </a:r>
            <a:r>
              <a:rPr lang="en-US" altLang="zh-CN" b="1" i="1" dirty="0" err="1">
                <a:solidFill>
                  <a:srgbClr val="FF0000"/>
                </a:solidFill>
                <a:latin typeface="Times New Roman" panose="02020603050405020304" pitchFamily="18" charset="0"/>
              </a:rPr>
              <a:t>FOLLOW</a:t>
            </a:r>
            <a:r>
              <a:rPr lang="en-US" altLang="zh-CN" b="1" dirty="0">
                <a:solidFill>
                  <a:srgbClr val="FF0000"/>
                </a:solidFill>
                <a:latin typeface="Times New Roman" panose="02020603050405020304" pitchFamily="18" charset="0"/>
              </a:rPr>
              <a:t>(</a:t>
            </a:r>
            <a:r>
              <a:rPr lang="en-US" altLang="zh-CN" b="1" i="1" dirty="0">
                <a:solidFill>
                  <a:srgbClr val="FF0000"/>
                </a:solidFill>
                <a:latin typeface="Times New Roman" panose="02020603050405020304" pitchFamily="18" charset="0"/>
              </a:rPr>
              <a:t>B</a:t>
            </a:r>
            <a:r>
              <a:rPr lang="en-US" altLang="zh-CN" b="1" i="1" baseline="-25000" dirty="0">
                <a:solidFill>
                  <a:srgbClr val="FF0000"/>
                </a:solidFill>
                <a:latin typeface="Times New Roman" panose="02020603050405020304" pitchFamily="18" charset="0"/>
              </a:rPr>
              <a:t>i</a:t>
            </a:r>
            <a:r>
              <a:rPr lang="en-US" altLang="zh-CN" b="1" dirty="0">
                <a:solidFill>
                  <a:srgbClr val="FF0000"/>
                </a:solidFill>
                <a:latin typeface="Times New Roman" panose="02020603050405020304" pitchFamily="18" charset="0"/>
              </a:rPr>
              <a:t>)</a:t>
            </a:r>
            <a:r>
              <a:rPr lang="zh-CN" altLang="en-US" b="1" dirty="0">
                <a:solidFill>
                  <a:srgbClr val="000000"/>
                </a:solidFill>
                <a:latin typeface="Times New Roman" panose="02020603050405020304" pitchFamily="18" charset="0"/>
                <a:ea typeface="华文楷体" panose="02010600040101010101" pitchFamily="2" charset="-122"/>
              </a:rPr>
              <a:t>，则用产生式 </a:t>
            </a:r>
            <a:r>
              <a:rPr lang="en-US" altLang="zh-CN" b="1" i="1" dirty="0" err="1">
                <a:solidFill>
                  <a:srgbClr val="000000"/>
                </a:solidFill>
                <a:latin typeface="Times New Roman" panose="02020603050405020304" pitchFamily="18" charset="0"/>
              </a:rPr>
              <a:t>B</a:t>
            </a:r>
            <a:r>
              <a:rPr lang="en-US" altLang="zh-CN" b="1" i="1" baseline="-25000" dirty="0" err="1">
                <a:solidFill>
                  <a:srgbClr val="000000"/>
                </a:solidFill>
                <a:latin typeface="Times New Roman" panose="02020603050405020304" pitchFamily="18" charset="0"/>
              </a:rPr>
              <a:t>i</a:t>
            </a:r>
            <a:r>
              <a:rPr lang="en-US" altLang="zh-CN" b="1" dirty="0" err="1">
                <a:solidFill>
                  <a:srgbClr val="000000"/>
                </a:solidFill>
                <a:latin typeface="Times New Roman" panose="02020603050405020304" pitchFamily="18" charset="0"/>
              </a:rPr>
              <a:t>→</a:t>
            </a:r>
            <a:r>
              <a:rPr lang="en-US" altLang="zh-CN" b="1" i="1" dirty="0" err="1">
                <a:solidFill>
                  <a:srgbClr val="000000"/>
                </a:solidFill>
                <a:latin typeface="Times New Roman" panose="02020603050405020304" pitchFamily="18" charset="0"/>
              </a:rPr>
              <a:t>γ</a:t>
            </a:r>
            <a:r>
              <a:rPr lang="en-US" altLang="zh-CN" b="1" i="1" baseline="-25000" dirty="0" err="1">
                <a:solidFill>
                  <a:srgbClr val="000000"/>
                </a:solidFill>
                <a:latin typeface="Times New Roman" panose="02020603050405020304" pitchFamily="18" charset="0"/>
              </a:rPr>
              <a:t>i</a:t>
            </a:r>
            <a:r>
              <a:rPr lang="en-US" altLang="zh-CN" b="1" i="1" dirty="0">
                <a:solidFill>
                  <a:srgbClr val="000000"/>
                </a:solidFill>
                <a:latin typeface="Times New Roman" panose="02020603050405020304" pitchFamily="18" charset="0"/>
              </a:rPr>
              <a:t> </a:t>
            </a:r>
            <a:r>
              <a:rPr lang="zh-CN" altLang="en-US" b="1" dirty="0">
                <a:solidFill>
                  <a:srgbClr val="FF0000"/>
                </a:solidFill>
                <a:latin typeface="Times New Roman" panose="02020603050405020304" pitchFamily="18" charset="0"/>
                <a:ea typeface="华文楷体" panose="02010600040101010101" pitchFamily="2" charset="-122"/>
              </a:rPr>
              <a:t>归约</a:t>
            </a:r>
          </a:p>
          <a:p>
            <a:pPr lvl="1" eaLnBrk="1" hangingPunct="1">
              <a:lnSpc>
                <a:spcPts val="3000"/>
              </a:lnSpc>
              <a:buClrTx/>
              <a:buFont typeface="Wingdings" panose="05000000000000000000" pitchFamily="2" charset="2"/>
              <a:buChar char="Ø"/>
            </a:pPr>
            <a:r>
              <a:rPr lang="zh-CN" altLang="en-US" b="1" dirty="0">
                <a:solidFill>
                  <a:srgbClr val="000000"/>
                </a:solidFill>
                <a:latin typeface="Times New Roman" panose="02020603050405020304" pitchFamily="18" charset="0"/>
                <a:ea typeface="华文楷体" panose="02010600040101010101" pitchFamily="2" charset="-122"/>
              </a:rPr>
              <a:t>此外，报错</a:t>
            </a:r>
          </a:p>
        </p:txBody>
      </p:sp>
      <p:sp>
        <p:nvSpPr>
          <p:cNvPr id="3" name="灯片编号占位符 2">
            <a:extLst>
              <a:ext uri="{FF2B5EF4-FFF2-40B4-BE49-F238E27FC236}">
                <a16:creationId xmlns:a16="http://schemas.microsoft.com/office/drawing/2014/main" id="{41B7B566-3F88-4CA8-9366-D4EC1D2881F6}"/>
              </a:ext>
            </a:extLst>
          </p:cNvPr>
          <p:cNvSpPr>
            <a:spLocks noGrp="1"/>
          </p:cNvSpPr>
          <p:nvPr>
            <p:ph type="sldNum" sz="quarter" idx="12"/>
          </p:nvPr>
        </p:nvSpPr>
        <p:spPr/>
        <p:txBody>
          <a:bodyPr/>
          <a:lstStyle/>
          <a:p>
            <a:pPr>
              <a:defRPr/>
            </a:pPr>
            <a:fld id="{76D20AB1-C80E-44EB-B890-88EEF3B3DC08}" type="slidenum">
              <a:rPr lang="zh-CN" altLang="en-US" smtClean="0"/>
              <a:pPr>
                <a:defRPr/>
              </a:pPr>
              <a:t>2</a:t>
            </a:fld>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标题 1"/>
          <p:cNvSpPr txBox="1">
            <a:spLocks noChangeArrowheads="1"/>
          </p:cNvSpPr>
          <p:nvPr/>
        </p:nvSpPr>
        <p:spPr bwMode="auto">
          <a:xfrm>
            <a:off x="798513" y="787400"/>
            <a:ext cx="7931150"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 typeface="Arial" panose="020B0604020202020204" pitchFamily="34" charset="0"/>
              <a:buNone/>
            </a:pPr>
            <a:endParaRPr lang="zh-CN" altLang="en-US" sz="2800" b="1">
              <a:solidFill>
                <a:srgbClr val="000000"/>
              </a:solidFill>
              <a:latin typeface="微软雅黑" panose="020B0503020204020204" pitchFamily="34" charset="-122"/>
              <a:ea typeface="微软雅黑" panose="020B0503020204020204" pitchFamily="34" charset="-122"/>
            </a:endParaRPr>
          </a:p>
        </p:txBody>
      </p:sp>
      <p:sp>
        <p:nvSpPr>
          <p:cNvPr id="20484" name="标题 1"/>
          <p:cNvSpPr>
            <a:spLocks noGrp="1" noChangeArrowheads="1"/>
          </p:cNvSpPr>
          <p:nvPr>
            <p:ph type="title"/>
          </p:nvPr>
        </p:nvSpPr>
        <p:spPr>
          <a:xfrm>
            <a:off x="755650" y="268288"/>
            <a:ext cx="6173788"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rPr>
              <a:t>例：</a:t>
            </a:r>
            <a:r>
              <a:rPr lang="en-US" altLang="zh-CN" sz="3000">
                <a:solidFill>
                  <a:schemeClr val="tx1"/>
                </a:solidFill>
                <a:latin typeface="微软雅黑" panose="020B0503020204020204" pitchFamily="34" charset="-122"/>
                <a:ea typeface="微软雅黑" panose="020B0503020204020204" pitchFamily="34" charset="-122"/>
              </a:rPr>
              <a:t>LR(0) </a:t>
            </a:r>
            <a:r>
              <a:rPr lang="zh-CN" altLang="en-US" sz="3000">
                <a:solidFill>
                  <a:schemeClr val="tx1"/>
                </a:solidFill>
                <a:latin typeface="微软雅黑" panose="020B0503020204020204" pitchFamily="34" charset="-122"/>
                <a:ea typeface="微软雅黑" panose="020B0503020204020204" pitchFamily="34" charset="-122"/>
              </a:rPr>
              <a:t>分析过程中的冲突</a:t>
            </a:r>
          </a:p>
        </p:txBody>
      </p:sp>
      <p:graphicFrame>
        <p:nvGraphicFramePr>
          <p:cNvPr id="64" name="Group 18"/>
          <p:cNvGraphicFramePr>
            <a:graphicFrameLocks noGrp="1"/>
          </p:cNvGraphicFramePr>
          <p:nvPr>
            <p:extLst>
              <p:ext uri="{D42A27DB-BD31-4B8C-83A1-F6EECF244321}">
                <p14:modId xmlns:p14="http://schemas.microsoft.com/office/powerpoint/2010/main" val="656463258"/>
              </p:ext>
            </p:extLst>
          </p:nvPr>
        </p:nvGraphicFramePr>
        <p:xfrm>
          <a:off x="142875" y="3522663"/>
          <a:ext cx="2089150" cy="1493836"/>
        </p:xfrm>
        <a:graphic>
          <a:graphicData uri="http://schemas.openxmlformats.org/drawingml/2006/table">
            <a:tbl>
              <a:tblPr/>
              <a:tblGrid>
                <a:gridCol w="360363">
                  <a:extLst>
                    <a:ext uri="{9D8B030D-6E8A-4147-A177-3AD203B41FA5}">
                      <a16:colId xmlns:a16="http://schemas.microsoft.com/office/drawing/2014/main" val="20000"/>
                    </a:ext>
                  </a:extLst>
                </a:gridCol>
                <a:gridCol w="1728787">
                  <a:extLst>
                    <a:ext uri="{9D8B030D-6E8A-4147-A177-3AD203B41FA5}">
                      <a16:colId xmlns:a16="http://schemas.microsoft.com/office/drawing/2014/main" val="20001"/>
                    </a:ext>
                  </a:extLst>
                </a:gridCol>
              </a:tblGrid>
              <a:tr h="373459">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X</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9D98C"/>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FOLLOW</a:t>
                      </a:r>
                      <a:r>
                        <a:rPr kumimoji="0" lang="en-US" altLang="zh-CN"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a:t>
                      </a:r>
                      <a:r>
                        <a:rPr kumimoji="0" lang="en-US" altLang="zh-CN" sz="2000" b="1" i="1"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X</a:t>
                      </a:r>
                      <a:r>
                        <a:rPr kumimoji="0" lang="en-US" altLang="zh-CN"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a:t>
                      </a:r>
                      <a:endParaRPr kumimoji="0" lang="zh-CN" altLang="en-US"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9D98C"/>
                    </a:solidFill>
                  </a:tcPr>
                </a:tc>
                <a:extLst>
                  <a:ext uri="{0D108BD9-81ED-4DB2-BD59-A6C34878D82A}">
                    <a16:rowId xmlns:a16="http://schemas.microsoft.com/office/drawing/2014/main" val="10000"/>
                  </a:ext>
                </a:extLst>
              </a:tr>
              <a:tr h="373459">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dirty="0">
                          <a:ln>
                            <a:noFill/>
                          </a:ln>
                          <a:solidFill>
                            <a:srgbClr val="0070C0"/>
                          </a:solidFill>
                          <a:effectLst/>
                          <a:latin typeface="Times New Roman" panose="02020603050405020304" pitchFamily="18" charset="0"/>
                          <a:ea typeface="宋体" panose="02010600030101010101" pitchFamily="2" charset="-122"/>
                        </a:rPr>
                        <a:t>E</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dirty="0">
                          <a:ln>
                            <a:noFill/>
                          </a:ln>
                          <a:solidFill>
                            <a:srgbClr val="0070C0"/>
                          </a:solidFill>
                          <a:effectLst/>
                          <a:latin typeface="Times New Roman" panose="02020603050405020304" pitchFamily="18" charset="0"/>
                          <a:ea typeface="楷体_GB2312"/>
                          <a:cs typeface="Times New Roman" panose="02020603050405020304" pitchFamily="18" charset="0"/>
                        </a:rPr>
                        <a:t>  ),  +,  </a:t>
                      </a:r>
                      <a:r>
                        <a:rPr kumimoji="0" lang="en-US" altLang="zh-CN" sz="2000" b="1" i="0" u="none" strike="noStrike" cap="none" normalizeH="0" baseline="0" dirty="0">
                          <a:ln>
                            <a:noFill/>
                          </a:ln>
                          <a:solidFill>
                            <a:srgbClr val="0070C0"/>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2000" b="1" i="0" u="none" strike="noStrike" cap="none" normalizeH="0" baseline="0" dirty="0">
                          <a:ln>
                            <a:noFill/>
                          </a:ln>
                          <a:solidFill>
                            <a:srgbClr val="0070C0"/>
                          </a:solidFill>
                          <a:effectLst/>
                          <a:latin typeface="Times New Roman" panose="02020603050405020304" pitchFamily="18" charset="0"/>
                          <a:ea typeface="楷体_GB2312"/>
                          <a:cs typeface="Times New Roman" panose="02020603050405020304" pitchFamily="18" charset="0"/>
                        </a:rPr>
                        <a:t> </a:t>
                      </a:r>
                      <a:endParaRPr kumimoji="0" lang="zh-CN" altLang="en-US" sz="2000" b="1" i="0" u="none" strike="noStrike" cap="none" normalizeH="0" baseline="0" dirty="0">
                        <a:ln>
                          <a:noFill/>
                        </a:ln>
                        <a:solidFill>
                          <a:srgbClr val="0070C0"/>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3459">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T</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  +,  </a:t>
                      </a:r>
                      <a:r>
                        <a:rPr kumimoji="0" lang="en-US" altLang="zh-CN" sz="2000" b="1"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20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  *</a:t>
                      </a:r>
                      <a:endParaRPr kumimoji="0" lang="zh-CN" altLang="en-US" sz="20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3459">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F</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  +,  </a:t>
                      </a:r>
                      <a:r>
                        <a:rPr kumimoji="0" lang="en-US" altLang="zh-CN" sz="2000" b="1"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20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 *</a:t>
                      </a:r>
                      <a:endParaRPr kumimoji="0" lang="zh-CN" altLang="en-US" sz="20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pSp>
        <p:nvGrpSpPr>
          <p:cNvPr id="20502" name="组合 2"/>
          <p:cNvGrpSpPr>
            <a:grpSpLocks/>
          </p:cNvGrpSpPr>
          <p:nvPr/>
        </p:nvGrpSpPr>
        <p:grpSpPr bwMode="auto">
          <a:xfrm>
            <a:off x="2312988" y="571500"/>
            <a:ext cx="6654800" cy="4445000"/>
            <a:chOff x="2312988" y="571500"/>
            <a:chExt cx="6654800" cy="4445000"/>
          </a:xfrm>
        </p:grpSpPr>
        <p:sp>
          <p:nvSpPr>
            <p:cNvPr id="63" name="任意多边形 62"/>
            <p:cNvSpPr/>
            <p:nvPr/>
          </p:nvSpPr>
          <p:spPr>
            <a:xfrm>
              <a:off x="2679700" y="909638"/>
              <a:ext cx="6288088" cy="4106862"/>
            </a:xfrm>
            <a:custGeom>
              <a:avLst/>
              <a:gdLst>
                <a:gd name="connsiteX0" fmla="*/ 5697416 w 8383465"/>
                <a:gd name="connsiteY0" fmla="*/ 2930 h 5489330"/>
                <a:gd name="connsiteX1" fmla="*/ 6770077 w 8383465"/>
                <a:gd name="connsiteY1" fmla="*/ 20515 h 5489330"/>
                <a:gd name="connsiteX2" fmla="*/ 7429500 w 8383465"/>
                <a:gd name="connsiteY2" fmla="*/ 126023 h 5489330"/>
                <a:gd name="connsiteX3" fmla="*/ 8018585 w 8383465"/>
                <a:gd name="connsiteY3" fmla="*/ 574430 h 5489330"/>
                <a:gd name="connsiteX4" fmla="*/ 8326316 w 8383465"/>
                <a:gd name="connsiteY4" fmla="*/ 1471246 h 5489330"/>
                <a:gd name="connsiteX5" fmla="*/ 8317523 w 8383465"/>
                <a:gd name="connsiteY5" fmla="*/ 3968261 h 5489330"/>
                <a:gd name="connsiteX6" fmla="*/ 7930662 w 8383465"/>
                <a:gd name="connsiteY6" fmla="*/ 5146430 h 5489330"/>
                <a:gd name="connsiteX7" fmla="*/ 6761285 w 8383465"/>
                <a:gd name="connsiteY7" fmla="*/ 5427784 h 5489330"/>
                <a:gd name="connsiteX8" fmla="*/ 2233246 w 8383465"/>
                <a:gd name="connsiteY8" fmla="*/ 5462953 h 5489330"/>
                <a:gd name="connsiteX9" fmla="*/ 826477 w 8383465"/>
                <a:gd name="connsiteY9" fmla="*/ 5269523 h 5489330"/>
                <a:gd name="connsiteX10" fmla="*/ 0 w 8383465"/>
                <a:gd name="connsiteY10" fmla="*/ 4205653 h 5489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383465" h="5489330">
                  <a:moveTo>
                    <a:pt x="5697416" y="2930"/>
                  </a:moveTo>
                  <a:cubicBezTo>
                    <a:pt x="6089406" y="1465"/>
                    <a:pt x="6481396" y="0"/>
                    <a:pt x="6770077" y="20515"/>
                  </a:cubicBezTo>
                  <a:cubicBezTo>
                    <a:pt x="7058758" y="41031"/>
                    <a:pt x="7221415" y="33704"/>
                    <a:pt x="7429500" y="126023"/>
                  </a:cubicBezTo>
                  <a:cubicBezTo>
                    <a:pt x="7637585" y="218342"/>
                    <a:pt x="7869116" y="350226"/>
                    <a:pt x="8018585" y="574430"/>
                  </a:cubicBezTo>
                  <a:cubicBezTo>
                    <a:pt x="8168054" y="798634"/>
                    <a:pt x="8276493" y="905607"/>
                    <a:pt x="8326316" y="1471246"/>
                  </a:cubicBezTo>
                  <a:cubicBezTo>
                    <a:pt x="8376139" y="2036885"/>
                    <a:pt x="8383465" y="3355730"/>
                    <a:pt x="8317523" y="3968261"/>
                  </a:cubicBezTo>
                  <a:cubicBezTo>
                    <a:pt x="8251581" y="4580792"/>
                    <a:pt x="8190035" y="4903176"/>
                    <a:pt x="7930662" y="5146430"/>
                  </a:cubicBezTo>
                  <a:cubicBezTo>
                    <a:pt x="7671289" y="5389684"/>
                    <a:pt x="7710854" y="5375030"/>
                    <a:pt x="6761285" y="5427784"/>
                  </a:cubicBezTo>
                  <a:cubicBezTo>
                    <a:pt x="5811716" y="5480538"/>
                    <a:pt x="3222381" y="5489330"/>
                    <a:pt x="2233246" y="5462953"/>
                  </a:cubicBezTo>
                  <a:cubicBezTo>
                    <a:pt x="1244111" y="5436576"/>
                    <a:pt x="1198685" y="5479073"/>
                    <a:pt x="826477" y="5269523"/>
                  </a:cubicBezTo>
                  <a:cubicBezTo>
                    <a:pt x="454269" y="5059973"/>
                    <a:pt x="227134" y="4632813"/>
                    <a:pt x="0" y="4205653"/>
                  </a:cubicBezTo>
                </a:path>
              </a:pathLst>
            </a:cu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lang="zh-CN" altLang="en-US">
                <a:solidFill>
                  <a:prstClr val="black"/>
                </a:solidFill>
              </a:endParaRPr>
            </a:p>
          </p:txBody>
        </p:sp>
        <p:sp>
          <p:nvSpPr>
            <p:cNvPr id="20504" name="Freeform 27"/>
            <p:cNvSpPr>
              <a:spLocks noChangeArrowheads="1"/>
            </p:cNvSpPr>
            <p:nvPr/>
          </p:nvSpPr>
          <p:spPr bwMode="auto">
            <a:xfrm>
              <a:off x="4915478" y="2074040"/>
              <a:ext cx="373552" cy="1070357"/>
            </a:xfrm>
            <a:custGeom>
              <a:avLst/>
              <a:gdLst>
                <a:gd name="T0" fmla="*/ 0 w 160"/>
                <a:gd name="T1" fmla="*/ 2147483646 h 1008"/>
                <a:gd name="T2" fmla="*/ 2147483646 w 160"/>
                <a:gd name="T3" fmla="*/ 2147483646 h 1008"/>
                <a:gd name="T4" fmla="*/ 2147483646 w 160"/>
                <a:gd name="T5" fmla="*/ 2147483646 h 1008"/>
                <a:gd name="T6" fmla="*/ 0 w 160"/>
                <a:gd name="T7" fmla="*/ 0 h 1008"/>
                <a:gd name="T8" fmla="*/ 0 60000 65536"/>
                <a:gd name="T9" fmla="*/ 0 60000 65536"/>
                <a:gd name="T10" fmla="*/ 0 60000 65536"/>
                <a:gd name="T11" fmla="*/ 0 60000 65536"/>
                <a:gd name="T12" fmla="*/ 0 w 160"/>
                <a:gd name="T13" fmla="*/ 0 h 1008"/>
                <a:gd name="T14" fmla="*/ 160 w 160"/>
                <a:gd name="T15" fmla="*/ 1008 h 1008"/>
              </a:gdLst>
              <a:ahLst/>
              <a:cxnLst>
                <a:cxn ang="T8">
                  <a:pos x="T0" y="T1"/>
                </a:cxn>
                <a:cxn ang="T9">
                  <a:pos x="T2" y="T3"/>
                </a:cxn>
                <a:cxn ang="T10">
                  <a:pos x="T4" y="T5"/>
                </a:cxn>
                <a:cxn ang="T11">
                  <a:pos x="T6" y="T7"/>
                </a:cxn>
              </a:cxnLst>
              <a:rect l="T12" t="T13" r="T14" b="T15"/>
              <a:pathLst>
                <a:path w="160" h="1008">
                  <a:moveTo>
                    <a:pt x="0" y="1008"/>
                  </a:moveTo>
                  <a:cubicBezTo>
                    <a:pt x="36" y="988"/>
                    <a:pt x="72" y="968"/>
                    <a:pt x="96" y="864"/>
                  </a:cubicBezTo>
                  <a:cubicBezTo>
                    <a:pt x="120" y="760"/>
                    <a:pt x="160" y="528"/>
                    <a:pt x="144" y="384"/>
                  </a:cubicBezTo>
                  <a:cubicBezTo>
                    <a:pt x="128" y="240"/>
                    <a:pt x="64" y="120"/>
                    <a:pt x="0" y="0"/>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505" name="Line 35"/>
            <p:cNvSpPr>
              <a:spLocks noChangeShapeType="1"/>
            </p:cNvSpPr>
            <p:nvPr/>
          </p:nvSpPr>
          <p:spPr bwMode="auto">
            <a:xfrm flipV="1">
              <a:off x="6821073" y="1643822"/>
              <a:ext cx="457154" cy="1"/>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06" name="Line 43"/>
            <p:cNvSpPr>
              <a:spLocks noChangeShapeType="1"/>
            </p:cNvSpPr>
            <p:nvPr/>
          </p:nvSpPr>
          <p:spPr bwMode="auto">
            <a:xfrm>
              <a:off x="6780691" y="2715663"/>
              <a:ext cx="504005"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07" name="Line 9"/>
            <p:cNvSpPr>
              <a:spLocks noChangeShapeType="1"/>
            </p:cNvSpPr>
            <p:nvPr/>
          </p:nvSpPr>
          <p:spPr bwMode="auto">
            <a:xfrm flipV="1">
              <a:off x="3350237" y="2430179"/>
              <a:ext cx="528893"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08" name="Line 3"/>
            <p:cNvSpPr>
              <a:spLocks noChangeShapeType="1"/>
            </p:cNvSpPr>
            <p:nvPr/>
          </p:nvSpPr>
          <p:spPr bwMode="auto">
            <a:xfrm flipV="1">
              <a:off x="3288410" y="989468"/>
              <a:ext cx="590721"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09" name="Freeform 55"/>
            <p:cNvSpPr>
              <a:spLocks noChangeArrowheads="1"/>
            </p:cNvSpPr>
            <p:nvPr/>
          </p:nvSpPr>
          <p:spPr bwMode="auto">
            <a:xfrm>
              <a:off x="2965736" y="3416984"/>
              <a:ext cx="3428417" cy="1442354"/>
            </a:xfrm>
            <a:custGeom>
              <a:avLst/>
              <a:gdLst>
                <a:gd name="T0" fmla="*/ 2147483646 w 2912"/>
                <a:gd name="T1" fmla="*/ 0 h 1760"/>
                <a:gd name="T2" fmla="*/ 2147483646 w 2912"/>
                <a:gd name="T3" fmla="*/ 2147483646 h 1760"/>
                <a:gd name="T4" fmla="*/ 2147483646 w 2912"/>
                <a:gd name="T5" fmla="*/ 2147483646 h 1760"/>
                <a:gd name="T6" fmla="*/ 2147483646 w 2912"/>
                <a:gd name="T7" fmla="*/ 2147483646 h 1760"/>
                <a:gd name="T8" fmla="*/ 2147483646 w 2912"/>
                <a:gd name="T9" fmla="*/ 2147483646 h 1760"/>
                <a:gd name="T10" fmla="*/ 2147483646 w 2912"/>
                <a:gd name="T11" fmla="*/ 2147483646 h 1760"/>
                <a:gd name="T12" fmla="*/ 2147483646 w 2912"/>
                <a:gd name="T13" fmla="*/ 2147483646 h 1760"/>
                <a:gd name="T14" fmla="*/ 0 w 2912"/>
                <a:gd name="T15" fmla="*/ 2147483646 h 1760"/>
                <a:gd name="T16" fmla="*/ 0 60000 65536"/>
                <a:gd name="T17" fmla="*/ 0 60000 65536"/>
                <a:gd name="T18" fmla="*/ 0 60000 65536"/>
                <a:gd name="T19" fmla="*/ 0 60000 65536"/>
                <a:gd name="T20" fmla="*/ 0 60000 65536"/>
                <a:gd name="T21" fmla="*/ 0 60000 65536"/>
                <a:gd name="T22" fmla="*/ 0 60000 65536"/>
                <a:gd name="T23" fmla="*/ 0 60000 65536"/>
                <a:gd name="T24" fmla="*/ 0 w 2912"/>
                <a:gd name="T25" fmla="*/ 0 h 1760"/>
                <a:gd name="T26" fmla="*/ 2912 w 2912"/>
                <a:gd name="T27" fmla="*/ 1760 h 176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912" h="1760">
                  <a:moveTo>
                    <a:pt x="2880" y="0"/>
                  </a:moveTo>
                  <a:cubicBezTo>
                    <a:pt x="2896" y="280"/>
                    <a:pt x="2912" y="560"/>
                    <a:pt x="2832" y="816"/>
                  </a:cubicBezTo>
                  <a:cubicBezTo>
                    <a:pt x="2752" y="1072"/>
                    <a:pt x="2544" y="1384"/>
                    <a:pt x="2400" y="1536"/>
                  </a:cubicBezTo>
                  <a:cubicBezTo>
                    <a:pt x="2256" y="1688"/>
                    <a:pt x="2232" y="1696"/>
                    <a:pt x="1968" y="1728"/>
                  </a:cubicBezTo>
                  <a:cubicBezTo>
                    <a:pt x="1704" y="1760"/>
                    <a:pt x="1064" y="1752"/>
                    <a:pt x="816" y="1728"/>
                  </a:cubicBezTo>
                  <a:cubicBezTo>
                    <a:pt x="568" y="1704"/>
                    <a:pt x="592" y="1672"/>
                    <a:pt x="480" y="1584"/>
                  </a:cubicBezTo>
                  <a:cubicBezTo>
                    <a:pt x="368" y="1496"/>
                    <a:pt x="224" y="1336"/>
                    <a:pt x="144" y="1200"/>
                  </a:cubicBezTo>
                  <a:cubicBezTo>
                    <a:pt x="64" y="1064"/>
                    <a:pt x="8" y="856"/>
                    <a:pt x="0" y="768"/>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510" name="Line 53"/>
            <p:cNvSpPr>
              <a:spLocks noChangeShapeType="1"/>
            </p:cNvSpPr>
            <p:nvPr/>
          </p:nvSpPr>
          <p:spPr bwMode="auto">
            <a:xfrm>
              <a:off x="8035963" y="3658209"/>
              <a:ext cx="0" cy="571703"/>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11" name="Line 15"/>
            <p:cNvSpPr>
              <a:spLocks noChangeShapeType="1"/>
            </p:cNvSpPr>
            <p:nvPr/>
          </p:nvSpPr>
          <p:spPr bwMode="auto">
            <a:xfrm flipH="1">
              <a:off x="2626432" y="2817870"/>
              <a:ext cx="0" cy="645338"/>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0512" name="Line 6"/>
            <p:cNvSpPr>
              <a:spLocks noChangeShapeType="1"/>
            </p:cNvSpPr>
            <p:nvPr/>
          </p:nvSpPr>
          <p:spPr bwMode="auto">
            <a:xfrm>
              <a:off x="3278820" y="1709823"/>
              <a:ext cx="600312"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13" name="Text Box 2"/>
            <p:cNvSpPr txBox="1">
              <a:spLocks noChangeArrowheads="1"/>
            </p:cNvSpPr>
            <p:nvPr/>
          </p:nvSpPr>
          <p:spPr bwMode="auto">
            <a:xfrm>
              <a:off x="2322513" y="766763"/>
              <a:ext cx="1050925" cy="2043112"/>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nSpc>
                  <a:spcPts val="1925"/>
                </a:lnSpc>
                <a:spcBef>
                  <a:spcPct val="0"/>
                </a:spcBef>
                <a:buClr>
                  <a:srgbClr val="073E87"/>
                </a:buClr>
                <a:buSzPct val="75000"/>
                <a:buFont typeface="Arial" panose="020B0604020202020204" pitchFamily="34" charset="0"/>
                <a:buNone/>
              </a:pPr>
              <a:r>
                <a:rPr lang="en-US" altLang="zh-CN" sz="1600" b="1" i="1">
                  <a:solidFill>
                    <a:srgbClr val="000000"/>
                  </a:solidFill>
                  <a:latin typeface="Times New Roman" panose="02020603050405020304" pitchFamily="18" charset="0"/>
                </a:rPr>
                <a:t>I</a:t>
              </a:r>
              <a:r>
                <a:rPr lang="en-US" altLang="zh-CN" sz="1600" b="1" i="1" baseline="-25000">
                  <a:solidFill>
                    <a:srgbClr val="000000"/>
                  </a:solidFill>
                  <a:latin typeface="Times New Roman" panose="02020603050405020304" pitchFamily="18" charset="0"/>
                </a:rPr>
                <a:t>0</a:t>
              </a:r>
              <a:r>
                <a:rPr lang="en-US" altLang="zh-CN" sz="1600" b="1">
                  <a:solidFill>
                    <a:srgbClr val="000000"/>
                  </a:solidFill>
                  <a:latin typeface="Times New Roman" panose="02020603050405020304" pitchFamily="18" charset="0"/>
                </a:rPr>
                <a:t>:</a:t>
              </a:r>
            </a:p>
            <a:p>
              <a:pPr>
                <a:lnSpc>
                  <a:spcPts val="1925"/>
                </a:lnSpc>
                <a:spcBef>
                  <a:spcPct val="0"/>
                </a:spcBef>
                <a:buClr>
                  <a:srgbClr val="073E87"/>
                </a:buClr>
                <a:buSzPct val="75000"/>
                <a:buFont typeface="Arial" panose="020B0604020202020204" pitchFamily="34" charset="0"/>
                <a:buNone/>
              </a:pPr>
              <a:r>
                <a:rPr lang="en-US" altLang="zh-CN" sz="1600" b="1" i="1">
                  <a:solidFill>
                    <a:srgbClr val="000000"/>
                  </a:solidFill>
                  <a:latin typeface="Times New Roman" panose="02020603050405020304" pitchFamily="18" charset="0"/>
                </a:rPr>
                <a:t>E</a:t>
              </a:r>
              <a:r>
                <a:rPr lang="en-US" altLang="zh-CN" sz="1600" b="1" i="1">
                  <a:solidFill>
                    <a:srgbClr val="000000"/>
                  </a:solidFill>
                  <a:latin typeface="Times New Roman" panose="02020603050405020304" pitchFamily="18" charset="0"/>
                  <a:cs typeface="Times New Roman" panose="02020603050405020304" pitchFamily="18" charset="0"/>
                </a:rPr>
                <a:t>′ </a:t>
              </a:r>
              <a:r>
                <a:rPr lang="en-US" altLang="zh-CN" sz="1600" b="1" i="1">
                  <a:solidFill>
                    <a:srgbClr val="000000"/>
                  </a:solidFill>
                  <a:latin typeface="Times New Roman" panose="02020603050405020304" pitchFamily="18" charset="0"/>
                </a:rPr>
                <a:t>→</a:t>
              </a:r>
              <a:r>
                <a:rPr lang="en-US" altLang="zh-CN" sz="1600" b="1">
                  <a:solidFill>
                    <a:srgbClr val="000000"/>
                  </a:solidFill>
                  <a:latin typeface="Times New Roman" panose="02020603050405020304" pitchFamily="18" charset="0"/>
                </a:rPr>
                <a:t> </a:t>
              </a:r>
              <a:r>
                <a:rPr lang="en-US" altLang="zh-CN" sz="1600" b="1" i="1">
                  <a:solidFill>
                    <a:srgbClr val="000000"/>
                  </a:solidFill>
                  <a:latin typeface="Times New Roman" panose="02020603050405020304" pitchFamily="18" charset="0"/>
                </a:rPr>
                <a:t>· E </a:t>
              </a:r>
            </a:p>
            <a:p>
              <a:pPr>
                <a:lnSpc>
                  <a:spcPts val="1925"/>
                </a:lnSpc>
                <a:spcBef>
                  <a:spcPct val="0"/>
                </a:spcBef>
                <a:buClr>
                  <a:srgbClr val="073E87"/>
                </a:buClr>
                <a:buSzPct val="75000"/>
                <a:buFont typeface="Arial" panose="020B0604020202020204" pitchFamily="34" charset="0"/>
                <a:buNone/>
              </a:pPr>
              <a:r>
                <a:rPr lang="en-US" altLang="zh-CN" sz="1600" b="1" i="1">
                  <a:solidFill>
                    <a:srgbClr val="000000"/>
                  </a:solidFill>
                  <a:latin typeface="Times New Roman" panose="02020603050405020304" pitchFamily="18" charset="0"/>
                </a:rPr>
                <a:t>E→ · E+T</a:t>
              </a:r>
            </a:p>
            <a:p>
              <a:pPr>
                <a:lnSpc>
                  <a:spcPts val="1925"/>
                </a:lnSpc>
                <a:spcBef>
                  <a:spcPct val="0"/>
                </a:spcBef>
                <a:buClr>
                  <a:srgbClr val="073E87"/>
                </a:buClr>
                <a:buSzPct val="75000"/>
                <a:buFont typeface="Arial" panose="020B0604020202020204" pitchFamily="34" charset="0"/>
                <a:buNone/>
              </a:pPr>
              <a:r>
                <a:rPr lang="en-US" altLang="zh-CN" sz="1600" b="1" i="1">
                  <a:solidFill>
                    <a:srgbClr val="000000"/>
                  </a:solidFill>
                  <a:latin typeface="Times New Roman" panose="02020603050405020304" pitchFamily="18" charset="0"/>
                </a:rPr>
                <a:t>E→ · T</a:t>
              </a:r>
            </a:p>
            <a:p>
              <a:pPr>
                <a:lnSpc>
                  <a:spcPts val="1925"/>
                </a:lnSpc>
                <a:spcBef>
                  <a:spcPct val="0"/>
                </a:spcBef>
                <a:buClr>
                  <a:srgbClr val="073E87"/>
                </a:buClr>
                <a:buSzPct val="75000"/>
                <a:buFont typeface="Arial" panose="020B0604020202020204" pitchFamily="34" charset="0"/>
                <a:buNone/>
              </a:pPr>
              <a:r>
                <a:rPr lang="en-US" altLang="zh-CN" sz="1600" b="1" i="1">
                  <a:solidFill>
                    <a:srgbClr val="000000"/>
                  </a:solidFill>
                  <a:latin typeface="Times New Roman" panose="02020603050405020304" pitchFamily="18" charset="0"/>
                </a:rPr>
                <a:t>T→ · T*F</a:t>
              </a:r>
            </a:p>
            <a:p>
              <a:pPr>
                <a:lnSpc>
                  <a:spcPts val="1925"/>
                </a:lnSpc>
                <a:spcBef>
                  <a:spcPct val="0"/>
                </a:spcBef>
                <a:buClr>
                  <a:srgbClr val="073E87"/>
                </a:buClr>
                <a:buSzPct val="75000"/>
                <a:buFont typeface="Arial" panose="020B0604020202020204" pitchFamily="34" charset="0"/>
                <a:buNone/>
              </a:pPr>
              <a:r>
                <a:rPr lang="en-US" altLang="zh-CN" sz="1600" b="1" i="1">
                  <a:solidFill>
                    <a:srgbClr val="000000"/>
                  </a:solidFill>
                  <a:latin typeface="Times New Roman" panose="02020603050405020304" pitchFamily="18" charset="0"/>
                </a:rPr>
                <a:t>T→ · F</a:t>
              </a:r>
            </a:p>
            <a:p>
              <a:pPr>
                <a:lnSpc>
                  <a:spcPts val="1925"/>
                </a:lnSpc>
                <a:spcBef>
                  <a:spcPct val="0"/>
                </a:spcBef>
                <a:buClr>
                  <a:srgbClr val="073E87"/>
                </a:buClr>
                <a:buSzPct val="75000"/>
                <a:buFont typeface="Arial" panose="020B0604020202020204" pitchFamily="34" charset="0"/>
                <a:buNone/>
              </a:pPr>
              <a:r>
                <a:rPr lang="en-US" altLang="zh-CN" sz="1600" b="1" i="1">
                  <a:solidFill>
                    <a:srgbClr val="000000"/>
                  </a:solidFill>
                  <a:latin typeface="Times New Roman" panose="02020603050405020304" pitchFamily="18" charset="0"/>
                </a:rPr>
                <a:t>F→ · </a:t>
              </a:r>
              <a:r>
                <a:rPr lang="en-US" altLang="zh-CN" sz="1600" b="1">
                  <a:solidFill>
                    <a:srgbClr val="000000"/>
                  </a:solidFill>
                  <a:latin typeface="Times New Roman" panose="02020603050405020304" pitchFamily="18" charset="0"/>
                </a:rPr>
                <a:t>(</a:t>
              </a:r>
              <a:r>
                <a:rPr lang="en-US" altLang="zh-CN" sz="1600" b="1" i="1">
                  <a:solidFill>
                    <a:srgbClr val="000000"/>
                  </a:solidFill>
                  <a:latin typeface="Times New Roman" panose="02020603050405020304" pitchFamily="18" charset="0"/>
                </a:rPr>
                <a:t>E</a:t>
              </a:r>
              <a:r>
                <a:rPr lang="en-US" altLang="zh-CN" sz="1600" b="1">
                  <a:solidFill>
                    <a:srgbClr val="000000"/>
                  </a:solidFill>
                  <a:latin typeface="Times New Roman" panose="02020603050405020304" pitchFamily="18" charset="0"/>
                </a:rPr>
                <a:t>)</a:t>
              </a:r>
            </a:p>
            <a:p>
              <a:pPr>
                <a:lnSpc>
                  <a:spcPts val="1925"/>
                </a:lnSpc>
                <a:spcBef>
                  <a:spcPct val="0"/>
                </a:spcBef>
                <a:buClr>
                  <a:srgbClr val="073E87"/>
                </a:buClr>
                <a:buSzPct val="75000"/>
                <a:buFont typeface="Arial" panose="020B0604020202020204" pitchFamily="34" charset="0"/>
                <a:buNone/>
              </a:pPr>
              <a:r>
                <a:rPr lang="en-US" altLang="zh-CN" sz="1600" b="1" i="1">
                  <a:solidFill>
                    <a:srgbClr val="000000"/>
                  </a:solidFill>
                  <a:latin typeface="Times New Roman" panose="02020603050405020304" pitchFamily="18" charset="0"/>
                </a:rPr>
                <a:t>F→ · </a:t>
              </a:r>
              <a:r>
                <a:rPr lang="en-US" altLang="zh-CN" sz="1600" b="1">
                  <a:solidFill>
                    <a:srgbClr val="000000"/>
                  </a:solidFill>
                  <a:latin typeface="Times New Roman" panose="02020603050405020304" pitchFamily="18" charset="0"/>
                </a:rPr>
                <a:t>id</a:t>
              </a:r>
            </a:p>
          </p:txBody>
        </p:sp>
        <p:sp>
          <p:nvSpPr>
            <p:cNvPr id="20514" name="Text Box 4"/>
            <p:cNvSpPr txBox="1">
              <a:spLocks noChangeArrowheads="1"/>
            </p:cNvSpPr>
            <p:nvPr/>
          </p:nvSpPr>
          <p:spPr bwMode="auto">
            <a:xfrm>
              <a:off x="3397785" y="642043"/>
              <a:ext cx="380962"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E</a:t>
              </a:r>
            </a:p>
          </p:txBody>
        </p:sp>
        <p:sp>
          <p:nvSpPr>
            <p:cNvPr id="20515" name="Text Box 5"/>
            <p:cNvSpPr txBox="1">
              <a:spLocks noChangeArrowheads="1"/>
            </p:cNvSpPr>
            <p:nvPr/>
          </p:nvSpPr>
          <p:spPr bwMode="auto">
            <a:xfrm>
              <a:off x="3878263" y="746125"/>
              <a:ext cx="1035050" cy="747713"/>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nSpc>
                  <a:spcPts val="1700"/>
                </a:lnSpc>
                <a:spcBef>
                  <a:spcPct val="0"/>
                </a:spcBef>
                <a:buClr>
                  <a:srgbClr val="073E87"/>
                </a:buClr>
                <a:buSzPct val="75000"/>
                <a:buFont typeface="Arial" panose="020B0604020202020204" pitchFamily="34" charset="0"/>
                <a:buNone/>
              </a:pPr>
              <a:r>
                <a:rPr lang="en-US" altLang="zh-CN" sz="1600" b="1" i="1">
                  <a:solidFill>
                    <a:srgbClr val="000000"/>
                  </a:solidFill>
                  <a:latin typeface="Times New Roman" panose="02020603050405020304" pitchFamily="18" charset="0"/>
                </a:rPr>
                <a:t>I</a:t>
              </a:r>
              <a:r>
                <a:rPr lang="en-US" altLang="zh-CN" sz="1600" b="1" i="1" baseline="-25000">
                  <a:solidFill>
                    <a:srgbClr val="000000"/>
                  </a:solidFill>
                  <a:latin typeface="Times New Roman" panose="02020603050405020304" pitchFamily="18" charset="0"/>
                </a:rPr>
                <a:t>1</a:t>
              </a:r>
              <a:r>
                <a:rPr lang="en-US" altLang="zh-CN" sz="1600" b="1">
                  <a:solidFill>
                    <a:srgbClr val="000000"/>
                  </a:solidFill>
                  <a:latin typeface="Times New Roman" panose="02020603050405020304" pitchFamily="18" charset="0"/>
                </a:rPr>
                <a:t>:</a:t>
              </a:r>
            </a:p>
            <a:p>
              <a:pPr>
                <a:lnSpc>
                  <a:spcPts val="1700"/>
                </a:lnSpc>
                <a:spcBef>
                  <a:spcPct val="0"/>
                </a:spcBef>
                <a:buClr>
                  <a:srgbClr val="073E87"/>
                </a:buClr>
                <a:buSzPct val="75000"/>
                <a:buFont typeface="Arial" panose="020B0604020202020204" pitchFamily="34" charset="0"/>
                <a:buNone/>
              </a:pPr>
              <a:r>
                <a:rPr lang="en-US" altLang="zh-CN" sz="1600" b="1" i="1">
                  <a:solidFill>
                    <a:srgbClr val="000000"/>
                  </a:solidFill>
                  <a:latin typeface="Times New Roman" panose="02020603050405020304" pitchFamily="18" charset="0"/>
                </a:rPr>
                <a:t>E</a:t>
              </a:r>
              <a:r>
                <a:rPr lang="en-US" altLang="zh-CN" sz="1600" b="1" i="1">
                  <a:solidFill>
                    <a:srgbClr val="000000"/>
                  </a:solidFill>
                  <a:latin typeface="Times New Roman" panose="02020603050405020304" pitchFamily="18" charset="0"/>
                  <a:cs typeface="Times New Roman" panose="02020603050405020304" pitchFamily="18" charset="0"/>
                </a:rPr>
                <a:t>′ </a:t>
              </a:r>
              <a:r>
                <a:rPr lang="en-US" altLang="zh-CN" sz="1600" b="1" i="1">
                  <a:solidFill>
                    <a:srgbClr val="000000"/>
                  </a:solidFill>
                  <a:latin typeface="Times New Roman" panose="02020603050405020304" pitchFamily="18" charset="0"/>
                </a:rPr>
                <a:t>→E · </a:t>
              </a:r>
            </a:p>
            <a:p>
              <a:pPr>
                <a:lnSpc>
                  <a:spcPts val="1700"/>
                </a:lnSpc>
                <a:spcBef>
                  <a:spcPct val="0"/>
                </a:spcBef>
                <a:buClr>
                  <a:srgbClr val="073E87"/>
                </a:buClr>
                <a:buSzPct val="75000"/>
                <a:buFont typeface="Arial" panose="020B0604020202020204" pitchFamily="34" charset="0"/>
                <a:buNone/>
              </a:pPr>
              <a:r>
                <a:rPr lang="en-US" altLang="zh-CN" sz="1600" b="1" i="1">
                  <a:solidFill>
                    <a:srgbClr val="000000"/>
                  </a:solidFill>
                  <a:latin typeface="Times New Roman" panose="02020603050405020304" pitchFamily="18" charset="0"/>
                </a:rPr>
                <a:t>E→E· +T</a:t>
              </a:r>
            </a:p>
          </p:txBody>
        </p:sp>
        <p:sp>
          <p:nvSpPr>
            <p:cNvPr id="20516" name="Text Box 7"/>
            <p:cNvSpPr txBox="1">
              <a:spLocks noChangeArrowheads="1"/>
            </p:cNvSpPr>
            <p:nvPr/>
          </p:nvSpPr>
          <p:spPr bwMode="auto">
            <a:xfrm>
              <a:off x="3397784" y="1346387"/>
              <a:ext cx="380962"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T</a:t>
              </a:r>
            </a:p>
          </p:txBody>
        </p:sp>
        <p:sp>
          <p:nvSpPr>
            <p:cNvPr id="80" name="Text Box 8"/>
            <p:cNvSpPr txBox="1">
              <a:spLocks noChangeArrowheads="1"/>
            </p:cNvSpPr>
            <p:nvPr/>
          </p:nvSpPr>
          <p:spPr bwMode="auto">
            <a:xfrm>
              <a:off x="3878263" y="1538288"/>
              <a:ext cx="1025525" cy="74771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1700"/>
                </a:lnSpc>
                <a:buClr>
                  <a:srgbClr val="073E87"/>
                </a:buClr>
                <a:buSzPct val="75000"/>
                <a:defRPr/>
              </a:pPr>
              <a:r>
                <a:rPr kumimoji="1" lang="en-US" altLang="zh-CN" sz="1600" b="1" i="1">
                  <a:solidFill>
                    <a:srgbClr val="000000"/>
                  </a:solidFill>
                  <a:latin typeface="Times New Roman" panose="02020603050405020304" pitchFamily="18" charset="0"/>
                </a:rPr>
                <a:t>I</a:t>
              </a:r>
              <a:r>
                <a:rPr kumimoji="1" lang="en-US" altLang="zh-CN" sz="1600" b="1" i="1" baseline="-25000">
                  <a:solidFill>
                    <a:srgbClr val="000000"/>
                  </a:solidFill>
                  <a:latin typeface="Times New Roman" panose="02020603050405020304" pitchFamily="18" charset="0"/>
                </a:rPr>
                <a:t>2</a:t>
              </a:r>
              <a:r>
                <a:rPr kumimoji="1" lang="en-US" altLang="zh-CN" sz="1600" b="1">
                  <a:solidFill>
                    <a:srgbClr val="000000"/>
                  </a:solidFill>
                  <a:latin typeface="Times New Roman" panose="02020603050405020304" pitchFamily="18" charset="0"/>
                </a:rPr>
                <a:t>:</a:t>
              </a:r>
            </a:p>
            <a:p>
              <a:pPr>
                <a:lnSpc>
                  <a:spcPts val="1700"/>
                </a:lnSpc>
                <a:buClr>
                  <a:srgbClr val="073E87"/>
                </a:buClr>
                <a:buSzPct val="75000"/>
                <a:defRPr/>
              </a:pPr>
              <a:r>
                <a:rPr kumimoji="1" lang="en-US" altLang="zh-CN" sz="1600" b="1" i="1">
                  <a:solidFill>
                    <a:srgbClr val="FF0000"/>
                  </a:solidFill>
                  <a:latin typeface="Times New Roman" panose="02020603050405020304" pitchFamily="18" charset="0"/>
                </a:rPr>
                <a:t>E→T</a:t>
              </a:r>
              <a:r>
                <a:rPr lang="en-US" altLang="zh-CN" sz="1600" b="1" i="1">
                  <a:solidFill>
                    <a:srgbClr val="000000"/>
                  </a:solidFill>
                  <a:latin typeface="Times New Roman" panose="02020603050405020304" pitchFamily="18" charset="0"/>
                  <a:cs typeface="Times New Roman" panose="02020603050405020304" pitchFamily="18" charset="0"/>
                </a:rPr>
                <a:t> </a:t>
              </a:r>
              <a:r>
                <a:rPr lang="en-US" altLang="zh-CN" sz="1600" b="1" i="1">
                  <a:solidFill>
                    <a:srgbClr val="FF0000"/>
                  </a:solidFill>
                  <a:latin typeface="Times New Roman" panose="02020603050405020304" pitchFamily="18" charset="0"/>
                  <a:cs typeface="Times New Roman" panose="02020603050405020304" pitchFamily="18" charset="0"/>
                </a:rPr>
                <a:t>·</a:t>
              </a:r>
              <a:r>
                <a:rPr lang="en-US" altLang="zh-CN" sz="1600" b="1" i="1">
                  <a:solidFill>
                    <a:srgbClr val="000000"/>
                  </a:solidFill>
                  <a:latin typeface="Times New Roman" panose="02020603050405020304" pitchFamily="18" charset="0"/>
                  <a:cs typeface="Times New Roman" panose="02020603050405020304" pitchFamily="18" charset="0"/>
                </a:rPr>
                <a:t> </a:t>
              </a:r>
              <a:endParaRPr kumimoji="1" lang="en-US" altLang="zh-CN" sz="1600" b="1" i="1">
                <a:solidFill>
                  <a:srgbClr val="FF0000"/>
                </a:solidFill>
                <a:latin typeface="Times New Roman" panose="02020603050405020304" pitchFamily="18" charset="0"/>
              </a:endParaRPr>
            </a:p>
            <a:p>
              <a:pPr>
                <a:lnSpc>
                  <a:spcPts val="1700"/>
                </a:lnSpc>
                <a:buClr>
                  <a:srgbClr val="073E87"/>
                </a:buClr>
                <a:buSzPct val="75000"/>
                <a:defRPr/>
              </a:pPr>
              <a:r>
                <a:rPr kumimoji="1" lang="en-US" altLang="zh-CN" sz="1600" b="1" i="1">
                  <a:solidFill>
                    <a:srgbClr val="FF0000"/>
                  </a:solidFill>
                  <a:latin typeface="Times New Roman" panose="02020603050405020304" pitchFamily="18" charset="0"/>
                </a:rPr>
                <a:t>T→T </a:t>
              </a:r>
              <a:r>
                <a:rPr lang="en-US" altLang="zh-CN" sz="1600" b="1" i="1">
                  <a:solidFill>
                    <a:srgbClr val="FF0000"/>
                  </a:solidFill>
                  <a:latin typeface="Times New Roman" panose="02020603050405020304" pitchFamily="18" charset="0"/>
                  <a:cs typeface="Times New Roman" panose="02020603050405020304" pitchFamily="18" charset="0"/>
                </a:rPr>
                <a:t>·</a:t>
              </a:r>
              <a:r>
                <a:rPr lang="en-US" altLang="zh-CN" sz="1600" b="1" i="1">
                  <a:solidFill>
                    <a:srgbClr val="000000"/>
                  </a:solidFill>
                  <a:latin typeface="Times New Roman" panose="02020603050405020304" pitchFamily="18" charset="0"/>
                  <a:cs typeface="Times New Roman" panose="02020603050405020304" pitchFamily="18" charset="0"/>
                </a:rPr>
                <a:t> </a:t>
              </a:r>
              <a:r>
                <a:rPr kumimoji="1" lang="en-US" altLang="zh-CN" sz="1600" b="1">
                  <a:solidFill>
                    <a:srgbClr val="FF0000"/>
                  </a:solidFill>
                  <a:latin typeface="Times New Roman" panose="02020603050405020304" pitchFamily="18" charset="0"/>
                </a:rPr>
                <a:t>*</a:t>
              </a:r>
              <a:r>
                <a:rPr kumimoji="1" lang="en-US" altLang="zh-CN" sz="1600" b="1" i="1">
                  <a:solidFill>
                    <a:srgbClr val="FF0000"/>
                  </a:solidFill>
                  <a:latin typeface="Times New Roman" panose="02020603050405020304" pitchFamily="18" charset="0"/>
                </a:rPr>
                <a:t>F</a:t>
              </a:r>
            </a:p>
          </p:txBody>
        </p:sp>
        <p:sp>
          <p:nvSpPr>
            <p:cNvPr id="20518" name="Text Box 10"/>
            <p:cNvSpPr txBox="1">
              <a:spLocks noChangeArrowheads="1"/>
            </p:cNvSpPr>
            <p:nvPr/>
          </p:nvSpPr>
          <p:spPr bwMode="auto">
            <a:xfrm>
              <a:off x="3578715" y="2645320"/>
              <a:ext cx="380962"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F</a:t>
              </a:r>
            </a:p>
          </p:txBody>
        </p:sp>
        <p:sp>
          <p:nvSpPr>
            <p:cNvPr id="82" name="Text Box 11"/>
            <p:cNvSpPr txBox="1">
              <a:spLocks noChangeArrowheads="1"/>
            </p:cNvSpPr>
            <p:nvPr/>
          </p:nvSpPr>
          <p:spPr bwMode="auto">
            <a:xfrm>
              <a:off x="3878263" y="2335213"/>
              <a:ext cx="1035050" cy="52705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1700"/>
                </a:lnSpc>
                <a:buClr>
                  <a:srgbClr val="073E87"/>
                </a:buClr>
                <a:buSzPct val="75000"/>
                <a:defRPr/>
              </a:pPr>
              <a:r>
                <a:rPr kumimoji="1" lang="en-US" altLang="zh-CN" sz="1600" b="1" i="1">
                  <a:solidFill>
                    <a:srgbClr val="000000"/>
                  </a:solidFill>
                  <a:latin typeface="Times New Roman" panose="02020603050405020304" pitchFamily="18" charset="0"/>
                </a:rPr>
                <a:t>I</a:t>
              </a:r>
              <a:r>
                <a:rPr kumimoji="1" lang="en-US" altLang="zh-CN" sz="1600" b="1" i="1" baseline="-25000">
                  <a:solidFill>
                    <a:srgbClr val="000000"/>
                  </a:solidFill>
                  <a:latin typeface="Times New Roman" panose="02020603050405020304" pitchFamily="18" charset="0"/>
                </a:rPr>
                <a:t>3</a:t>
              </a:r>
              <a:r>
                <a:rPr kumimoji="1" lang="en-US" altLang="zh-CN" sz="1600" b="1">
                  <a:solidFill>
                    <a:srgbClr val="000000"/>
                  </a:solidFill>
                  <a:latin typeface="Times New Roman" panose="02020603050405020304" pitchFamily="18" charset="0"/>
                </a:rPr>
                <a:t>:</a:t>
              </a:r>
            </a:p>
            <a:p>
              <a:pPr>
                <a:lnSpc>
                  <a:spcPts val="1700"/>
                </a:lnSpc>
                <a:buClr>
                  <a:srgbClr val="073E87"/>
                </a:buClr>
                <a:buSzPct val="75000"/>
                <a:defRPr/>
              </a:pPr>
              <a:r>
                <a:rPr kumimoji="1" lang="en-US" altLang="zh-CN" sz="1600" b="1" i="1">
                  <a:solidFill>
                    <a:srgbClr val="000000"/>
                  </a:solidFill>
                  <a:latin typeface="Times New Roman" panose="02020603050405020304" pitchFamily="18" charset="0"/>
                </a:rPr>
                <a:t>T→F</a:t>
              </a:r>
              <a:r>
                <a:rPr lang="en-US" altLang="zh-CN" sz="1600" b="1" i="1">
                  <a:solidFill>
                    <a:srgbClr val="000000"/>
                  </a:solidFill>
                  <a:latin typeface="Times New Roman" panose="02020603050405020304" pitchFamily="18" charset="0"/>
                  <a:cs typeface="Times New Roman" panose="02020603050405020304" pitchFamily="18" charset="0"/>
                </a:rPr>
                <a:t> · </a:t>
              </a:r>
              <a:endParaRPr kumimoji="1" lang="en-US" altLang="zh-CN" sz="1600" b="1" i="1">
                <a:solidFill>
                  <a:srgbClr val="000000"/>
                </a:solidFill>
                <a:latin typeface="Times New Roman" panose="02020603050405020304" pitchFamily="18" charset="0"/>
              </a:endParaRPr>
            </a:p>
          </p:txBody>
        </p:sp>
        <p:sp>
          <p:nvSpPr>
            <p:cNvPr id="20520" name="Freeform 12"/>
            <p:cNvSpPr>
              <a:spLocks noChangeArrowheads="1"/>
            </p:cNvSpPr>
            <p:nvPr/>
          </p:nvSpPr>
          <p:spPr bwMode="auto">
            <a:xfrm>
              <a:off x="3159467" y="2844070"/>
              <a:ext cx="699119" cy="577401"/>
            </a:xfrm>
            <a:custGeom>
              <a:avLst/>
              <a:gdLst>
                <a:gd name="T0" fmla="*/ 2147483646 w 736"/>
                <a:gd name="T1" fmla="*/ 0 h 768"/>
                <a:gd name="T2" fmla="*/ 2147483646 w 736"/>
                <a:gd name="T3" fmla="*/ 2147483646 h 768"/>
                <a:gd name="T4" fmla="*/ 2147483646 w 736"/>
                <a:gd name="T5" fmla="*/ 2147483646 h 768"/>
                <a:gd name="T6" fmla="*/ 2147483646 w 736"/>
                <a:gd name="T7" fmla="*/ 2147483646 h 768"/>
                <a:gd name="T8" fmla="*/ 2147483646 w 736"/>
                <a:gd name="T9" fmla="*/ 2147483646 h 768"/>
                <a:gd name="T10" fmla="*/ 0 60000 65536"/>
                <a:gd name="T11" fmla="*/ 0 60000 65536"/>
                <a:gd name="T12" fmla="*/ 0 60000 65536"/>
                <a:gd name="T13" fmla="*/ 0 60000 65536"/>
                <a:gd name="T14" fmla="*/ 0 60000 65536"/>
                <a:gd name="T15" fmla="*/ 0 w 736"/>
                <a:gd name="T16" fmla="*/ 0 h 768"/>
                <a:gd name="T17" fmla="*/ 736 w 736"/>
                <a:gd name="T18" fmla="*/ 768 h 768"/>
              </a:gdLst>
              <a:ahLst/>
              <a:cxnLst>
                <a:cxn ang="T10">
                  <a:pos x="T0" y="T1"/>
                </a:cxn>
                <a:cxn ang="T11">
                  <a:pos x="T2" y="T3"/>
                </a:cxn>
                <a:cxn ang="T12">
                  <a:pos x="T4" y="T5"/>
                </a:cxn>
                <a:cxn ang="T13">
                  <a:pos x="T6" y="T7"/>
                </a:cxn>
                <a:cxn ang="T14">
                  <a:pos x="T8" y="T9"/>
                </a:cxn>
              </a:cxnLst>
              <a:rect l="T15" t="T16" r="T17" b="T18"/>
              <a:pathLst>
                <a:path w="736" h="768">
                  <a:moveTo>
                    <a:pt x="16" y="0"/>
                  </a:moveTo>
                  <a:cubicBezTo>
                    <a:pt x="8" y="144"/>
                    <a:pt x="0" y="288"/>
                    <a:pt x="16" y="384"/>
                  </a:cubicBezTo>
                  <a:cubicBezTo>
                    <a:pt x="32" y="480"/>
                    <a:pt x="64" y="528"/>
                    <a:pt x="112" y="576"/>
                  </a:cubicBezTo>
                  <a:cubicBezTo>
                    <a:pt x="160" y="624"/>
                    <a:pt x="200" y="640"/>
                    <a:pt x="304" y="672"/>
                  </a:cubicBezTo>
                  <a:cubicBezTo>
                    <a:pt x="408" y="704"/>
                    <a:pt x="572" y="736"/>
                    <a:pt x="736" y="768"/>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521" name="Text Box 13"/>
            <p:cNvSpPr txBox="1">
              <a:spLocks noChangeArrowheads="1"/>
            </p:cNvSpPr>
            <p:nvPr/>
          </p:nvSpPr>
          <p:spPr bwMode="auto">
            <a:xfrm>
              <a:off x="3160434" y="2774528"/>
              <a:ext cx="304769"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85" name="Text Box 14"/>
            <p:cNvSpPr txBox="1">
              <a:spLocks noChangeArrowheads="1"/>
            </p:cNvSpPr>
            <p:nvPr/>
          </p:nvSpPr>
          <p:spPr bwMode="auto">
            <a:xfrm>
              <a:off x="3878263" y="2928938"/>
              <a:ext cx="1077912" cy="1836737"/>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1700"/>
                </a:lnSpc>
                <a:buClr>
                  <a:srgbClr val="073E87"/>
                </a:buClr>
                <a:buSzPct val="75000"/>
                <a:defRPr/>
              </a:pPr>
              <a:r>
                <a:rPr kumimoji="1" lang="en-US" altLang="zh-CN" sz="1600" b="1" i="1">
                  <a:solidFill>
                    <a:srgbClr val="000000"/>
                  </a:solidFill>
                  <a:latin typeface="Times New Roman" panose="02020603050405020304" pitchFamily="18" charset="0"/>
                </a:rPr>
                <a:t>I</a:t>
              </a:r>
              <a:r>
                <a:rPr kumimoji="1" lang="en-US" altLang="zh-CN" sz="1600" b="1" i="1" baseline="-25000">
                  <a:solidFill>
                    <a:srgbClr val="000000"/>
                  </a:solidFill>
                  <a:latin typeface="Times New Roman" panose="02020603050405020304" pitchFamily="18" charset="0"/>
                </a:rPr>
                <a:t>4</a:t>
              </a:r>
              <a:r>
                <a:rPr kumimoji="1" lang="en-US" altLang="zh-CN" sz="1600" b="1">
                  <a:solidFill>
                    <a:srgbClr val="000000"/>
                  </a:solidFill>
                  <a:latin typeface="Times New Roman" panose="02020603050405020304" pitchFamily="18" charset="0"/>
                </a:rPr>
                <a:t>:</a:t>
              </a:r>
            </a:p>
            <a:p>
              <a:pPr>
                <a:lnSpc>
                  <a:spcPts val="1700"/>
                </a:lnSpc>
                <a:buClr>
                  <a:srgbClr val="073E87"/>
                </a:buClr>
                <a:buSzPct val="75000"/>
                <a:defRPr/>
              </a:pPr>
              <a:r>
                <a:rPr kumimoji="1" lang="en-US" altLang="zh-CN" sz="1600" b="1" i="1">
                  <a:solidFill>
                    <a:srgbClr val="000000"/>
                  </a:solidFill>
                  <a:latin typeface="Times New Roman" panose="02020603050405020304" pitchFamily="18" charset="0"/>
                </a:rPr>
                <a:t>F→</a:t>
              </a:r>
              <a:r>
                <a:rPr kumimoji="1" lang="en-US" altLang="zh-CN" sz="1600" b="1">
                  <a:solidFill>
                    <a:srgbClr val="000000"/>
                  </a:solidFill>
                  <a:latin typeface="Times New Roman" panose="02020603050405020304" pitchFamily="18" charset="0"/>
                </a:rPr>
                <a:t>(</a:t>
              </a:r>
              <a:r>
                <a:rPr lang="en-US" altLang="zh-CN" sz="1600" b="1" i="1">
                  <a:solidFill>
                    <a:srgbClr val="000000"/>
                  </a:solidFill>
                  <a:latin typeface="Times New Roman" panose="02020603050405020304" pitchFamily="18" charset="0"/>
                  <a:cs typeface="Times New Roman" panose="02020603050405020304" pitchFamily="18" charset="0"/>
                </a:rPr>
                <a:t>· </a:t>
              </a:r>
              <a:r>
                <a:rPr kumimoji="1" lang="en-US" altLang="zh-CN" sz="1600" b="1" i="1">
                  <a:solidFill>
                    <a:srgbClr val="000000"/>
                  </a:solidFill>
                  <a:latin typeface="Times New Roman" panose="02020603050405020304" pitchFamily="18" charset="0"/>
                </a:rPr>
                <a:t>E </a:t>
              </a:r>
              <a:r>
                <a:rPr kumimoji="1" lang="en-US" altLang="zh-CN" sz="1600" b="1">
                  <a:solidFill>
                    <a:srgbClr val="000000"/>
                  </a:solidFill>
                  <a:latin typeface="Times New Roman" panose="02020603050405020304" pitchFamily="18" charset="0"/>
                </a:rPr>
                <a:t>)</a:t>
              </a:r>
            </a:p>
            <a:p>
              <a:pPr>
                <a:lnSpc>
                  <a:spcPts val="1700"/>
                </a:lnSpc>
                <a:buClr>
                  <a:srgbClr val="073E87"/>
                </a:buClr>
                <a:buSzPct val="75000"/>
                <a:defRPr/>
              </a:pPr>
              <a:r>
                <a:rPr kumimoji="1" lang="en-US" altLang="zh-CN" sz="1600" b="1" i="1">
                  <a:solidFill>
                    <a:srgbClr val="000000"/>
                  </a:solidFill>
                  <a:latin typeface="Times New Roman" panose="02020603050405020304" pitchFamily="18" charset="0"/>
                </a:rPr>
                <a:t>E→ </a:t>
              </a:r>
              <a:r>
                <a:rPr lang="en-US" altLang="zh-CN" sz="1600" b="1" i="1">
                  <a:solidFill>
                    <a:srgbClr val="000000"/>
                  </a:solidFill>
                  <a:latin typeface="Times New Roman" panose="02020603050405020304" pitchFamily="18" charset="0"/>
                  <a:cs typeface="Times New Roman" panose="02020603050405020304" pitchFamily="18" charset="0"/>
                </a:rPr>
                <a:t>· </a:t>
              </a:r>
              <a:r>
                <a:rPr kumimoji="1" lang="en-US" altLang="zh-CN" sz="1600" b="1" i="1">
                  <a:solidFill>
                    <a:srgbClr val="000000"/>
                  </a:solidFill>
                  <a:latin typeface="Times New Roman" panose="02020603050405020304" pitchFamily="18" charset="0"/>
                </a:rPr>
                <a:t>E+T</a:t>
              </a:r>
            </a:p>
            <a:p>
              <a:pPr>
                <a:lnSpc>
                  <a:spcPts val="1700"/>
                </a:lnSpc>
                <a:buClr>
                  <a:srgbClr val="073E87"/>
                </a:buClr>
                <a:buSzPct val="75000"/>
                <a:defRPr/>
              </a:pPr>
              <a:r>
                <a:rPr kumimoji="1" lang="en-US" altLang="zh-CN" sz="1600" b="1" i="1">
                  <a:solidFill>
                    <a:srgbClr val="000000"/>
                  </a:solidFill>
                  <a:latin typeface="Times New Roman" panose="02020603050405020304" pitchFamily="18" charset="0"/>
                </a:rPr>
                <a:t>E→</a:t>
              </a:r>
              <a:r>
                <a:rPr lang="en-US" altLang="zh-CN" sz="1600" b="1" i="1">
                  <a:solidFill>
                    <a:srgbClr val="000000"/>
                  </a:solidFill>
                  <a:latin typeface="Times New Roman" panose="02020603050405020304" pitchFamily="18" charset="0"/>
                  <a:cs typeface="Times New Roman" panose="02020603050405020304" pitchFamily="18" charset="0"/>
                </a:rPr>
                <a:t> · </a:t>
              </a:r>
              <a:r>
                <a:rPr kumimoji="1" lang="en-US" altLang="zh-CN" sz="1600" b="1" i="1">
                  <a:solidFill>
                    <a:srgbClr val="000000"/>
                  </a:solidFill>
                  <a:latin typeface="Times New Roman" panose="02020603050405020304" pitchFamily="18" charset="0"/>
                </a:rPr>
                <a:t>T</a:t>
              </a:r>
            </a:p>
            <a:p>
              <a:pPr>
                <a:lnSpc>
                  <a:spcPts val="1700"/>
                </a:lnSpc>
                <a:buClr>
                  <a:srgbClr val="073E87"/>
                </a:buClr>
                <a:buSzPct val="75000"/>
                <a:defRPr/>
              </a:pPr>
              <a:r>
                <a:rPr kumimoji="1" lang="en-US" altLang="zh-CN" sz="1600" b="1" i="1">
                  <a:solidFill>
                    <a:srgbClr val="000000"/>
                  </a:solidFill>
                  <a:latin typeface="Times New Roman" panose="02020603050405020304" pitchFamily="18" charset="0"/>
                </a:rPr>
                <a:t>T→ </a:t>
              </a:r>
              <a:r>
                <a:rPr lang="en-US" altLang="zh-CN" sz="1600" b="1" i="1">
                  <a:solidFill>
                    <a:srgbClr val="000000"/>
                  </a:solidFill>
                  <a:latin typeface="Times New Roman" panose="02020603050405020304" pitchFamily="18" charset="0"/>
                  <a:cs typeface="Times New Roman" panose="02020603050405020304" pitchFamily="18" charset="0"/>
                </a:rPr>
                <a:t>· </a:t>
              </a:r>
              <a:r>
                <a:rPr kumimoji="1" lang="en-US" altLang="zh-CN" sz="1600" b="1" i="1">
                  <a:solidFill>
                    <a:srgbClr val="000000"/>
                  </a:solidFill>
                  <a:latin typeface="Times New Roman" panose="02020603050405020304" pitchFamily="18" charset="0"/>
                </a:rPr>
                <a:t>T*F</a:t>
              </a:r>
            </a:p>
            <a:p>
              <a:pPr>
                <a:lnSpc>
                  <a:spcPts val="1700"/>
                </a:lnSpc>
                <a:buClr>
                  <a:srgbClr val="073E87"/>
                </a:buClr>
                <a:buSzPct val="75000"/>
                <a:defRPr/>
              </a:pPr>
              <a:r>
                <a:rPr kumimoji="1" lang="en-US" altLang="zh-CN" sz="1600" b="1" i="1">
                  <a:solidFill>
                    <a:srgbClr val="000000"/>
                  </a:solidFill>
                  <a:latin typeface="Times New Roman" panose="02020603050405020304" pitchFamily="18" charset="0"/>
                </a:rPr>
                <a:t>T→</a:t>
              </a:r>
              <a:r>
                <a:rPr lang="en-US" altLang="zh-CN" sz="1600" b="1" i="1">
                  <a:solidFill>
                    <a:srgbClr val="000000"/>
                  </a:solidFill>
                  <a:latin typeface="Times New Roman" panose="02020603050405020304" pitchFamily="18" charset="0"/>
                  <a:cs typeface="Times New Roman" panose="02020603050405020304" pitchFamily="18" charset="0"/>
                </a:rPr>
                <a:t> · </a:t>
              </a:r>
              <a:r>
                <a:rPr kumimoji="1" lang="en-US" altLang="zh-CN" sz="1600" b="1" i="1">
                  <a:solidFill>
                    <a:srgbClr val="000000"/>
                  </a:solidFill>
                  <a:latin typeface="Times New Roman" panose="02020603050405020304" pitchFamily="18" charset="0"/>
                </a:rPr>
                <a:t>F</a:t>
              </a:r>
            </a:p>
            <a:p>
              <a:pPr>
                <a:lnSpc>
                  <a:spcPts val="1700"/>
                </a:lnSpc>
                <a:buClr>
                  <a:srgbClr val="073E87"/>
                </a:buClr>
                <a:buSzPct val="75000"/>
                <a:defRPr/>
              </a:pPr>
              <a:r>
                <a:rPr kumimoji="1" lang="en-US" altLang="zh-CN" sz="1600" b="1" i="1">
                  <a:solidFill>
                    <a:srgbClr val="000000"/>
                  </a:solidFill>
                  <a:latin typeface="Times New Roman" panose="02020603050405020304" pitchFamily="18" charset="0"/>
                </a:rPr>
                <a:t>F→</a:t>
              </a:r>
              <a:r>
                <a:rPr lang="en-US" altLang="zh-CN" sz="1600" b="1" i="1">
                  <a:solidFill>
                    <a:srgbClr val="000000"/>
                  </a:solidFill>
                  <a:latin typeface="Times New Roman" panose="02020603050405020304" pitchFamily="18" charset="0"/>
                  <a:cs typeface="Times New Roman" panose="02020603050405020304" pitchFamily="18" charset="0"/>
                </a:rPr>
                <a:t> · </a:t>
              </a:r>
              <a:r>
                <a:rPr kumimoji="1" lang="en-US" altLang="zh-CN" sz="1600" b="1">
                  <a:solidFill>
                    <a:srgbClr val="000000"/>
                  </a:solidFill>
                  <a:latin typeface="Times New Roman" panose="02020603050405020304" pitchFamily="18" charset="0"/>
                </a:rPr>
                <a:t>(</a:t>
              </a:r>
              <a:r>
                <a:rPr kumimoji="1" lang="en-US" altLang="zh-CN" sz="1600" b="1" i="1">
                  <a:solidFill>
                    <a:srgbClr val="000000"/>
                  </a:solidFill>
                  <a:latin typeface="Times New Roman" panose="02020603050405020304" pitchFamily="18" charset="0"/>
                </a:rPr>
                <a:t>E</a:t>
              </a:r>
              <a:r>
                <a:rPr kumimoji="1" lang="en-US" altLang="zh-CN" sz="1600" b="1">
                  <a:solidFill>
                    <a:srgbClr val="000000"/>
                  </a:solidFill>
                  <a:latin typeface="Times New Roman" panose="02020603050405020304" pitchFamily="18" charset="0"/>
                </a:rPr>
                <a:t>)</a:t>
              </a:r>
            </a:p>
            <a:p>
              <a:pPr>
                <a:lnSpc>
                  <a:spcPts val="1700"/>
                </a:lnSpc>
                <a:buClr>
                  <a:srgbClr val="073E87"/>
                </a:buClr>
                <a:buSzPct val="75000"/>
                <a:defRPr/>
              </a:pPr>
              <a:r>
                <a:rPr kumimoji="1" lang="en-US" altLang="zh-CN" sz="1600" b="1" i="1">
                  <a:solidFill>
                    <a:srgbClr val="000000"/>
                  </a:solidFill>
                  <a:latin typeface="Times New Roman" panose="02020603050405020304" pitchFamily="18" charset="0"/>
                </a:rPr>
                <a:t>F→</a:t>
              </a:r>
              <a:r>
                <a:rPr lang="en-US" altLang="zh-CN" sz="1600" b="1" i="1">
                  <a:solidFill>
                    <a:srgbClr val="000000"/>
                  </a:solidFill>
                  <a:latin typeface="Times New Roman" panose="02020603050405020304" pitchFamily="18" charset="0"/>
                  <a:cs typeface="Times New Roman" panose="02020603050405020304" pitchFamily="18" charset="0"/>
                </a:rPr>
                <a:t> · </a:t>
              </a:r>
              <a:r>
                <a:rPr kumimoji="1" lang="en-US" altLang="zh-CN" sz="1600" b="1">
                  <a:solidFill>
                    <a:srgbClr val="000000"/>
                  </a:solidFill>
                  <a:latin typeface="Times New Roman" panose="02020603050405020304" pitchFamily="18" charset="0"/>
                </a:rPr>
                <a:t>id</a:t>
              </a:r>
            </a:p>
          </p:txBody>
        </p:sp>
        <p:sp>
          <p:nvSpPr>
            <p:cNvPr id="20523" name="Text Box 16"/>
            <p:cNvSpPr txBox="1">
              <a:spLocks noChangeArrowheads="1"/>
            </p:cNvSpPr>
            <p:nvPr/>
          </p:nvSpPr>
          <p:spPr bwMode="auto">
            <a:xfrm>
              <a:off x="2613246" y="2894577"/>
              <a:ext cx="533347"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id</a:t>
              </a:r>
            </a:p>
          </p:txBody>
        </p:sp>
        <p:sp>
          <p:nvSpPr>
            <p:cNvPr id="87" name="Text Box 17"/>
            <p:cNvSpPr txBox="1">
              <a:spLocks noChangeArrowheads="1"/>
            </p:cNvSpPr>
            <p:nvPr/>
          </p:nvSpPr>
          <p:spPr bwMode="auto">
            <a:xfrm>
              <a:off x="2312988" y="3467100"/>
              <a:ext cx="800100" cy="58578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I</a:t>
              </a:r>
              <a:r>
                <a:rPr kumimoji="1" lang="en-US" altLang="zh-CN" sz="1600" b="1" i="1" baseline="-25000">
                  <a:solidFill>
                    <a:srgbClr val="000000"/>
                  </a:solidFill>
                  <a:latin typeface="Times New Roman" panose="02020603050405020304" pitchFamily="18" charset="0"/>
                </a:rPr>
                <a:t>5</a:t>
              </a:r>
              <a:r>
                <a:rPr kumimoji="1" lang="en-US" altLang="zh-CN" sz="1600" b="1">
                  <a:solidFill>
                    <a:srgbClr val="000000"/>
                  </a:solidFill>
                  <a:latin typeface="Times New Roman" panose="02020603050405020304" pitchFamily="18" charset="0"/>
                </a:rPr>
                <a:t>:</a:t>
              </a:r>
            </a:p>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F→ </a:t>
              </a:r>
              <a:r>
                <a:rPr kumimoji="1" lang="en-US" altLang="zh-CN" sz="1600" b="1">
                  <a:solidFill>
                    <a:srgbClr val="000000"/>
                  </a:solidFill>
                  <a:latin typeface="Times New Roman" panose="02020603050405020304" pitchFamily="18" charset="0"/>
                </a:rPr>
                <a:t>id</a:t>
              </a:r>
              <a:r>
                <a:rPr lang="en-US" altLang="zh-CN" sz="1600" b="1" i="1">
                  <a:solidFill>
                    <a:srgbClr val="000000"/>
                  </a:solidFill>
                  <a:latin typeface="Times New Roman" panose="02020603050405020304" pitchFamily="18" charset="0"/>
                  <a:cs typeface="Times New Roman" panose="02020603050405020304" pitchFamily="18" charset="0"/>
                </a:rPr>
                <a:t>· </a:t>
              </a:r>
              <a:endParaRPr kumimoji="1" lang="en-US" altLang="zh-CN" sz="1600" b="1" i="1">
                <a:solidFill>
                  <a:srgbClr val="000000"/>
                </a:solidFill>
                <a:latin typeface="Times New Roman" panose="02020603050405020304" pitchFamily="18" charset="0"/>
              </a:endParaRPr>
            </a:p>
          </p:txBody>
        </p:sp>
        <p:sp>
          <p:nvSpPr>
            <p:cNvPr id="20525" name="Line 18"/>
            <p:cNvSpPr>
              <a:spLocks noChangeShapeType="1"/>
            </p:cNvSpPr>
            <p:nvPr/>
          </p:nvSpPr>
          <p:spPr bwMode="auto">
            <a:xfrm>
              <a:off x="4921788" y="1000675"/>
              <a:ext cx="838116"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26" name="Text Box 19"/>
            <p:cNvSpPr txBox="1">
              <a:spLocks noChangeArrowheads="1"/>
            </p:cNvSpPr>
            <p:nvPr/>
          </p:nvSpPr>
          <p:spPr bwMode="auto">
            <a:xfrm>
              <a:off x="4901021" y="654024"/>
              <a:ext cx="380962"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90" name="Text Box 20"/>
            <p:cNvSpPr txBox="1">
              <a:spLocks noChangeArrowheads="1"/>
            </p:cNvSpPr>
            <p:nvPr/>
          </p:nvSpPr>
          <p:spPr bwMode="auto">
            <a:xfrm>
              <a:off x="5759450" y="714375"/>
              <a:ext cx="1200150" cy="157003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I</a:t>
              </a:r>
              <a:r>
                <a:rPr kumimoji="1" lang="en-US" altLang="zh-CN" sz="1600" b="1" i="1" baseline="-25000">
                  <a:solidFill>
                    <a:srgbClr val="000000"/>
                  </a:solidFill>
                  <a:latin typeface="Times New Roman" panose="02020603050405020304" pitchFamily="18" charset="0"/>
                </a:rPr>
                <a:t>6</a:t>
              </a:r>
              <a:r>
                <a:rPr kumimoji="1" lang="en-US" altLang="zh-CN" sz="1600" b="1">
                  <a:solidFill>
                    <a:srgbClr val="000000"/>
                  </a:solidFill>
                  <a:latin typeface="Times New Roman" panose="02020603050405020304" pitchFamily="18" charset="0"/>
                </a:rPr>
                <a:t>:</a:t>
              </a:r>
            </a:p>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E→ E+ </a:t>
              </a:r>
              <a:r>
                <a:rPr lang="en-US" altLang="zh-CN" sz="1600" b="1" i="1">
                  <a:solidFill>
                    <a:srgbClr val="000000"/>
                  </a:solidFill>
                  <a:latin typeface="Times New Roman" panose="02020603050405020304" pitchFamily="18" charset="0"/>
                  <a:cs typeface="Times New Roman" panose="02020603050405020304" pitchFamily="18" charset="0"/>
                </a:rPr>
                <a:t>· </a:t>
              </a:r>
              <a:r>
                <a:rPr kumimoji="1" lang="en-US" altLang="zh-CN" sz="1600" b="1" i="1">
                  <a:solidFill>
                    <a:srgbClr val="000000"/>
                  </a:solidFill>
                  <a:latin typeface="Times New Roman" panose="02020603050405020304" pitchFamily="18" charset="0"/>
                </a:rPr>
                <a:t>T</a:t>
              </a:r>
            </a:p>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T→ </a:t>
              </a:r>
              <a:r>
                <a:rPr lang="en-US" altLang="zh-CN" sz="1600" b="1" i="1">
                  <a:solidFill>
                    <a:srgbClr val="000000"/>
                  </a:solidFill>
                  <a:latin typeface="Times New Roman" panose="02020603050405020304" pitchFamily="18" charset="0"/>
                  <a:cs typeface="Times New Roman" panose="02020603050405020304" pitchFamily="18" charset="0"/>
                </a:rPr>
                <a:t>· </a:t>
              </a:r>
              <a:r>
                <a:rPr kumimoji="1" lang="en-US" altLang="zh-CN" sz="1600" b="1" i="1">
                  <a:solidFill>
                    <a:srgbClr val="000000"/>
                  </a:solidFill>
                  <a:latin typeface="Times New Roman" panose="02020603050405020304" pitchFamily="18" charset="0"/>
                </a:rPr>
                <a:t>T*F</a:t>
              </a:r>
            </a:p>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T→</a:t>
              </a:r>
              <a:r>
                <a:rPr lang="en-US" altLang="zh-CN" sz="1600" b="1" i="1">
                  <a:solidFill>
                    <a:srgbClr val="000000"/>
                  </a:solidFill>
                  <a:latin typeface="Times New Roman" panose="02020603050405020304" pitchFamily="18" charset="0"/>
                  <a:cs typeface="Times New Roman" panose="02020603050405020304" pitchFamily="18" charset="0"/>
                </a:rPr>
                <a:t> · </a:t>
              </a:r>
              <a:r>
                <a:rPr kumimoji="1" lang="en-US" altLang="zh-CN" sz="1600" b="1" i="1">
                  <a:solidFill>
                    <a:srgbClr val="000000"/>
                  </a:solidFill>
                  <a:latin typeface="Times New Roman" panose="02020603050405020304" pitchFamily="18" charset="0"/>
                </a:rPr>
                <a:t>F</a:t>
              </a:r>
            </a:p>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F→</a:t>
              </a:r>
              <a:r>
                <a:rPr lang="en-US" altLang="zh-CN" sz="1600" b="1" i="1">
                  <a:solidFill>
                    <a:srgbClr val="000000"/>
                  </a:solidFill>
                  <a:latin typeface="Times New Roman" panose="02020603050405020304" pitchFamily="18" charset="0"/>
                  <a:cs typeface="Times New Roman" panose="02020603050405020304" pitchFamily="18" charset="0"/>
                </a:rPr>
                <a:t> · </a:t>
              </a:r>
              <a:r>
                <a:rPr kumimoji="1" lang="en-US" altLang="zh-CN" sz="1600" b="1">
                  <a:solidFill>
                    <a:srgbClr val="000000"/>
                  </a:solidFill>
                  <a:latin typeface="Times New Roman" panose="02020603050405020304" pitchFamily="18" charset="0"/>
                </a:rPr>
                <a:t>(</a:t>
              </a:r>
              <a:r>
                <a:rPr kumimoji="1" lang="en-US" altLang="zh-CN" sz="1600" b="1" i="1">
                  <a:solidFill>
                    <a:srgbClr val="000000"/>
                  </a:solidFill>
                  <a:latin typeface="Times New Roman" panose="02020603050405020304" pitchFamily="18" charset="0"/>
                </a:rPr>
                <a:t>E</a:t>
              </a:r>
              <a:r>
                <a:rPr kumimoji="1" lang="en-US" altLang="zh-CN" sz="1600" b="1">
                  <a:solidFill>
                    <a:srgbClr val="000000"/>
                  </a:solidFill>
                  <a:latin typeface="Times New Roman" panose="02020603050405020304" pitchFamily="18" charset="0"/>
                </a:rPr>
                <a:t>)</a:t>
              </a:r>
            </a:p>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F→</a:t>
              </a:r>
              <a:r>
                <a:rPr lang="en-US" altLang="zh-CN" sz="1600" b="1" i="1">
                  <a:solidFill>
                    <a:srgbClr val="000000"/>
                  </a:solidFill>
                  <a:latin typeface="Times New Roman" panose="02020603050405020304" pitchFamily="18" charset="0"/>
                  <a:cs typeface="Times New Roman" panose="02020603050405020304" pitchFamily="18" charset="0"/>
                </a:rPr>
                <a:t> · </a:t>
              </a:r>
              <a:r>
                <a:rPr kumimoji="1" lang="en-US" altLang="zh-CN" sz="1600" b="1">
                  <a:solidFill>
                    <a:srgbClr val="000000"/>
                  </a:solidFill>
                  <a:latin typeface="Times New Roman" panose="02020603050405020304" pitchFamily="18" charset="0"/>
                </a:rPr>
                <a:t>id</a:t>
              </a:r>
            </a:p>
          </p:txBody>
        </p:sp>
        <p:sp>
          <p:nvSpPr>
            <p:cNvPr id="20528" name="Line 21"/>
            <p:cNvSpPr>
              <a:spLocks noChangeShapeType="1"/>
            </p:cNvSpPr>
            <p:nvPr/>
          </p:nvSpPr>
          <p:spPr bwMode="auto">
            <a:xfrm>
              <a:off x="4921947" y="1886707"/>
              <a:ext cx="838116" cy="686044"/>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29" name="Text Box 22"/>
            <p:cNvSpPr txBox="1">
              <a:spLocks noChangeArrowheads="1"/>
            </p:cNvSpPr>
            <p:nvPr/>
          </p:nvSpPr>
          <p:spPr bwMode="auto">
            <a:xfrm>
              <a:off x="4823672" y="1636944"/>
              <a:ext cx="380962"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93" name="Text Box 23"/>
            <p:cNvSpPr txBox="1">
              <a:spLocks noChangeArrowheads="1"/>
            </p:cNvSpPr>
            <p:nvPr/>
          </p:nvSpPr>
          <p:spPr bwMode="auto">
            <a:xfrm>
              <a:off x="5759450" y="2413000"/>
              <a:ext cx="1050925" cy="10763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I</a:t>
              </a:r>
              <a:r>
                <a:rPr kumimoji="1" lang="en-US" altLang="zh-CN" sz="1600" b="1" i="1" baseline="-25000">
                  <a:solidFill>
                    <a:srgbClr val="000000"/>
                  </a:solidFill>
                  <a:latin typeface="Times New Roman" panose="02020603050405020304" pitchFamily="18" charset="0"/>
                </a:rPr>
                <a:t>7</a:t>
              </a:r>
              <a:r>
                <a:rPr kumimoji="1" lang="en-US" altLang="zh-CN" sz="1600" b="1">
                  <a:solidFill>
                    <a:srgbClr val="000000"/>
                  </a:solidFill>
                  <a:latin typeface="Times New Roman" panose="02020603050405020304" pitchFamily="18" charset="0"/>
                </a:rPr>
                <a:t>:</a:t>
              </a:r>
            </a:p>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T→T* </a:t>
              </a:r>
              <a:r>
                <a:rPr lang="en-US" altLang="zh-CN" sz="1600" b="1" i="1">
                  <a:solidFill>
                    <a:srgbClr val="000000"/>
                  </a:solidFill>
                  <a:latin typeface="Times New Roman" panose="02020603050405020304" pitchFamily="18" charset="0"/>
                  <a:cs typeface="Times New Roman" panose="02020603050405020304" pitchFamily="18" charset="0"/>
                </a:rPr>
                <a:t>· </a:t>
              </a:r>
              <a:r>
                <a:rPr kumimoji="1" lang="en-US" altLang="zh-CN" sz="1600" b="1" i="1">
                  <a:solidFill>
                    <a:srgbClr val="000000"/>
                  </a:solidFill>
                  <a:latin typeface="Times New Roman" panose="02020603050405020304" pitchFamily="18" charset="0"/>
                </a:rPr>
                <a:t>F</a:t>
              </a:r>
            </a:p>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F→</a:t>
              </a:r>
              <a:r>
                <a:rPr lang="en-US" altLang="zh-CN" sz="1600" b="1" i="1">
                  <a:solidFill>
                    <a:srgbClr val="000000"/>
                  </a:solidFill>
                  <a:latin typeface="Times New Roman" panose="02020603050405020304" pitchFamily="18" charset="0"/>
                  <a:cs typeface="Times New Roman" panose="02020603050405020304" pitchFamily="18" charset="0"/>
                </a:rPr>
                <a:t> · </a:t>
              </a:r>
              <a:r>
                <a:rPr kumimoji="1" lang="en-US" altLang="zh-CN" sz="1600" b="1">
                  <a:solidFill>
                    <a:srgbClr val="000000"/>
                  </a:solidFill>
                  <a:latin typeface="Times New Roman" panose="02020603050405020304" pitchFamily="18" charset="0"/>
                </a:rPr>
                <a:t>(</a:t>
              </a:r>
              <a:r>
                <a:rPr kumimoji="1" lang="en-US" altLang="zh-CN" sz="1600" b="1" i="1">
                  <a:solidFill>
                    <a:srgbClr val="000000"/>
                  </a:solidFill>
                  <a:latin typeface="Times New Roman" panose="02020603050405020304" pitchFamily="18" charset="0"/>
                </a:rPr>
                <a:t>E</a:t>
              </a:r>
              <a:r>
                <a:rPr kumimoji="1" lang="en-US" altLang="zh-CN" sz="1600" b="1">
                  <a:solidFill>
                    <a:srgbClr val="000000"/>
                  </a:solidFill>
                  <a:latin typeface="Times New Roman" panose="02020603050405020304" pitchFamily="18" charset="0"/>
                </a:rPr>
                <a:t>)</a:t>
              </a:r>
            </a:p>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F→</a:t>
              </a:r>
              <a:r>
                <a:rPr lang="en-US" altLang="zh-CN" sz="1600" b="1" i="1">
                  <a:solidFill>
                    <a:srgbClr val="000000"/>
                  </a:solidFill>
                  <a:latin typeface="Times New Roman" panose="02020603050405020304" pitchFamily="18" charset="0"/>
                  <a:cs typeface="Times New Roman" panose="02020603050405020304" pitchFamily="18" charset="0"/>
                </a:rPr>
                <a:t> · </a:t>
              </a:r>
              <a:r>
                <a:rPr kumimoji="1" lang="en-US" altLang="zh-CN" sz="1600" b="1">
                  <a:solidFill>
                    <a:srgbClr val="000000"/>
                  </a:solidFill>
                  <a:latin typeface="Times New Roman" panose="02020603050405020304" pitchFamily="18" charset="0"/>
                </a:rPr>
                <a:t>id</a:t>
              </a:r>
            </a:p>
          </p:txBody>
        </p:sp>
        <p:sp>
          <p:nvSpPr>
            <p:cNvPr id="20531" name="Line 24"/>
            <p:cNvSpPr>
              <a:spLocks noChangeShapeType="1"/>
            </p:cNvSpPr>
            <p:nvPr/>
          </p:nvSpPr>
          <p:spPr bwMode="auto">
            <a:xfrm flipV="1">
              <a:off x="4968764" y="3858991"/>
              <a:ext cx="2280575" cy="1078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32" name="Text Box 25"/>
            <p:cNvSpPr txBox="1">
              <a:spLocks noChangeArrowheads="1"/>
            </p:cNvSpPr>
            <p:nvPr/>
          </p:nvSpPr>
          <p:spPr bwMode="auto">
            <a:xfrm>
              <a:off x="4921947" y="3508556"/>
              <a:ext cx="380962"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E</a:t>
              </a:r>
            </a:p>
          </p:txBody>
        </p:sp>
        <p:sp>
          <p:nvSpPr>
            <p:cNvPr id="96" name="Text Box 26"/>
            <p:cNvSpPr txBox="1">
              <a:spLocks noChangeArrowheads="1"/>
            </p:cNvSpPr>
            <p:nvPr/>
          </p:nvSpPr>
          <p:spPr bwMode="auto">
            <a:xfrm>
              <a:off x="7289800" y="3149600"/>
              <a:ext cx="1141413" cy="83185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buClr>
                  <a:srgbClr val="073E87"/>
                </a:buClr>
                <a:buSzPct val="75000"/>
                <a:buFont typeface="Monotype Sorts"/>
                <a:buNone/>
                <a:defRPr/>
              </a:pPr>
              <a:r>
                <a:rPr kumimoji="1" lang="en-US" altLang="zh-CN" sz="1600" b="1" i="1" dirty="0">
                  <a:solidFill>
                    <a:srgbClr val="000000"/>
                  </a:solidFill>
                  <a:latin typeface="Times New Roman" panose="02020603050405020304" pitchFamily="18" charset="0"/>
                </a:rPr>
                <a:t>I</a:t>
              </a:r>
              <a:r>
                <a:rPr kumimoji="1" lang="en-US" altLang="zh-CN" sz="1600" b="1" i="1" baseline="-25000" dirty="0">
                  <a:solidFill>
                    <a:srgbClr val="000000"/>
                  </a:solidFill>
                  <a:latin typeface="Times New Roman" panose="02020603050405020304" pitchFamily="18" charset="0"/>
                </a:rPr>
                <a:t>8</a:t>
              </a:r>
              <a:r>
                <a:rPr kumimoji="1" lang="en-US" altLang="zh-CN" sz="1600" b="1" dirty="0">
                  <a:solidFill>
                    <a:srgbClr val="000000"/>
                  </a:solidFill>
                  <a:latin typeface="Times New Roman" panose="02020603050405020304" pitchFamily="18" charset="0"/>
                </a:rPr>
                <a:t>:</a:t>
              </a:r>
            </a:p>
            <a:p>
              <a:pPr>
                <a:buClr>
                  <a:srgbClr val="073E87"/>
                </a:buClr>
                <a:buSzPct val="75000"/>
                <a:buFont typeface="Monotype Sorts"/>
                <a:buNone/>
                <a:defRPr/>
              </a:pPr>
              <a:r>
                <a:rPr kumimoji="1" lang="en-US" altLang="zh-CN" sz="1600" b="1" i="1" dirty="0">
                  <a:solidFill>
                    <a:srgbClr val="000000"/>
                  </a:solidFill>
                  <a:latin typeface="Times New Roman" panose="02020603050405020304" pitchFamily="18" charset="0"/>
                </a:rPr>
                <a:t>F→ </a:t>
              </a:r>
              <a:r>
                <a:rPr kumimoji="1" lang="en-US" altLang="zh-CN" sz="1600" b="1" dirty="0">
                  <a:solidFill>
                    <a:srgbClr val="000000"/>
                  </a:solidFill>
                  <a:latin typeface="Times New Roman" panose="02020603050405020304" pitchFamily="18" charset="0"/>
                </a:rPr>
                <a:t>(</a:t>
              </a:r>
              <a:r>
                <a:rPr kumimoji="1" lang="en-US" altLang="zh-CN" sz="1600" b="1" i="1" dirty="0">
                  <a:solidFill>
                    <a:srgbClr val="000000"/>
                  </a:solidFill>
                  <a:latin typeface="Times New Roman" panose="02020603050405020304" pitchFamily="18" charset="0"/>
                </a:rPr>
                <a:t>E</a:t>
              </a:r>
              <a:r>
                <a:rPr lang="en-US" altLang="zh-CN" sz="1600" b="1" i="1" dirty="0">
                  <a:solidFill>
                    <a:srgbClr val="000000"/>
                  </a:solidFill>
                  <a:latin typeface="Times New Roman" panose="02020603050405020304" pitchFamily="18" charset="0"/>
                  <a:cs typeface="Times New Roman" panose="02020603050405020304" pitchFamily="18" charset="0"/>
                </a:rPr>
                <a:t> · </a:t>
              </a:r>
              <a:r>
                <a:rPr kumimoji="1" lang="en-US" altLang="zh-CN" sz="1600" b="1" dirty="0">
                  <a:solidFill>
                    <a:srgbClr val="000000"/>
                  </a:solidFill>
                  <a:latin typeface="Times New Roman" panose="02020603050405020304" pitchFamily="18" charset="0"/>
                </a:rPr>
                <a:t>)</a:t>
              </a:r>
            </a:p>
            <a:p>
              <a:pPr>
                <a:buClr>
                  <a:srgbClr val="073E87"/>
                </a:buClr>
                <a:buSzPct val="75000"/>
                <a:buFont typeface="Monotype Sorts"/>
                <a:buNone/>
                <a:defRPr/>
              </a:pPr>
              <a:r>
                <a:rPr kumimoji="1" lang="en-US" altLang="zh-CN" sz="1600" b="1" i="1" dirty="0">
                  <a:solidFill>
                    <a:srgbClr val="000000"/>
                  </a:solidFill>
                  <a:latin typeface="Times New Roman" panose="02020603050405020304" pitchFamily="18" charset="0"/>
                </a:rPr>
                <a:t>E→E</a:t>
              </a:r>
              <a:r>
                <a:rPr lang="en-US" altLang="zh-CN" sz="1600" b="1" i="1" dirty="0">
                  <a:solidFill>
                    <a:srgbClr val="000000"/>
                  </a:solidFill>
                  <a:latin typeface="Times New Roman" panose="02020603050405020304" pitchFamily="18" charset="0"/>
                  <a:cs typeface="Times New Roman" panose="02020603050405020304" pitchFamily="18" charset="0"/>
                </a:rPr>
                <a:t> · </a:t>
              </a:r>
              <a:r>
                <a:rPr kumimoji="1" lang="en-US" altLang="zh-CN" sz="1600" b="1" i="1" dirty="0">
                  <a:solidFill>
                    <a:srgbClr val="000000"/>
                  </a:solidFill>
                  <a:latin typeface="Times New Roman" panose="02020603050405020304" pitchFamily="18" charset="0"/>
                </a:rPr>
                <a:t>+T</a:t>
              </a:r>
            </a:p>
          </p:txBody>
        </p:sp>
        <p:sp>
          <p:nvSpPr>
            <p:cNvPr id="20534" name="Text Box 28"/>
            <p:cNvSpPr txBox="1">
              <a:spLocks noChangeArrowheads="1"/>
            </p:cNvSpPr>
            <p:nvPr/>
          </p:nvSpPr>
          <p:spPr bwMode="auto">
            <a:xfrm>
              <a:off x="4874707" y="2749316"/>
              <a:ext cx="380962"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T</a:t>
              </a:r>
            </a:p>
          </p:txBody>
        </p:sp>
        <p:sp>
          <p:nvSpPr>
            <p:cNvPr id="20535" name="Freeform 29"/>
            <p:cNvSpPr>
              <a:spLocks noChangeArrowheads="1"/>
            </p:cNvSpPr>
            <p:nvPr/>
          </p:nvSpPr>
          <p:spPr bwMode="auto">
            <a:xfrm>
              <a:off x="3534877" y="2578831"/>
              <a:ext cx="344253" cy="571703"/>
            </a:xfrm>
            <a:custGeom>
              <a:avLst/>
              <a:gdLst>
                <a:gd name="T0" fmla="*/ 2147483646 w 112"/>
                <a:gd name="T1" fmla="*/ 2147483646 h 480"/>
                <a:gd name="T2" fmla="*/ 2147483646 w 112"/>
                <a:gd name="T3" fmla="*/ 2147483646 h 480"/>
                <a:gd name="T4" fmla="*/ 2147483646 w 112"/>
                <a:gd name="T5" fmla="*/ 2147483646 h 480"/>
                <a:gd name="T6" fmla="*/ 2147483646 w 112"/>
                <a:gd name="T7" fmla="*/ 0 h 480"/>
                <a:gd name="T8" fmla="*/ 0 60000 65536"/>
                <a:gd name="T9" fmla="*/ 0 60000 65536"/>
                <a:gd name="T10" fmla="*/ 0 60000 65536"/>
                <a:gd name="T11" fmla="*/ 0 60000 65536"/>
                <a:gd name="T12" fmla="*/ 0 w 112"/>
                <a:gd name="T13" fmla="*/ 0 h 480"/>
                <a:gd name="T14" fmla="*/ 112 w 112"/>
                <a:gd name="T15" fmla="*/ 480 h 480"/>
              </a:gdLst>
              <a:ahLst/>
              <a:cxnLst>
                <a:cxn ang="T8">
                  <a:pos x="T0" y="T1"/>
                </a:cxn>
                <a:cxn ang="T9">
                  <a:pos x="T2" y="T3"/>
                </a:cxn>
                <a:cxn ang="T10">
                  <a:pos x="T4" y="T5"/>
                </a:cxn>
                <a:cxn ang="T11">
                  <a:pos x="T6" y="T7"/>
                </a:cxn>
              </a:cxnLst>
              <a:rect l="T12" t="T13" r="T14" b="T15"/>
              <a:pathLst>
                <a:path w="112" h="480">
                  <a:moveTo>
                    <a:pt x="112" y="480"/>
                  </a:moveTo>
                  <a:cubicBezTo>
                    <a:pt x="72" y="436"/>
                    <a:pt x="32" y="392"/>
                    <a:pt x="16" y="336"/>
                  </a:cubicBezTo>
                  <a:cubicBezTo>
                    <a:pt x="0" y="280"/>
                    <a:pt x="0" y="200"/>
                    <a:pt x="16" y="144"/>
                  </a:cubicBezTo>
                  <a:cubicBezTo>
                    <a:pt x="32" y="88"/>
                    <a:pt x="72" y="44"/>
                    <a:pt x="112" y="0"/>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536" name="Text Box 30"/>
            <p:cNvSpPr txBox="1">
              <a:spLocks noChangeArrowheads="1"/>
            </p:cNvSpPr>
            <p:nvPr/>
          </p:nvSpPr>
          <p:spPr bwMode="auto">
            <a:xfrm>
              <a:off x="3350237" y="2072561"/>
              <a:ext cx="304769"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F</a:t>
              </a:r>
            </a:p>
          </p:txBody>
        </p:sp>
        <p:sp>
          <p:nvSpPr>
            <p:cNvPr id="20537" name="Freeform 31"/>
            <p:cNvSpPr>
              <a:spLocks noChangeArrowheads="1"/>
            </p:cNvSpPr>
            <p:nvPr/>
          </p:nvSpPr>
          <p:spPr bwMode="auto">
            <a:xfrm>
              <a:off x="3574360" y="4103560"/>
              <a:ext cx="330167" cy="571703"/>
            </a:xfrm>
            <a:custGeom>
              <a:avLst/>
              <a:gdLst>
                <a:gd name="T0" fmla="*/ 2147483646 w 208"/>
                <a:gd name="T1" fmla="*/ 2147483646 h 480"/>
                <a:gd name="T2" fmla="*/ 0 w 208"/>
                <a:gd name="T3" fmla="*/ 2147483646 h 480"/>
                <a:gd name="T4" fmla="*/ 2147483646 w 208"/>
                <a:gd name="T5" fmla="*/ 0 h 480"/>
                <a:gd name="T6" fmla="*/ 0 60000 65536"/>
                <a:gd name="T7" fmla="*/ 0 60000 65536"/>
                <a:gd name="T8" fmla="*/ 0 60000 65536"/>
                <a:gd name="T9" fmla="*/ 0 w 208"/>
                <a:gd name="T10" fmla="*/ 0 h 480"/>
                <a:gd name="T11" fmla="*/ 208 w 208"/>
                <a:gd name="T12" fmla="*/ 480 h 480"/>
              </a:gdLst>
              <a:ahLst/>
              <a:cxnLst>
                <a:cxn ang="T6">
                  <a:pos x="T0" y="T1"/>
                </a:cxn>
                <a:cxn ang="T7">
                  <a:pos x="T2" y="T3"/>
                </a:cxn>
                <a:cxn ang="T8">
                  <a:pos x="T4" y="T5"/>
                </a:cxn>
              </a:cxnLst>
              <a:rect l="T9" t="T10" r="T11" b="T12"/>
              <a:pathLst>
                <a:path w="208" h="480">
                  <a:moveTo>
                    <a:pt x="192" y="480"/>
                  </a:moveTo>
                  <a:cubicBezTo>
                    <a:pt x="96" y="400"/>
                    <a:pt x="0" y="320"/>
                    <a:pt x="0" y="240"/>
                  </a:cubicBezTo>
                  <a:cubicBezTo>
                    <a:pt x="0" y="160"/>
                    <a:pt x="208" y="40"/>
                    <a:pt x="192" y="0"/>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538" name="Text Box 32"/>
            <p:cNvSpPr txBox="1">
              <a:spLocks noChangeArrowheads="1"/>
            </p:cNvSpPr>
            <p:nvPr/>
          </p:nvSpPr>
          <p:spPr bwMode="auto">
            <a:xfrm>
              <a:off x="3621226" y="4203021"/>
              <a:ext cx="304769"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20539" name="Line 33"/>
            <p:cNvSpPr>
              <a:spLocks noChangeShapeType="1"/>
            </p:cNvSpPr>
            <p:nvPr/>
          </p:nvSpPr>
          <p:spPr bwMode="auto">
            <a:xfrm flipH="1">
              <a:off x="3124102" y="3882967"/>
              <a:ext cx="755029"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40" name="Text Box 34"/>
            <p:cNvSpPr txBox="1">
              <a:spLocks noChangeArrowheads="1"/>
            </p:cNvSpPr>
            <p:nvPr/>
          </p:nvSpPr>
          <p:spPr bwMode="auto">
            <a:xfrm>
              <a:off x="3500461" y="3500458"/>
              <a:ext cx="457154"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id</a:t>
              </a:r>
            </a:p>
          </p:txBody>
        </p:sp>
        <p:sp>
          <p:nvSpPr>
            <p:cNvPr id="20541" name="Text Box 36"/>
            <p:cNvSpPr txBox="1">
              <a:spLocks noChangeArrowheads="1"/>
            </p:cNvSpPr>
            <p:nvPr/>
          </p:nvSpPr>
          <p:spPr bwMode="auto">
            <a:xfrm>
              <a:off x="6942472" y="1296638"/>
              <a:ext cx="457154"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T</a:t>
              </a:r>
            </a:p>
          </p:txBody>
        </p:sp>
        <p:sp>
          <p:nvSpPr>
            <p:cNvPr id="105" name="Text Box 37"/>
            <p:cNvSpPr txBox="1">
              <a:spLocks noChangeArrowheads="1"/>
            </p:cNvSpPr>
            <p:nvPr/>
          </p:nvSpPr>
          <p:spPr bwMode="auto">
            <a:xfrm>
              <a:off x="7273925" y="1333500"/>
              <a:ext cx="1019175" cy="83185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buClr>
                  <a:srgbClr val="073E87"/>
                </a:buClr>
                <a:buSzPct val="75000"/>
                <a:buFont typeface="Monotype Sorts"/>
                <a:buNone/>
                <a:defRPr/>
              </a:pPr>
              <a:r>
                <a:rPr kumimoji="1" lang="en-US" altLang="zh-CN" sz="1600" b="1" i="1" dirty="0">
                  <a:solidFill>
                    <a:srgbClr val="000000"/>
                  </a:solidFill>
                  <a:latin typeface="Times New Roman" panose="02020603050405020304" pitchFamily="18" charset="0"/>
                </a:rPr>
                <a:t>I</a:t>
              </a:r>
              <a:r>
                <a:rPr kumimoji="1" lang="en-US" altLang="zh-CN" sz="1600" b="1" i="1" baseline="-25000" dirty="0">
                  <a:solidFill>
                    <a:srgbClr val="000000"/>
                  </a:solidFill>
                  <a:latin typeface="Times New Roman" panose="02020603050405020304" pitchFamily="18" charset="0"/>
                </a:rPr>
                <a:t>9</a:t>
              </a:r>
              <a:r>
                <a:rPr kumimoji="1" lang="en-US" altLang="zh-CN" sz="1600" b="1" dirty="0">
                  <a:solidFill>
                    <a:srgbClr val="000000"/>
                  </a:solidFill>
                  <a:latin typeface="Times New Roman" panose="02020603050405020304" pitchFamily="18" charset="0"/>
                </a:rPr>
                <a:t>:</a:t>
              </a:r>
            </a:p>
            <a:p>
              <a:pPr>
                <a:buClr>
                  <a:srgbClr val="073E87"/>
                </a:buClr>
                <a:buSzPct val="75000"/>
                <a:buFont typeface="Monotype Sorts"/>
                <a:buNone/>
                <a:defRPr/>
              </a:pPr>
              <a:r>
                <a:rPr kumimoji="1" lang="en-US" altLang="zh-CN" sz="1600" b="1" i="1" dirty="0">
                  <a:solidFill>
                    <a:srgbClr val="FF0000"/>
                  </a:solidFill>
                  <a:latin typeface="Times New Roman" panose="02020603050405020304" pitchFamily="18" charset="0"/>
                </a:rPr>
                <a:t>E→E+T</a:t>
              </a:r>
              <a:r>
                <a:rPr lang="en-US" altLang="zh-CN" sz="1600" b="1" i="1" dirty="0">
                  <a:solidFill>
                    <a:srgbClr val="000000"/>
                  </a:solidFill>
                  <a:latin typeface="Times New Roman" panose="02020603050405020304" pitchFamily="18" charset="0"/>
                  <a:cs typeface="Times New Roman" panose="02020603050405020304" pitchFamily="18" charset="0"/>
                </a:rPr>
                <a:t> </a:t>
              </a:r>
              <a:r>
                <a:rPr lang="en-US" altLang="zh-CN" sz="1600" b="1" i="1" dirty="0">
                  <a:solidFill>
                    <a:srgbClr val="FF0000"/>
                  </a:solidFill>
                  <a:latin typeface="Times New Roman" panose="02020603050405020304" pitchFamily="18" charset="0"/>
                  <a:cs typeface="Times New Roman" panose="02020603050405020304" pitchFamily="18" charset="0"/>
                </a:rPr>
                <a:t>·</a:t>
              </a:r>
              <a:r>
                <a:rPr lang="en-US" altLang="zh-CN" sz="1600" b="1" i="1" dirty="0">
                  <a:solidFill>
                    <a:srgbClr val="000000"/>
                  </a:solidFill>
                  <a:latin typeface="Times New Roman" panose="02020603050405020304" pitchFamily="18" charset="0"/>
                  <a:cs typeface="Times New Roman" panose="02020603050405020304" pitchFamily="18" charset="0"/>
                </a:rPr>
                <a:t> </a:t>
              </a:r>
              <a:endParaRPr kumimoji="1" lang="en-US" altLang="zh-CN" sz="1600" b="1" i="1" dirty="0">
                <a:solidFill>
                  <a:srgbClr val="FF0000"/>
                </a:solidFill>
                <a:latin typeface="Times New Roman" panose="02020603050405020304" pitchFamily="18" charset="0"/>
              </a:endParaRPr>
            </a:p>
            <a:p>
              <a:pPr>
                <a:buClr>
                  <a:srgbClr val="073E87"/>
                </a:buClr>
                <a:buSzPct val="75000"/>
                <a:buFont typeface="Monotype Sorts"/>
                <a:buNone/>
                <a:defRPr/>
              </a:pPr>
              <a:r>
                <a:rPr kumimoji="1" lang="en-US" altLang="zh-CN" sz="1600" b="1" i="1" dirty="0">
                  <a:solidFill>
                    <a:srgbClr val="FF0000"/>
                  </a:solidFill>
                  <a:latin typeface="Times New Roman" panose="02020603050405020304" pitchFamily="18" charset="0"/>
                </a:rPr>
                <a:t>T→T</a:t>
              </a:r>
              <a:r>
                <a:rPr lang="en-US" altLang="zh-CN" sz="1600" b="1" i="1" dirty="0">
                  <a:solidFill>
                    <a:srgbClr val="FF0000"/>
                  </a:solidFill>
                  <a:latin typeface="Times New Roman" panose="02020603050405020304" pitchFamily="18" charset="0"/>
                  <a:cs typeface="Times New Roman" panose="02020603050405020304" pitchFamily="18" charset="0"/>
                </a:rPr>
                <a:t> ·</a:t>
              </a:r>
              <a:r>
                <a:rPr kumimoji="1" lang="en-US" altLang="zh-CN" sz="1600" b="1" dirty="0">
                  <a:solidFill>
                    <a:srgbClr val="FF0000"/>
                  </a:solidFill>
                  <a:latin typeface="Times New Roman" panose="02020603050405020304" pitchFamily="18" charset="0"/>
                </a:rPr>
                <a:t>*</a:t>
              </a:r>
              <a:r>
                <a:rPr kumimoji="1" lang="en-US" altLang="zh-CN" sz="1600" b="1" i="1" dirty="0">
                  <a:solidFill>
                    <a:srgbClr val="FF0000"/>
                  </a:solidFill>
                  <a:latin typeface="Times New Roman" panose="02020603050405020304" pitchFamily="18" charset="0"/>
                </a:rPr>
                <a:t>F</a:t>
              </a:r>
            </a:p>
          </p:txBody>
        </p:sp>
        <p:sp>
          <p:nvSpPr>
            <p:cNvPr id="20543" name="Freeform 38"/>
            <p:cNvSpPr>
              <a:spLocks noChangeArrowheads="1"/>
            </p:cNvSpPr>
            <p:nvPr/>
          </p:nvSpPr>
          <p:spPr bwMode="auto">
            <a:xfrm>
              <a:off x="4921947" y="1143633"/>
              <a:ext cx="838116" cy="1543598"/>
            </a:xfrm>
            <a:custGeom>
              <a:avLst/>
              <a:gdLst>
                <a:gd name="T0" fmla="*/ 2147483646 w 528"/>
                <a:gd name="T1" fmla="*/ 0 h 1296"/>
                <a:gd name="T2" fmla="*/ 2147483646 w 528"/>
                <a:gd name="T3" fmla="*/ 2147483646 h 1296"/>
                <a:gd name="T4" fmla="*/ 2147483646 w 528"/>
                <a:gd name="T5" fmla="*/ 2147483646 h 1296"/>
                <a:gd name="T6" fmla="*/ 0 w 528"/>
                <a:gd name="T7" fmla="*/ 2147483646 h 1296"/>
                <a:gd name="T8" fmla="*/ 0 60000 65536"/>
                <a:gd name="T9" fmla="*/ 0 60000 65536"/>
                <a:gd name="T10" fmla="*/ 0 60000 65536"/>
                <a:gd name="T11" fmla="*/ 0 60000 65536"/>
                <a:gd name="T12" fmla="*/ 0 w 528"/>
                <a:gd name="T13" fmla="*/ 0 h 1296"/>
                <a:gd name="T14" fmla="*/ 528 w 528"/>
                <a:gd name="T15" fmla="*/ 1296 h 1296"/>
              </a:gdLst>
              <a:ahLst/>
              <a:cxnLst>
                <a:cxn ang="T8">
                  <a:pos x="T0" y="T1"/>
                </a:cxn>
                <a:cxn ang="T9">
                  <a:pos x="T2" y="T3"/>
                </a:cxn>
                <a:cxn ang="T10">
                  <a:pos x="T4" y="T5"/>
                </a:cxn>
                <a:cxn ang="T11">
                  <a:pos x="T6" y="T7"/>
                </a:cxn>
              </a:cxnLst>
              <a:rect l="T12" t="T13" r="T14" b="T15"/>
              <a:pathLst>
                <a:path w="528" h="1296">
                  <a:moveTo>
                    <a:pt x="528" y="0"/>
                  </a:moveTo>
                  <a:cubicBezTo>
                    <a:pt x="464" y="36"/>
                    <a:pt x="400" y="72"/>
                    <a:pt x="336" y="240"/>
                  </a:cubicBezTo>
                  <a:cubicBezTo>
                    <a:pt x="272" y="408"/>
                    <a:pt x="200" y="832"/>
                    <a:pt x="144" y="1008"/>
                  </a:cubicBezTo>
                  <a:cubicBezTo>
                    <a:pt x="88" y="1184"/>
                    <a:pt x="44" y="1240"/>
                    <a:pt x="0" y="1296"/>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544" name="Text Box 39"/>
            <p:cNvSpPr txBox="1">
              <a:spLocks noChangeArrowheads="1"/>
            </p:cNvSpPr>
            <p:nvPr/>
          </p:nvSpPr>
          <p:spPr bwMode="auto">
            <a:xfrm>
              <a:off x="5485604" y="1183749"/>
              <a:ext cx="457154"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F</a:t>
              </a:r>
            </a:p>
          </p:txBody>
        </p:sp>
        <p:sp>
          <p:nvSpPr>
            <p:cNvPr id="20545" name="Freeform 40"/>
            <p:cNvSpPr>
              <a:spLocks noChangeArrowheads="1"/>
            </p:cNvSpPr>
            <p:nvPr/>
          </p:nvSpPr>
          <p:spPr bwMode="auto">
            <a:xfrm>
              <a:off x="4966466" y="1643822"/>
              <a:ext cx="793597" cy="1857854"/>
            </a:xfrm>
            <a:custGeom>
              <a:avLst/>
              <a:gdLst>
                <a:gd name="T0" fmla="*/ 2147483646 w 528"/>
                <a:gd name="T1" fmla="*/ 0 h 1488"/>
                <a:gd name="T2" fmla="*/ 2147483646 w 528"/>
                <a:gd name="T3" fmla="*/ 2147483646 h 1488"/>
                <a:gd name="T4" fmla="*/ 2147483646 w 528"/>
                <a:gd name="T5" fmla="*/ 2147483646 h 1488"/>
                <a:gd name="T6" fmla="*/ 0 w 528"/>
                <a:gd name="T7" fmla="*/ 2147483646 h 1488"/>
                <a:gd name="T8" fmla="*/ 0 60000 65536"/>
                <a:gd name="T9" fmla="*/ 0 60000 65536"/>
                <a:gd name="T10" fmla="*/ 0 60000 65536"/>
                <a:gd name="T11" fmla="*/ 0 60000 65536"/>
                <a:gd name="T12" fmla="*/ 0 w 528"/>
                <a:gd name="T13" fmla="*/ 0 h 1488"/>
                <a:gd name="T14" fmla="*/ 528 w 528"/>
                <a:gd name="T15" fmla="*/ 1488 h 1488"/>
              </a:gdLst>
              <a:ahLst/>
              <a:cxnLst>
                <a:cxn ang="T8">
                  <a:pos x="T0" y="T1"/>
                </a:cxn>
                <a:cxn ang="T9">
                  <a:pos x="T2" y="T3"/>
                </a:cxn>
                <a:cxn ang="T10">
                  <a:pos x="T4" y="T5"/>
                </a:cxn>
                <a:cxn ang="T11">
                  <a:pos x="T6" y="T7"/>
                </a:cxn>
              </a:cxnLst>
              <a:rect l="T12" t="T13" r="T14" b="T15"/>
              <a:pathLst>
                <a:path w="528" h="1488">
                  <a:moveTo>
                    <a:pt x="528" y="0"/>
                  </a:moveTo>
                  <a:cubicBezTo>
                    <a:pt x="504" y="48"/>
                    <a:pt x="480" y="96"/>
                    <a:pt x="432" y="288"/>
                  </a:cubicBezTo>
                  <a:cubicBezTo>
                    <a:pt x="384" y="480"/>
                    <a:pt x="312" y="952"/>
                    <a:pt x="240" y="1152"/>
                  </a:cubicBezTo>
                  <a:cubicBezTo>
                    <a:pt x="168" y="1352"/>
                    <a:pt x="84" y="1420"/>
                    <a:pt x="0" y="1488"/>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546" name="Text Box 41"/>
            <p:cNvSpPr txBox="1">
              <a:spLocks noChangeArrowheads="1"/>
            </p:cNvSpPr>
            <p:nvPr/>
          </p:nvSpPr>
          <p:spPr bwMode="auto">
            <a:xfrm>
              <a:off x="5539044" y="1879441"/>
              <a:ext cx="380962"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20547" name="Text Box 42"/>
            <p:cNvSpPr txBox="1">
              <a:spLocks noChangeArrowheads="1"/>
            </p:cNvSpPr>
            <p:nvPr/>
          </p:nvSpPr>
          <p:spPr bwMode="auto">
            <a:xfrm>
              <a:off x="6358461" y="3428617"/>
              <a:ext cx="457154"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id</a:t>
              </a:r>
            </a:p>
          </p:txBody>
        </p:sp>
        <p:sp>
          <p:nvSpPr>
            <p:cNvPr id="20548" name="Text Box 44"/>
            <p:cNvSpPr txBox="1">
              <a:spLocks noChangeArrowheads="1"/>
            </p:cNvSpPr>
            <p:nvPr/>
          </p:nvSpPr>
          <p:spPr bwMode="auto">
            <a:xfrm>
              <a:off x="6857345" y="2347649"/>
              <a:ext cx="380962"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F</a:t>
              </a:r>
            </a:p>
          </p:txBody>
        </p:sp>
        <p:sp>
          <p:nvSpPr>
            <p:cNvPr id="112" name="Text Box 45"/>
            <p:cNvSpPr txBox="1">
              <a:spLocks noChangeArrowheads="1"/>
            </p:cNvSpPr>
            <p:nvPr/>
          </p:nvSpPr>
          <p:spPr bwMode="auto">
            <a:xfrm>
              <a:off x="7273925" y="2274888"/>
              <a:ext cx="1019175" cy="58420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I</a:t>
              </a:r>
              <a:r>
                <a:rPr kumimoji="1" lang="en-US" altLang="zh-CN" sz="1600" b="1" i="1" baseline="-25000">
                  <a:solidFill>
                    <a:srgbClr val="000000"/>
                  </a:solidFill>
                  <a:latin typeface="Times New Roman" panose="02020603050405020304" pitchFamily="18" charset="0"/>
                </a:rPr>
                <a:t>10</a:t>
              </a:r>
              <a:r>
                <a:rPr kumimoji="1" lang="en-US" altLang="zh-CN" sz="1600" b="1">
                  <a:solidFill>
                    <a:srgbClr val="000000"/>
                  </a:solidFill>
                  <a:latin typeface="Times New Roman" panose="02020603050405020304" pitchFamily="18" charset="0"/>
                </a:rPr>
                <a:t>:</a:t>
              </a:r>
            </a:p>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T→T*F</a:t>
              </a:r>
              <a:r>
                <a:rPr lang="en-US" altLang="zh-CN" sz="1600" b="1" i="1">
                  <a:solidFill>
                    <a:srgbClr val="000000"/>
                  </a:solidFill>
                  <a:latin typeface="Times New Roman" panose="02020603050405020304" pitchFamily="18" charset="0"/>
                  <a:cs typeface="Times New Roman" panose="02020603050405020304" pitchFamily="18" charset="0"/>
                </a:rPr>
                <a:t> · </a:t>
              </a:r>
              <a:endParaRPr kumimoji="1" lang="en-US" altLang="zh-CN" sz="1600" b="1" i="1">
                <a:solidFill>
                  <a:srgbClr val="000000"/>
                </a:solidFill>
                <a:latin typeface="Times New Roman" panose="02020603050405020304" pitchFamily="18" charset="0"/>
              </a:endParaRPr>
            </a:p>
          </p:txBody>
        </p:sp>
        <p:sp>
          <p:nvSpPr>
            <p:cNvPr id="20550" name="Text Box 46"/>
            <p:cNvSpPr txBox="1">
              <a:spLocks noChangeArrowheads="1"/>
            </p:cNvSpPr>
            <p:nvPr/>
          </p:nvSpPr>
          <p:spPr bwMode="auto">
            <a:xfrm>
              <a:off x="5930092" y="3402956"/>
              <a:ext cx="457154"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20551" name="Text Box 47"/>
            <p:cNvSpPr txBox="1">
              <a:spLocks noChangeArrowheads="1"/>
            </p:cNvSpPr>
            <p:nvPr/>
          </p:nvSpPr>
          <p:spPr bwMode="auto">
            <a:xfrm>
              <a:off x="7682689" y="3888277"/>
              <a:ext cx="380962" cy="36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1800" b="1">
                  <a:solidFill>
                    <a:srgbClr val="000000"/>
                  </a:solidFill>
                  <a:latin typeface="Times New Roman" panose="02020603050405020304" pitchFamily="18" charset="0"/>
                </a:rPr>
                <a:t>)</a:t>
              </a:r>
            </a:p>
          </p:txBody>
        </p:sp>
        <p:sp>
          <p:nvSpPr>
            <p:cNvPr id="115" name="Text Box 48"/>
            <p:cNvSpPr txBox="1">
              <a:spLocks noChangeArrowheads="1"/>
            </p:cNvSpPr>
            <p:nvPr/>
          </p:nvSpPr>
          <p:spPr bwMode="auto">
            <a:xfrm>
              <a:off x="7281863" y="4230688"/>
              <a:ext cx="1000125" cy="58420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I</a:t>
              </a:r>
              <a:r>
                <a:rPr kumimoji="1" lang="en-US" altLang="zh-CN" sz="1600" b="1" i="1" baseline="-25000">
                  <a:solidFill>
                    <a:srgbClr val="000000"/>
                  </a:solidFill>
                  <a:latin typeface="Times New Roman" panose="02020603050405020304" pitchFamily="18" charset="0"/>
                </a:rPr>
                <a:t>11</a:t>
              </a:r>
              <a:r>
                <a:rPr kumimoji="1" lang="en-US" altLang="zh-CN" sz="1600" b="1">
                  <a:solidFill>
                    <a:srgbClr val="000000"/>
                  </a:solidFill>
                  <a:latin typeface="Times New Roman" panose="02020603050405020304" pitchFamily="18" charset="0"/>
                </a:rPr>
                <a:t>:</a:t>
              </a:r>
            </a:p>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F→</a:t>
              </a:r>
              <a:r>
                <a:rPr kumimoji="1" lang="en-US" altLang="zh-CN" sz="1600" b="1">
                  <a:solidFill>
                    <a:srgbClr val="000000"/>
                  </a:solidFill>
                  <a:latin typeface="Times New Roman" panose="02020603050405020304" pitchFamily="18" charset="0"/>
                </a:rPr>
                <a:t>(</a:t>
              </a:r>
              <a:r>
                <a:rPr kumimoji="1" lang="en-US" altLang="zh-CN" sz="1600" b="1" i="1">
                  <a:solidFill>
                    <a:srgbClr val="000000"/>
                  </a:solidFill>
                  <a:latin typeface="Times New Roman" panose="02020603050405020304" pitchFamily="18" charset="0"/>
                </a:rPr>
                <a:t>E</a:t>
              </a:r>
              <a:r>
                <a:rPr kumimoji="1" lang="en-US" altLang="zh-CN" sz="1600" b="1">
                  <a:solidFill>
                    <a:srgbClr val="000000"/>
                  </a:solidFill>
                  <a:latin typeface="Times New Roman" panose="02020603050405020304" pitchFamily="18" charset="0"/>
                </a:rPr>
                <a:t>)</a:t>
              </a:r>
              <a:r>
                <a:rPr lang="en-US" altLang="zh-CN" sz="1600" b="1" i="1">
                  <a:solidFill>
                    <a:srgbClr val="000000"/>
                  </a:solidFill>
                  <a:latin typeface="Times New Roman" panose="02020603050405020304" pitchFamily="18" charset="0"/>
                  <a:cs typeface="Times New Roman" panose="02020603050405020304" pitchFamily="18" charset="0"/>
                </a:rPr>
                <a:t> · </a:t>
              </a:r>
              <a:endParaRPr kumimoji="1" lang="en-US" altLang="zh-CN" sz="1600" b="1" i="1">
                <a:solidFill>
                  <a:srgbClr val="000000"/>
                </a:solidFill>
                <a:latin typeface="Times New Roman" panose="02020603050405020304" pitchFamily="18" charset="0"/>
              </a:endParaRPr>
            </a:p>
          </p:txBody>
        </p:sp>
        <p:sp>
          <p:nvSpPr>
            <p:cNvPr id="20553" name="Text Box 49"/>
            <p:cNvSpPr txBox="1">
              <a:spLocks noChangeArrowheads="1"/>
            </p:cNvSpPr>
            <p:nvPr/>
          </p:nvSpPr>
          <p:spPr bwMode="auto">
            <a:xfrm>
              <a:off x="8402676" y="3221535"/>
              <a:ext cx="380962" cy="461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b="1">
                  <a:solidFill>
                    <a:srgbClr val="000000"/>
                  </a:solidFill>
                  <a:latin typeface="Times New Roman" panose="02020603050405020304" pitchFamily="18" charset="0"/>
                </a:rPr>
                <a:t>+</a:t>
              </a:r>
            </a:p>
          </p:txBody>
        </p:sp>
        <p:sp>
          <p:nvSpPr>
            <p:cNvPr id="20554" name="Line 50"/>
            <p:cNvSpPr>
              <a:spLocks noChangeShapeType="1"/>
            </p:cNvSpPr>
            <p:nvPr/>
          </p:nvSpPr>
          <p:spPr bwMode="auto">
            <a:xfrm flipH="1">
              <a:off x="6833483" y="1929667"/>
              <a:ext cx="439826" cy="625272"/>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55" name="Text Box 51"/>
            <p:cNvSpPr txBox="1">
              <a:spLocks noChangeArrowheads="1"/>
            </p:cNvSpPr>
            <p:nvPr/>
          </p:nvSpPr>
          <p:spPr bwMode="auto">
            <a:xfrm>
              <a:off x="7009729" y="1702502"/>
              <a:ext cx="457154" cy="461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b="1">
                  <a:solidFill>
                    <a:srgbClr val="000000"/>
                  </a:solidFill>
                  <a:latin typeface="Times New Roman" panose="02020603050405020304" pitchFamily="18" charset="0"/>
                </a:rPr>
                <a:t>*</a:t>
              </a:r>
            </a:p>
          </p:txBody>
        </p:sp>
        <p:sp>
          <p:nvSpPr>
            <p:cNvPr id="20556" name="Freeform 52"/>
            <p:cNvSpPr>
              <a:spLocks noChangeArrowheads="1"/>
            </p:cNvSpPr>
            <p:nvPr/>
          </p:nvSpPr>
          <p:spPr bwMode="auto">
            <a:xfrm>
              <a:off x="6969956" y="1096057"/>
              <a:ext cx="1758944" cy="2286589"/>
            </a:xfrm>
            <a:custGeom>
              <a:avLst/>
              <a:gdLst>
                <a:gd name="T0" fmla="*/ 2147483646 w 1712"/>
                <a:gd name="T1" fmla="*/ 2147483646 h 2352"/>
                <a:gd name="T2" fmla="*/ 2147483646 w 1712"/>
                <a:gd name="T3" fmla="*/ 2147483646 h 2352"/>
                <a:gd name="T4" fmla="*/ 2147483646 w 1712"/>
                <a:gd name="T5" fmla="*/ 2147483646 h 2352"/>
                <a:gd name="T6" fmla="*/ 2147483646 w 1712"/>
                <a:gd name="T7" fmla="*/ 2147483646 h 2352"/>
                <a:gd name="T8" fmla="*/ 2147483646 w 1712"/>
                <a:gd name="T9" fmla="*/ 2147483646 h 2352"/>
                <a:gd name="T10" fmla="*/ 0 w 1712"/>
                <a:gd name="T11" fmla="*/ 0 h 2352"/>
                <a:gd name="T12" fmla="*/ 0 60000 65536"/>
                <a:gd name="T13" fmla="*/ 0 60000 65536"/>
                <a:gd name="T14" fmla="*/ 0 60000 65536"/>
                <a:gd name="T15" fmla="*/ 0 60000 65536"/>
                <a:gd name="T16" fmla="*/ 0 60000 65536"/>
                <a:gd name="T17" fmla="*/ 0 60000 65536"/>
                <a:gd name="T18" fmla="*/ 0 w 1712"/>
                <a:gd name="T19" fmla="*/ 0 h 2352"/>
                <a:gd name="T20" fmla="*/ 1712 w 1712"/>
                <a:gd name="T21" fmla="*/ 2352 h 2352"/>
              </a:gdLst>
              <a:ahLst/>
              <a:cxnLst>
                <a:cxn ang="T12">
                  <a:pos x="T0" y="T1"/>
                </a:cxn>
                <a:cxn ang="T13">
                  <a:pos x="T2" y="T3"/>
                </a:cxn>
                <a:cxn ang="T14">
                  <a:pos x="T4" y="T5"/>
                </a:cxn>
                <a:cxn ang="T15">
                  <a:pos x="T6" y="T7"/>
                </a:cxn>
                <a:cxn ang="T16">
                  <a:pos x="T8" y="T9"/>
                </a:cxn>
                <a:cxn ang="T17">
                  <a:pos x="T10" y="T11"/>
                </a:cxn>
              </a:cxnLst>
              <a:rect l="T18" t="T19" r="T20" b="T21"/>
              <a:pathLst>
                <a:path w="1712" h="2352">
                  <a:moveTo>
                    <a:pt x="1440" y="2352"/>
                  </a:moveTo>
                  <a:cubicBezTo>
                    <a:pt x="1516" y="2060"/>
                    <a:pt x="1592" y="1768"/>
                    <a:pt x="1632" y="1488"/>
                  </a:cubicBezTo>
                  <a:cubicBezTo>
                    <a:pt x="1672" y="1208"/>
                    <a:pt x="1712" y="888"/>
                    <a:pt x="1680" y="672"/>
                  </a:cubicBezTo>
                  <a:cubicBezTo>
                    <a:pt x="1648" y="456"/>
                    <a:pt x="1536" y="296"/>
                    <a:pt x="1440" y="192"/>
                  </a:cubicBezTo>
                  <a:cubicBezTo>
                    <a:pt x="1344" y="88"/>
                    <a:pt x="1344" y="80"/>
                    <a:pt x="1104" y="48"/>
                  </a:cubicBezTo>
                  <a:cubicBezTo>
                    <a:pt x="864" y="16"/>
                    <a:pt x="152" y="0"/>
                    <a:pt x="0" y="0"/>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557" name="Freeform 54"/>
            <p:cNvSpPr>
              <a:spLocks noChangeArrowheads="1"/>
            </p:cNvSpPr>
            <p:nvPr/>
          </p:nvSpPr>
          <p:spPr bwMode="auto">
            <a:xfrm>
              <a:off x="4985874" y="3475793"/>
              <a:ext cx="971377" cy="845200"/>
            </a:xfrm>
            <a:custGeom>
              <a:avLst/>
              <a:gdLst>
                <a:gd name="T0" fmla="*/ 2147483646 w 640"/>
                <a:gd name="T1" fmla="*/ 0 h 1104"/>
                <a:gd name="T2" fmla="*/ 2147483646 w 640"/>
                <a:gd name="T3" fmla="*/ 2147483646 h 1104"/>
                <a:gd name="T4" fmla="*/ 2147483646 w 640"/>
                <a:gd name="T5" fmla="*/ 2147483646 h 1104"/>
                <a:gd name="T6" fmla="*/ 0 w 640"/>
                <a:gd name="T7" fmla="*/ 2147483646 h 1104"/>
                <a:gd name="T8" fmla="*/ 0 60000 65536"/>
                <a:gd name="T9" fmla="*/ 0 60000 65536"/>
                <a:gd name="T10" fmla="*/ 0 60000 65536"/>
                <a:gd name="T11" fmla="*/ 0 60000 65536"/>
                <a:gd name="T12" fmla="*/ 0 w 640"/>
                <a:gd name="T13" fmla="*/ 0 h 1104"/>
                <a:gd name="T14" fmla="*/ 640 w 640"/>
                <a:gd name="T15" fmla="*/ 1104 h 1104"/>
              </a:gdLst>
              <a:ahLst/>
              <a:cxnLst>
                <a:cxn ang="T8">
                  <a:pos x="T0" y="T1"/>
                </a:cxn>
                <a:cxn ang="T9">
                  <a:pos x="T2" y="T3"/>
                </a:cxn>
                <a:cxn ang="T10">
                  <a:pos x="T4" y="T5"/>
                </a:cxn>
                <a:cxn ang="T11">
                  <a:pos x="T6" y="T7"/>
                </a:cxn>
              </a:cxnLst>
              <a:rect l="T12" t="T13" r="T14" b="T15"/>
              <a:pathLst>
                <a:path w="640" h="1104">
                  <a:moveTo>
                    <a:pt x="624" y="0"/>
                  </a:moveTo>
                  <a:cubicBezTo>
                    <a:pt x="632" y="144"/>
                    <a:pt x="640" y="288"/>
                    <a:pt x="624" y="384"/>
                  </a:cubicBezTo>
                  <a:cubicBezTo>
                    <a:pt x="608" y="480"/>
                    <a:pt x="632" y="456"/>
                    <a:pt x="528" y="576"/>
                  </a:cubicBezTo>
                  <a:cubicBezTo>
                    <a:pt x="424" y="696"/>
                    <a:pt x="212" y="900"/>
                    <a:pt x="0" y="1104"/>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558" name="Text Box 56"/>
            <p:cNvSpPr txBox="1">
              <a:spLocks noChangeArrowheads="1"/>
            </p:cNvSpPr>
            <p:nvPr/>
          </p:nvSpPr>
          <p:spPr bwMode="auto">
            <a:xfrm>
              <a:off x="7001688" y="571500"/>
              <a:ext cx="457154"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id</a:t>
              </a:r>
            </a:p>
          </p:txBody>
        </p:sp>
      </p:grpSp>
      <p:sp>
        <p:nvSpPr>
          <p:cNvPr id="2" name="灯片编号占位符 1">
            <a:extLst>
              <a:ext uri="{FF2B5EF4-FFF2-40B4-BE49-F238E27FC236}">
                <a16:creationId xmlns:a16="http://schemas.microsoft.com/office/drawing/2014/main" id="{878B0EAA-7DB8-4102-A82C-79AF8611F982}"/>
              </a:ext>
            </a:extLst>
          </p:cNvPr>
          <p:cNvSpPr>
            <a:spLocks noGrp="1"/>
          </p:cNvSpPr>
          <p:nvPr>
            <p:ph type="sldNum" sz="quarter" idx="12"/>
          </p:nvPr>
        </p:nvSpPr>
        <p:spPr/>
        <p:txBody>
          <a:bodyPr/>
          <a:lstStyle/>
          <a:p>
            <a:pPr>
              <a:defRPr/>
            </a:pPr>
            <a:fld id="{76D20AB1-C80E-44EB-B890-88EEF3B3DC08}" type="slidenum">
              <a:rPr lang="zh-CN" altLang="en-US" smtClean="0"/>
              <a:pPr>
                <a:defRPr/>
              </a:pPr>
              <a:t>3</a:t>
            </a:fld>
            <a:endParaRPr lang="en-US" altLang="zh-CN"/>
          </a:p>
        </p:txBody>
      </p:sp>
      <p:sp>
        <p:nvSpPr>
          <p:cNvPr id="66" name="内容占位符 2">
            <a:extLst>
              <a:ext uri="{FF2B5EF4-FFF2-40B4-BE49-F238E27FC236}">
                <a16:creationId xmlns:a16="http://schemas.microsoft.com/office/drawing/2014/main" id="{E41D72C6-72A7-492E-8AEF-7907CCDCA6F9}"/>
              </a:ext>
            </a:extLst>
          </p:cNvPr>
          <p:cNvSpPr txBox="1">
            <a:spLocks/>
          </p:cNvSpPr>
          <p:nvPr/>
        </p:nvSpPr>
        <p:spPr bwMode="auto">
          <a:xfrm>
            <a:off x="550863" y="714375"/>
            <a:ext cx="1628775" cy="2701925"/>
          </a:xfrm>
          <a:prstGeom prst="rect">
            <a:avLst/>
          </a:prstGeom>
          <a:solidFill>
            <a:schemeClr val="accent5">
              <a:lumMod val="60000"/>
              <a:lumOff val="40000"/>
            </a:schemeClr>
          </a:solidFill>
          <a:ln w="12700">
            <a:solidFill>
              <a:schemeClr val="tx1"/>
            </a:solidFill>
          </a:ln>
          <a:extLst/>
        </p:spPr>
        <p:txBody>
          <a:bodyPr vert="horz" wrap="square" lIns="91440" tIns="45720" rIns="91440" bIns="45720" numCol="1" anchor="ctr" anchorCtr="0" compatLnSpc="1">
            <a:prstTxWarp prst="textNoShape">
              <a:avLst/>
            </a:prstTxWarp>
          </a:bodyPr>
          <a:lstStyle>
            <a:lvl1pPr marL="273050" indent="-273050" algn="l" rtl="0" eaLnBrk="0" fontAlgn="base" hangingPunct="0">
              <a:spcBef>
                <a:spcPct val="20000"/>
              </a:spcBef>
              <a:spcAft>
                <a:spcPct val="0"/>
              </a:spcAft>
              <a:buClrTx/>
              <a:buSzPct val="100000"/>
              <a:buFont typeface="Wingdings" panose="05000000000000000000" pitchFamily="2" charset="2"/>
              <a:buChar char="Ø"/>
              <a:defRPr sz="2400" kern="1200" baseline="0">
                <a:solidFill>
                  <a:schemeClr val="tx1"/>
                </a:solidFill>
                <a:latin typeface="+mn-ea"/>
                <a:ea typeface="+mn-ea"/>
                <a:cs typeface="+mn-cs"/>
              </a:defRPr>
            </a:lvl1pPr>
            <a:lvl2pPr marL="576263" indent="-273050" algn="l" rtl="0" eaLnBrk="0" fontAlgn="base" hangingPunct="0">
              <a:spcBef>
                <a:spcPct val="20000"/>
              </a:spcBef>
              <a:spcAft>
                <a:spcPct val="0"/>
              </a:spcAft>
              <a:buClrTx/>
              <a:buSzPct val="100000"/>
              <a:buFont typeface="Wingdings" panose="05000000000000000000" pitchFamily="2" charset="2"/>
              <a:buChar char="Ø"/>
              <a:defRPr sz="2200" kern="1200" baseline="0">
                <a:solidFill>
                  <a:schemeClr val="tx1"/>
                </a:solidFill>
                <a:latin typeface="+mn-ea"/>
                <a:ea typeface="+mn-ea"/>
                <a:cs typeface="+mn-cs"/>
              </a:defRPr>
            </a:lvl2pPr>
            <a:lvl3pPr marL="855663" indent="-228600" algn="l" rtl="0" eaLnBrk="0" fontAlgn="base" hangingPunct="0">
              <a:spcBef>
                <a:spcPct val="20000"/>
              </a:spcBef>
              <a:spcAft>
                <a:spcPct val="0"/>
              </a:spcAft>
              <a:buClrTx/>
              <a:buSzPct val="100000"/>
              <a:buFont typeface="Wingdings" panose="05000000000000000000" pitchFamily="2" charset="2"/>
              <a:buChar char="Ø"/>
              <a:defRPr sz="2000" kern="1200" baseline="0">
                <a:solidFill>
                  <a:schemeClr val="tx1"/>
                </a:solidFill>
                <a:latin typeface="+mn-ea"/>
                <a:ea typeface="+mn-ea"/>
                <a:cs typeface="+mn-cs"/>
              </a:defRPr>
            </a:lvl3pPr>
            <a:lvl4pPr marL="1143000" indent="-228600" algn="l" rtl="0" eaLnBrk="0" fontAlgn="base" hangingPunct="0">
              <a:spcBef>
                <a:spcPct val="20000"/>
              </a:spcBef>
              <a:spcAft>
                <a:spcPct val="0"/>
              </a:spcAft>
              <a:buClrTx/>
              <a:buSzPct val="100000"/>
              <a:buFont typeface="Wingdings" panose="05000000000000000000" pitchFamily="2" charset="2"/>
              <a:buChar char="Ø"/>
              <a:defRPr sz="2000" kern="1200" baseline="0">
                <a:solidFill>
                  <a:schemeClr val="tx1"/>
                </a:solidFill>
                <a:latin typeface="+mn-ea"/>
                <a:ea typeface="+mn-ea"/>
                <a:cs typeface="+mn-cs"/>
              </a:defRPr>
            </a:lvl4pPr>
            <a:lvl5pPr marL="1462088" indent="-228600" algn="l" rtl="0" eaLnBrk="0" fontAlgn="base" hangingPunct="0">
              <a:spcBef>
                <a:spcPct val="20000"/>
              </a:spcBef>
              <a:spcAft>
                <a:spcPct val="0"/>
              </a:spcAft>
              <a:buClrTx/>
              <a:buSzPct val="100000"/>
              <a:buFont typeface="Wingdings" panose="05000000000000000000" pitchFamily="2" charset="2"/>
              <a:buChar char="Ø"/>
              <a:defRPr sz="1600" kern="1200" baseline="0">
                <a:solidFill>
                  <a:schemeClr val="tx1"/>
                </a:solidFill>
                <a:latin typeface="+mn-ea"/>
                <a:ea typeface="+mn-ea"/>
                <a:cs typeface="+mn-cs"/>
              </a:defRPr>
            </a:lvl5pPr>
            <a:lvl6pPr marL="178308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9pPr>
          </a:lstStyle>
          <a:p>
            <a:pPr marL="0" indent="0" eaLnBrk="1" hangingPunct="1">
              <a:lnSpc>
                <a:spcPts val="2000"/>
              </a:lnSpc>
              <a:buFont typeface="Symbol" panose="05050102010706020507" pitchFamily="18" charset="2"/>
              <a:buNone/>
              <a:defRPr/>
            </a:pPr>
            <a:r>
              <a:rPr lang="zh-CN" altLang="en-US" sz="2500" b="1">
                <a:latin typeface="Times New Roman" panose="02020603050405020304" pitchFamily="18" charset="0"/>
                <a:cs typeface="Times New Roman" panose="02020603050405020304" pitchFamily="18" charset="0"/>
              </a:rPr>
              <a:t>文法：</a:t>
            </a:r>
            <a:endParaRPr lang="en-US" altLang="zh-CN" b="1">
              <a:latin typeface="Times New Roman" panose="02020603050405020304" pitchFamily="18" charset="0"/>
              <a:cs typeface="Times New Roman" panose="02020603050405020304" pitchFamily="18" charset="0"/>
            </a:endParaRPr>
          </a:p>
          <a:p>
            <a:pPr marL="0" indent="0" eaLnBrk="1" hangingPunct="1">
              <a:lnSpc>
                <a:spcPts val="2000"/>
              </a:lnSpc>
              <a:buFont typeface="Symbol" panose="05050102010706020507" pitchFamily="18" charset="2"/>
              <a:buNone/>
              <a:defRPr/>
            </a:pPr>
            <a:r>
              <a:rPr lang="en-US" altLang="zh-CN" sz="2000" b="1">
                <a:latin typeface="Times New Roman" panose="02020603050405020304" pitchFamily="18" charset="0"/>
                <a:ea typeface="宋体" pitchFamily="2" charset="-122"/>
                <a:cs typeface="Times New Roman" panose="02020603050405020304" pitchFamily="18" charset="0"/>
              </a:rPr>
              <a:t>(0) </a:t>
            </a:r>
            <a:r>
              <a:rPr lang="en-US" altLang="zh-CN" sz="2000" b="1" i="1">
                <a:latin typeface="Times New Roman" panose="02020603050405020304" pitchFamily="18" charset="0"/>
                <a:ea typeface="宋体" pitchFamily="2" charset="-122"/>
                <a:cs typeface="Times New Roman" panose="02020603050405020304" pitchFamily="18" charset="0"/>
              </a:rPr>
              <a:t>E′ </a:t>
            </a:r>
            <a:r>
              <a:rPr lang="en-US" altLang="zh-CN" sz="2000" b="1">
                <a:latin typeface="Times New Roman" panose="02020603050405020304" pitchFamily="18" charset="0"/>
                <a:ea typeface="宋体" pitchFamily="2" charset="-122"/>
                <a:cs typeface="Times New Roman" panose="02020603050405020304" pitchFamily="18" charset="0"/>
              </a:rPr>
              <a:t>→ </a:t>
            </a:r>
            <a:r>
              <a:rPr lang="en-US" altLang="zh-CN" sz="2000" b="1" i="1">
                <a:latin typeface="Times New Roman" panose="02020603050405020304" pitchFamily="18" charset="0"/>
                <a:ea typeface="宋体" pitchFamily="2" charset="-122"/>
                <a:cs typeface="Times New Roman" panose="02020603050405020304" pitchFamily="18" charset="0"/>
              </a:rPr>
              <a:t>E</a:t>
            </a:r>
            <a:r>
              <a:rPr lang="en-US" altLang="zh-CN" sz="2000" b="1">
                <a:latin typeface="Times New Roman" panose="02020603050405020304" pitchFamily="18" charset="0"/>
                <a:ea typeface="宋体" pitchFamily="2" charset="-122"/>
                <a:cs typeface="Times New Roman" panose="02020603050405020304" pitchFamily="18" charset="0"/>
              </a:rPr>
              <a:t> </a:t>
            </a:r>
          </a:p>
          <a:p>
            <a:pPr marL="0" indent="0" eaLnBrk="1" hangingPunct="1">
              <a:lnSpc>
                <a:spcPts val="2000"/>
              </a:lnSpc>
              <a:buFont typeface="Symbol" panose="05050102010706020507" pitchFamily="18" charset="2"/>
              <a:buNone/>
              <a:defRPr/>
            </a:pPr>
            <a:r>
              <a:rPr lang="en-US" altLang="zh-CN" sz="2000" b="1">
                <a:latin typeface="Times New Roman" panose="02020603050405020304" pitchFamily="18" charset="0"/>
                <a:ea typeface="宋体" pitchFamily="2" charset="-122"/>
                <a:cs typeface="Times New Roman" panose="02020603050405020304" pitchFamily="18" charset="0"/>
              </a:rPr>
              <a:t>(1) </a:t>
            </a:r>
            <a:r>
              <a:rPr lang="en-US" altLang="zh-CN" sz="2000" b="1" i="1">
                <a:latin typeface="Times New Roman" panose="02020603050405020304" pitchFamily="18" charset="0"/>
                <a:ea typeface="宋体" pitchFamily="2" charset="-122"/>
                <a:cs typeface="Times New Roman" panose="02020603050405020304" pitchFamily="18" charset="0"/>
              </a:rPr>
              <a:t>E</a:t>
            </a:r>
            <a:r>
              <a:rPr lang="en-US" altLang="zh-CN" sz="2000" b="1">
                <a:latin typeface="Times New Roman" panose="02020603050405020304" pitchFamily="18" charset="0"/>
                <a:ea typeface="宋体" pitchFamily="2" charset="-122"/>
                <a:cs typeface="Times New Roman" panose="02020603050405020304" pitchFamily="18" charset="0"/>
              </a:rPr>
              <a:t> → </a:t>
            </a:r>
            <a:r>
              <a:rPr lang="en-US" altLang="zh-CN" sz="2000" b="1" i="1">
                <a:latin typeface="Times New Roman" panose="02020603050405020304" pitchFamily="18" charset="0"/>
                <a:ea typeface="宋体" pitchFamily="2" charset="-122"/>
                <a:cs typeface="Times New Roman" panose="02020603050405020304" pitchFamily="18" charset="0"/>
              </a:rPr>
              <a:t>E</a:t>
            </a:r>
            <a:r>
              <a:rPr lang="en-US" altLang="zh-CN" sz="2000" b="1">
                <a:latin typeface="Times New Roman" panose="02020603050405020304" pitchFamily="18" charset="0"/>
                <a:ea typeface="宋体" pitchFamily="2" charset="-122"/>
                <a:cs typeface="Times New Roman" panose="02020603050405020304" pitchFamily="18" charset="0"/>
              </a:rPr>
              <a:t>+</a:t>
            </a:r>
            <a:r>
              <a:rPr lang="en-US" altLang="zh-CN" sz="2000" b="1" i="1">
                <a:latin typeface="Times New Roman" panose="02020603050405020304" pitchFamily="18" charset="0"/>
                <a:ea typeface="宋体" pitchFamily="2" charset="-122"/>
                <a:cs typeface="Times New Roman" panose="02020603050405020304" pitchFamily="18" charset="0"/>
              </a:rPr>
              <a:t>T</a:t>
            </a:r>
          </a:p>
          <a:p>
            <a:pPr marL="0" indent="0" eaLnBrk="1" hangingPunct="1">
              <a:lnSpc>
                <a:spcPts val="2000"/>
              </a:lnSpc>
              <a:buFont typeface="Symbol" panose="05050102010706020507" pitchFamily="18" charset="2"/>
              <a:buNone/>
              <a:defRPr/>
            </a:pPr>
            <a:r>
              <a:rPr lang="en-US" altLang="zh-CN" sz="2000" b="1">
                <a:latin typeface="Times New Roman" panose="02020603050405020304" pitchFamily="18" charset="0"/>
                <a:ea typeface="宋体" pitchFamily="2" charset="-122"/>
                <a:cs typeface="Times New Roman" panose="02020603050405020304" pitchFamily="18" charset="0"/>
              </a:rPr>
              <a:t>(2) </a:t>
            </a:r>
            <a:r>
              <a:rPr lang="en-US" altLang="zh-CN" sz="2000" b="1" i="1">
                <a:latin typeface="Times New Roman" panose="02020603050405020304" pitchFamily="18" charset="0"/>
                <a:ea typeface="宋体" pitchFamily="2" charset="-122"/>
                <a:cs typeface="Times New Roman" panose="02020603050405020304" pitchFamily="18" charset="0"/>
              </a:rPr>
              <a:t>E</a:t>
            </a:r>
            <a:r>
              <a:rPr lang="en-US" altLang="zh-CN" sz="2000" b="1">
                <a:latin typeface="Times New Roman" panose="02020603050405020304" pitchFamily="18" charset="0"/>
                <a:ea typeface="宋体" pitchFamily="2" charset="-122"/>
                <a:cs typeface="Times New Roman" panose="02020603050405020304" pitchFamily="18" charset="0"/>
              </a:rPr>
              <a:t> → </a:t>
            </a:r>
            <a:r>
              <a:rPr lang="en-US" altLang="zh-CN" sz="2000" b="1" i="1">
                <a:latin typeface="Times New Roman" panose="02020603050405020304" pitchFamily="18" charset="0"/>
                <a:ea typeface="宋体" pitchFamily="2" charset="-122"/>
                <a:cs typeface="Times New Roman" panose="02020603050405020304" pitchFamily="18" charset="0"/>
              </a:rPr>
              <a:t>T</a:t>
            </a:r>
          </a:p>
          <a:p>
            <a:pPr marL="0" indent="0" eaLnBrk="1" hangingPunct="1">
              <a:lnSpc>
                <a:spcPts val="2000"/>
              </a:lnSpc>
              <a:buFont typeface="Symbol" panose="05050102010706020507" pitchFamily="18" charset="2"/>
              <a:buNone/>
              <a:defRPr/>
            </a:pPr>
            <a:r>
              <a:rPr lang="en-US" altLang="zh-CN" sz="2000" b="1">
                <a:latin typeface="Times New Roman" panose="02020603050405020304" pitchFamily="18" charset="0"/>
                <a:ea typeface="宋体" pitchFamily="2" charset="-122"/>
                <a:cs typeface="Times New Roman" panose="02020603050405020304" pitchFamily="18" charset="0"/>
              </a:rPr>
              <a:t>(3) </a:t>
            </a:r>
            <a:r>
              <a:rPr lang="en-US" altLang="zh-CN" sz="2000" b="1" i="1">
                <a:latin typeface="Times New Roman" panose="02020603050405020304" pitchFamily="18" charset="0"/>
                <a:ea typeface="宋体" pitchFamily="2" charset="-122"/>
                <a:cs typeface="Times New Roman" panose="02020603050405020304" pitchFamily="18" charset="0"/>
              </a:rPr>
              <a:t>T</a:t>
            </a:r>
            <a:r>
              <a:rPr lang="en-US" altLang="zh-CN" sz="2000" b="1">
                <a:latin typeface="Times New Roman" panose="02020603050405020304" pitchFamily="18" charset="0"/>
                <a:ea typeface="宋体" pitchFamily="2" charset="-122"/>
                <a:cs typeface="Times New Roman" panose="02020603050405020304" pitchFamily="18" charset="0"/>
              </a:rPr>
              <a:t> → </a:t>
            </a:r>
            <a:r>
              <a:rPr lang="en-US" altLang="zh-CN" sz="2000" b="1" i="1">
                <a:latin typeface="Times New Roman" panose="02020603050405020304" pitchFamily="18" charset="0"/>
                <a:ea typeface="宋体" pitchFamily="2" charset="-122"/>
                <a:cs typeface="Times New Roman" panose="02020603050405020304" pitchFamily="18" charset="0"/>
              </a:rPr>
              <a:t>T</a:t>
            </a:r>
            <a:r>
              <a:rPr lang="en-US" altLang="zh-CN" sz="2000" b="1">
                <a:latin typeface="Times New Roman" panose="02020603050405020304" pitchFamily="18" charset="0"/>
                <a:ea typeface="宋体" pitchFamily="2" charset="-122"/>
                <a:cs typeface="Times New Roman" panose="02020603050405020304" pitchFamily="18" charset="0"/>
              </a:rPr>
              <a:t>*</a:t>
            </a:r>
            <a:r>
              <a:rPr lang="en-US" altLang="zh-CN" sz="2000" b="1" i="1">
                <a:latin typeface="Times New Roman" panose="02020603050405020304" pitchFamily="18" charset="0"/>
                <a:ea typeface="宋体" pitchFamily="2" charset="-122"/>
                <a:cs typeface="Times New Roman" panose="02020603050405020304" pitchFamily="18" charset="0"/>
              </a:rPr>
              <a:t>F</a:t>
            </a:r>
          </a:p>
          <a:p>
            <a:pPr marL="0" indent="0" eaLnBrk="1" hangingPunct="1">
              <a:lnSpc>
                <a:spcPts val="2000"/>
              </a:lnSpc>
              <a:buFont typeface="Symbol" panose="05050102010706020507" pitchFamily="18" charset="2"/>
              <a:buNone/>
              <a:defRPr/>
            </a:pPr>
            <a:r>
              <a:rPr lang="en-US" altLang="zh-CN" sz="2000" b="1">
                <a:latin typeface="Times New Roman" panose="02020603050405020304" pitchFamily="18" charset="0"/>
                <a:ea typeface="宋体" pitchFamily="2" charset="-122"/>
                <a:cs typeface="Times New Roman" panose="02020603050405020304" pitchFamily="18" charset="0"/>
              </a:rPr>
              <a:t>(4) </a:t>
            </a:r>
            <a:r>
              <a:rPr lang="en-US" altLang="zh-CN" sz="2000" b="1" i="1">
                <a:latin typeface="Times New Roman" panose="02020603050405020304" pitchFamily="18" charset="0"/>
                <a:ea typeface="宋体" pitchFamily="2" charset="-122"/>
                <a:cs typeface="Times New Roman" panose="02020603050405020304" pitchFamily="18" charset="0"/>
              </a:rPr>
              <a:t>T</a:t>
            </a:r>
            <a:r>
              <a:rPr lang="en-US" altLang="zh-CN" sz="2000" b="1">
                <a:latin typeface="Times New Roman" panose="02020603050405020304" pitchFamily="18" charset="0"/>
                <a:ea typeface="宋体" pitchFamily="2" charset="-122"/>
                <a:cs typeface="Times New Roman" panose="02020603050405020304" pitchFamily="18" charset="0"/>
              </a:rPr>
              <a:t> → </a:t>
            </a:r>
            <a:r>
              <a:rPr lang="en-US" altLang="zh-CN" sz="2000" b="1" i="1">
                <a:latin typeface="Times New Roman" panose="02020603050405020304" pitchFamily="18" charset="0"/>
                <a:ea typeface="宋体" pitchFamily="2" charset="-122"/>
                <a:cs typeface="Times New Roman" panose="02020603050405020304" pitchFamily="18" charset="0"/>
              </a:rPr>
              <a:t>F</a:t>
            </a:r>
          </a:p>
          <a:p>
            <a:pPr marL="0" indent="0" eaLnBrk="1" hangingPunct="1">
              <a:lnSpc>
                <a:spcPts val="2000"/>
              </a:lnSpc>
              <a:buFont typeface="Symbol" panose="05050102010706020507" pitchFamily="18" charset="2"/>
              <a:buNone/>
              <a:defRPr/>
            </a:pPr>
            <a:r>
              <a:rPr lang="en-US" altLang="zh-CN" sz="2000" b="1">
                <a:latin typeface="Times New Roman" panose="02020603050405020304" pitchFamily="18" charset="0"/>
                <a:ea typeface="宋体" pitchFamily="2" charset="-122"/>
                <a:cs typeface="Times New Roman" panose="02020603050405020304" pitchFamily="18" charset="0"/>
              </a:rPr>
              <a:t>(5) </a:t>
            </a:r>
            <a:r>
              <a:rPr lang="en-US" altLang="zh-CN" sz="2000" b="1" i="1">
                <a:latin typeface="Times New Roman" panose="02020603050405020304" pitchFamily="18" charset="0"/>
                <a:ea typeface="宋体" pitchFamily="2" charset="-122"/>
                <a:cs typeface="Times New Roman" panose="02020603050405020304" pitchFamily="18" charset="0"/>
              </a:rPr>
              <a:t>F</a:t>
            </a:r>
            <a:r>
              <a:rPr lang="en-US" altLang="zh-CN" sz="2000" b="1">
                <a:latin typeface="Times New Roman" panose="02020603050405020304" pitchFamily="18" charset="0"/>
                <a:ea typeface="宋体" pitchFamily="2" charset="-122"/>
                <a:cs typeface="Times New Roman" panose="02020603050405020304" pitchFamily="18" charset="0"/>
              </a:rPr>
              <a:t> → (</a:t>
            </a:r>
            <a:r>
              <a:rPr lang="en-US" altLang="zh-CN" sz="2000" b="1" i="1">
                <a:latin typeface="Times New Roman" panose="02020603050405020304" pitchFamily="18" charset="0"/>
                <a:ea typeface="宋体" pitchFamily="2" charset="-122"/>
                <a:cs typeface="Times New Roman" panose="02020603050405020304" pitchFamily="18" charset="0"/>
              </a:rPr>
              <a:t>E</a:t>
            </a:r>
            <a:r>
              <a:rPr lang="en-US" altLang="zh-CN" sz="2000" b="1">
                <a:latin typeface="Times New Roman" panose="02020603050405020304" pitchFamily="18" charset="0"/>
                <a:ea typeface="宋体" pitchFamily="2" charset="-122"/>
                <a:cs typeface="Times New Roman" panose="02020603050405020304" pitchFamily="18" charset="0"/>
              </a:rPr>
              <a:t>)</a:t>
            </a:r>
          </a:p>
          <a:p>
            <a:pPr marL="0" indent="0" eaLnBrk="1" hangingPunct="1">
              <a:lnSpc>
                <a:spcPts val="2000"/>
              </a:lnSpc>
              <a:buFont typeface="Symbol" panose="05050102010706020507" pitchFamily="18" charset="2"/>
              <a:buNone/>
              <a:defRPr/>
            </a:pPr>
            <a:r>
              <a:rPr lang="en-US" altLang="zh-CN" sz="2000" b="1">
                <a:latin typeface="Times New Roman" panose="02020603050405020304" pitchFamily="18" charset="0"/>
                <a:ea typeface="宋体" pitchFamily="2" charset="-122"/>
                <a:cs typeface="Times New Roman" panose="02020603050405020304" pitchFamily="18" charset="0"/>
              </a:rPr>
              <a:t>(6) </a:t>
            </a:r>
            <a:r>
              <a:rPr lang="en-US" altLang="zh-CN" sz="2000" b="1" i="1">
                <a:latin typeface="Times New Roman" panose="02020603050405020304" pitchFamily="18" charset="0"/>
                <a:ea typeface="宋体" pitchFamily="2" charset="-122"/>
                <a:cs typeface="Times New Roman" panose="02020603050405020304" pitchFamily="18" charset="0"/>
              </a:rPr>
              <a:t>F</a:t>
            </a:r>
            <a:r>
              <a:rPr lang="en-US" altLang="zh-CN" sz="2000" b="1">
                <a:latin typeface="Times New Roman" panose="02020603050405020304" pitchFamily="18" charset="0"/>
                <a:ea typeface="宋体" pitchFamily="2" charset="-122"/>
                <a:cs typeface="Times New Roman" panose="02020603050405020304" pitchFamily="18" charset="0"/>
              </a:rPr>
              <a:t> → id</a:t>
            </a:r>
            <a:endParaRPr lang="en-US" altLang="zh-CN" sz="2000" b="1" dirty="0">
              <a:latin typeface="Times New Roman" panose="02020603050405020304" pitchFamily="18" charset="0"/>
              <a:ea typeface="宋体" pitchFamily="2" charset="-122"/>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Rectangle 24"/>
          <p:cNvSpPr>
            <a:spLocks noGrp="1" noChangeArrowheads="1"/>
          </p:cNvSpPr>
          <p:nvPr>
            <p:ph type="title"/>
          </p:nvPr>
        </p:nvSpPr>
        <p:spPr>
          <a:xfrm>
            <a:off x="755650" y="268288"/>
            <a:ext cx="7931150" cy="358775"/>
          </a:xfrm>
        </p:spPr>
        <p:txBody>
          <a:bodyPr lIns="92075" tIns="46038" rIns="92075" bIns="46038"/>
          <a:lstStyle/>
          <a:p>
            <a:pPr eaLnBrk="1" hangingPunct="1"/>
            <a:r>
              <a:rPr lang="zh-CN" altLang="en-US" sz="3000" dirty="0">
                <a:solidFill>
                  <a:schemeClr val="tx1"/>
                </a:solidFill>
                <a:latin typeface="微软雅黑" panose="020B0503020204020204" pitchFamily="34" charset="-122"/>
                <a:ea typeface="微软雅黑" panose="020B0503020204020204" pitchFamily="34" charset="-122"/>
              </a:rPr>
              <a:t>表达式文法的</a:t>
            </a:r>
            <a:r>
              <a:rPr lang="en-US" altLang="zh-CN" sz="3000" i="1" dirty="0">
                <a:solidFill>
                  <a:schemeClr val="tx1"/>
                </a:solidFill>
                <a:ea typeface="黑体" panose="02010609060101010101" pitchFamily="49" charset="-122"/>
              </a:rPr>
              <a:t>SLR</a:t>
            </a:r>
            <a:r>
              <a:rPr lang="zh-CN" altLang="en-US" sz="3000" dirty="0">
                <a:solidFill>
                  <a:schemeClr val="tx1"/>
                </a:solidFill>
                <a:latin typeface="微软雅黑" panose="020B0503020204020204" pitchFamily="34" charset="-122"/>
                <a:ea typeface="微软雅黑" panose="020B0503020204020204" pitchFamily="34" charset="-122"/>
              </a:rPr>
              <a:t>分析表</a:t>
            </a:r>
          </a:p>
        </p:txBody>
      </p:sp>
      <p:graphicFrame>
        <p:nvGraphicFramePr>
          <p:cNvPr id="51202" name="表格 51201"/>
          <p:cNvGraphicFramePr/>
          <p:nvPr>
            <p:extLst>
              <p:ext uri="{D42A27DB-BD31-4B8C-83A1-F6EECF244321}">
                <p14:modId xmlns:p14="http://schemas.microsoft.com/office/powerpoint/2010/main" val="3475361369"/>
              </p:ext>
            </p:extLst>
          </p:nvPr>
        </p:nvGraphicFramePr>
        <p:xfrm>
          <a:off x="2627784" y="713705"/>
          <a:ext cx="6131025" cy="4378325"/>
        </p:xfrm>
        <a:graphic>
          <a:graphicData uri="http://schemas.openxmlformats.org/drawingml/2006/table">
            <a:tbl>
              <a:tblPr/>
              <a:tblGrid>
                <a:gridCol w="743418">
                  <a:extLst>
                    <a:ext uri="{9D8B030D-6E8A-4147-A177-3AD203B41FA5}">
                      <a16:colId xmlns:a16="http://schemas.microsoft.com/office/drawing/2014/main" val="20000"/>
                    </a:ext>
                  </a:extLst>
                </a:gridCol>
                <a:gridCol w="566660">
                  <a:extLst>
                    <a:ext uri="{9D8B030D-6E8A-4147-A177-3AD203B41FA5}">
                      <a16:colId xmlns:a16="http://schemas.microsoft.com/office/drawing/2014/main" val="20001"/>
                    </a:ext>
                  </a:extLst>
                </a:gridCol>
                <a:gridCol w="571859">
                  <a:extLst>
                    <a:ext uri="{9D8B030D-6E8A-4147-A177-3AD203B41FA5}">
                      <a16:colId xmlns:a16="http://schemas.microsoft.com/office/drawing/2014/main" val="20002"/>
                    </a:ext>
                  </a:extLst>
                </a:gridCol>
                <a:gridCol w="632512">
                  <a:extLst>
                    <a:ext uri="{9D8B030D-6E8A-4147-A177-3AD203B41FA5}">
                      <a16:colId xmlns:a16="http://schemas.microsoft.com/office/drawing/2014/main" val="20003"/>
                    </a:ext>
                  </a:extLst>
                </a:gridCol>
                <a:gridCol w="551064">
                  <a:extLst>
                    <a:ext uri="{9D8B030D-6E8A-4147-A177-3AD203B41FA5}">
                      <a16:colId xmlns:a16="http://schemas.microsoft.com/office/drawing/2014/main" val="20004"/>
                    </a:ext>
                  </a:extLst>
                </a:gridCol>
                <a:gridCol w="540667">
                  <a:extLst>
                    <a:ext uri="{9D8B030D-6E8A-4147-A177-3AD203B41FA5}">
                      <a16:colId xmlns:a16="http://schemas.microsoft.com/office/drawing/2014/main" val="20005"/>
                    </a:ext>
                  </a:extLst>
                </a:gridCol>
                <a:gridCol w="571859">
                  <a:extLst>
                    <a:ext uri="{9D8B030D-6E8A-4147-A177-3AD203B41FA5}">
                      <a16:colId xmlns:a16="http://schemas.microsoft.com/office/drawing/2014/main" val="20006"/>
                    </a:ext>
                  </a:extLst>
                </a:gridCol>
                <a:gridCol w="616915">
                  <a:extLst>
                    <a:ext uri="{9D8B030D-6E8A-4147-A177-3AD203B41FA5}">
                      <a16:colId xmlns:a16="http://schemas.microsoft.com/office/drawing/2014/main" val="20007"/>
                    </a:ext>
                  </a:extLst>
                </a:gridCol>
                <a:gridCol w="707026">
                  <a:extLst>
                    <a:ext uri="{9D8B030D-6E8A-4147-A177-3AD203B41FA5}">
                      <a16:colId xmlns:a16="http://schemas.microsoft.com/office/drawing/2014/main" val="20008"/>
                    </a:ext>
                  </a:extLst>
                </a:gridCol>
                <a:gridCol w="629045">
                  <a:extLst>
                    <a:ext uri="{9D8B030D-6E8A-4147-A177-3AD203B41FA5}">
                      <a16:colId xmlns:a16="http://schemas.microsoft.com/office/drawing/2014/main" val="20009"/>
                    </a:ext>
                  </a:extLst>
                </a:gridCol>
              </a:tblGrid>
              <a:tr h="312738">
                <a:tc rowSpan="2">
                  <a:txBody>
                    <a:bodyPr/>
                    <a:lstStyle/>
                    <a:p>
                      <a:pPr lvl="0" algn="ctr" eaLnBrk="1" hangingPunct="1">
                        <a:buNone/>
                      </a:pPr>
                      <a:r>
                        <a:rPr lang="zh-CN" altLang="en-US" b="1" dirty="0">
                          <a:solidFill>
                            <a:srgbClr val="000000"/>
                          </a:solidFill>
                          <a:latin typeface="华文楷体" panose="02010600040101010101" pitchFamily="2" charset="-122"/>
                          <a:ea typeface="华文楷体" panose="02010600040101010101" pitchFamily="2" charset="-122"/>
                        </a:rPr>
                        <a:t>状态</a:t>
                      </a:r>
                    </a:p>
                  </a:txBody>
                  <a:tcPr marL="91438" marR="91438" marT="34288" marB="34288"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gridSpan="6">
                  <a:txBody>
                    <a:bodyPr/>
                    <a:lstStyle/>
                    <a:p>
                      <a:pPr lvl="0" algn="ctr" eaLnBrk="1" hangingPunct="1">
                        <a:buNone/>
                      </a:pPr>
                      <a:r>
                        <a:rPr lang="en-US" altLang="zh-CN" sz="1600" b="1" i="1" dirty="0">
                          <a:latin typeface="Times New Roman" panose="02020603050405020304" pitchFamily="18" charset="0"/>
                          <a:ea typeface="楷体" panose="02010609060101010101" pitchFamily="49" charset="-122"/>
                        </a:rPr>
                        <a:t>ACTION</a:t>
                      </a:r>
                      <a:endParaRPr lang="zh-CN" altLang="en-US" sz="1600" b="1" i="1" dirty="0">
                        <a:latin typeface="Times New Roman" panose="02020603050405020304" pitchFamily="18" charset="0"/>
                        <a:ea typeface="楷体" panose="02010609060101010101" pitchFamily="49"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3">
                  <a:txBody>
                    <a:bodyPr/>
                    <a:lstStyle/>
                    <a:p>
                      <a:pPr lvl="0" algn="ctr" eaLnBrk="1" hangingPunct="1">
                        <a:buNone/>
                      </a:pPr>
                      <a:r>
                        <a:rPr lang="en-US" altLang="zh-CN" sz="1600" b="1" i="1">
                          <a:latin typeface="Times New Roman" panose="02020603050405020304" pitchFamily="18" charset="0"/>
                          <a:ea typeface="楷体" panose="02010609060101010101" pitchFamily="49" charset="-122"/>
                        </a:rPr>
                        <a:t>GOTO</a:t>
                      </a:r>
                      <a:endParaRPr lang="zh-CN" altLang="en-US" sz="1600" b="1" i="1">
                        <a:latin typeface="Times New Roman" panose="02020603050405020304" pitchFamily="18" charset="0"/>
                        <a:ea typeface="楷体" panose="02010609060101010101" pitchFamily="49"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extLst>
                  <a:ext uri="{0D108BD9-81ED-4DB2-BD59-A6C34878D82A}">
                    <a16:rowId xmlns:a16="http://schemas.microsoft.com/office/drawing/2014/main" val="10000"/>
                  </a:ext>
                </a:extLst>
              </a:tr>
              <a:tr h="312737">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id</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zh-CN" altLang="en-US" sz="1600" b="1">
                          <a:latin typeface="华文楷体" panose="02010600040101010101" pitchFamily="2" charset="-122"/>
                          <a:ea typeface="华文楷体" panose="02010600040101010101" pitchFamily="2" charset="-122"/>
                        </a:rPr>
                        <a:t>＋</a:t>
                      </a: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a:t>
                      </a:r>
                      <a:endParaRPr lang="zh-CN" altLang="en-US" sz="1600" b="1">
                        <a:latin typeface="Times New Roman" panose="02020603050405020304" pitchFamily="18" charset="0"/>
                        <a:ea typeface="楷体_GB2312" panose="02010609030101010101" pitchFamily="49"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zh-CN" altLang="en-US" sz="1600" b="1">
                          <a:latin typeface="Times New Roman" panose="02020603050405020304" pitchFamily="18" charset="0"/>
                          <a:ea typeface="华文楷体" panose="02010600040101010101" pitchFamily="2" charset="-122"/>
                        </a:rPr>
                        <a:t>（</a:t>
                      </a: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zh-CN" altLang="en-US" sz="1600" b="1">
                          <a:latin typeface="Times New Roman" panose="02020603050405020304" pitchFamily="18" charset="0"/>
                          <a:ea typeface="华文楷体" panose="02010600040101010101" pitchFamily="2" charset="-122"/>
                        </a:rPr>
                        <a:t>）</a:t>
                      </a: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600" b="1">
                          <a:latin typeface="华文楷体" panose="02010600040101010101" pitchFamily="2" charset="-122"/>
                          <a:ea typeface="Times New Roman" panose="02020603050405020304" pitchFamily="18" charset="0"/>
                        </a:rPr>
                        <a:t>$</a:t>
                      </a:r>
                      <a:r>
                        <a:rPr lang="en-US" altLang="zh-CN" sz="1600" b="1">
                          <a:latin typeface="Times New Roman" panose="02020603050405020304" pitchFamily="18" charset="0"/>
                          <a:ea typeface="Times New Roman" panose="02020603050405020304" pitchFamily="18" charset="0"/>
                        </a:rPr>
                        <a:t> </a:t>
                      </a:r>
                      <a:endParaRPr lang="zh-CN" altLang="en-US" sz="1600" b="1">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600" b="1" i="1">
                          <a:latin typeface="Times New Roman" panose="02020603050405020304" pitchFamily="18" charset="0"/>
                          <a:ea typeface="楷体" panose="02010609060101010101" pitchFamily="49" charset="-122"/>
                        </a:rPr>
                        <a:t>E</a:t>
                      </a:r>
                      <a:endParaRPr lang="zh-CN" altLang="en-US" sz="1600" b="1" i="1">
                        <a:latin typeface="Times New Roman" panose="02020603050405020304" pitchFamily="18" charset="0"/>
                        <a:ea typeface="楷体" panose="02010609060101010101" pitchFamily="49"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600" b="1" i="1">
                          <a:latin typeface="Times New Roman" panose="02020603050405020304" pitchFamily="18" charset="0"/>
                          <a:ea typeface="楷体" panose="02010609060101010101" pitchFamily="49" charset="-122"/>
                        </a:rPr>
                        <a:t>T</a:t>
                      </a:r>
                      <a:endParaRPr lang="zh-CN" altLang="en-US" sz="1600" b="1" i="1">
                        <a:latin typeface="Times New Roman" panose="02020603050405020304" pitchFamily="18" charset="0"/>
                        <a:ea typeface="楷体" panose="02010609060101010101" pitchFamily="49"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600" b="1" i="1">
                          <a:solidFill>
                            <a:srgbClr val="000000"/>
                          </a:solidFill>
                          <a:latin typeface="Times New Roman" panose="02020603050405020304" pitchFamily="18" charset="0"/>
                          <a:ea typeface="宋体" panose="02010600030101010101" pitchFamily="2" charset="-122"/>
                        </a:rPr>
                        <a:t>F</a:t>
                      </a:r>
                      <a:endParaRPr lang="zh-CN" altLang="en-US" sz="1600" b="1" i="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1"/>
                  </a:ext>
                </a:extLst>
              </a:tr>
              <a:tr h="312738">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0</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s5</a:t>
                      </a:r>
                      <a:r>
                        <a:rPr lang="en-US" altLang="zh-CN" sz="1600" b="1">
                          <a:solidFill>
                            <a:schemeClr val="folHlink"/>
                          </a:solidFill>
                          <a:latin typeface="宋体" panose="02010600030101010101" pitchFamily="2" charset="-122"/>
                          <a:ea typeface="Times New Roman" panose="02020603050405020304" pitchFamily="18" charset="0"/>
                        </a:rPr>
                        <a:t> </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s4</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1</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2</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3</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2737">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1</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s6</a:t>
                      </a:r>
                      <a:endParaRPr lang="zh-CN" altLang="en-US" sz="1600" b="1">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acc</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2738">
                <a:tc>
                  <a:txBody>
                    <a:bodyPr/>
                    <a:lstStyle/>
                    <a:p>
                      <a:pPr lvl="0" algn="ctr" eaLnBrk="1" hangingPunct="1">
                        <a:buNone/>
                      </a:pPr>
                      <a:r>
                        <a:rPr lang="en-US" altLang="zh-CN" sz="1600" b="1" dirty="0">
                          <a:solidFill>
                            <a:srgbClr val="FF0000"/>
                          </a:solidFill>
                          <a:latin typeface="Times New Roman" panose="02020603050405020304" pitchFamily="18" charset="0"/>
                          <a:ea typeface="宋体" panose="02010600030101010101" pitchFamily="2" charset="-122"/>
                        </a:rPr>
                        <a:t>2</a:t>
                      </a:r>
                      <a:endParaRPr lang="zh-CN" altLang="en-US" sz="1600" b="1" dirty="0">
                        <a:solidFill>
                          <a:srgbClr val="FF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600" b="1" dirty="0">
                          <a:solidFill>
                            <a:schemeClr val="folHlink"/>
                          </a:solidFill>
                          <a:latin typeface="宋体" panose="02010600030101010101" pitchFamily="2" charset="-122"/>
                          <a:ea typeface="Times New Roman" panose="02020603050405020304" pitchFamily="18" charset="0"/>
                        </a:rPr>
                        <a:t> </a:t>
                      </a:r>
                      <a:endParaRPr lang="zh-CN" altLang="en-US" sz="1600" b="1" dirty="0">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600" b="1" dirty="0">
                          <a:solidFill>
                            <a:srgbClr val="FF0000"/>
                          </a:solidFill>
                          <a:latin typeface="Times New Roman" panose="02020603050405020304" pitchFamily="18" charset="0"/>
                          <a:ea typeface="Times New Roman" panose="02020603050405020304" pitchFamily="18" charset="0"/>
                        </a:rPr>
                        <a:t>r2</a:t>
                      </a:r>
                      <a:endParaRPr lang="zh-CN" altLang="en-US" sz="1600" b="1" dirty="0">
                        <a:solidFill>
                          <a:srgbClr val="FF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600" b="1" dirty="0">
                          <a:solidFill>
                            <a:srgbClr val="FF0000"/>
                          </a:solidFill>
                          <a:latin typeface="Times New Roman" pitchFamily="18" charset="0"/>
                          <a:ea typeface="+mn-ea"/>
                          <a:cs typeface="Times New Roman" pitchFamily="18" charset="0"/>
                        </a:rPr>
                        <a:t>s7</a:t>
                      </a:r>
                      <a:endParaRPr lang="zh-CN" altLang="en-US" sz="1600" b="1" dirty="0">
                        <a:solidFill>
                          <a:srgbClr val="FF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endParaRPr lang="zh-CN" altLang="en-US" sz="1600" b="1" dirty="0">
                        <a:solidFill>
                          <a:srgbClr val="FF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600" b="1" dirty="0">
                          <a:solidFill>
                            <a:srgbClr val="FF0000"/>
                          </a:solidFill>
                          <a:latin typeface="Times New Roman" panose="02020603050405020304" pitchFamily="18" charset="0"/>
                          <a:ea typeface="Times New Roman" panose="02020603050405020304" pitchFamily="18" charset="0"/>
                        </a:rPr>
                        <a:t>r2</a:t>
                      </a:r>
                      <a:endParaRPr lang="zh-CN" altLang="en-US" sz="1600" b="1" dirty="0">
                        <a:solidFill>
                          <a:srgbClr val="FF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600" b="1" dirty="0">
                          <a:solidFill>
                            <a:srgbClr val="FF0000"/>
                          </a:solidFill>
                          <a:latin typeface="Times New Roman" panose="02020603050405020304" pitchFamily="18" charset="0"/>
                          <a:ea typeface="Times New Roman" panose="02020603050405020304" pitchFamily="18" charset="0"/>
                        </a:rPr>
                        <a:t>r2</a:t>
                      </a:r>
                      <a:endParaRPr lang="zh-CN" altLang="en-US" sz="1600" b="1" dirty="0">
                        <a:solidFill>
                          <a:srgbClr val="FF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extLst>
                  <a:ext uri="{0D108BD9-81ED-4DB2-BD59-A6C34878D82A}">
                    <a16:rowId xmlns:a16="http://schemas.microsoft.com/office/drawing/2014/main" val="10004"/>
                  </a:ext>
                </a:extLst>
              </a:tr>
              <a:tr h="312737">
                <a:tc>
                  <a:txBody>
                    <a:bodyPr/>
                    <a:lstStyle/>
                    <a:p>
                      <a:pPr lvl="0" algn="ctr" eaLnBrk="1" hangingPunct="1">
                        <a:buNone/>
                      </a:pPr>
                      <a:r>
                        <a:rPr lang="en-US" altLang="zh-CN" sz="1600" b="1" dirty="0">
                          <a:solidFill>
                            <a:srgbClr val="0000FF"/>
                          </a:solidFill>
                          <a:latin typeface="Times New Roman" panose="02020603050405020304" pitchFamily="18" charset="0"/>
                          <a:ea typeface="宋体" panose="02010600030101010101" pitchFamily="2" charset="-122"/>
                        </a:rPr>
                        <a:t>3</a:t>
                      </a:r>
                      <a:endParaRPr lang="zh-CN" altLang="en-US" sz="1600" b="1" dirty="0">
                        <a:solidFill>
                          <a:srgbClr val="0000FF"/>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solidFill>
                            <a:schemeClr val="folHlink"/>
                          </a:solidFill>
                          <a:latin typeface="宋体" panose="02010600030101010101" pitchFamily="2" charset="-122"/>
                          <a:ea typeface="Times New Roman" panose="02020603050405020304" pitchFamily="18" charset="0"/>
                        </a:rPr>
                        <a:t> </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dirty="0">
                          <a:solidFill>
                            <a:srgbClr val="0000FF"/>
                          </a:solidFill>
                          <a:latin typeface="Times New Roman" panose="02020603050405020304" pitchFamily="18" charset="0"/>
                          <a:ea typeface="Times New Roman" panose="02020603050405020304" pitchFamily="18" charset="0"/>
                        </a:rPr>
                        <a:t>r4</a:t>
                      </a:r>
                      <a:endParaRPr lang="zh-CN" altLang="en-US" sz="1600" b="1" dirty="0">
                        <a:solidFill>
                          <a:srgbClr val="0000FF"/>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dirty="0">
                          <a:solidFill>
                            <a:srgbClr val="0000FF"/>
                          </a:solidFill>
                          <a:latin typeface="Times New Roman" panose="02020603050405020304" pitchFamily="18" charset="0"/>
                          <a:ea typeface="Times New Roman" panose="02020603050405020304" pitchFamily="18" charset="0"/>
                        </a:rPr>
                        <a:t>r4</a:t>
                      </a:r>
                      <a:endParaRPr lang="zh-CN" altLang="en-US" sz="1600" b="1" dirty="0">
                        <a:solidFill>
                          <a:srgbClr val="0000FF"/>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dirty="0">
                        <a:solidFill>
                          <a:srgbClr val="0000FF"/>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dirty="0">
                          <a:solidFill>
                            <a:srgbClr val="0000FF"/>
                          </a:solidFill>
                          <a:latin typeface="Times New Roman" panose="02020603050405020304" pitchFamily="18" charset="0"/>
                          <a:ea typeface="Times New Roman" panose="02020603050405020304" pitchFamily="18" charset="0"/>
                        </a:rPr>
                        <a:t>r4</a:t>
                      </a:r>
                      <a:endParaRPr lang="zh-CN" altLang="en-US" sz="1600" b="1" dirty="0">
                        <a:solidFill>
                          <a:srgbClr val="0000FF"/>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dirty="0">
                          <a:solidFill>
                            <a:srgbClr val="0000FF"/>
                          </a:solidFill>
                          <a:latin typeface="Times New Roman" panose="02020603050405020304" pitchFamily="18" charset="0"/>
                          <a:ea typeface="Times New Roman" panose="02020603050405020304" pitchFamily="18" charset="0"/>
                        </a:rPr>
                        <a:t>r4</a:t>
                      </a:r>
                      <a:endParaRPr lang="zh-CN" altLang="en-US" sz="1600" b="1" dirty="0">
                        <a:solidFill>
                          <a:srgbClr val="0000FF"/>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2738">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4</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s5</a:t>
                      </a:r>
                      <a:r>
                        <a:rPr lang="en-US" altLang="zh-CN" sz="1600" b="1">
                          <a:solidFill>
                            <a:schemeClr val="folHlink"/>
                          </a:solidFill>
                          <a:latin typeface="宋体" panose="02010600030101010101" pitchFamily="2" charset="-122"/>
                          <a:ea typeface="Times New Roman" panose="02020603050405020304" pitchFamily="18" charset="0"/>
                        </a:rPr>
                        <a:t> </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s4</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8</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2</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3</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12737">
                <a:tc>
                  <a:txBody>
                    <a:bodyPr/>
                    <a:lstStyle/>
                    <a:p>
                      <a:pPr lvl="0" algn="ctr" eaLnBrk="1" hangingPunct="1">
                        <a:buNone/>
                      </a:pPr>
                      <a:r>
                        <a:rPr lang="en-US" altLang="zh-CN" sz="1600" b="1" dirty="0">
                          <a:solidFill>
                            <a:srgbClr val="0000FF"/>
                          </a:solidFill>
                          <a:latin typeface="Times New Roman" panose="02020603050405020304" pitchFamily="18" charset="0"/>
                          <a:ea typeface="宋体" panose="02010600030101010101" pitchFamily="2" charset="-122"/>
                        </a:rPr>
                        <a:t>5</a:t>
                      </a:r>
                      <a:endParaRPr lang="zh-CN" altLang="en-US" sz="1600" b="1" dirty="0">
                        <a:solidFill>
                          <a:srgbClr val="0000FF"/>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600" b="1" dirty="0">
                          <a:solidFill>
                            <a:schemeClr val="folHlink"/>
                          </a:solidFill>
                          <a:latin typeface="宋体" panose="02010600030101010101" pitchFamily="2" charset="-122"/>
                          <a:ea typeface="Times New Roman" panose="02020603050405020304" pitchFamily="18" charset="0"/>
                        </a:rPr>
                        <a:t> </a:t>
                      </a:r>
                      <a:endParaRPr lang="zh-CN" altLang="en-US" sz="1600" b="1" dirty="0">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600" b="1" dirty="0">
                          <a:solidFill>
                            <a:srgbClr val="0000FF"/>
                          </a:solidFill>
                          <a:latin typeface="Times New Roman" panose="02020603050405020304" pitchFamily="18" charset="0"/>
                          <a:ea typeface="Times New Roman" panose="02020603050405020304" pitchFamily="18" charset="0"/>
                        </a:rPr>
                        <a:t>r6</a:t>
                      </a:r>
                      <a:endParaRPr lang="zh-CN" altLang="en-US" sz="1600" b="1" dirty="0">
                        <a:solidFill>
                          <a:srgbClr val="0000FF"/>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600" b="1" dirty="0">
                          <a:solidFill>
                            <a:srgbClr val="0000FF"/>
                          </a:solidFill>
                          <a:latin typeface="Times New Roman" panose="02020603050405020304" pitchFamily="18" charset="0"/>
                          <a:ea typeface="Times New Roman" panose="02020603050405020304" pitchFamily="18" charset="0"/>
                        </a:rPr>
                        <a:t>r6</a:t>
                      </a:r>
                      <a:endParaRPr lang="zh-CN" altLang="en-US" sz="1600" b="1" dirty="0">
                        <a:solidFill>
                          <a:srgbClr val="0000FF"/>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endParaRPr lang="zh-CN" altLang="en-US" sz="1600" b="1" dirty="0">
                        <a:solidFill>
                          <a:srgbClr val="0000FF"/>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600" b="1" dirty="0">
                          <a:solidFill>
                            <a:srgbClr val="0000FF"/>
                          </a:solidFill>
                          <a:latin typeface="Times New Roman" panose="02020603050405020304" pitchFamily="18" charset="0"/>
                          <a:ea typeface="Times New Roman" panose="02020603050405020304" pitchFamily="18" charset="0"/>
                        </a:rPr>
                        <a:t>r6</a:t>
                      </a:r>
                      <a:endParaRPr lang="zh-CN" altLang="en-US" sz="1600" b="1" dirty="0">
                        <a:solidFill>
                          <a:srgbClr val="0000FF"/>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600" b="1" dirty="0">
                          <a:solidFill>
                            <a:srgbClr val="0000FF"/>
                          </a:solidFill>
                          <a:latin typeface="Times New Roman" panose="02020603050405020304" pitchFamily="18" charset="0"/>
                          <a:ea typeface="Times New Roman" panose="02020603050405020304" pitchFamily="18" charset="0"/>
                        </a:rPr>
                        <a:t>r6</a:t>
                      </a:r>
                      <a:endParaRPr lang="zh-CN" altLang="en-US" sz="1600" b="1" dirty="0">
                        <a:solidFill>
                          <a:srgbClr val="0000FF"/>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12738">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6</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s5</a:t>
                      </a:r>
                      <a:r>
                        <a:rPr lang="en-US" altLang="zh-CN" sz="1600" b="1">
                          <a:solidFill>
                            <a:schemeClr val="folHlink"/>
                          </a:solidFill>
                          <a:latin typeface="宋体" panose="02010600030101010101" pitchFamily="2" charset="-122"/>
                          <a:ea typeface="Times New Roman" panose="02020603050405020304" pitchFamily="18" charset="0"/>
                        </a:rPr>
                        <a:t> </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s4</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9</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3</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12737">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7</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s5</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s4</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10</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12738">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8</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s6</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s11</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12737">
                <a:tc>
                  <a:txBody>
                    <a:bodyPr/>
                    <a:lstStyle/>
                    <a:p>
                      <a:pPr lvl="0" algn="ctr" eaLnBrk="1" hangingPunct="1">
                        <a:buNone/>
                      </a:pPr>
                      <a:r>
                        <a:rPr lang="en-US" altLang="zh-CN" sz="1600" b="1" dirty="0">
                          <a:solidFill>
                            <a:srgbClr val="FF0000"/>
                          </a:solidFill>
                          <a:latin typeface="Times New Roman" panose="02020603050405020304" pitchFamily="18" charset="0"/>
                          <a:ea typeface="宋体" panose="02010600030101010101" pitchFamily="2" charset="-122"/>
                        </a:rPr>
                        <a:t>9</a:t>
                      </a:r>
                      <a:endParaRPr lang="zh-CN" altLang="en-US" sz="1600" b="1" dirty="0">
                        <a:solidFill>
                          <a:srgbClr val="FF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endParaRPr lang="zh-CN" altLang="en-US" sz="1600" b="1" dirty="0">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600" b="1" dirty="0">
                          <a:solidFill>
                            <a:srgbClr val="FF0000"/>
                          </a:solidFill>
                          <a:latin typeface="Times New Roman" panose="02020603050405020304" pitchFamily="18" charset="0"/>
                          <a:ea typeface="Times New Roman" panose="02020603050405020304" pitchFamily="18" charset="0"/>
                        </a:rPr>
                        <a:t>r1</a:t>
                      </a:r>
                      <a:endParaRPr lang="zh-CN" altLang="en-US" sz="1600" b="1" dirty="0">
                        <a:solidFill>
                          <a:srgbClr val="FF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600" b="1" dirty="0">
                          <a:solidFill>
                            <a:srgbClr val="FF0000"/>
                          </a:solidFill>
                          <a:latin typeface="Times New Roman" panose="02020603050405020304" pitchFamily="18" charset="0"/>
                          <a:ea typeface="Times New Roman" panose="02020603050405020304" pitchFamily="18" charset="0"/>
                        </a:rPr>
                        <a:t>s7</a:t>
                      </a:r>
                      <a:endParaRPr lang="zh-CN" altLang="en-US" sz="1600" b="1" dirty="0">
                        <a:solidFill>
                          <a:srgbClr val="FF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endParaRPr lang="zh-CN" altLang="en-US" sz="1600" b="1" dirty="0">
                        <a:solidFill>
                          <a:srgbClr val="FF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600" b="1" dirty="0">
                          <a:solidFill>
                            <a:srgbClr val="FF0000"/>
                          </a:solidFill>
                          <a:latin typeface="Times New Roman" panose="02020603050405020304" pitchFamily="18" charset="0"/>
                          <a:ea typeface="Times New Roman" panose="02020603050405020304" pitchFamily="18" charset="0"/>
                        </a:rPr>
                        <a:t>r1</a:t>
                      </a:r>
                      <a:endParaRPr lang="zh-CN" altLang="en-US" sz="1600" b="1" dirty="0">
                        <a:solidFill>
                          <a:srgbClr val="FF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600" b="1" dirty="0">
                          <a:solidFill>
                            <a:srgbClr val="FF0000"/>
                          </a:solidFill>
                          <a:latin typeface="Times New Roman" panose="02020603050405020304" pitchFamily="18" charset="0"/>
                          <a:ea typeface="Times New Roman" panose="02020603050405020304" pitchFamily="18" charset="0"/>
                        </a:rPr>
                        <a:t>r1</a:t>
                      </a:r>
                      <a:endParaRPr lang="zh-CN" altLang="en-US" sz="1600" b="1" dirty="0">
                        <a:solidFill>
                          <a:srgbClr val="FF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extLst>
                  <a:ext uri="{0D108BD9-81ED-4DB2-BD59-A6C34878D82A}">
                    <a16:rowId xmlns:a16="http://schemas.microsoft.com/office/drawing/2014/main" val="10011"/>
                  </a:ext>
                </a:extLst>
              </a:tr>
              <a:tr h="312738">
                <a:tc>
                  <a:txBody>
                    <a:bodyPr/>
                    <a:lstStyle/>
                    <a:p>
                      <a:pPr lvl="0" algn="ctr" eaLnBrk="1" hangingPunct="1">
                        <a:buNone/>
                      </a:pPr>
                      <a:r>
                        <a:rPr lang="en-US" altLang="zh-CN" sz="1600" b="1" dirty="0">
                          <a:solidFill>
                            <a:srgbClr val="0000FF"/>
                          </a:solidFill>
                          <a:latin typeface="Times New Roman" panose="02020603050405020304" pitchFamily="18" charset="0"/>
                          <a:ea typeface="宋体" panose="02010600030101010101" pitchFamily="2" charset="-122"/>
                        </a:rPr>
                        <a:t>10</a:t>
                      </a:r>
                      <a:endParaRPr lang="zh-CN" altLang="en-US" sz="1600" b="1" dirty="0">
                        <a:solidFill>
                          <a:srgbClr val="0000FF"/>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600" b="1" dirty="0">
                          <a:solidFill>
                            <a:srgbClr val="0000FF"/>
                          </a:solidFill>
                          <a:latin typeface="Times New Roman" panose="02020603050405020304" pitchFamily="18" charset="0"/>
                          <a:ea typeface="Times New Roman" panose="02020603050405020304" pitchFamily="18" charset="0"/>
                        </a:rPr>
                        <a:t>r3</a:t>
                      </a:r>
                      <a:endParaRPr lang="zh-CN" altLang="en-US" sz="1600" b="1" dirty="0">
                        <a:solidFill>
                          <a:srgbClr val="0000FF"/>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600" b="1" dirty="0">
                          <a:solidFill>
                            <a:srgbClr val="0000FF"/>
                          </a:solidFill>
                          <a:latin typeface="Times New Roman" panose="02020603050405020304" pitchFamily="18" charset="0"/>
                          <a:ea typeface="Times New Roman" panose="02020603050405020304" pitchFamily="18" charset="0"/>
                        </a:rPr>
                        <a:t>r3</a:t>
                      </a:r>
                      <a:endParaRPr lang="zh-CN" altLang="en-US" sz="1600" b="1" dirty="0">
                        <a:solidFill>
                          <a:srgbClr val="0000FF"/>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endParaRPr lang="zh-CN" altLang="en-US" sz="1600" b="1" dirty="0">
                        <a:solidFill>
                          <a:srgbClr val="0000FF"/>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600" b="1" dirty="0">
                          <a:solidFill>
                            <a:srgbClr val="0000FF"/>
                          </a:solidFill>
                          <a:latin typeface="Times New Roman" panose="02020603050405020304" pitchFamily="18" charset="0"/>
                          <a:ea typeface="Times New Roman" panose="02020603050405020304" pitchFamily="18" charset="0"/>
                        </a:rPr>
                        <a:t>r3</a:t>
                      </a:r>
                      <a:endParaRPr lang="zh-CN" altLang="en-US" sz="1600" b="1" dirty="0">
                        <a:solidFill>
                          <a:srgbClr val="0000FF"/>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600" b="1" dirty="0">
                          <a:solidFill>
                            <a:srgbClr val="0000FF"/>
                          </a:solidFill>
                          <a:latin typeface="Times New Roman" panose="02020603050405020304" pitchFamily="18" charset="0"/>
                          <a:ea typeface="Times New Roman" panose="02020603050405020304" pitchFamily="18" charset="0"/>
                        </a:rPr>
                        <a:t>r3</a:t>
                      </a:r>
                      <a:endParaRPr lang="zh-CN" altLang="en-US" sz="1600" b="1" dirty="0">
                        <a:solidFill>
                          <a:srgbClr val="0000FF"/>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12737">
                <a:tc>
                  <a:txBody>
                    <a:bodyPr/>
                    <a:lstStyle/>
                    <a:p>
                      <a:pPr lvl="0" algn="ctr" eaLnBrk="1" hangingPunct="1">
                        <a:buNone/>
                      </a:pPr>
                      <a:r>
                        <a:rPr lang="en-US" altLang="zh-CN" sz="1600" b="1" dirty="0">
                          <a:solidFill>
                            <a:srgbClr val="0000FF"/>
                          </a:solidFill>
                          <a:latin typeface="Times New Roman" panose="02020603050405020304" pitchFamily="18" charset="0"/>
                          <a:ea typeface="宋体" panose="02010600030101010101" pitchFamily="2" charset="-122"/>
                        </a:rPr>
                        <a:t>11</a:t>
                      </a:r>
                      <a:endParaRPr lang="zh-CN" altLang="en-US" sz="1600" b="1" dirty="0">
                        <a:solidFill>
                          <a:srgbClr val="0000FF"/>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600" b="1">
                          <a:solidFill>
                            <a:srgbClr val="0000FF"/>
                          </a:solidFill>
                          <a:latin typeface="Times New Roman" panose="02020603050405020304" pitchFamily="18" charset="0"/>
                          <a:ea typeface="Times New Roman" panose="02020603050405020304" pitchFamily="18" charset="0"/>
                        </a:rPr>
                        <a:t>r5</a:t>
                      </a:r>
                      <a:endParaRPr lang="zh-CN" altLang="en-US" sz="1600" b="1">
                        <a:solidFill>
                          <a:srgbClr val="0000FF"/>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600" b="1">
                          <a:solidFill>
                            <a:srgbClr val="0000FF"/>
                          </a:solidFill>
                          <a:latin typeface="Times New Roman" panose="02020603050405020304" pitchFamily="18" charset="0"/>
                          <a:ea typeface="Times New Roman" panose="02020603050405020304" pitchFamily="18" charset="0"/>
                        </a:rPr>
                        <a:t>r5</a:t>
                      </a:r>
                      <a:endParaRPr lang="zh-CN" altLang="en-US" sz="1600" b="1">
                        <a:solidFill>
                          <a:srgbClr val="0000FF"/>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endParaRPr lang="zh-CN" altLang="en-US" sz="1600" b="1">
                        <a:solidFill>
                          <a:srgbClr val="0000FF"/>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600" b="1">
                          <a:solidFill>
                            <a:srgbClr val="0000FF"/>
                          </a:solidFill>
                          <a:latin typeface="Times New Roman" panose="02020603050405020304" pitchFamily="18" charset="0"/>
                          <a:ea typeface="Times New Roman" panose="02020603050405020304" pitchFamily="18" charset="0"/>
                        </a:rPr>
                        <a:t>r5</a:t>
                      </a:r>
                      <a:endParaRPr lang="zh-CN" altLang="en-US" sz="1600" b="1">
                        <a:solidFill>
                          <a:srgbClr val="0000FF"/>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600" b="1" dirty="0">
                          <a:solidFill>
                            <a:srgbClr val="0000FF"/>
                          </a:solidFill>
                          <a:latin typeface="Times New Roman" panose="02020603050405020304" pitchFamily="18" charset="0"/>
                          <a:ea typeface="Times New Roman" panose="02020603050405020304" pitchFamily="18" charset="0"/>
                        </a:rPr>
                        <a:t>r5</a:t>
                      </a:r>
                      <a:endParaRPr lang="zh-CN" altLang="en-US" sz="1600" b="1" dirty="0">
                        <a:solidFill>
                          <a:srgbClr val="0000FF"/>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dirty="0">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bl>
          </a:graphicData>
        </a:graphic>
      </p:graphicFrame>
      <p:graphicFrame>
        <p:nvGraphicFramePr>
          <p:cNvPr id="4" name="Group 18">
            <a:extLst>
              <a:ext uri="{FF2B5EF4-FFF2-40B4-BE49-F238E27FC236}">
                <a16:creationId xmlns:a16="http://schemas.microsoft.com/office/drawing/2014/main" id="{8BA171E7-733A-42E9-A463-769D5507635C}"/>
              </a:ext>
            </a:extLst>
          </p:cNvPr>
          <p:cNvGraphicFramePr>
            <a:graphicFrameLocks noGrp="1"/>
          </p:cNvGraphicFramePr>
          <p:nvPr>
            <p:extLst>
              <p:ext uri="{D42A27DB-BD31-4B8C-83A1-F6EECF244321}">
                <p14:modId xmlns:p14="http://schemas.microsoft.com/office/powerpoint/2010/main" val="3947337658"/>
              </p:ext>
            </p:extLst>
          </p:nvPr>
        </p:nvGraphicFramePr>
        <p:xfrm>
          <a:off x="251520" y="3511552"/>
          <a:ext cx="2089150" cy="1493836"/>
        </p:xfrm>
        <a:graphic>
          <a:graphicData uri="http://schemas.openxmlformats.org/drawingml/2006/table">
            <a:tbl>
              <a:tblPr/>
              <a:tblGrid>
                <a:gridCol w="360363">
                  <a:extLst>
                    <a:ext uri="{9D8B030D-6E8A-4147-A177-3AD203B41FA5}">
                      <a16:colId xmlns:a16="http://schemas.microsoft.com/office/drawing/2014/main" val="20000"/>
                    </a:ext>
                  </a:extLst>
                </a:gridCol>
                <a:gridCol w="1728787">
                  <a:extLst>
                    <a:ext uri="{9D8B030D-6E8A-4147-A177-3AD203B41FA5}">
                      <a16:colId xmlns:a16="http://schemas.microsoft.com/office/drawing/2014/main" val="20001"/>
                    </a:ext>
                  </a:extLst>
                </a:gridCol>
              </a:tblGrid>
              <a:tr h="373459">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X</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9D98C"/>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FOLLOW</a:t>
                      </a:r>
                      <a:r>
                        <a:rPr kumimoji="0" lang="en-US" altLang="zh-CN"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a:t>
                      </a:r>
                      <a:r>
                        <a:rPr kumimoji="0" lang="en-US" altLang="zh-CN" sz="2000" b="1" i="1"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X</a:t>
                      </a:r>
                      <a:r>
                        <a:rPr kumimoji="0" lang="en-US" altLang="zh-CN"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a:t>
                      </a:r>
                      <a:endParaRPr kumimoji="0" lang="zh-CN" altLang="en-US"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9D98C"/>
                    </a:solidFill>
                  </a:tcPr>
                </a:tc>
                <a:extLst>
                  <a:ext uri="{0D108BD9-81ED-4DB2-BD59-A6C34878D82A}">
                    <a16:rowId xmlns:a16="http://schemas.microsoft.com/office/drawing/2014/main" val="10000"/>
                  </a:ext>
                </a:extLst>
              </a:tr>
              <a:tr h="373459">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a:ln>
                            <a:noFill/>
                          </a:ln>
                          <a:solidFill>
                            <a:srgbClr val="0070C0"/>
                          </a:solidFill>
                          <a:effectLst/>
                          <a:latin typeface="Times New Roman" panose="02020603050405020304" pitchFamily="18" charset="0"/>
                          <a:ea typeface="宋体" panose="02010600030101010101" pitchFamily="2" charset="-122"/>
                        </a:rPr>
                        <a:t>E</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dirty="0">
                          <a:ln>
                            <a:noFill/>
                          </a:ln>
                          <a:solidFill>
                            <a:srgbClr val="0070C0"/>
                          </a:solidFill>
                          <a:effectLst/>
                          <a:latin typeface="Times New Roman" panose="02020603050405020304" pitchFamily="18" charset="0"/>
                          <a:ea typeface="楷体_GB2312"/>
                          <a:cs typeface="Times New Roman" panose="02020603050405020304" pitchFamily="18" charset="0"/>
                        </a:rPr>
                        <a:t>  ),  +,  </a:t>
                      </a:r>
                      <a:r>
                        <a:rPr kumimoji="0" lang="en-US" altLang="zh-CN" sz="2000" b="1" i="0" u="none" strike="noStrike" cap="none" normalizeH="0" baseline="0" dirty="0">
                          <a:ln>
                            <a:noFill/>
                          </a:ln>
                          <a:solidFill>
                            <a:srgbClr val="0070C0"/>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2000" b="1" i="0" u="none" strike="noStrike" cap="none" normalizeH="0" baseline="0" dirty="0">
                          <a:ln>
                            <a:noFill/>
                          </a:ln>
                          <a:solidFill>
                            <a:srgbClr val="0070C0"/>
                          </a:solidFill>
                          <a:effectLst/>
                          <a:latin typeface="Times New Roman" panose="02020603050405020304" pitchFamily="18" charset="0"/>
                          <a:ea typeface="楷体_GB2312"/>
                          <a:cs typeface="Times New Roman" panose="02020603050405020304" pitchFamily="18" charset="0"/>
                        </a:rPr>
                        <a:t> </a:t>
                      </a:r>
                      <a:endParaRPr kumimoji="0" lang="zh-CN" altLang="en-US" sz="2000" b="1" i="0" u="none" strike="noStrike" cap="none" normalizeH="0" baseline="0" dirty="0">
                        <a:ln>
                          <a:noFill/>
                        </a:ln>
                        <a:solidFill>
                          <a:srgbClr val="0070C0"/>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3459">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T</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  +,  </a:t>
                      </a:r>
                      <a:r>
                        <a:rPr kumimoji="0" lang="en-US" altLang="zh-CN" sz="20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  *</a:t>
                      </a:r>
                      <a:endParaRPr kumimoji="0" lang="zh-CN" altLang="en-US"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3459">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F</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  +,  </a:t>
                      </a:r>
                      <a:r>
                        <a:rPr kumimoji="0" lang="en-US" altLang="zh-CN" sz="2000" b="1"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20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 *</a:t>
                      </a:r>
                      <a:endParaRPr kumimoji="0" lang="zh-CN" altLang="en-US" sz="20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7" name="内容占位符 2">
            <a:extLst>
              <a:ext uri="{FF2B5EF4-FFF2-40B4-BE49-F238E27FC236}">
                <a16:creationId xmlns:a16="http://schemas.microsoft.com/office/drawing/2014/main" id="{ADD9E8C4-65DB-44BA-B88C-14E499A86C38}"/>
              </a:ext>
            </a:extLst>
          </p:cNvPr>
          <p:cNvSpPr>
            <a:spLocks noGrp="1"/>
          </p:cNvSpPr>
          <p:nvPr>
            <p:ph idx="1"/>
          </p:nvPr>
        </p:nvSpPr>
        <p:spPr>
          <a:xfrm>
            <a:off x="550863" y="714375"/>
            <a:ext cx="1628775" cy="2701925"/>
          </a:xfrm>
          <a:solidFill>
            <a:schemeClr val="accent5">
              <a:lumMod val="60000"/>
              <a:lumOff val="40000"/>
            </a:schemeClr>
          </a:solidFill>
          <a:ln w="12700">
            <a:solidFill>
              <a:schemeClr val="tx1"/>
            </a:solidFill>
          </a:ln>
        </p:spPr>
        <p:txBody>
          <a:bodyPr anchor="ctr"/>
          <a:lstStyle/>
          <a:p>
            <a:pPr marL="0" indent="0" eaLnBrk="1" hangingPunct="1">
              <a:lnSpc>
                <a:spcPts val="2000"/>
              </a:lnSpc>
              <a:buClrTx/>
              <a:buFont typeface="Symbol" panose="05050102010706020507" pitchFamily="18" charset="2"/>
              <a:buNone/>
              <a:defRPr/>
            </a:pPr>
            <a:r>
              <a:rPr lang="zh-CN" altLang="en-US" sz="2500" b="1" dirty="0">
                <a:solidFill>
                  <a:schemeClr val="tx1"/>
                </a:solidFill>
                <a:latin typeface="Times New Roman" panose="02020603050405020304" pitchFamily="18" charset="0"/>
                <a:cs typeface="Times New Roman" panose="02020603050405020304" pitchFamily="18" charset="0"/>
              </a:rPr>
              <a:t>文法：</a:t>
            </a:r>
            <a:endParaRPr lang="en-US" altLang="zh-CN" b="1" dirty="0">
              <a:solidFill>
                <a:schemeClr val="tx1"/>
              </a:solidFill>
              <a:latin typeface="Times New Roman" panose="02020603050405020304" pitchFamily="18" charset="0"/>
              <a:cs typeface="Times New Roman" panose="02020603050405020304" pitchFamily="18" charset="0"/>
            </a:endParaRPr>
          </a:p>
          <a:p>
            <a:pPr marL="0" indent="0" eaLnBrk="1" hangingPunct="1">
              <a:lnSpc>
                <a:spcPts val="2000"/>
              </a:lnSpc>
              <a:buClrTx/>
              <a:buFont typeface="Symbol" panose="05050102010706020507" pitchFamily="18" charset="2"/>
              <a:buNone/>
              <a:defRPr/>
            </a:pP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(0)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E′</a:t>
            </a:r>
            <a:r>
              <a:rPr lang="en-US" altLang="zh-CN" sz="2000" b="1" i="1" dirty="0">
                <a:latin typeface="Times New Roman" panose="02020603050405020304" pitchFamily="18" charset="0"/>
                <a:ea typeface="宋体" pitchFamily="2" charset="-122"/>
                <a:cs typeface="Times New Roman" panose="02020603050405020304" pitchFamily="18" charset="0"/>
              </a:rPr>
              <a:t> </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E</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 </a:t>
            </a:r>
          </a:p>
          <a:p>
            <a:pPr marL="0" indent="0" eaLnBrk="1" hangingPunct="1">
              <a:lnSpc>
                <a:spcPts val="2000"/>
              </a:lnSpc>
              <a:buClrTx/>
              <a:buFont typeface="Symbol" panose="05050102010706020507" pitchFamily="18" charset="2"/>
              <a:buNone/>
              <a:defRPr/>
            </a:pP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(1)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E</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 →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E</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T</a:t>
            </a:r>
          </a:p>
          <a:p>
            <a:pPr marL="0" indent="0" eaLnBrk="1" hangingPunct="1">
              <a:lnSpc>
                <a:spcPts val="2000"/>
              </a:lnSpc>
              <a:buClrTx/>
              <a:buFont typeface="Symbol" panose="05050102010706020507" pitchFamily="18" charset="2"/>
              <a:buNone/>
              <a:defRPr/>
            </a:pP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(2)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E</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 →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T</a:t>
            </a:r>
          </a:p>
          <a:p>
            <a:pPr marL="0" indent="0" eaLnBrk="1" hangingPunct="1">
              <a:lnSpc>
                <a:spcPts val="2000"/>
              </a:lnSpc>
              <a:buClrTx/>
              <a:buFont typeface="Symbol" panose="05050102010706020507" pitchFamily="18" charset="2"/>
              <a:buNone/>
              <a:defRPr/>
            </a:pP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(3)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T</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 →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T</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F</a:t>
            </a:r>
          </a:p>
          <a:p>
            <a:pPr marL="0" indent="0" eaLnBrk="1" hangingPunct="1">
              <a:lnSpc>
                <a:spcPts val="2000"/>
              </a:lnSpc>
              <a:buClrTx/>
              <a:buFont typeface="Symbol" panose="05050102010706020507" pitchFamily="18" charset="2"/>
              <a:buNone/>
              <a:defRPr/>
            </a:pP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(4)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T</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 →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F</a:t>
            </a:r>
          </a:p>
          <a:p>
            <a:pPr marL="0" indent="0" eaLnBrk="1" hangingPunct="1">
              <a:lnSpc>
                <a:spcPts val="2000"/>
              </a:lnSpc>
              <a:buClrTx/>
              <a:buFont typeface="Symbol" panose="05050102010706020507" pitchFamily="18" charset="2"/>
              <a:buNone/>
              <a:defRPr/>
            </a:pP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(5)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F</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 →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E</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a:t>
            </a:r>
          </a:p>
          <a:p>
            <a:pPr marL="0" indent="0" eaLnBrk="1" hangingPunct="1">
              <a:lnSpc>
                <a:spcPts val="2000"/>
              </a:lnSpc>
              <a:buClrTx/>
              <a:buFont typeface="Symbol" panose="05050102010706020507" pitchFamily="18" charset="2"/>
              <a:buNone/>
              <a:defRPr/>
            </a:pP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(6)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F</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 → id</a:t>
            </a:r>
          </a:p>
        </p:txBody>
      </p:sp>
      <p:sp>
        <p:nvSpPr>
          <p:cNvPr id="5" name="灯片编号占位符 4">
            <a:extLst>
              <a:ext uri="{FF2B5EF4-FFF2-40B4-BE49-F238E27FC236}">
                <a16:creationId xmlns:a16="http://schemas.microsoft.com/office/drawing/2014/main" id="{A9FC5CD1-073F-4F39-984B-DFE7A0E8D182}"/>
              </a:ext>
            </a:extLst>
          </p:cNvPr>
          <p:cNvSpPr>
            <a:spLocks noGrp="1"/>
          </p:cNvSpPr>
          <p:nvPr>
            <p:ph type="sldNum" sz="quarter" idx="12"/>
          </p:nvPr>
        </p:nvSpPr>
        <p:spPr/>
        <p:txBody>
          <a:bodyPr/>
          <a:lstStyle/>
          <a:p>
            <a:pPr>
              <a:defRPr/>
            </a:pPr>
            <a:fld id="{76D20AB1-C80E-44EB-B890-88EEF3B3DC08}" type="slidenum">
              <a:rPr lang="zh-CN" altLang="en-US" smtClean="0"/>
              <a:pPr>
                <a:defRPr/>
              </a:pPr>
              <a:t>4</a:t>
            </a:fld>
            <a:endParaRPr lang="en-US" altLang="zh-C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noChangeArrowheads="1"/>
          </p:cNvSpPr>
          <p:nvPr>
            <p:ph type="title"/>
          </p:nvPr>
        </p:nvSpPr>
        <p:spPr>
          <a:xfrm>
            <a:off x="755650" y="268288"/>
            <a:ext cx="7931150"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rPr>
              <a:t>例</a:t>
            </a:r>
          </a:p>
        </p:txBody>
      </p:sp>
      <p:sp>
        <p:nvSpPr>
          <p:cNvPr id="7" name="矩形 6"/>
          <p:cNvSpPr>
            <a:spLocks noChangeArrowheads="1"/>
          </p:cNvSpPr>
          <p:nvPr/>
        </p:nvSpPr>
        <p:spPr bwMode="auto">
          <a:xfrm>
            <a:off x="3838227" y="244244"/>
            <a:ext cx="2425700" cy="923925"/>
          </a:xfrm>
          <a:prstGeom prst="rect">
            <a:avLst/>
          </a:prstGeom>
          <a:solidFill>
            <a:schemeClr val="accent2">
              <a:lumMod val="20000"/>
              <a:lumOff val="80000"/>
            </a:schemeClr>
          </a:solidFill>
          <a:ln w="12700">
            <a:solidFill>
              <a:schemeClr val="tx1"/>
            </a:solidFill>
            <a:miter lim="800000"/>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r>
              <a:rPr lang="en-US" altLang="zh-CN" b="1" i="1" dirty="0">
                <a:solidFill>
                  <a:srgbClr val="FF0000"/>
                </a:solidFill>
                <a:latin typeface="Times New Roman" panose="02020603050405020304" pitchFamily="18" charset="0"/>
              </a:rPr>
              <a:t>FOLLOW</a:t>
            </a:r>
            <a:r>
              <a:rPr lang="en-US" altLang="zh-CN" b="1" dirty="0">
                <a:solidFill>
                  <a:srgbClr val="FF0000"/>
                </a:solidFill>
                <a:latin typeface="Times New Roman" panose="02020603050405020304" pitchFamily="18" charset="0"/>
              </a:rPr>
              <a:t>( </a:t>
            </a:r>
            <a:r>
              <a:rPr lang="en-US" altLang="zh-CN" b="1" i="1" dirty="0">
                <a:solidFill>
                  <a:srgbClr val="FF0000"/>
                </a:solidFill>
                <a:latin typeface="Times New Roman" panose="02020603050405020304" pitchFamily="18" charset="0"/>
              </a:rPr>
              <a:t>S′ </a:t>
            </a:r>
            <a:r>
              <a:rPr lang="en-US" altLang="zh-CN" b="1" dirty="0">
                <a:solidFill>
                  <a:srgbClr val="FF0000"/>
                </a:solidFill>
                <a:latin typeface="Times New Roman" panose="02020603050405020304" pitchFamily="18" charset="0"/>
              </a:rPr>
              <a:t>)={ </a:t>
            </a:r>
            <a:r>
              <a:rPr lang="en-US" altLang="zh-CN" b="1" dirty="0">
                <a:solidFill>
                  <a:srgbClr val="FF0000"/>
                </a:solidFill>
                <a:latin typeface="华文楷体" panose="02010600040101010101" pitchFamily="2" charset="-122"/>
                <a:ea typeface="华文楷体" panose="02010600040101010101" pitchFamily="2" charset="-122"/>
              </a:rPr>
              <a:t>$</a:t>
            </a:r>
            <a:r>
              <a:rPr lang="en-US" altLang="zh-CN" b="1" dirty="0">
                <a:solidFill>
                  <a:srgbClr val="FF0000"/>
                </a:solidFill>
                <a:latin typeface="Times New Roman" panose="02020603050405020304" pitchFamily="18" charset="0"/>
              </a:rPr>
              <a:t> }</a:t>
            </a:r>
          </a:p>
          <a:p>
            <a:pPr eaLnBrk="1" hangingPunct="1">
              <a:defRPr/>
            </a:pPr>
            <a:r>
              <a:rPr lang="en-US" altLang="zh-CN" b="1" i="1" dirty="0">
                <a:solidFill>
                  <a:srgbClr val="FF0000"/>
                </a:solidFill>
                <a:latin typeface="Times New Roman" panose="02020603050405020304" pitchFamily="18" charset="0"/>
              </a:rPr>
              <a:t>FOLLOW</a:t>
            </a:r>
            <a:r>
              <a:rPr lang="en-US" altLang="zh-CN" b="1" dirty="0">
                <a:solidFill>
                  <a:srgbClr val="FF0000"/>
                </a:solidFill>
                <a:latin typeface="Times New Roman" panose="02020603050405020304" pitchFamily="18" charset="0"/>
              </a:rPr>
              <a:t>( </a:t>
            </a:r>
            <a:r>
              <a:rPr lang="en-US" altLang="zh-CN" b="1" i="1" dirty="0">
                <a:solidFill>
                  <a:srgbClr val="FF0000"/>
                </a:solidFill>
                <a:latin typeface="Times New Roman" panose="02020603050405020304" pitchFamily="18" charset="0"/>
              </a:rPr>
              <a:t>T </a:t>
            </a:r>
            <a:r>
              <a:rPr lang="en-US" altLang="zh-CN" b="1" dirty="0">
                <a:solidFill>
                  <a:srgbClr val="FF0000"/>
                </a:solidFill>
                <a:latin typeface="Times New Roman" panose="02020603050405020304" pitchFamily="18" charset="0"/>
              </a:rPr>
              <a:t>)={ </a:t>
            </a:r>
            <a:r>
              <a:rPr lang="en-US" altLang="zh-CN" b="1" dirty="0">
                <a:solidFill>
                  <a:srgbClr val="FF0000"/>
                </a:solidFill>
                <a:latin typeface="华文楷体" panose="02010600040101010101" pitchFamily="2" charset="-122"/>
                <a:ea typeface="华文楷体" panose="02010600040101010101" pitchFamily="2" charset="-122"/>
              </a:rPr>
              <a:t>$</a:t>
            </a:r>
            <a:r>
              <a:rPr lang="en-US" altLang="zh-CN" b="1" dirty="0">
                <a:solidFill>
                  <a:srgbClr val="FF0000"/>
                </a:solidFill>
                <a:latin typeface="Times New Roman" panose="02020603050405020304" pitchFamily="18" charset="0"/>
              </a:rPr>
              <a:t>, </a:t>
            </a:r>
            <a:r>
              <a:rPr lang="en-US" altLang="zh-CN" b="1" i="1" dirty="0">
                <a:solidFill>
                  <a:srgbClr val="FF0000"/>
                </a:solidFill>
                <a:latin typeface="Times New Roman" panose="02020603050405020304" pitchFamily="18" charset="0"/>
              </a:rPr>
              <a:t>b </a:t>
            </a:r>
            <a:r>
              <a:rPr lang="en-US" altLang="zh-CN" b="1" dirty="0">
                <a:solidFill>
                  <a:srgbClr val="FF0000"/>
                </a:solidFill>
                <a:latin typeface="Times New Roman" panose="02020603050405020304" pitchFamily="18" charset="0"/>
              </a:rPr>
              <a:t>} </a:t>
            </a:r>
            <a:br>
              <a:rPr lang="en-US" altLang="zh-CN" b="1" dirty="0">
                <a:solidFill>
                  <a:srgbClr val="FF0000"/>
                </a:solidFill>
                <a:latin typeface="Times New Roman" panose="02020603050405020304" pitchFamily="18" charset="0"/>
              </a:rPr>
            </a:br>
            <a:r>
              <a:rPr lang="en-US" altLang="zh-CN" b="1" i="1" dirty="0">
                <a:solidFill>
                  <a:srgbClr val="FF0000"/>
                </a:solidFill>
                <a:latin typeface="Times New Roman" panose="02020603050405020304" pitchFamily="18" charset="0"/>
              </a:rPr>
              <a:t>FOLLOW</a:t>
            </a:r>
            <a:r>
              <a:rPr lang="en-US" altLang="zh-CN" b="1" dirty="0">
                <a:solidFill>
                  <a:srgbClr val="FF0000"/>
                </a:solidFill>
                <a:latin typeface="Times New Roman" panose="02020603050405020304" pitchFamily="18" charset="0"/>
              </a:rPr>
              <a:t>( </a:t>
            </a:r>
            <a:r>
              <a:rPr lang="en-US" altLang="zh-CN" b="1" i="1" dirty="0">
                <a:solidFill>
                  <a:srgbClr val="FF0000"/>
                </a:solidFill>
                <a:latin typeface="Times New Roman" panose="02020603050405020304" pitchFamily="18" charset="0"/>
              </a:rPr>
              <a:t>B </a:t>
            </a:r>
            <a:r>
              <a:rPr lang="en-US" altLang="zh-CN" b="1" dirty="0">
                <a:solidFill>
                  <a:srgbClr val="FF0000"/>
                </a:solidFill>
                <a:latin typeface="Times New Roman" panose="02020603050405020304" pitchFamily="18" charset="0"/>
              </a:rPr>
              <a:t>)={ </a:t>
            </a:r>
            <a:r>
              <a:rPr lang="en-US" altLang="zh-CN" b="1" i="1" dirty="0">
                <a:solidFill>
                  <a:srgbClr val="FF0000"/>
                </a:solidFill>
                <a:latin typeface="Times New Roman" panose="02020603050405020304" pitchFamily="18" charset="0"/>
              </a:rPr>
              <a:t>d </a:t>
            </a:r>
            <a:r>
              <a:rPr lang="en-US" altLang="zh-CN" b="1" dirty="0">
                <a:solidFill>
                  <a:srgbClr val="FF0000"/>
                </a:solidFill>
                <a:latin typeface="Times New Roman" panose="02020603050405020304" pitchFamily="18" charset="0"/>
              </a:rPr>
              <a:t>} </a:t>
            </a:r>
            <a:endParaRPr lang="zh-CN" altLang="en-US" b="1" dirty="0">
              <a:solidFill>
                <a:srgbClr val="FF0000"/>
              </a:solidFill>
              <a:latin typeface="Times New Roman" panose="02020603050405020304" pitchFamily="18" charset="0"/>
            </a:endParaRPr>
          </a:p>
        </p:txBody>
      </p:sp>
      <p:sp>
        <p:nvSpPr>
          <p:cNvPr id="12293" name="矩形 7"/>
          <p:cNvSpPr>
            <a:spLocks noChangeArrowheads="1"/>
          </p:cNvSpPr>
          <p:nvPr/>
        </p:nvSpPr>
        <p:spPr bwMode="auto">
          <a:xfrm>
            <a:off x="2071688" y="214313"/>
            <a:ext cx="1441450" cy="1754187"/>
          </a:xfrm>
          <a:prstGeom prst="rect">
            <a:avLst/>
          </a:prstGeom>
          <a:solidFill>
            <a:schemeClr val="accent5">
              <a:lumMod val="60000"/>
              <a:lumOff val="40000"/>
            </a:schemeClr>
          </a:solidFill>
          <a:ln w="12700">
            <a:solidFill>
              <a:schemeClr val="tx1"/>
            </a:solidFill>
            <a:miter lim="800000"/>
          </a:ln>
        </p:spPr>
        <p:txBody>
          <a:bodyPr>
            <a:spAutoFit/>
          </a:bodyPr>
          <a:lstStyle/>
          <a:p>
            <a:pPr eaLnBrk="1" hangingPunct="1">
              <a:buFont typeface="Arial" panose="020B0604020202020204" pitchFamily="34" charset="0"/>
              <a:buNone/>
              <a:defRPr/>
            </a:pPr>
            <a:r>
              <a:rPr lang="zh-CN" altLang="en-US" b="1" noProof="1">
                <a:latin typeface="楷体" pitchFamily="49" charset="-122"/>
                <a:ea typeface="楷体" pitchFamily="49" charset="-122"/>
                <a:cs typeface="华文楷体" pitchFamily="2" charset="-122"/>
              </a:rPr>
              <a:t>文法</a:t>
            </a:r>
            <a:endParaRPr lang="zh-CN" altLang="zh-CN" b="1" noProof="1">
              <a:latin typeface="楷体" pitchFamily="49" charset="-122"/>
              <a:ea typeface="楷体" pitchFamily="49" charset="-122"/>
              <a:cs typeface="Times New Roman" pitchFamily="18" charset="0"/>
            </a:endParaRPr>
          </a:p>
          <a:p>
            <a:pPr eaLnBrk="1" hangingPunct="1">
              <a:buFont typeface="Arial" panose="020B0604020202020204" pitchFamily="34" charset="0"/>
              <a:buNone/>
              <a:defRPr/>
            </a:pPr>
            <a:r>
              <a:rPr lang="zh-CN" altLang="zh-CN" b="1" noProof="1">
                <a:latin typeface="Times New Roman" pitchFamily="18" charset="0"/>
                <a:ea typeface="Times New Roman" pitchFamily="18" charset="0"/>
                <a:cs typeface="华文楷体" pitchFamily="2" charset="-122"/>
              </a:rPr>
              <a:t>(0) </a:t>
            </a:r>
            <a:r>
              <a:rPr lang="en-US" altLang="zh-CN" b="1" i="1" noProof="1">
                <a:latin typeface="Times New Roman" pitchFamily="18" charset="0"/>
                <a:ea typeface="Times New Roman" pitchFamily="18" charset="0"/>
                <a:cs typeface="华文楷体" pitchFamily="2" charset="-122"/>
              </a:rPr>
              <a:t>S′</a:t>
            </a:r>
            <a:r>
              <a:rPr lang="en-US" altLang="zh-CN" b="1" noProof="1">
                <a:latin typeface="Times New Roman" pitchFamily="18" charset="0"/>
                <a:ea typeface="Times New Roman" pitchFamily="18" charset="0"/>
                <a:cs typeface="华文楷体" pitchFamily="2" charset="-122"/>
              </a:rPr>
              <a:t>→ </a:t>
            </a:r>
            <a:r>
              <a:rPr lang="en-US" altLang="zh-CN" b="1" i="1" noProof="1">
                <a:latin typeface="Times New Roman" pitchFamily="18" charset="0"/>
                <a:ea typeface="Times New Roman" pitchFamily="18" charset="0"/>
                <a:cs typeface="华文楷体" pitchFamily="2" charset="-122"/>
              </a:rPr>
              <a:t>T</a:t>
            </a:r>
            <a:r>
              <a:rPr lang="en-US" altLang="zh-CN" b="1" noProof="1">
                <a:latin typeface="Times New Roman" pitchFamily="18" charset="0"/>
                <a:ea typeface="Times New Roman" pitchFamily="18" charset="0"/>
                <a:cs typeface="华文楷体" pitchFamily="2" charset="-122"/>
              </a:rPr>
              <a:t> </a:t>
            </a:r>
            <a:br>
              <a:rPr lang="en-US" altLang="zh-CN" b="1">
                <a:latin typeface="Times New Roman" pitchFamily="18" charset="0"/>
                <a:cs typeface="Times New Roman" pitchFamily="18" charset="0"/>
              </a:rPr>
            </a:br>
            <a:r>
              <a:rPr lang="en-US" altLang="zh-CN" b="1" noProof="1">
                <a:latin typeface="Times New Roman" pitchFamily="18" charset="0"/>
                <a:cs typeface="Times New Roman" pitchFamily="18" charset="0"/>
              </a:rPr>
              <a:t>(1) </a:t>
            </a:r>
            <a:r>
              <a:rPr lang="en-US" altLang="zh-CN" b="1" i="1" noProof="1">
                <a:latin typeface="Times New Roman" pitchFamily="18" charset="0"/>
                <a:cs typeface="Times New Roman" pitchFamily="18" charset="0"/>
              </a:rPr>
              <a:t>T</a:t>
            </a:r>
            <a:r>
              <a:rPr lang="en-US" altLang="zh-CN" b="1" noProof="1">
                <a:latin typeface="Times New Roman" pitchFamily="18" charset="0"/>
                <a:cs typeface="Times New Roman" pitchFamily="18" charset="0"/>
              </a:rPr>
              <a:t> → </a:t>
            </a:r>
            <a:r>
              <a:rPr lang="en-US" altLang="zh-CN" b="1" i="1" noProof="1">
                <a:latin typeface="Times New Roman" pitchFamily="18" charset="0"/>
                <a:cs typeface="Times New Roman" pitchFamily="18" charset="0"/>
              </a:rPr>
              <a:t>aBd</a:t>
            </a:r>
            <a:r>
              <a:rPr lang="en-US" altLang="zh-CN" b="1" noProof="1">
                <a:latin typeface="Times New Roman" pitchFamily="18" charset="0"/>
                <a:cs typeface="Times New Roman" pitchFamily="18" charset="0"/>
              </a:rPr>
              <a:t> </a:t>
            </a:r>
          </a:p>
          <a:p>
            <a:pPr eaLnBrk="1" hangingPunct="1">
              <a:buFont typeface="Arial" panose="020B0604020202020204" pitchFamily="34" charset="0"/>
              <a:buNone/>
              <a:defRPr/>
            </a:pPr>
            <a:r>
              <a:rPr lang="en-US" altLang="zh-CN" b="1" noProof="1">
                <a:latin typeface="Times New Roman" pitchFamily="18" charset="0"/>
                <a:cs typeface="Times New Roman" pitchFamily="18" charset="0"/>
              </a:rPr>
              <a:t>(2) </a:t>
            </a:r>
            <a:r>
              <a:rPr lang="en-US" altLang="zh-CN" b="1" i="1" noProof="1">
                <a:latin typeface="Times New Roman" pitchFamily="18" charset="0"/>
                <a:cs typeface="Times New Roman" pitchFamily="18" charset="0"/>
              </a:rPr>
              <a:t>T</a:t>
            </a:r>
            <a:r>
              <a:rPr lang="en-US" altLang="zh-CN" b="1" noProof="1">
                <a:latin typeface="Times New Roman" pitchFamily="18" charset="0"/>
                <a:cs typeface="Times New Roman" pitchFamily="18" charset="0"/>
              </a:rPr>
              <a:t> →  </a:t>
            </a:r>
            <a:r>
              <a:rPr lang="el-GR" altLang="zh-CN" b="1" i="1" noProof="1">
                <a:latin typeface="Times New Roman" pitchFamily="18" charset="0"/>
                <a:cs typeface="Times New Roman" pitchFamily="18" charset="0"/>
              </a:rPr>
              <a:t>ε</a:t>
            </a:r>
            <a:br>
              <a:rPr lang="en-US" altLang="zh-CN" b="1">
                <a:latin typeface="Times New Roman" pitchFamily="18" charset="0"/>
                <a:cs typeface="Times New Roman" pitchFamily="18" charset="0"/>
              </a:rPr>
            </a:br>
            <a:r>
              <a:rPr lang="en-US" altLang="zh-CN" b="1" noProof="1">
                <a:latin typeface="Times New Roman" pitchFamily="18" charset="0"/>
                <a:cs typeface="Times New Roman" pitchFamily="18" charset="0"/>
              </a:rPr>
              <a:t>(3) </a:t>
            </a:r>
            <a:r>
              <a:rPr lang="en-US" altLang="zh-CN" b="1" i="1" noProof="1">
                <a:latin typeface="Times New Roman" pitchFamily="18" charset="0"/>
                <a:cs typeface="Times New Roman" pitchFamily="18" charset="0"/>
              </a:rPr>
              <a:t>B</a:t>
            </a:r>
            <a:r>
              <a:rPr lang="en-US" altLang="zh-CN" b="1" noProof="1">
                <a:latin typeface="Times New Roman" pitchFamily="18" charset="0"/>
                <a:cs typeface="Times New Roman" pitchFamily="18" charset="0"/>
              </a:rPr>
              <a:t> →</a:t>
            </a:r>
            <a:r>
              <a:rPr lang="en-US" altLang="zh-CN" b="1" i="1" noProof="1">
                <a:latin typeface="Times New Roman" pitchFamily="18" charset="0"/>
                <a:cs typeface="Times New Roman" pitchFamily="18" charset="0"/>
              </a:rPr>
              <a:t>Tb</a:t>
            </a:r>
            <a:r>
              <a:rPr lang="en-US" altLang="zh-CN" b="1" noProof="1">
                <a:latin typeface="Times New Roman" pitchFamily="18" charset="0"/>
                <a:cs typeface="Times New Roman" pitchFamily="18" charset="0"/>
              </a:rPr>
              <a:t> </a:t>
            </a:r>
          </a:p>
          <a:p>
            <a:pPr eaLnBrk="1" hangingPunct="1">
              <a:buFont typeface="Arial" panose="020B0604020202020204" pitchFamily="34" charset="0"/>
              <a:buNone/>
              <a:defRPr/>
            </a:pPr>
            <a:r>
              <a:rPr lang="en-US" altLang="zh-CN" b="1" noProof="1">
                <a:latin typeface="Times New Roman" pitchFamily="18" charset="0"/>
                <a:cs typeface="Times New Roman" pitchFamily="18" charset="0"/>
              </a:rPr>
              <a:t>(4) </a:t>
            </a:r>
            <a:r>
              <a:rPr lang="en-US" altLang="zh-CN" b="1" i="1" noProof="1">
                <a:latin typeface="Times New Roman" pitchFamily="18" charset="0"/>
                <a:cs typeface="Times New Roman" pitchFamily="18" charset="0"/>
              </a:rPr>
              <a:t>B</a:t>
            </a:r>
            <a:r>
              <a:rPr lang="en-US" altLang="zh-CN" b="1" noProof="1">
                <a:latin typeface="Times New Roman" pitchFamily="18" charset="0"/>
                <a:cs typeface="Times New Roman" pitchFamily="18" charset="0"/>
              </a:rPr>
              <a:t> →  </a:t>
            </a:r>
            <a:r>
              <a:rPr lang="el-GR" altLang="zh-CN" b="1" i="1" noProof="1">
                <a:latin typeface="Times New Roman" pitchFamily="18" charset="0"/>
                <a:cs typeface="Times New Roman" pitchFamily="18" charset="0"/>
              </a:rPr>
              <a:t>ε</a:t>
            </a:r>
            <a:r>
              <a:rPr lang="el-GR" altLang="zh-CN" b="1" noProof="1">
                <a:latin typeface="Times New Roman" pitchFamily="18" charset="0"/>
                <a:cs typeface="Times New Roman" pitchFamily="18" charset="0"/>
              </a:rPr>
              <a:t> </a:t>
            </a:r>
            <a:endParaRPr lang="el-GR" altLang="en-US" b="1" noProof="1">
              <a:latin typeface="Times New Roman" pitchFamily="18" charset="0"/>
              <a:ea typeface="楷体" pitchFamily="49" charset="-122"/>
            </a:endParaRPr>
          </a:p>
        </p:txBody>
      </p:sp>
      <p:sp>
        <p:nvSpPr>
          <p:cNvPr id="3" name="矩形 2"/>
          <p:cNvSpPr>
            <a:spLocks noChangeArrowheads="1"/>
          </p:cNvSpPr>
          <p:nvPr/>
        </p:nvSpPr>
        <p:spPr bwMode="auto">
          <a:xfrm>
            <a:off x="6343650" y="1071563"/>
            <a:ext cx="22225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500" b="1" i="1">
                <a:solidFill>
                  <a:srgbClr val="000000"/>
                </a:solidFill>
                <a:latin typeface="Times New Roman" panose="02020603050405020304" pitchFamily="18" charset="0"/>
                <a:ea typeface="黑体" panose="02010609060101010101" pitchFamily="49" charset="-122"/>
              </a:rPr>
              <a:t>SLR</a:t>
            </a:r>
            <a:r>
              <a:rPr lang="en-US" altLang="zh-CN" sz="2500" b="1">
                <a:solidFill>
                  <a:srgbClr val="000000"/>
                </a:solidFill>
                <a:latin typeface="Times New Roman" panose="02020603050405020304" pitchFamily="18" charset="0"/>
                <a:ea typeface="黑体" panose="02010609060101010101" pitchFamily="49" charset="-122"/>
              </a:rPr>
              <a:t>(1)</a:t>
            </a:r>
            <a:r>
              <a:rPr lang="zh-CN" altLang="zh-CN" sz="2500" b="1">
                <a:solidFill>
                  <a:srgbClr val="000000"/>
                </a:solidFill>
                <a:latin typeface="华文楷体" panose="02010600040101010101" pitchFamily="2" charset="-122"/>
                <a:ea typeface="华文楷体" panose="02010600040101010101" pitchFamily="2" charset="-122"/>
              </a:rPr>
              <a:t>分析表</a:t>
            </a:r>
            <a:endParaRPr lang="zh-CN" altLang="en-US" sz="2500">
              <a:solidFill>
                <a:schemeClr val="tx1"/>
              </a:solidFill>
              <a:latin typeface="华文楷体" panose="02010600040101010101" pitchFamily="2" charset="-122"/>
              <a:ea typeface="华文楷体" panose="02010600040101010101" pitchFamily="2" charset="-122"/>
            </a:endParaRPr>
          </a:p>
        </p:txBody>
      </p:sp>
      <p:graphicFrame>
        <p:nvGraphicFramePr>
          <p:cNvPr id="53253" name="表格 53252"/>
          <p:cNvGraphicFramePr/>
          <p:nvPr>
            <p:extLst>
              <p:ext uri="{D42A27DB-BD31-4B8C-83A1-F6EECF244321}">
                <p14:modId xmlns:p14="http://schemas.microsoft.com/office/powerpoint/2010/main" val="2681550709"/>
              </p:ext>
            </p:extLst>
          </p:nvPr>
        </p:nvGraphicFramePr>
        <p:xfrm>
          <a:off x="5500688" y="1547813"/>
          <a:ext cx="3262313" cy="3357563"/>
        </p:xfrm>
        <a:graphic>
          <a:graphicData uri="http://schemas.openxmlformats.org/drawingml/2006/table">
            <a:tbl>
              <a:tblPr/>
              <a:tblGrid>
                <a:gridCol w="381000">
                  <a:extLst>
                    <a:ext uri="{9D8B030D-6E8A-4147-A177-3AD203B41FA5}">
                      <a16:colId xmlns:a16="http://schemas.microsoft.com/office/drawing/2014/main" val="20000"/>
                    </a:ext>
                  </a:extLst>
                </a:gridCol>
                <a:gridCol w="433388">
                  <a:extLst>
                    <a:ext uri="{9D8B030D-6E8A-4147-A177-3AD203B41FA5}">
                      <a16:colId xmlns:a16="http://schemas.microsoft.com/office/drawing/2014/main" val="20001"/>
                    </a:ext>
                  </a:extLst>
                </a:gridCol>
                <a:gridCol w="503237">
                  <a:extLst>
                    <a:ext uri="{9D8B030D-6E8A-4147-A177-3AD203B41FA5}">
                      <a16:colId xmlns:a16="http://schemas.microsoft.com/office/drawing/2014/main" val="20002"/>
                    </a:ext>
                  </a:extLst>
                </a:gridCol>
                <a:gridCol w="504825">
                  <a:extLst>
                    <a:ext uri="{9D8B030D-6E8A-4147-A177-3AD203B41FA5}">
                      <a16:colId xmlns:a16="http://schemas.microsoft.com/office/drawing/2014/main" val="20003"/>
                    </a:ext>
                  </a:extLst>
                </a:gridCol>
                <a:gridCol w="576263">
                  <a:extLst>
                    <a:ext uri="{9D8B030D-6E8A-4147-A177-3AD203B41FA5}">
                      <a16:colId xmlns:a16="http://schemas.microsoft.com/office/drawing/2014/main" val="20004"/>
                    </a:ext>
                  </a:extLst>
                </a:gridCol>
                <a:gridCol w="431800">
                  <a:extLst>
                    <a:ext uri="{9D8B030D-6E8A-4147-A177-3AD203B41FA5}">
                      <a16:colId xmlns:a16="http://schemas.microsoft.com/office/drawing/2014/main" val="20005"/>
                    </a:ext>
                  </a:extLst>
                </a:gridCol>
                <a:gridCol w="431800">
                  <a:extLst>
                    <a:ext uri="{9D8B030D-6E8A-4147-A177-3AD203B41FA5}">
                      <a16:colId xmlns:a16="http://schemas.microsoft.com/office/drawing/2014/main" val="20006"/>
                    </a:ext>
                  </a:extLst>
                </a:gridCol>
              </a:tblGrid>
              <a:tr h="373063">
                <a:tc rowSpan="2">
                  <a:txBody>
                    <a:bodyPr/>
                    <a:lstStyle/>
                    <a:p>
                      <a:pPr lvl="0" algn="ctr" eaLnBrk="1" hangingPunct="1">
                        <a:buNone/>
                      </a:pPr>
                      <a:r>
                        <a:rPr lang="zh-CN" altLang="en-US" sz="1800" b="1">
                          <a:solidFill>
                            <a:srgbClr val="000000"/>
                          </a:solidFill>
                          <a:latin typeface="华文楷体" panose="02010600040101010101" pitchFamily="2" charset="-122"/>
                          <a:ea typeface="华文楷体" panose="02010600040101010101" pitchFamily="2" charset="-122"/>
                        </a:rPr>
                        <a:t>状态</a:t>
                      </a:r>
                    </a:p>
                  </a:txBody>
                  <a:tcPr marL="91478" marR="91478" marT="34283" marB="34283"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gridSpan="4">
                  <a:txBody>
                    <a:bodyPr/>
                    <a:lstStyle/>
                    <a:p>
                      <a:pPr lvl="0" algn="ctr" eaLnBrk="1" hangingPunct="1">
                        <a:buNone/>
                      </a:pPr>
                      <a:r>
                        <a:rPr lang="en-US" altLang="zh-CN" sz="1800" b="1" i="1">
                          <a:latin typeface="Times New Roman" panose="02020603050405020304" pitchFamily="18" charset="0"/>
                          <a:ea typeface="楷体" panose="02010609060101010101" pitchFamily="49" charset="-122"/>
                        </a:rPr>
                        <a:t>ACTION</a:t>
                      </a:r>
                      <a:endParaRPr lang="zh-CN" altLang="en-US" sz="1800" b="1" i="1">
                        <a:latin typeface="Times New Roman" panose="02020603050405020304" pitchFamily="18" charset="0"/>
                        <a:ea typeface="楷体" panose="02010609060101010101" pitchFamily="49"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p>
                      <a:pPr lvl="0" algn="ctr" eaLnBrk="1" hangingPunct="1">
                        <a:buNone/>
                      </a:pPr>
                      <a:r>
                        <a:rPr lang="en-US" altLang="zh-CN" sz="1800" b="1" i="1" dirty="0">
                          <a:latin typeface="Times New Roman" panose="02020603050405020304" pitchFamily="18" charset="0"/>
                          <a:ea typeface="楷体" panose="02010609060101010101" pitchFamily="49" charset="-122"/>
                        </a:rPr>
                        <a:t>GOTO</a:t>
                      </a:r>
                      <a:endParaRPr lang="zh-CN" altLang="en-US" sz="1800" b="1" i="1" dirty="0">
                        <a:latin typeface="Times New Roman" panose="02020603050405020304" pitchFamily="18" charset="0"/>
                        <a:ea typeface="楷体" panose="02010609060101010101" pitchFamily="49"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extLst>
                  <a:ext uri="{0D108BD9-81ED-4DB2-BD59-A6C34878D82A}">
                    <a16:rowId xmlns:a16="http://schemas.microsoft.com/office/drawing/2014/main" val="10000"/>
                  </a:ext>
                </a:extLst>
              </a:tr>
              <a:tr h="373062">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lstStyle/>
                    <a:p>
                      <a:pPr lvl="0" algn="ctr" eaLnBrk="1" hangingPunct="1">
                        <a:buNone/>
                      </a:pPr>
                      <a:r>
                        <a:rPr lang="en-US" altLang="zh-CN" sz="1800" b="1" i="1">
                          <a:solidFill>
                            <a:srgbClr val="000000"/>
                          </a:solidFill>
                          <a:latin typeface="Times New Roman" panose="02020603050405020304" pitchFamily="18" charset="0"/>
                          <a:ea typeface="宋体" panose="02010600030101010101" pitchFamily="2" charset="-122"/>
                        </a:rPr>
                        <a:t>a</a:t>
                      </a:r>
                      <a:endParaRPr lang="zh-CN" altLang="en-US" sz="1800" b="1" i="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800" b="1" i="1">
                          <a:latin typeface="Times New Roman" panose="02020603050405020304" pitchFamily="18" charset="0"/>
                          <a:ea typeface="楷体" panose="02010609060101010101" pitchFamily="49" charset="-122"/>
                        </a:rPr>
                        <a:t>b</a:t>
                      </a:r>
                      <a:endParaRPr lang="zh-CN" altLang="en-US" sz="1800" b="1" i="1">
                        <a:latin typeface="Times New Roman" panose="02020603050405020304" pitchFamily="18" charset="0"/>
                        <a:ea typeface="楷体" panose="02010609060101010101" pitchFamily="49"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800" b="1" i="1">
                          <a:latin typeface="Times New Roman" panose="02020603050405020304" pitchFamily="18" charset="0"/>
                          <a:ea typeface="楷体" panose="02010609060101010101" pitchFamily="49" charset="-122"/>
                        </a:rPr>
                        <a:t>d</a:t>
                      </a:r>
                      <a:endParaRPr lang="zh-CN" altLang="en-US" sz="1800" b="1" i="1">
                        <a:latin typeface="Times New Roman" panose="02020603050405020304" pitchFamily="18" charset="0"/>
                        <a:ea typeface="楷体" panose="02010609060101010101" pitchFamily="49"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800" b="1">
                          <a:latin typeface="华文楷体" panose="02010600040101010101" pitchFamily="2" charset="-122"/>
                          <a:ea typeface="Times New Roman" panose="02020603050405020304" pitchFamily="18" charset="0"/>
                        </a:rPr>
                        <a:t>$</a:t>
                      </a:r>
                      <a:r>
                        <a:rPr lang="en-US" altLang="zh-CN" sz="1800" b="1">
                          <a:latin typeface="Times New Roman" panose="02020603050405020304" pitchFamily="18" charset="0"/>
                          <a:ea typeface="Times New Roman" panose="02020603050405020304" pitchFamily="18" charset="0"/>
                        </a:rPr>
                        <a:t> </a:t>
                      </a:r>
                      <a:endParaRPr lang="zh-CN" altLang="en-US" sz="1800" b="1">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800" b="1" i="1">
                          <a:latin typeface="Times New Roman" panose="02020603050405020304" pitchFamily="18" charset="0"/>
                          <a:ea typeface="楷体" panose="02010609060101010101" pitchFamily="49" charset="-122"/>
                        </a:rPr>
                        <a:t>T</a:t>
                      </a:r>
                      <a:endParaRPr lang="zh-CN" altLang="en-US" sz="1800" b="1" i="1">
                        <a:latin typeface="Times New Roman" panose="02020603050405020304" pitchFamily="18" charset="0"/>
                        <a:ea typeface="楷体" panose="02010609060101010101" pitchFamily="49"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800" b="1" i="1">
                          <a:solidFill>
                            <a:srgbClr val="000000"/>
                          </a:solidFill>
                          <a:latin typeface="Times New Roman" panose="02020603050405020304" pitchFamily="18" charset="0"/>
                          <a:ea typeface="宋体" panose="02010600030101010101" pitchFamily="2" charset="-122"/>
                        </a:rPr>
                        <a:t>B</a:t>
                      </a:r>
                      <a:endParaRPr lang="zh-CN" altLang="en-US" sz="1800" b="1" i="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1"/>
                  </a:ext>
                </a:extLst>
              </a:tr>
              <a:tr h="373063">
                <a:tc>
                  <a:txBody>
                    <a:bodyPr/>
                    <a:lstStyle/>
                    <a:p>
                      <a:pPr lvl="0" algn="ctr" eaLnBrk="1" hangingPunct="1">
                        <a:buNone/>
                      </a:pPr>
                      <a:r>
                        <a:rPr lang="en-US" altLang="zh-CN" sz="1800" b="1" dirty="0">
                          <a:solidFill>
                            <a:srgbClr val="FF0000"/>
                          </a:solidFill>
                          <a:latin typeface="Times New Roman" panose="02020603050405020304" pitchFamily="18" charset="0"/>
                          <a:ea typeface="宋体" panose="02010600030101010101" pitchFamily="2" charset="-122"/>
                        </a:rPr>
                        <a:t>0</a:t>
                      </a:r>
                      <a:endParaRPr lang="zh-CN" altLang="en-US" sz="1800" b="1" dirty="0">
                        <a:solidFill>
                          <a:srgbClr val="FF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endParaRPr lang="zh-CN" altLang="en-US" sz="1800" b="1" dirty="0">
                        <a:solidFill>
                          <a:srgbClr val="FF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endParaRPr lang="zh-CN" altLang="en-US" sz="1800" b="1" dirty="0">
                        <a:solidFill>
                          <a:srgbClr val="FF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endParaRPr lang="zh-CN" altLang="en-US" sz="1800" b="1" dirty="0">
                        <a:solidFill>
                          <a:srgbClr val="FF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endParaRPr lang="zh-CN" altLang="en-US" sz="1800" b="1" dirty="0">
                        <a:solidFill>
                          <a:srgbClr val="FF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800" b="1">
                          <a:solidFill>
                            <a:srgbClr val="000000"/>
                          </a:solidFill>
                          <a:latin typeface="Times New Roman" panose="02020603050405020304" pitchFamily="18" charset="0"/>
                          <a:ea typeface="宋体" panose="02010600030101010101" pitchFamily="2" charset="-122"/>
                        </a:rPr>
                        <a:t>1</a:t>
                      </a: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800" b="1" dirty="0">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3062">
                <a:tc>
                  <a:txBody>
                    <a:bodyPr/>
                    <a:lstStyle/>
                    <a:p>
                      <a:pPr lvl="0" algn="ctr" eaLnBrk="1" hangingPunct="1">
                        <a:buNone/>
                      </a:pPr>
                      <a:r>
                        <a:rPr lang="en-US" altLang="zh-CN" sz="1800" b="1">
                          <a:solidFill>
                            <a:srgbClr val="000000"/>
                          </a:solidFill>
                          <a:latin typeface="Times New Roman" panose="02020603050405020304" pitchFamily="18" charset="0"/>
                          <a:ea typeface="宋体" panose="02010600030101010101" pitchFamily="2" charset="-122"/>
                        </a:rPr>
                        <a:t>1</a:t>
                      </a: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acc</a:t>
                      </a:r>
                      <a:endParaRPr lang="zh-CN" altLang="en-US" sz="16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3063">
                <a:tc>
                  <a:txBody>
                    <a:bodyPr/>
                    <a:lstStyle/>
                    <a:p>
                      <a:pPr lvl="0" algn="ctr" eaLnBrk="1" hangingPunct="1">
                        <a:buNone/>
                      </a:pPr>
                      <a:r>
                        <a:rPr lang="en-US" altLang="zh-CN" sz="1800" b="1" dirty="0">
                          <a:solidFill>
                            <a:srgbClr val="FF0000"/>
                          </a:solidFill>
                          <a:latin typeface="Times New Roman" panose="02020603050405020304" pitchFamily="18" charset="0"/>
                          <a:ea typeface="宋体" panose="02010600030101010101" pitchFamily="2" charset="-122"/>
                        </a:rPr>
                        <a:t>2</a:t>
                      </a:r>
                      <a:endParaRPr lang="zh-CN" altLang="en-US" sz="1800" b="1" dirty="0">
                        <a:solidFill>
                          <a:srgbClr val="FF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800" b="1" dirty="0">
                          <a:solidFill>
                            <a:schemeClr val="folHlink"/>
                          </a:solidFill>
                          <a:latin typeface="宋体" panose="02010600030101010101" pitchFamily="2" charset="-122"/>
                          <a:ea typeface="Times New Roman" panose="02020603050405020304" pitchFamily="18" charset="0"/>
                        </a:rPr>
                        <a:t> </a:t>
                      </a:r>
                      <a:endParaRPr lang="zh-CN" altLang="en-US" sz="1800" b="1" dirty="0">
                        <a:solidFill>
                          <a:srgbClr val="00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endParaRPr lang="zh-CN" altLang="en-US" sz="1800" b="1" dirty="0">
                        <a:solidFill>
                          <a:srgbClr val="FF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endParaRPr lang="zh-CN" altLang="en-US" sz="1800" b="1" dirty="0">
                        <a:solidFill>
                          <a:srgbClr val="FF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endParaRPr lang="zh-CN" altLang="en-US" sz="1800" b="1" dirty="0">
                        <a:solidFill>
                          <a:srgbClr val="FF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800" b="1">
                          <a:solidFill>
                            <a:srgbClr val="000000"/>
                          </a:solidFill>
                          <a:latin typeface="Times New Roman" panose="02020603050405020304" pitchFamily="18" charset="0"/>
                          <a:ea typeface="宋体" panose="02010600030101010101" pitchFamily="2" charset="-122"/>
                        </a:rPr>
                        <a:t>4</a:t>
                      </a: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800" b="1">
                          <a:solidFill>
                            <a:srgbClr val="000000"/>
                          </a:solidFill>
                          <a:latin typeface="Times New Roman" panose="02020603050405020304" pitchFamily="18" charset="0"/>
                          <a:ea typeface="宋体" panose="02010600030101010101" pitchFamily="2" charset="-122"/>
                        </a:rPr>
                        <a:t>3</a:t>
                      </a: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73062">
                <a:tc>
                  <a:txBody>
                    <a:bodyPr/>
                    <a:lstStyle/>
                    <a:p>
                      <a:pPr lvl="0" algn="ctr" eaLnBrk="1" hangingPunct="1">
                        <a:buNone/>
                      </a:pPr>
                      <a:r>
                        <a:rPr lang="en-US" altLang="zh-CN" sz="1800" b="1">
                          <a:solidFill>
                            <a:srgbClr val="000000"/>
                          </a:solidFill>
                          <a:latin typeface="Times New Roman" panose="02020603050405020304" pitchFamily="18" charset="0"/>
                          <a:ea typeface="宋体" panose="02010600030101010101" pitchFamily="2" charset="-122"/>
                        </a:rPr>
                        <a:t>3</a:t>
                      </a: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800" b="1">
                          <a:solidFill>
                            <a:schemeClr val="folHlink"/>
                          </a:solidFill>
                          <a:latin typeface="宋体" panose="02010600030101010101" pitchFamily="2" charset="-122"/>
                          <a:ea typeface="Times New Roman" panose="02020603050405020304" pitchFamily="18" charset="0"/>
                        </a:rPr>
                        <a:t> </a:t>
                      </a:r>
                      <a:endParaRPr lang="zh-CN" altLang="en-US" sz="1800" b="1">
                        <a:solidFill>
                          <a:srgbClr val="00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800" b="1" dirty="0">
                          <a:latin typeface="Times New Roman" panose="02020603050405020304" pitchFamily="18" charset="0"/>
                          <a:ea typeface="Times New Roman" panose="02020603050405020304" pitchFamily="18" charset="0"/>
                        </a:rPr>
                        <a:t>s5</a:t>
                      </a:r>
                      <a:endParaRPr lang="zh-CN" altLang="en-US" sz="1800" b="1" dirty="0">
                        <a:solidFill>
                          <a:srgbClr val="00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73063">
                <a:tc>
                  <a:txBody>
                    <a:bodyPr/>
                    <a:lstStyle/>
                    <a:p>
                      <a:pPr lvl="0" algn="ctr" eaLnBrk="1" hangingPunct="1">
                        <a:buNone/>
                      </a:pPr>
                      <a:r>
                        <a:rPr lang="en-US" altLang="zh-CN" sz="1800" b="1">
                          <a:solidFill>
                            <a:srgbClr val="000000"/>
                          </a:solidFill>
                          <a:latin typeface="Times New Roman" panose="02020603050405020304" pitchFamily="18" charset="0"/>
                          <a:ea typeface="宋体" panose="02010600030101010101" pitchFamily="2" charset="-122"/>
                        </a:rPr>
                        <a:t>4</a:t>
                      </a: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800" b="1">
                          <a:solidFill>
                            <a:schemeClr val="folHlink"/>
                          </a:solidFill>
                          <a:latin typeface="宋体" panose="02010600030101010101" pitchFamily="2" charset="-122"/>
                          <a:ea typeface="Times New Roman" panose="02020603050405020304" pitchFamily="18" charset="0"/>
                        </a:rPr>
                        <a:t> </a:t>
                      </a:r>
                      <a:endParaRPr lang="zh-CN" altLang="en-US" sz="1800" b="1">
                        <a:solidFill>
                          <a:srgbClr val="00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800" b="1">
                          <a:latin typeface="Times New Roman" panose="02020603050405020304" pitchFamily="18" charset="0"/>
                          <a:ea typeface="Times New Roman" panose="02020603050405020304" pitchFamily="18" charset="0"/>
                        </a:rPr>
                        <a:t>s6</a:t>
                      </a:r>
                      <a:endParaRPr lang="zh-CN" altLang="en-US" sz="1800" b="1">
                        <a:solidFill>
                          <a:srgbClr val="00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73062">
                <a:tc>
                  <a:txBody>
                    <a:bodyPr/>
                    <a:lstStyle/>
                    <a:p>
                      <a:pPr lvl="0" algn="ctr" eaLnBrk="1" hangingPunct="1">
                        <a:buNone/>
                      </a:pPr>
                      <a:r>
                        <a:rPr lang="en-US" altLang="zh-CN" sz="1800" b="1" dirty="0">
                          <a:solidFill>
                            <a:srgbClr val="0000FF"/>
                          </a:solidFill>
                          <a:latin typeface="Times New Roman" panose="02020603050405020304" pitchFamily="18" charset="0"/>
                          <a:ea typeface="宋体" panose="02010600030101010101" pitchFamily="2" charset="-122"/>
                        </a:rPr>
                        <a:t>5</a:t>
                      </a:r>
                      <a:endParaRPr lang="zh-CN" altLang="en-US" sz="1800" b="1" dirty="0">
                        <a:solidFill>
                          <a:srgbClr val="0000FF"/>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800" b="1">
                          <a:solidFill>
                            <a:schemeClr val="folHlink"/>
                          </a:solidFill>
                          <a:latin typeface="宋体" panose="02010600030101010101" pitchFamily="2" charset="-122"/>
                          <a:ea typeface="Times New Roman" panose="02020603050405020304" pitchFamily="18" charset="0"/>
                        </a:rPr>
                        <a:t> </a:t>
                      </a:r>
                      <a:endParaRPr lang="zh-CN" altLang="en-US" sz="1800" b="1">
                        <a:solidFill>
                          <a:srgbClr val="00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800" b="1" dirty="0">
                          <a:solidFill>
                            <a:srgbClr val="0000FF"/>
                          </a:solidFill>
                          <a:latin typeface="Times New Roman" panose="02020603050405020304" pitchFamily="18" charset="0"/>
                          <a:ea typeface="Times New Roman" panose="02020603050405020304" pitchFamily="18" charset="0"/>
                        </a:rPr>
                        <a:t>r1</a:t>
                      </a:r>
                      <a:endParaRPr lang="zh-CN" altLang="en-US" sz="1800" b="1" dirty="0">
                        <a:solidFill>
                          <a:srgbClr val="0000FF"/>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endParaRPr lang="zh-CN" altLang="en-US" sz="1800" b="1" dirty="0">
                        <a:solidFill>
                          <a:srgbClr val="0000FF"/>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800" b="1" dirty="0">
                          <a:solidFill>
                            <a:srgbClr val="0000FF"/>
                          </a:solidFill>
                          <a:latin typeface="Times New Roman" panose="02020603050405020304" pitchFamily="18" charset="0"/>
                          <a:ea typeface="Times New Roman" panose="02020603050405020304" pitchFamily="18" charset="0"/>
                        </a:rPr>
                        <a:t>r1</a:t>
                      </a:r>
                      <a:endParaRPr lang="zh-CN" altLang="en-US" sz="1800" b="1" dirty="0">
                        <a:solidFill>
                          <a:srgbClr val="0000FF"/>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73063">
                <a:tc>
                  <a:txBody>
                    <a:bodyPr/>
                    <a:lstStyle/>
                    <a:p>
                      <a:pPr lvl="0" algn="ctr" eaLnBrk="1" hangingPunct="1">
                        <a:buNone/>
                      </a:pPr>
                      <a:r>
                        <a:rPr lang="en-US" altLang="zh-CN" sz="1800" b="1" dirty="0">
                          <a:solidFill>
                            <a:srgbClr val="0000FF"/>
                          </a:solidFill>
                          <a:latin typeface="Times New Roman" panose="02020603050405020304" pitchFamily="18" charset="0"/>
                          <a:ea typeface="宋体" panose="02010600030101010101" pitchFamily="2" charset="-122"/>
                        </a:rPr>
                        <a:t>6</a:t>
                      </a:r>
                      <a:endParaRPr lang="zh-CN" altLang="en-US" sz="1800" b="1" dirty="0">
                        <a:solidFill>
                          <a:srgbClr val="0000FF"/>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800" b="1" dirty="0">
                          <a:solidFill>
                            <a:srgbClr val="0000FF"/>
                          </a:solidFill>
                          <a:latin typeface="宋体" panose="02010600030101010101" pitchFamily="2" charset="-122"/>
                          <a:ea typeface="Times New Roman" panose="02020603050405020304" pitchFamily="18" charset="0"/>
                        </a:rPr>
                        <a:t> </a:t>
                      </a:r>
                      <a:endParaRPr lang="zh-CN" altLang="en-US" sz="1800" b="1" dirty="0">
                        <a:solidFill>
                          <a:srgbClr val="0000FF"/>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endParaRPr lang="zh-CN" altLang="en-US" sz="1800" b="1" dirty="0">
                        <a:solidFill>
                          <a:srgbClr val="0000FF"/>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800" b="1" dirty="0">
                          <a:solidFill>
                            <a:srgbClr val="0000FF"/>
                          </a:solidFill>
                          <a:latin typeface="Times New Roman" panose="02020603050405020304" pitchFamily="18" charset="0"/>
                          <a:ea typeface="Times New Roman" panose="02020603050405020304" pitchFamily="18" charset="0"/>
                        </a:rPr>
                        <a:t>r3</a:t>
                      </a:r>
                      <a:endParaRPr lang="zh-CN" altLang="en-US" sz="1800" b="1" dirty="0">
                        <a:solidFill>
                          <a:srgbClr val="0000FF"/>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endParaRPr lang="zh-CN" altLang="en-US" sz="1800" b="1" dirty="0">
                        <a:solidFill>
                          <a:srgbClr val="00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800" b="1" dirty="0">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grpSp>
        <p:nvGrpSpPr>
          <p:cNvPr id="24659" name="组合 29"/>
          <p:cNvGrpSpPr>
            <a:grpSpLocks/>
          </p:cNvGrpSpPr>
          <p:nvPr/>
        </p:nvGrpSpPr>
        <p:grpSpPr bwMode="auto">
          <a:xfrm>
            <a:off x="315913" y="1428750"/>
            <a:ext cx="4756150" cy="3500438"/>
            <a:chOff x="3586435" y="362157"/>
            <a:chExt cx="5349705" cy="4307728"/>
          </a:xfrm>
        </p:grpSpPr>
        <p:sp>
          <p:nvSpPr>
            <p:cNvPr id="24660" name="Line 18"/>
            <p:cNvSpPr>
              <a:spLocks noChangeShapeType="1"/>
            </p:cNvSpPr>
            <p:nvPr/>
          </p:nvSpPr>
          <p:spPr bwMode="auto">
            <a:xfrm>
              <a:off x="6944022" y="2961337"/>
              <a:ext cx="6480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661" name="Line 18"/>
            <p:cNvSpPr>
              <a:spLocks noChangeShapeType="1"/>
            </p:cNvSpPr>
            <p:nvPr/>
          </p:nvSpPr>
          <p:spPr bwMode="auto">
            <a:xfrm>
              <a:off x="4872320" y="3890031"/>
              <a:ext cx="7920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662" name="Line 18"/>
            <p:cNvSpPr>
              <a:spLocks noChangeShapeType="1"/>
            </p:cNvSpPr>
            <p:nvPr/>
          </p:nvSpPr>
          <p:spPr bwMode="auto">
            <a:xfrm>
              <a:off x="4872320" y="2961337"/>
              <a:ext cx="7920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663" name="Line 18"/>
            <p:cNvSpPr>
              <a:spLocks noChangeShapeType="1"/>
            </p:cNvSpPr>
            <p:nvPr/>
          </p:nvSpPr>
          <p:spPr bwMode="auto">
            <a:xfrm>
              <a:off x="4872320" y="1675453"/>
              <a:ext cx="7920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664" name="Text Box 14"/>
            <p:cNvSpPr txBox="1">
              <a:spLocks noChangeArrowheads="1"/>
            </p:cNvSpPr>
            <p:nvPr/>
          </p:nvSpPr>
          <p:spPr bwMode="auto">
            <a:xfrm>
              <a:off x="3586435" y="362157"/>
              <a:ext cx="1412422" cy="1629317"/>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
                  <a:schemeClr val="tx2"/>
                </a:buClr>
                <a:buSzPct val="75000"/>
                <a:buFont typeface="Monotype Sorts" pitchFamily="2" charset="2"/>
                <a:buNone/>
              </a:pPr>
              <a:r>
                <a:rPr lang="en-US" altLang="zh-CN" sz="2000" b="1" i="1" dirty="0">
                  <a:solidFill>
                    <a:srgbClr val="FF0000"/>
                  </a:solidFill>
                  <a:latin typeface="Times New Roman" panose="02020603050405020304" pitchFamily="18" charset="0"/>
                </a:rPr>
                <a:t>I</a:t>
              </a:r>
              <a:r>
                <a:rPr lang="en-US" altLang="zh-CN" sz="2000" b="1" i="1" baseline="-25000" dirty="0">
                  <a:solidFill>
                    <a:srgbClr val="FF0000"/>
                  </a:solidFill>
                  <a:latin typeface="Times New Roman" panose="02020603050405020304" pitchFamily="18" charset="0"/>
                </a:rPr>
                <a:t>0</a:t>
              </a:r>
              <a:r>
                <a:rPr lang="en-US" altLang="zh-CN" sz="2000" b="1" dirty="0">
                  <a:solidFill>
                    <a:srgbClr val="FF0000"/>
                  </a:solidFill>
                  <a:latin typeface="Times New Roman" panose="02020603050405020304" pitchFamily="18" charset="0"/>
                </a:rPr>
                <a:t>:</a:t>
              </a:r>
            </a:p>
            <a:p>
              <a:pPr>
                <a:spcBef>
                  <a:spcPct val="0"/>
                </a:spcBef>
                <a:buClr>
                  <a:schemeClr val="tx2"/>
                </a:buClr>
                <a:buSzPct val="75000"/>
                <a:buFont typeface="Monotype Sorts" pitchFamily="2" charset="2"/>
                <a:buNone/>
              </a:pPr>
              <a:r>
                <a:rPr lang="en-US" altLang="zh-CN" sz="2000" b="1" i="1" dirty="0">
                  <a:solidFill>
                    <a:srgbClr val="FF0000"/>
                  </a:solidFill>
                  <a:latin typeface="Times New Roman" panose="02020603050405020304" pitchFamily="18" charset="0"/>
                </a:rPr>
                <a:t>S</a:t>
              </a:r>
              <a:r>
                <a:rPr lang="en-US" altLang="zh-CN" sz="2000" b="1" i="1" dirty="0">
                  <a:solidFill>
                    <a:srgbClr val="FF0000"/>
                  </a:solidFill>
                  <a:latin typeface="Times New Roman" panose="02020603050405020304" pitchFamily="18" charset="0"/>
                  <a:cs typeface="Times New Roman" panose="02020603050405020304" pitchFamily="18" charset="0"/>
                </a:rPr>
                <a:t>′</a:t>
              </a:r>
              <a:r>
                <a:rPr lang="en-US" altLang="zh-CN" sz="2000" b="1" i="1" dirty="0">
                  <a:solidFill>
                    <a:srgbClr val="FF0000"/>
                  </a:solidFill>
                  <a:latin typeface="Times New Roman" panose="02020603050405020304" pitchFamily="18" charset="0"/>
                </a:rPr>
                <a:t> → · T</a:t>
              </a:r>
            </a:p>
            <a:p>
              <a:pPr>
                <a:spcBef>
                  <a:spcPct val="0"/>
                </a:spcBef>
                <a:buClr>
                  <a:schemeClr val="tx2"/>
                </a:buClr>
                <a:buSzPct val="75000"/>
                <a:buFont typeface="Monotype Sorts" pitchFamily="2" charset="2"/>
                <a:buNone/>
              </a:pPr>
              <a:r>
                <a:rPr lang="en-US" altLang="zh-CN" sz="2000" b="1" i="1" dirty="0">
                  <a:solidFill>
                    <a:srgbClr val="FF0000"/>
                  </a:solidFill>
                  <a:latin typeface="Times New Roman" panose="02020603050405020304" pitchFamily="18" charset="0"/>
                </a:rPr>
                <a:t>T→ · </a:t>
              </a:r>
              <a:r>
                <a:rPr lang="en-US" altLang="zh-CN" sz="2000" b="1" i="1" dirty="0" err="1">
                  <a:solidFill>
                    <a:srgbClr val="FF0000"/>
                  </a:solidFill>
                  <a:latin typeface="Times New Roman" panose="02020603050405020304" pitchFamily="18" charset="0"/>
                </a:rPr>
                <a:t>aBd</a:t>
              </a:r>
              <a:endParaRPr lang="en-US" altLang="zh-CN" sz="2000" b="1" i="1" dirty="0">
                <a:solidFill>
                  <a:srgbClr val="FF0000"/>
                </a:solidFill>
                <a:latin typeface="Times New Roman" panose="02020603050405020304" pitchFamily="18" charset="0"/>
              </a:endParaRPr>
            </a:p>
            <a:p>
              <a:pPr>
                <a:spcBef>
                  <a:spcPct val="0"/>
                </a:spcBef>
                <a:buClr>
                  <a:schemeClr val="tx2"/>
                </a:buClr>
                <a:buSzPct val="75000"/>
                <a:buFont typeface="Monotype Sorts" pitchFamily="2" charset="2"/>
                <a:buNone/>
              </a:pPr>
              <a:r>
                <a:rPr lang="en-US" altLang="zh-CN" sz="2000" b="1" i="1" dirty="0">
                  <a:solidFill>
                    <a:srgbClr val="FF0000"/>
                  </a:solidFill>
                  <a:latin typeface="Times New Roman" panose="02020603050405020304" pitchFamily="18" charset="0"/>
                </a:rPr>
                <a:t>T → ·</a:t>
              </a:r>
            </a:p>
          </p:txBody>
        </p:sp>
        <p:sp>
          <p:nvSpPr>
            <p:cNvPr id="12" name="Text Box 14"/>
            <p:cNvSpPr txBox="1">
              <a:spLocks noChangeArrowheads="1"/>
            </p:cNvSpPr>
            <p:nvPr/>
          </p:nvSpPr>
          <p:spPr bwMode="auto">
            <a:xfrm>
              <a:off x="3586435" y="2284517"/>
              <a:ext cx="1412422" cy="238536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buClr>
                  <a:schemeClr val="tx2"/>
                </a:buClr>
                <a:buSzPct val="75000"/>
                <a:buFont typeface="Monotype Sorts"/>
                <a:buNone/>
                <a:defRPr/>
              </a:pPr>
              <a:r>
                <a:rPr kumimoji="1" lang="en-US" altLang="zh-CN" sz="2000" b="1" i="1">
                  <a:solidFill>
                    <a:srgbClr val="FF0000"/>
                  </a:solidFill>
                  <a:latin typeface="Times New Roman" panose="02020603050405020304" pitchFamily="18" charset="0"/>
                </a:rPr>
                <a:t>I</a:t>
              </a:r>
              <a:r>
                <a:rPr kumimoji="1" lang="en-US" altLang="zh-CN" sz="2000" b="1" i="1" baseline="-25000">
                  <a:solidFill>
                    <a:srgbClr val="FF0000"/>
                  </a:solidFill>
                  <a:latin typeface="Times New Roman" panose="02020603050405020304" pitchFamily="18" charset="0"/>
                </a:rPr>
                <a:t>2</a:t>
              </a:r>
              <a:r>
                <a:rPr kumimoji="1" lang="en-US" altLang="zh-CN" sz="2000" b="1">
                  <a:solidFill>
                    <a:srgbClr val="FF0000"/>
                  </a:solidFill>
                  <a:latin typeface="Times New Roman" panose="02020603050405020304" pitchFamily="18" charset="0"/>
                </a:rPr>
                <a:t>:</a:t>
              </a:r>
            </a:p>
            <a:p>
              <a:pPr>
                <a:buClr>
                  <a:schemeClr val="tx2"/>
                </a:buClr>
                <a:buSzPct val="75000"/>
                <a:defRPr/>
              </a:pPr>
              <a:r>
                <a:rPr kumimoji="1" lang="en-US" altLang="zh-CN" sz="2000" b="1" i="1">
                  <a:solidFill>
                    <a:srgbClr val="FF0000"/>
                  </a:solidFill>
                  <a:latin typeface="Times New Roman" panose="02020603050405020304" pitchFamily="18" charset="0"/>
                </a:rPr>
                <a:t>T→a </a:t>
              </a:r>
              <a:r>
                <a:rPr lang="en-US" altLang="zh-CN" sz="2000" b="1" i="1">
                  <a:solidFill>
                    <a:srgbClr val="FF0000"/>
                  </a:solidFill>
                  <a:latin typeface="Times New Roman" panose="02020603050405020304" pitchFamily="18" charset="0"/>
                  <a:cs typeface="Times New Roman" panose="02020603050405020304" pitchFamily="18" charset="0"/>
                </a:rPr>
                <a:t>·</a:t>
              </a:r>
              <a:r>
                <a:rPr kumimoji="1" lang="en-US" altLang="zh-CN" sz="2000" b="1" i="1">
                  <a:solidFill>
                    <a:srgbClr val="FF0000"/>
                  </a:solidFill>
                  <a:latin typeface="Times New Roman" panose="02020603050405020304" pitchFamily="18" charset="0"/>
                </a:rPr>
                <a:t> Bd</a:t>
              </a:r>
            </a:p>
            <a:p>
              <a:pPr>
                <a:buClr>
                  <a:schemeClr val="tx2"/>
                </a:buClr>
                <a:buSzPct val="75000"/>
                <a:buFont typeface="Monotype Sorts"/>
                <a:buNone/>
                <a:defRPr/>
              </a:pPr>
              <a:r>
                <a:rPr kumimoji="1" lang="en-US" altLang="zh-CN" sz="2000" b="1" i="1">
                  <a:solidFill>
                    <a:srgbClr val="FF0000"/>
                  </a:solidFill>
                  <a:latin typeface="Times New Roman" panose="02020603050405020304" pitchFamily="18" charset="0"/>
                </a:rPr>
                <a:t>B → </a:t>
              </a:r>
              <a:r>
                <a:rPr lang="en-US" altLang="zh-CN" sz="2000" b="1" i="1">
                  <a:solidFill>
                    <a:srgbClr val="FF0000"/>
                  </a:solidFill>
                  <a:latin typeface="Times New Roman" panose="02020603050405020304" pitchFamily="18" charset="0"/>
                  <a:cs typeface="Times New Roman" panose="02020603050405020304" pitchFamily="18" charset="0"/>
                </a:rPr>
                <a:t>· </a:t>
              </a:r>
              <a:r>
                <a:rPr kumimoji="1" lang="en-US" altLang="zh-CN" sz="2000" b="1" i="1">
                  <a:solidFill>
                    <a:srgbClr val="FF0000"/>
                  </a:solidFill>
                  <a:latin typeface="Times New Roman" panose="02020603050405020304" pitchFamily="18" charset="0"/>
                </a:rPr>
                <a:t>Tb</a:t>
              </a:r>
            </a:p>
            <a:p>
              <a:pPr>
                <a:buClr>
                  <a:schemeClr val="tx2"/>
                </a:buClr>
                <a:buSzPct val="75000"/>
                <a:buFont typeface="Monotype Sorts"/>
                <a:buNone/>
                <a:defRPr/>
              </a:pPr>
              <a:r>
                <a:rPr kumimoji="1" lang="en-US" altLang="zh-CN" sz="2000" b="1" i="1">
                  <a:solidFill>
                    <a:srgbClr val="FF0000"/>
                  </a:solidFill>
                  <a:latin typeface="Times New Roman" panose="02020603050405020304" pitchFamily="18" charset="0"/>
                </a:rPr>
                <a:t>B → </a:t>
              </a:r>
              <a:r>
                <a:rPr lang="en-US" altLang="zh-CN" sz="2000" b="1" i="1">
                  <a:solidFill>
                    <a:srgbClr val="FF0000"/>
                  </a:solidFill>
                  <a:latin typeface="Times New Roman" panose="02020603050405020304" pitchFamily="18" charset="0"/>
                  <a:cs typeface="Times New Roman" panose="02020603050405020304" pitchFamily="18" charset="0"/>
                </a:rPr>
                <a:t>·</a:t>
              </a:r>
              <a:endParaRPr kumimoji="1" lang="en-US" altLang="zh-CN" sz="2000" b="1" i="1">
                <a:solidFill>
                  <a:srgbClr val="FF0000"/>
                </a:solidFill>
                <a:latin typeface="Times New Roman" panose="02020603050405020304" pitchFamily="18" charset="0"/>
              </a:endParaRPr>
            </a:p>
            <a:p>
              <a:pPr>
                <a:buClr>
                  <a:schemeClr val="tx2"/>
                </a:buClr>
                <a:buSzPct val="75000"/>
                <a:buFont typeface="Monotype Sorts"/>
                <a:buNone/>
                <a:defRPr/>
              </a:pPr>
              <a:r>
                <a:rPr kumimoji="1" lang="en-US" altLang="zh-CN" sz="2000" b="1" i="1">
                  <a:solidFill>
                    <a:srgbClr val="FF0000"/>
                  </a:solidFill>
                  <a:latin typeface="Times New Roman" panose="02020603050405020304" pitchFamily="18" charset="0"/>
                </a:rPr>
                <a:t>T→</a:t>
              </a:r>
              <a:r>
                <a:rPr lang="en-US" altLang="zh-CN" sz="2000" b="1" i="1">
                  <a:solidFill>
                    <a:srgbClr val="FF0000"/>
                  </a:solidFill>
                  <a:latin typeface="Times New Roman" panose="02020603050405020304" pitchFamily="18" charset="0"/>
                  <a:cs typeface="Times New Roman" panose="02020603050405020304" pitchFamily="18" charset="0"/>
                </a:rPr>
                <a:t> · </a:t>
              </a:r>
              <a:r>
                <a:rPr kumimoji="1" lang="en-US" altLang="zh-CN" sz="2000" b="1" i="1">
                  <a:solidFill>
                    <a:srgbClr val="FF0000"/>
                  </a:solidFill>
                  <a:latin typeface="Times New Roman" panose="02020603050405020304" pitchFamily="18" charset="0"/>
                </a:rPr>
                <a:t>aBd</a:t>
              </a:r>
            </a:p>
            <a:p>
              <a:pPr>
                <a:buClr>
                  <a:schemeClr val="tx2"/>
                </a:buClr>
                <a:buSzPct val="75000"/>
                <a:buFont typeface="Monotype Sorts"/>
                <a:buNone/>
                <a:defRPr/>
              </a:pPr>
              <a:r>
                <a:rPr kumimoji="1" lang="en-US" altLang="zh-CN" sz="2000" b="1" i="1">
                  <a:solidFill>
                    <a:srgbClr val="FF0000"/>
                  </a:solidFill>
                  <a:latin typeface="Times New Roman" panose="02020603050405020304" pitchFamily="18" charset="0"/>
                </a:rPr>
                <a:t>T →</a:t>
              </a:r>
              <a:r>
                <a:rPr lang="en-US" altLang="zh-CN" sz="2000" b="1" i="1">
                  <a:solidFill>
                    <a:srgbClr val="FF0000"/>
                  </a:solidFill>
                  <a:latin typeface="Times New Roman" panose="02020603050405020304" pitchFamily="18" charset="0"/>
                  <a:cs typeface="Times New Roman" panose="02020603050405020304" pitchFamily="18" charset="0"/>
                </a:rPr>
                <a:t> ·</a:t>
              </a:r>
              <a:endParaRPr kumimoji="1" lang="en-US" altLang="zh-CN" sz="2000" b="1" i="1">
                <a:solidFill>
                  <a:srgbClr val="FF0000"/>
                </a:solidFill>
                <a:latin typeface="Times New Roman" panose="02020603050405020304" pitchFamily="18" charset="0"/>
              </a:endParaRPr>
            </a:p>
          </p:txBody>
        </p:sp>
        <p:sp>
          <p:nvSpPr>
            <p:cNvPr id="24666" name="Text Box 14"/>
            <p:cNvSpPr txBox="1">
              <a:spLocks noChangeArrowheads="1"/>
            </p:cNvSpPr>
            <p:nvPr/>
          </p:nvSpPr>
          <p:spPr bwMode="auto">
            <a:xfrm>
              <a:off x="5657749" y="1325291"/>
              <a:ext cx="1262430" cy="871314"/>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
                  <a:schemeClr val="tx2"/>
                </a:buClr>
                <a:buSzPct val="75000"/>
                <a:buFont typeface="Monotype Sorts" pitchFamily="2" charset="2"/>
                <a:buNone/>
              </a:pPr>
              <a:r>
                <a:rPr lang="en-US" altLang="zh-CN" sz="2000" b="1" i="1">
                  <a:solidFill>
                    <a:schemeClr val="tx1"/>
                  </a:solidFill>
                  <a:latin typeface="Times New Roman" panose="02020603050405020304" pitchFamily="18" charset="0"/>
                </a:rPr>
                <a:t>I</a:t>
              </a:r>
              <a:r>
                <a:rPr lang="en-US" altLang="zh-CN" sz="2000" b="1" i="1" baseline="-25000">
                  <a:solidFill>
                    <a:schemeClr val="tx1"/>
                  </a:solidFill>
                  <a:latin typeface="Times New Roman" panose="02020603050405020304" pitchFamily="18" charset="0"/>
                </a:rPr>
                <a:t>1</a:t>
              </a:r>
              <a:r>
                <a:rPr lang="en-US" altLang="zh-CN" sz="2000" b="1">
                  <a:solidFill>
                    <a:schemeClr val="tx1"/>
                  </a:solidFill>
                  <a:latin typeface="Times New Roman" panose="02020603050405020304" pitchFamily="18" charset="0"/>
                </a:rPr>
                <a:t>:</a:t>
              </a:r>
            </a:p>
            <a:p>
              <a:pPr>
                <a:spcBef>
                  <a:spcPct val="0"/>
                </a:spcBef>
                <a:buClr>
                  <a:schemeClr val="tx2"/>
                </a:buClr>
                <a:buSzPct val="75000"/>
                <a:buFont typeface="Monotype Sorts" pitchFamily="2" charset="2"/>
                <a:buNone/>
              </a:pPr>
              <a:r>
                <a:rPr lang="en-US" altLang="zh-CN" sz="2000" b="1" i="1">
                  <a:solidFill>
                    <a:schemeClr val="tx1"/>
                  </a:solidFill>
                  <a:latin typeface="Times New Roman" panose="02020603050405020304" pitchFamily="18" charset="0"/>
                </a:rPr>
                <a:t>S</a:t>
              </a:r>
              <a:r>
                <a:rPr lang="en-US" altLang="zh-CN" sz="2000" b="1" i="1">
                  <a:solidFill>
                    <a:schemeClr val="tx1"/>
                  </a:solidFill>
                  <a:latin typeface="Times New Roman" panose="02020603050405020304" pitchFamily="18" charset="0"/>
                  <a:cs typeface="Times New Roman" panose="02020603050405020304" pitchFamily="18" charset="0"/>
                </a:rPr>
                <a:t>′</a:t>
              </a:r>
              <a:r>
                <a:rPr lang="en-US" altLang="zh-CN" sz="2000" b="1" i="1">
                  <a:solidFill>
                    <a:srgbClr val="2D83F4"/>
                  </a:solidFill>
                  <a:latin typeface="Times New Roman" panose="02020603050405020304" pitchFamily="18" charset="0"/>
                </a:rPr>
                <a:t> </a:t>
              </a:r>
              <a:r>
                <a:rPr lang="en-US" altLang="zh-CN" sz="2000" b="1" i="1">
                  <a:solidFill>
                    <a:schemeClr val="tx1"/>
                  </a:solidFill>
                  <a:latin typeface="Times New Roman" panose="02020603050405020304" pitchFamily="18" charset="0"/>
                </a:rPr>
                <a:t>→ T </a:t>
              </a:r>
              <a:r>
                <a:rPr lang="en-US" altLang="zh-CN" sz="2000" b="1" i="1">
                  <a:solidFill>
                    <a:srgbClr val="000000"/>
                  </a:solidFill>
                  <a:latin typeface="Times New Roman" panose="02020603050405020304" pitchFamily="18" charset="0"/>
                </a:rPr>
                <a:t>·</a:t>
              </a:r>
              <a:endParaRPr lang="en-US" altLang="zh-CN" sz="2000" b="1" i="1">
                <a:solidFill>
                  <a:schemeClr val="tx1"/>
                </a:solidFill>
                <a:latin typeface="Times New Roman" panose="02020603050405020304" pitchFamily="18" charset="0"/>
              </a:endParaRPr>
            </a:p>
          </p:txBody>
        </p:sp>
        <p:sp>
          <p:nvSpPr>
            <p:cNvPr id="14" name="Text Box 14"/>
            <p:cNvSpPr txBox="1">
              <a:spLocks noChangeArrowheads="1"/>
            </p:cNvSpPr>
            <p:nvPr/>
          </p:nvSpPr>
          <p:spPr bwMode="auto">
            <a:xfrm>
              <a:off x="5657749" y="2472064"/>
              <a:ext cx="1430278" cy="871314"/>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buClr>
                  <a:schemeClr val="tx2"/>
                </a:buClr>
                <a:buSzPct val="75000"/>
                <a:buFont typeface="Monotype Sorts"/>
                <a:buNone/>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3</a:t>
              </a:r>
              <a:r>
                <a:rPr kumimoji="1" lang="en-US" altLang="zh-CN" sz="2000" b="1">
                  <a:latin typeface="Times New Roman" panose="02020603050405020304" pitchFamily="18" charset="0"/>
                </a:rPr>
                <a:t>:</a:t>
              </a:r>
            </a:p>
            <a:p>
              <a:pPr>
                <a:buClr>
                  <a:schemeClr val="tx2"/>
                </a:buClr>
                <a:buSzPct val="75000"/>
                <a:defRPr/>
              </a:pPr>
              <a:r>
                <a:rPr kumimoji="1" lang="en-US" altLang="zh-CN" sz="2000" b="1" i="1">
                  <a:latin typeface="Times New Roman" panose="02020603050405020304" pitchFamily="18" charset="0"/>
                </a:rPr>
                <a:t>T→aB </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en-US" altLang="zh-CN" sz="2000" b="1" i="1">
                  <a:latin typeface="Times New Roman" panose="02020603050405020304" pitchFamily="18" charset="0"/>
                </a:rPr>
                <a:t> d</a:t>
              </a:r>
            </a:p>
          </p:txBody>
        </p:sp>
        <p:sp>
          <p:nvSpPr>
            <p:cNvPr id="15" name="Text Box 14"/>
            <p:cNvSpPr txBox="1">
              <a:spLocks noChangeArrowheads="1"/>
            </p:cNvSpPr>
            <p:nvPr/>
          </p:nvSpPr>
          <p:spPr bwMode="auto">
            <a:xfrm>
              <a:off x="5657749" y="3614931"/>
              <a:ext cx="1285643" cy="871314"/>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buClr>
                  <a:schemeClr val="tx2"/>
                </a:buClr>
                <a:buSzPct val="75000"/>
                <a:buFont typeface="Monotype Sorts"/>
                <a:buNone/>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4</a:t>
              </a:r>
              <a:r>
                <a:rPr kumimoji="1" lang="en-US" altLang="zh-CN" sz="2000" b="1">
                  <a:latin typeface="Times New Roman" panose="02020603050405020304" pitchFamily="18" charset="0"/>
                </a:rPr>
                <a:t>:</a:t>
              </a:r>
            </a:p>
            <a:p>
              <a:pPr>
                <a:buClr>
                  <a:schemeClr val="tx2"/>
                </a:buClr>
                <a:buSzPct val="75000"/>
                <a:buFont typeface="Monotype Sorts"/>
                <a:buNone/>
                <a:defRPr/>
              </a:pPr>
              <a:r>
                <a:rPr kumimoji="1" lang="en-US" altLang="zh-CN" sz="2000" b="1" i="1">
                  <a:latin typeface="Times New Roman" panose="02020603050405020304" pitchFamily="18" charset="0"/>
                </a:rPr>
                <a:t>B→T </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latin typeface="Times New Roman" panose="02020603050405020304" pitchFamily="18" charset="0"/>
                </a:rPr>
                <a:t>b</a:t>
              </a:r>
            </a:p>
          </p:txBody>
        </p:sp>
        <p:sp>
          <p:nvSpPr>
            <p:cNvPr id="16" name="Text Box 14"/>
            <p:cNvSpPr txBox="1">
              <a:spLocks noChangeArrowheads="1"/>
            </p:cNvSpPr>
            <p:nvPr/>
          </p:nvSpPr>
          <p:spPr bwMode="auto">
            <a:xfrm>
              <a:off x="7586214" y="2472064"/>
              <a:ext cx="1349926" cy="871314"/>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buClr>
                  <a:schemeClr val="tx2"/>
                </a:buClr>
                <a:buSzPct val="75000"/>
                <a:buFont typeface="Monotype Sorts"/>
                <a:buNone/>
                <a:defRPr/>
              </a:pPr>
              <a:r>
                <a:rPr kumimoji="1" lang="en-US" altLang="zh-CN" sz="2000" b="1" i="1" dirty="0">
                  <a:latin typeface="Times New Roman" panose="02020603050405020304" pitchFamily="18" charset="0"/>
                </a:rPr>
                <a:t>I</a:t>
              </a:r>
              <a:r>
                <a:rPr kumimoji="1" lang="en-US" altLang="zh-CN" sz="2000" b="1" i="1" baseline="-25000" dirty="0">
                  <a:latin typeface="Times New Roman" panose="02020603050405020304" pitchFamily="18" charset="0"/>
                </a:rPr>
                <a:t>5</a:t>
              </a:r>
              <a:r>
                <a:rPr kumimoji="1" lang="en-US" altLang="zh-CN" sz="2000" b="1" dirty="0">
                  <a:latin typeface="Times New Roman" panose="02020603050405020304" pitchFamily="18" charset="0"/>
                </a:rPr>
                <a:t>:</a:t>
              </a:r>
            </a:p>
            <a:p>
              <a:pPr>
                <a:buClr>
                  <a:schemeClr val="tx2"/>
                </a:buClr>
                <a:buSzPct val="75000"/>
                <a:buFont typeface="Monotype Sorts"/>
                <a:buNone/>
                <a:defRPr/>
              </a:pPr>
              <a:r>
                <a:rPr kumimoji="1" lang="en-US" altLang="zh-CN" sz="2000" b="1" i="1" dirty="0" err="1">
                  <a:latin typeface="Times New Roman" panose="02020603050405020304" pitchFamily="18" charset="0"/>
                </a:rPr>
                <a:t>T→aBd</a:t>
              </a:r>
              <a:r>
                <a:rPr kumimoji="1" lang="en-US" altLang="zh-CN" sz="2000" b="1" i="1" dirty="0">
                  <a:latin typeface="Times New Roman" panose="02020603050405020304" pitchFamily="18" charset="0"/>
                </a:rPr>
                <a:t> </a:t>
              </a:r>
              <a:r>
                <a:rPr lang="en-US" altLang="zh-CN" sz="2000" b="1" i="1" dirty="0">
                  <a:solidFill>
                    <a:srgbClr val="000000"/>
                  </a:solidFill>
                  <a:latin typeface="Times New Roman" panose="02020603050405020304" pitchFamily="18" charset="0"/>
                  <a:cs typeface="Times New Roman" panose="02020603050405020304" pitchFamily="18" charset="0"/>
                </a:rPr>
                <a:t>·</a:t>
              </a:r>
              <a:endParaRPr kumimoji="1" lang="en-US" altLang="zh-CN" sz="2000" b="1" i="1" dirty="0">
                <a:latin typeface="Times New Roman" panose="02020603050405020304" pitchFamily="18" charset="0"/>
              </a:endParaRPr>
            </a:p>
          </p:txBody>
        </p:sp>
        <p:sp>
          <p:nvSpPr>
            <p:cNvPr id="17" name="Text Box 14"/>
            <p:cNvSpPr txBox="1">
              <a:spLocks noChangeArrowheads="1"/>
            </p:cNvSpPr>
            <p:nvPr/>
          </p:nvSpPr>
          <p:spPr bwMode="auto">
            <a:xfrm>
              <a:off x="7586214" y="3622746"/>
              <a:ext cx="1191005" cy="871314"/>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buClr>
                  <a:schemeClr val="tx2"/>
                </a:buClr>
                <a:buSzPct val="75000"/>
                <a:buFont typeface="Monotype Sorts"/>
                <a:buNone/>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6</a:t>
              </a:r>
              <a:r>
                <a:rPr kumimoji="1" lang="en-US" altLang="zh-CN" sz="2000" b="1">
                  <a:latin typeface="Times New Roman" panose="02020603050405020304" pitchFamily="18" charset="0"/>
                </a:rPr>
                <a:t>:</a:t>
              </a:r>
            </a:p>
            <a:p>
              <a:pPr>
                <a:buClr>
                  <a:schemeClr val="tx2"/>
                </a:buClr>
                <a:buSzPct val="75000"/>
                <a:buFont typeface="Monotype Sorts"/>
                <a:buNone/>
                <a:defRPr/>
              </a:pPr>
              <a:r>
                <a:rPr kumimoji="1" lang="en-US" altLang="zh-CN" sz="2000" b="1" i="1">
                  <a:latin typeface="Times New Roman" panose="02020603050405020304" pitchFamily="18" charset="0"/>
                </a:rPr>
                <a:t>B→Tb </a:t>
              </a:r>
              <a:r>
                <a:rPr lang="en-US" altLang="zh-CN" sz="2000" b="1" i="1">
                  <a:solidFill>
                    <a:srgbClr val="000000"/>
                  </a:solidFill>
                  <a:latin typeface="Times New Roman" panose="02020603050405020304" pitchFamily="18" charset="0"/>
                  <a:cs typeface="Times New Roman" panose="02020603050405020304" pitchFamily="18" charset="0"/>
                </a:rPr>
                <a:t>·</a:t>
              </a:r>
              <a:endParaRPr kumimoji="1" lang="en-US" altLang="zh-CN" sz="2000" b="1" i="1">
                <a:latin typeface="Times New Roman" panose="02020603050405020304" pitchFamily="18" charset="0"/>
              </a:endParaRPr>
            </a:p>
          </p:txBody>
        </p:sp>
        <p:sp>
          <p:nvSpPr>
            <p:cNvPr id="24671" name="Line 18"/>
            <p:cNvSpPr>
              <a:spLocks noChangeShapeType="1"/>
            </p:cNvSpPr>
            <p:nvPr/>
          </p:nvSpPr>
          <p:spPr bwMode="auto">
            <a:xfrm>
              <a:off x="6944022" y="3890031"/>
              <a:ext cx="6480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672" name="Line 18"/>
            <p:cNvSpPr>
              <a:spLocks noChangeShapeType="1"/>
            </p:cNvSpPr>
            <p:nvPr/>
          </p:nvSpPr>
          <p:spPr bwMode="auto">
            <a:xfrm flipH="1">
              <a:off x="4356007" y="2032501"/>
              <a:ext cx="0" cy="21600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 name="任意多边形 21"/>
            <p:cNvSpPr/>
            <p:nvPr/>
          </p:nvSpPr>
          <p:spPr>
            <a:xfrm>
              <a:off x="4838151" y="2120413"/>
              <a:ext cx="357123" cy="377049"/>
            </a:xfrm>
            <a:custGeom>
              <a:avLst/>
              <a:gdLst>
                <a:gd name="connsiteX0" fmla="*/ 231006 w 495701"/>
                <a:gd name="connsiteY0" fmla="*/ 519764 h 519764"/>
                <a:gd name="connsiteX1" fmla="*/ 442762 w 495701"/>
                <a:gd name="connsiteY1" fmla="*/ 423511 h 519764"/>
                <a:gd name="connsiteX2" fmla="*/ 490888 w 495701"/>
                <a:gd name="connsiteY2" fmla="*/ 202130 h 519764"/>
                <a:gd name="connsiteX3" fmla="*/ 413886 w 495701"/>
                <a:gd name="connsiteY3" fmla="*/ 48126 h 519764"/>
                <a:gd name="connsiteX4" fmla="*/ 221381 w 495701"/>
                <a:gd name="connsiteY4" fmla="*/ 0 h 519764"/>
                <a:gd name="connsiteX5" fmla="*/ 77002 w 495701"/>
                <a:gd name="connsiteY5" fmla="*/ 48126 h 519764"/>
                <a:gd name="connsiteX6" fmla="*/ 0 w 495701"/>
                <a:gd name="connsiteY6" fmla="*/ 211756 h 519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701" h="519764">
                  <a:moveTo>
                    <a:pt x="231006" y="519764"/>
                  </a:moveTo>
                  <a:cubicBezTo>
                    <a:pt x="315227" y="498107"/>
                    <a:pt x="399448" y="476450"/>
                    <a:pt x="442762" y="423511"/>
                  </a:cubicBezTo>
                  <a:cubicBezTo>
                    <a:pt x="486076" y="370572"/>
                    <a:pt x="495701" y="264694"/>
                    <a:pt x="490888" y="202130"/>
                  </a:cubicBezTo>
                  <a:cubicBezTo>
                    <a:pt x="486075" y="139566"/>
                    <a:pt x="458804" y="81814"/>
                    <a:pt x="413886" y="48126"/>
                  </a:cubicBezTo>
                  <a:cubicBezTo>
                    <a:pt x="368968" y="14438"/>
                    <a:pt x="277528" y="0"/>
                    <a:pt x="221381" y="0"/>
                  </a:cubicBezTo>
                  <a:cubicBezTo>
                    <a:pt x="165234" y="0"/>
                    <a:pt x="113899" y="12833"/>
                    <a:pt x="77002" y="48126"/>
                  </a:cubicBezTo>
                  <a:cubicBezTo>
                    <a:pt x="40105" y="83419"/>
                    <a:pt x="20052" y="147587"/>
                    <a:pt x="0" y="211756"/>
                  </a:cubicBezTo>
                </a:path>
              </a:pathLst>
            </a:cu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sp>
          <p:nvSpPr>
            <p:cNvPr id="24674" name="Text Box 4"/>
            <p:cNvSpPr txBox="1">
              <a:spLocks noChangeArrowheads="1"/>
            </p:cNvSpPr>
            <p:nvPr/>
          </p:nvSpPr>
          <p:spPr bwMode="auto">
            <a:xfrm>
              <a:off x="5086634" y="1241285"/>
              <a:ext cx="38106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T</a:t>
              </a:r>
            </a:p>
          </p:txBody>
        </p:sp>
        <p:sp>
          <p:nvSpPr>
            <p:cNvPr id="24675" name="Text Box 4"/>
            <p:cNvSpPr txBox="1">
              <a:spLocks noChangeArrowheads="1"/>
            </p:cNvSpPr>
            <p:nvPr/>
          </p:nvSpPr>
          <p:spPr bwMode="auto">
            <a:xfrm>
              <a:off x="5086634" y="3468592"/>
              <a:ext cx="38106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T</a:t>
              </a:r>
            </a:p>
          </p:txBody>
        </p:sp>
        <p:sp>
          <p:nvSpPr>
            <p:cNvPr id="24676" name="Text Box 4"/>
            <p:cNvSpPr txBox="1">
              <a:spLocks noChangeArrowheads="1"/>
            </p:cNvSpPr>
            <p:nvPr/>
          </p:nvSpPr>
          <p:spPr bwMode="auto">
            <a:xfrm>
              <a:off x="5086634" y="2539589"/>
              <a:ext cx="38106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B</a:t>
              </a:r>
            </a:p>
          </p:txBody>
        </p:sp>
        <p:sp>
          <p:nvSpPr>
            <p:cNvPr id="24677" name="Text Box 4"/>
            <p:cNvSpPr txBox="1">
              <a:spLocks noChangeArrowheads="1"/>
            </p:cNvSpPr>
            <p:nvPr/>
          </p:nvSpPr>
          <p:spPr bwMode="auto">
            <a:xfrm>
              <a:off x="5159539" y="1944588"/>
              <a:ext cx="38106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a</a:t>
              </a:r>
            </a:p>
          </p:txBody>
        </p:sp>
        <p:sp>
          <p:nvSpPr>
            <p:cNvPr id="24678" name="Text Box 4"/>
            <p:cNvSpPr txBox="1">
              <a:spLocks noChangeArrowheads="1"/>
            </p:cNvSpPr>
            <p:nvPr/>
          </p:nvSpPr>
          <p:spPr bwMode="auto">
            <a:xfrm>
              <a:off x="3974940" y="1856675"/>
              <a:ext cx="38106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a</a:t>
              </a:r>
            </a:p>
          </p:txBody>
        </p:sp>
        <p:sp>
          <p:nvSpPr>
            <p:cNvPr id="24679" name="Text Box 4"/>
            <p:cNvSpPr txBox="1">
              <a:spLocks noChangeArrowheads="1"/>
            </p:cNvSpPr>
            <p:nvPr/>
          </p:nvSpPr>
          <p:spPr bwMode="auto">
            <a:xfrm>
              <a:off x="7086898" y="2539589"/>
              <a:ext cx="38106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d</a:t>
              </a:r>
            </a:p>
          </p:txBody>
        </p:sp>
        <p:sp>
          <p:nvSpPr>
            <p:cNvPr id="24680" name="Text Box 4"/>
            <p:cNvSpPr txBox="1">
              <a:spLocks noChangeArrowheads="1"/>
            </p:cNvSpPr>
            <p:nvPr/>
          </p:nvSpPr>
          <p:spPr bwMode="auto">
            <a:xfrm>
              <a:off x="7086898" y="3478619"/>
              <a:ext cx="38106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b</a:t>
              </a:r>
            </a:p>
          </p:txBody>
        </p:sp>
      </p:grpSp>
      <p:sp>
        <p:nvSpPr>
          <p:cNvPr id="2" name="灯片编号占位符 1">
            <a:extLst>
              <a:ext uri="{FF2B5EF4-FFF2-40B4-BE49-F238E27FC236}">
                <a16:creationId xmlns:a16="http://schemas.microsoft.com/office/drawing/2014/main" id="{5147E9CC-0F9C-43C7-832A-7045E1C680CA}"/>
              </a:ext>
            </a:extLst>
          </p:cNvPr>
          <p:cNvSpPr>
            <a:spLocks noGrp="1"/>
          </p:cNvSpPr>
          <p:nvPr>
            <p:ph type="sldNum" sz="quarter" idx="12"/>
          </p:nvPr>
        </p:nvSpPr>
        <p:spPr/>
        <p:txBody>
          <a:bodyPr/>
          <a:lstStyle/>
          <a:p>
            <a:pPr>
              <a:defRPr/>
            </a:pPr>
            <a:fld id="{76D20AB1-C80E-44EB-B890-88EEF3B3DC08}" type="slidenum">
              <a:rPr lang="zh-CN" altLang="en-US" smtClean="0"/>
              <a:pPr>
                <a:defRPr/>
              </a:pPr>
              <a:t>5</a:t>
            </a:fld>
            <a:endParaRPr lang="en-US" altLang="zh-CN"/>
          </a:p>
        </p:txBody>
      </p:sp>
      <p:sp>
        <p:nvSpPr>
          <p:cNvPr id="5" name="矩形 4">
            <a:extLst>
              <a:ext uri="{FF2B5EF4-FFF2-40B4-BE49-F238E27FC236}">
                <a16:creationId xmlns:a16="http://schemas.microsoft.com/office/drawing/2014/main" id="{CFFAB0AF-AD7F-4B06-AC29-605C51BDF199}"/>
              </a:ext>
            </a:extLst>
          </p:cNvPr>
          <p:cNvSpPr/>
          <p:nvPr/>
        </p:nvSpPr>
        <p:spPr>
          <a:xfrm>
            <a:off x="5874077" y="2297743"/>
            <a:ext cx="389850" cy="369332"/>
          </a:xfrm>
          <a:prstGeom prst="rect">
            <a:avLst/>
          </a:prstGeom>
        </p:spPr>
        <p:txBody>
          <a:bodyPr wrap="none">
            <a:spAutoFit/>
          </a:bodyPr>
          <a:lstStyle/>
          <a:p>
            <a:pPr lvl="0" algn="ctr" eaLnBrk="1" hangingPunct="1">
              <a:buNone/>
            </a:pPr>
            <a:r>
              <a:rPr lang="en-US" altLang="zh-CN" b="1" dirty="0">
                <a:solidFill>
                  <a:srgbClr val="FF0000"/>
                </a:solidFill>
                <a:latin typeface="Times New Roman" panose="02020603050405020304" pitchFamily="18" charset="0"/>
                <a:ea typeface="Times New Roman" panose="02020603050405020304" pitchFamily="18" charset="0"/>
              </a:rPr>
              <a:t>s2</a:t>
            </a:r>
            <a:endParaRPr lang="zh-CN" altLang="en-US" b="1" dirty="0">
              <a:solidFill>
                <a:srgbClr val="FF0000"/>
              </a:solidFill>
              <a:latin typeface="Times New Roman" panose="02020603050405020304" pitchFamily="18" charset="0"/>
              <a:ea typeface="华文楷体" panose="02010600040101010101" pitchFamily="2" charset="-122"/>
            </a:endParaRPr>
          </a:p>
        </p:txBody>
      </p:sp>
      <p:sp>
        <p:nvSpPr>
          <p:cNvPr id="6" name="矩形 5">
            <a:extLst>
              <a:ext uri="{FF2B5EF4-FFF2-40B4-BE49-F238E27FC236}">
                <a16:creationId xmlns:a16="http://schemas.microsoft.com/office/drawing/2014/main" id="{2E026B64-35E6-405A-9201-704B8B345C08}"/>
              </a:ext>
            </a:extLst>
          </p:cNvPr>
          <p:cNvSpPr/>
          <p:nvPr/>
        </p:nvSpPr>
        <p:spPr>
          <a:xfrm>
            <a:off x="6357226" y="2288960"/>
            <a:ext cx="402674" cy="369332"/>
          </a:xfrm>
          <a:prstGeom prst="rect">
            <a:avLst/>
          </a:prstGeom>
        </p:spPr>
        <p:txBody>
          <a:bodyPr wrap="none">
            <a:spAutoFit/>
          </a:bodyPr>
          <a:lstStyle/>
          <a:p>
            <a:pPr lvl="0" algn="ctr" eaLnBrk="1" hangingPunct="1">
              <a:buNone/>
            </a:pPr>
            <a:r>
              <a:rPr lang="en-US" altLang="zh-CN" b="1" dirty="0">
                <a:solidFill>
                  <a:srgbClr val="FF0000"/>
                </a:solidFill>
                <a:latin typeface="Times New Roman" panose="02020603050405020304" pitchFamily="18" charset="0"/>
                <a:ea typeface="Times New Roman" panose="02020603050405020304" pitchFamily="18" charset="0"/>
              </a:rPr>
              <a:t>r2</a:t>
            </a:r>
            <a:endParaRPr lang="zh-CN" altLang="en-US" b="1" dirty="0">
              <a:solidFill>
                <a:srgbClr val="FF0000"/>
              </a:solidFill>
              <a:latin typeface="Times New Roman" panose="02020603050405020304" pitchFamily="18" charset="0"/>
              <a:ea typeface="华文楷体" panose="02010600040101010101" pitchFamily="2" charset="-122"/>
            </a:endParaRPr>
          </a:p>
        </p:txBody>
      </p:sp>
      <p:sp>
        <p:nvSpPr>
          <p:cNvPr id="8" name="矩形 7">
            <a:extLst>
              <a:ext uri="{FF2B5EF4-FFF2-40B4-BE49-F238E27FC236}">
                <a16:creationId xmlns:a16="http://schemas.microsoft.com/office/drawing/2014/main" id="{BE351558-0425-40D6-83D3-11E061CF61F7}"/>
              </a:ext>
            </a:extLst>
          </p:cNvPr>
          <p:cNvSpPr/>
          <p:nvPr/>
        </p:nvSpPr>
        <p:spPr>
          <a:xfrm>
            <a:off x="7415101" y="2297743"/>
            <a:ext cx="402674" cy="369332"/>
          </a:xfrm>
          <a:prstGeom prst="rect">
            <a:avLst/>
          </a:prstGeom>
        </p:spPr>
        <p:txBody>
          <a:bodyPr wrap="none">
            <a:spAutoFit/>
          </a:bodyPr>
          <a:lstStyle/>
          <a:p>
            <a:pPr lvl="0" algn="ctr" eaLnBrk="1" hangingPunct="1">
              <a:buNone/>
            </a:pPr>
            <a:r>
              <a:rPr lang="en-US" altLang="zh-CN" b="1" dirty="0">
                <a:solidFill>
                  <a:srgbClr val="FF0000"/>
                </a:solidFill>
                <a:latin typeface="Times New Roman" panose="02020603050405020304" pitchFamily="18" charset="0"/>
                <a:ea typeface="Times New Roman" panose="02020603050405020304" pitchFamily="18" charset="0"/>
              </a:rPr>
              <a:t>r2</a:t>
            </a:r>
            <a:endParaRPr lang="zh-CN" altLang="en-US" b="1" dirty="0">
              <a:solidFill>
                <a:srgbClr val="FF0000"/>
              </a:solidFill>
              <a:latin typeface="Times New Roman" panose="02020603050405020304" pitchFamily="18" charset="0"/>
              <a:ea typeface="华文楷体" panose="02010600040101010101" pitchFamily="2" charset="-122"/>
            </a:endParaRPr>
          </a:p>
        </p:txBody>
      </p:sp>
      <p:sp>
        <p:nvSpPr>
          <p:cNvPr id="9" name="矩形 8">
            <a:extLst>
              <a:ext uri="{FF2B5EF4-FFF2-40B4-BE49-F238E27FC236}">
                <a16:creationId xmlns:a16="http://schemas.microsoft.com/office/drawing/2014/main" id="{520CBCC7-5BC2-4B8A-920F-6C9AAB40245B}"/>
              </a:ext>
            </a:extLst>
          </p:cNvPr>
          <p:cNvSpPr/>
          <p:nvPr/>
        </p:nvSpPr>
        <p:spPr>
          <a:xfrm>
            <a:off x="5877028" y="3017532"/>
            <a:ext cx="389850" cy="369332"/>
          </a:xfrm>
          <a:prstGeom prst="rect">
            <a:avLst/>
          </a:prstGeom>
        </p:spPr>
        <p:txBody>
          <a:bodyPr wrap="none">
            <a:spAutoFit/>
          </a:bodyPr>
          <a:lstStyle/>
          <a:p>
            <a:r>
              <a:rPr lang="en-US" altLang="zh-CN" b="1" dirty="0">
                <a:solidFill>
                  <a:srgbClr val="FF0000"/>
                </a:solidFill>
                <a:latin typeface="Times New Roman" panose="02020603050405020304" pitchFamily="18" charset="0"/>
                <a:ea typeface="Times New Roman" panose="02020603050405020304" pitchFamily="18" charset="0"/>
              </a:rPr>
              <a:t>s2</a:t>
            </a:r>
            <a:endParaRPr lang="zh-CN" altLang="en-US" dirty="0"/>
          </a:p>
        </p:txBody>
      </p:sp>
      <p:sp>
        <p:nvSpPr>
          <p:cNvPr id="10" name="矩形 9">
            <a:extLst>
              <a:ext uri="{FF2B5EF4-FFF2-40B4-BE49-F238E27FC236}">
                <a16:creationId xmlns:a16="http://schemas.microsoft.com/office/drawing/2014/main" id="{0F60D6E7-9791-4ACE-8C27-D2B60F7F7825}"/>
              </a:ext>
            </a:extLst>
          </p:cNvPr>
          <p:cNvSpPr/>
          <p:nvPr/>
        </p:nvSpPr>
        <p:spPr>
          <a:xfrm>
            <a:off x="6343650" y="3021316"/>
            <a:ext cx="402674" cy="369332"/>
          </a:xfrm>
          <a:prstGeom prst="rect">
            <a:avLst/>
          </a:prstGeom>
        </p:spPr>
        <p:txBody>
          <a:bodyPr wrap="square">
            <a:spAutoFit/>
          </a:bodyPr>
          <a:lstStyle/>
          <a:p>
            <a:pPr lvl="0" algn="ctr" eaLnBrk="1" hangingPunct="1">
              <a:buNone/>
            </a:pPr>
            <a:r>
              <a:rPr lang="en-US" altLang="zh-CN" b="1" dirty="0">
                <a:solidFill>
                  <a:srgbClr val="FF0000"/>
                </a:solidFill>
                <a:latin typeface="Times New Roman" panose="02020603050405020304" pitchFamily="18" charset="0"/>
                <a:ea typeface="Times New Roman" panose="02020603050405020304" pitchFamily="18" charset="0"/>
              </a:rPr>
              <a:t>r2</a:t>
            </a:r>
            <a:endParaRPr lang="zh-CN" altLang="en-US" b="1" dirty="0">
              <a:solidFill>
                <a:srgbClr val="FF0000"/>
              </a:solidFill>
              <a:latin typeface="Times New Roman" panose="02020603050405020304" pitchFamily="18" charset="0"/>
              <a:ea typeface="华文楷体" panose="02010600040101010101" pitchFamily="2" charset="-122"/>
            </a:endParaRPr>
          </a:p>
        </p:txBody>
      </p:sp>
      <p:sp>
        <p:nvSpPr>
          <p:cNvPr id="11" name="矩形 10">
            <a:extLst>
              <a:ext uri="{FF2B5EF4-FFF2-40B4-BE49-F238E27FC236}">
                <a16:creationId xmlns:a16="http://schemas.microsoft.com/office/drawing/2014/main" id="{E3E95384-DBE4-471B-BBF1-1C8FF159AF8B}"/>
              </a:ext>
            </a:extLst>
          </p:cNvPr>
          <p:cNvSpPr/>
          <p:nvPr/>
        </p:nvSpPr>
        <p:spPr>
          <a:xfrm>
            <a:off x="6849816" y="3039704"/>
            <a:ext cx="402674" cy="369332"/>
          </a:xfrm>
          <a:prstGeom prst="rect">
            <a:avLst/>
          </a:prstGeom>
        </p:spPr>
        <p:txBody>
          <a:bodyPr wrap="none">
            <a:spAutoFit/>
          </a:bodyPr>
          <a:lstStyle/>
          <a:p>
            <a:r>
              <a:rPr lang="en-US" altLang="zh-CN" b="1" dirty="0">
                <a:solidFill>
                  <a:srgbClr val="FF0000"/>
                </a:solidFill>
                <a:latin typeface="Times New Roman" panose="02020603050405020304" pitchFamily="18" charset="0"/>
                <a:ea typeface="Times New Roman" panose="02020603050405020304" pitchFamily="18" charset="0"/>
              </a:rPr>
              <a:t>r4</a:t>
            </a:r>
            <a:endParaRPr lang="zh-CN" altLang="en-US" dirty="0"/>
          </a:p>
        </p:txBody>
      </p:sp>
      <p:sp>
        <p:nvSpPr>
          <p:cNvPr id="13" name="矩形 12">
            <a:extLst>
              <a:ext uri="{FF2B5EF4-FFF2-40B4-BE49-F238E27FC236}">
                <a16:creationId xmlns:a16="http://schemas.microsoft.com/office/drawing/2014/main" id="{66800A23-534D-4102-A07E-F4521F3CB091}"/>
              </a:ext>
            </a:extLst>
          </p:cNvPr>
          <p:cNvSpPr/>
          <p:nvPr/>
        </p:nvSpPr>
        <p:spPr>
          <a:xfrm>
            <a:off x="7403734" y="3046542"/>
            <a:ext cx="402674" cy="369332"/>
          </a:xfrm>
          <a:prstGeom prst="rect">
            <a:avLst/>
          </a:prstGeom>
        </p:spPr>
        <p:txBody>
          <a:bodyPr wrap="none">
            <a:spAutoFit/>
          </a:bodyPr>
          <a:lstStyle/>
          <a:p>
            <a:pPr lvl="0" algn="ctr" eaLnBrk="1" hangingPunct="1">
              <a:buNone/>
            </a:pPr>
            <a:r>
              <a:rPr lang="en-US" altLang="zh-CN" b="1" dirty="0">
                <a:solidFill>
                  <a:srgbClr val="FF0000"/>
                </a:solidFill>
                <a:latin typeface="Times New Roman" panose="02020603050405020304" pitchFamily="18" charset="0"/>
                <a:ea typeface="Times New Roman" panose="02020603050405020304" pitchFamily="18" charset="0"/>
              </a:rPr>
              <a:t>r2</a:t>
            </a:r>
            <a:endParaRPr lang="zh-CN" altLang="en-US" b="1" dirty="0">
              <a:solidFill>
                <a:srgbClr val="FF0000"/>
              </a:solidFill>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p:cTn id="14" dur="500" fill="hold"/>
                                        <p:tgtEl>
                                          <p:spTgt spid="3"/>
                                        </p:tgtEl>
                                        <p:attrNameLst>
                                          <p:attrName>ppt_w</p:attrName>
                                        </p:attrNameLst>
                                      </p:cBhvr>
                                      <p:tavLst>
                                        <p:tav tm="0">
                                          <p:val>
                                            <p:fltVal val="0"/>
                                          </p:val>
                                        </p:tav>
                                        <p:tav tm="100000">
                                          <p:val>
                                            <p:strVal val="#ppt_w"/>
                                          </p:val>
                                        </p:tav>
                                      </p:tavLst>
                                    </p:anim>
                                    <p:anim calcmode="lin" valueType="num">
                                      <p:cBhvr>
                                        <p:cTn id="15" dur="500" fill="hold"/>
                                        <p:tgtEl>
                                          <p:spTgt spid="3"/>
                                        </p:tgtEl>
                                        <p:attrNameLst>
                                          <p:attrName>ppt_h</p:attrName>
                                        </p:attrNameLst>
                                      </p:cBhvr>
                                      <p:tavLst>
                                        <p:tav tm="0">
                                          <p:val>
                                            <p:fltVal val="0"/>
                                          </p:val>
                                        </p:tav>
                                        <p:tav tm="100000">
                                          <p:val>
                                            <p:strVal val="#ppt_h"/>
                                          </p:val>
                                        </p:tav>
                                      </p:tavLst>
                                    </p:anim>
                                    <p:animEffect transition="in" filter="fade">
                                      <p:cBhvr>
                                        <p:cTn id="16" dur="500"/>
                                        <p:tgtEl>
                                          <p:spTgt spid="3"/>
                                        </p:tgtEl>
                                      </p:cBhvr>
                                    </p:animEffect>
                                  </p:childTnLst>
                                </p:cTn>
                              </p:par>
                              <p:par>
                                <p:cTn id="17" presetID="53" presetClass="entr" presetSubtype="16" fill="hold" nodeType="withEffect">
                                  <p:stCondLst>
                                    <p:cond delay="0"/>
                                  </p:stCondLst>
                                  <p:childTnLst>
                                    <p:set>
                                      <p:cBhvr>
                                        <p:cTn id="18" dur="1" fill="hold">
                                          <p:stCondLst>
                                            <p:cond delay="0"/>
                                          </p:stCondLst>
                                        </p:cTn>
                                        <p:tgtEl>
                                          <p:spTgt spid="53253"/>
                                        </p:tgtEl>
                                        <p:attrNameLst>
                                          <p:attrName>style.visibility</p:attrName>
                                        </p:attrNameLst>
                                      </p:cBhvr>
                                      <p:to>
                                        <p:strVal val="visible"/>
                                      </p:to>
                                    </p:set>
                                    <p:anim calcmode="lin" valueType="num">
                                      <p:cBhvr>
                                        <p:cTn id="19" dur="500" fill="hold"/>
                                        <p:tgtEl>
                                          <p:spTgt spid="53253"/>
                                        </p:tgtEl>
                                        <p:attrNameLst>
                                          <p:attrName>ppt_w</p:attrName>
                                        </p:attrNameLst>
                                      </p:cBhvr>
                                      <p:tavLst>
                                        <p:tav tm="0">
                                          <p:val>
                                            <p:fltVal val="0"/>
                                          </p:val>
                                        </p:tav>
                                        <p:tav tm="100000">
                                          <p:val>
                                            <p:strVal val="#ppt_w"/>
                                          </p:val>
                                        </p:tav>
                                      </p:tavLst>
                                    </p:anim>
                                    <p:anim calcmode="lin" valueType="num">
                                      <p:cBhvr>
                                        <p:cTn id="20" dur="500" fill="hold"/>
                                        <p:tgtEl>
                                          <p:spTgt spid="53253"/>
                                        </p:tgtEl>
                                        <p:attrNameLst>
                                          <p:attrName>ppt_h</p:attrName>
                                        </p:attrNameLst>
                                      </p:cBhvr>
                                      <p:tavLst>
                                        <p:tav tm="0">
                                          <p:val>
                                            <p:fltVal val="0"/>
                                          </p:val>
                                        </p:tav>
                                        <p:tav tm="100000">
                                          <p:val>
                                            <p:strVal val="#ppt_h"/>
                                          </p:val>
                                        </p:tav>
                                      </p:tavLst>
                                    </p:anim>
                                    <p:animEffect transition="in" filter="fade">
                                      <p:cBhvr>
                                        <p:cTn id="21" dur="500"/>
                                        <p:tgtEl>
                                          <p:spTgt spid="5325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wipe(down)">
                                      <p:cBhvr>
                                        <p:cTn id="26" dur="50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wipe(down)">
                                      <p:cBhvr>
                                        <p:cTn id="31" dur="500"/>
                                        <p:tgtEl>
                                          <p:spTgt spid="6"/>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wipe(down)">
                                      <p:cBhvr>
                                        <p:cTn id="34" dur="500"/>
                                        <p:tgtEl>
                                          <p:spTgt spid="8"/>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wipe(down)">
                                      <p:cBhvr>
                                        <p:cTn id="39" dur="500"/>
                                        <p:tgtEl>
                                          <p:spTgt spid="9"/>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wipe(down)">
                                      <p:cBhvr>
                                        <p:cTn id="44" dur="500"/>
                                        <p:tgtEl>
                                          <p:spTgt spid="11"/>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grpId="0" nodeType="click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wipe(down)">
                                      <p:cBhvr>
                                        <p:cTn id="49" dur="500"/>
                                        <p:tgtEl>
                                          <p:spTgt spid="10"/>
                                        </p:tgtEl>
                                      </p:cBhvr>
                                    </p:animEffect>
                                  </p:childTnLst>
                                </p:cTn>
                              </p:par>
                              <p:par>
                                <p:cTn id="50" presetID="22" presetClass="entr" presetSubtype="4" fill="hold" grpId="0" nodeType="with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wipe(down)">
                                      <p:cBhvr>
                                        <p:cTn id="5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p:bldP spid="5" grpId="0"/>
      <p:bldP spid="6" grpId="0"/>
      <p:bldP spid="8" grpId="0"/>
      <p:bldP spid="9" grpId="0"/>
      <p:bldP spid="10" grpId="0"/>
      <p:bldP spid="11" grpId="0"/>
      <p:bldP spid="1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内容占位符 2"/>
          <p:cNvSpPr>
            <a:spLocks noGrp="1" noChangeArrowheads="1"/>
          </p:cNvSpPr>
          <p:nvPr>
            <p:ph idx="1"/>
          </p:nvPr>
        </p:nvSpPr>
        <p:spPr>
          <a:xfrm>
            <a:off x="336551" y="915987"/>
            <a:ext cx="8555930" cy="3455987"/>
          </a:xfrm>
        </p:spPr>
        <p:txBody>
          <a:bodyPr/>
          <a:lstStyle/>
          <a:p>
            <a:pPr eaLnBrk="1" hangingPunct="1">
              <a:lnSpc>
                <a:spcPts val="2800"/>
              </a:lnSpc>
              <a:buClr>
                <a:schemeClr val="tx1"/>
              </a:buClr>
              <a:buFont typeface="Wingdings" pitchFamily="2" charset="2"/>
              <a:buChar char="Ø"/>
              <a:defRPr/>
            </a:pPr>
            <a:r>
              <a:rPr lang="zh-CN" altLang="en-US" sz="2200" b="1" dirty="0">
                <a:solidFill>
                  <a:schemeClr val="tx1"/>
                </a:solidFill>
                <a:latin typeface="Times New Roman" panose="02020603050405020304" pitchFamily="18" charset="0"/>
                <a:cs typeface="Times New Roman" panose="02020603050405020304" pitchFamily="18" charset="0"/>
              </a:rPr>
              <a:t>构造</a:t>
            </a:r>
            <a:r>
              <a:rPr lang="en-US" altLang="zh-CN" sz="2200" b="1" i="1" dirty="0">
                <a:solidFill>
                  <a:schemeClr val="tx1"/>
                </a:solidFill>
                <a:latin typeface="Times New Roman" panose="02020603050405020304" pitchFamily="18" charset="0"/>
                <a:ea typeface="宋体" pitchFamily="2" charset="-122"/>
                <a:cs typeface="Times New Roman" panose="02020603050405020304" pitchFamily="18" charset="0"/>
              </a:rPr>
              <a:t>G'</a:t>
            </a:r>
            <a:r>
              <a:rPr lang="zh-CN" altLang="en-US" sz="2200" b="1" dirty="0">
                <a:solidFill>
                  <a:schemeClr val="tx1"/>
                </a:solidFill>
                <a:latin typeface="Times New Roman" panose="02020603050405020304" pitchFamily="18" charset="0"/>
                <a:cs typeface="Times New Roman" panose="02020603050405020304" pitchFamily="18" charset="0"/>
              </a:rPr>
              <a:t>的规范</a:t>
            </a:r>
            <a:r>
              <a:rPr lang="en-US" altLang="zh-CN" sz="2200" b="1" i="1" dirty="0">
                <a:solidFill>
                  <a:srgbClr val="2D83F4"/>
                </a:solidFill>
                <a:latin typeface="Times New Roman" panose="02020603050405020304" pitchFamily="18" charset="0"/>
                <a:ea typeface="楷体_GB2312" pitchFamily="49" charset="-122"/>
                <a:cs typeface="Times New Roman" panose="02020603050405020304" pitchFamily="18" charset="0"/>
              </a:rPr>
              <a:t>LR</a:t>
            </a:r>
            <a:r>
              <a:rPr lang="en-US" altLang="zh-CN" sz="2200" b="1" dirty="0">
                <a:solidFill>
                  <a:srgbClr val="2D83F4"/>
                </a:solidFill>
                <a:latin typeface="Times New Roman" panose="02020603050405020304" pitchFamily="18" charset="0"/>
                <a:ea typeface="楷体_GB2312" pitchFamily="49" charset="-122"/>
                <a:cs typeface="Times New Roman" panose="02020603050405020304" pitchFamily="18" charset="0"/>
              </a:rPr>
              <a:t>(0)</a:t>
            </a:r>
            <a:r>
              <a:rPr lang="zh-CN" altLang="en-US" sz="2200" b="1" dirty="0">
                <a:solidFill>
                  <a:schemeClr val="tx1"/>
                </a:solidFill>
                <a:latin typeface="Times New Roman" panose="02020603050405020304" pitchFamily="18" charset="0"/>
                <a:cs typeface="Times New Roman" panose="02020603050405020304" pitchFamily="18" charset="0"/>
              </a:rPr>
              <a:t>项集族</a:t>
            </a:r>
            <a:r>
              <a:rPr lang="en-US" altLang="zh-CN" sz="2200" b="1" i="1" dirty="0">
                <a:solidFill>
                  <a:schemeClr val="tx1"/>
                </a:solidFill>
                <a:latin typeface="Times New Roman" panose="02020603050405020304" pitchFamily="18" charset="0"/>
                <a:ea typeface="宋体" pitchFamily="2" charset="-122"/>
                <a:cs typeface="Times New Roman" panose="02020603050405020304" pitchFamily="18" charset="0"/>
              </a:rPr>
              <a:t>C </a:t>
            </a:r>
            <a:r>
              <a:rPr lang="en-US" altLang="zh-CN" sz="2200" b="1" dirty="0">
                <a:solidFill>
                  <a:schemeClr val="tx1"/>
                </a:solidFill>
                <a:latin typeface="Times New Roman" panose="02020603050405020304" pitchFamily="18" charset="0"/>
                <a:ea typeface="宋体" pitchFamily="2" charset="-122"/>
                <a:cs typeface="Times New Roman" panose="02020603050405020304" pitchFamily="18" charset="0"/>
              </a:rPr>
              <a:t>= { </a:t>
            </a:r>
            <a:r>
              <a:rPr lang="en-US" altLang="zh-CN" sz="2200" b="1" i="1" dirty="0">
                <a:solidFill>
                  <a:schemeClr val="tx1"/>
                </a:solidFill>
                <a:latin typeface="Times New Roman" panose="02020603050405020304" pitchFamily="18" charset="0"/>
                <a:ea typeface="楷体_GB2312" pitchFamily="49" charset="-122"/>
                <a:cs typeface="Times New Roman" panose="02020603050405020304" pitchFamily="18" charset="0"/>
              </a:rPr>
              <a:t>I</a:t>
            </a:r>
            <a:r>
              <a:rPr lang="en-US" altLang="zh-CN" sz="2200" b="1" baseline="-25000" dirty="0">
                <a:solidFill>
                  <a:schemeClr val="tx1"/>
                </a:solidFill>
                <a:latin typeface="Times New Roman" panose="02020603050405020304" pitchFamily="18" charset="0"/>
                <a:ea typeface="楷体_GB2312" pitchFamily="49" charset="-122"/>
                <a:cs typeface="Times New Roman" panose="02020603050405020304" pitchFamily="18" charset="0"/>
              </a:rPr>
              <a:t>0</a:t>
            </a:r>
            <a:r>
              <a:rPr lang="en-US" altLang="zh-CN" sz="2200"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sz="2200" b="1" i="1" dirty="0">
                <a:solidFill>
                  <a:schemeClr val="tx1"/>
                </a:solidFill>
                <a:latin typeface="Times New Roman" panose="02020603050405020304" pitchFamily="18" charset="0"/>
                <a:ea typeface="楷体_GB2312" pitchFamily="49" charset="-122"/>
                <a:cs typeface="Times New Roman" panose="02020603050405020304" pitchFamily="18" charset="0"/>
              </a:rPr>
              <a:t>I</a:t>
            </a:r>
            <a:r>
              <a:rPr lang="en-US" altLang="zh-CN" sz="2200" b="1" baseline="-25000" dirty="0">
                <a:solidFill>
                  <a:schemeClr val="tx1"/>
                </a:solidFill>
                <a:latin typeface="Times New Roman" panose="02020603050405020304" pitchFamily="18" charset="0"/>
                <a:ea typeface="楷体_GB2312" pitchFamily="49" charset="-122"/>
                <a:cs typeface="Times New Roman" panose="02020603050405020304" pitchFamily="18" charset="0"/>
              </a:rPr>
              <a:t>1</a:t>
            </a:r>
            <a:r>
              <a:rPr lang="en-US" altLang="zh-CN" sz="2200" b="1" dirty="0">
                <a:solidFill>
                  <a:schemeClr val="tx1"/>
                </a:solidFill>
                <a:latin typeface="Times New Roman" panose="02020603050405020304" pitchFamily="18" charset="0"/>
                <a:ea typeface="楷体_GB2312" pitchFamily="49" charset="-122"/>
                <a:cs typeface="Times New Roman" panose="02020603050405020304" pitchFamily="18" charset="0"/>
              </a:rPr>
              <a:t>, … , </a:t>
            </a:r>
            <a:r>
              <a:rPr lang="en-US" altLang="zh-CN" sz="2200" b="1" i="1" dirty="0">
                <a:solidFill>
                  <a:schemeClr val="tx1"/>
                </a:solidFill>
                <a:latin typeface="Times New Roman" panose="02020603050405020304" pitchFamily="18" charset="0"/>
                <a:ea typeface="楷体_GB2312" pitchFamily="49" charset="-122"/>
                <a:cs typeface="Times New Roman" panose="02020603050405020304" pitchFamily="18" charset="0"/>
              </a:rPr>
              <a:t>I</a:t>
            </a:r>
            <a:r>
              <a:rPr lang="en-US" altLang="zh-CN" sz="2200" b="1" i="1" baseline="-25000" dirty="0">
                <a:solidFill>
                  <a:schemeClr val="tx1"/>
                </a:solidFill>
                <a:latin typeface="Times New Roman" panose="02020603050405020304" pitchFamily="18" charset="0"/>
                <a:ea typeface="楷体_GB2312" pitchFamily="49" charset="-122"/>
                <a:cs typeface="Times New Roman" panose="02020603050405020304" pitchFamily="18" charset="0"/>
              </a:rPr>
              <a:t>n</a:t>
            </a:r>
            <a:r>
              <a:rPr lang="en-US" altLang="zh-CN" sz="2200" b="1" dirty="0">
                <a:solidFill>
                  <a:schemeClr val="tx1"/>
                </a:solidFill>
                <a:latin typeface="Times New Roman" panose="02020603050405020304" pitchFamily="18" charset="0"/>
                <a:ea typeface="楷体_GB2312" pitchFamily="49" charset="-122"/>
                <a:cs typeface="Times New Roman" panose="02020603050405020304" pitchFamily="18" charset="0"/>
              </a:rPr>
              <a:t>}</a:t>
            </a:r>
            <a:r>
              <a:rPr lang="zh-CN" altLang="en-US" sz="2200" b="1" dirty="0">
                <a:solidFill>
                  <a:schemeClr val="tx1"/>
                </a:solidFill>
                <a:latin typeface="Times New Roman" panose="02020603050405020304" pitchFamily="18" charset="0"/>
                <a:ea typeface="楷体_GB2312" pitchFamily="49" charset="-122"/>
                <a:cs typeface="Times New Roman" panose="02020603050405020304" pitchFamily="18" charset="0"/>
              </a:rPr>
              <a:t>。</a:t>
            </a:r>
            <a:endParaRPr lang="en-US" altLang="zh-CN" sz="2200" b="1" dirty="0">
              <a:solidFill>
                <a:schemeClr val="tx1"/>
              </a:solidFill>
              <a:latin typeface="Times New Roman" panose="02020603050405020304" pitchFamily="18" charset="0"/>
              <a:ea typeface="楷体_GB2312" pitchFamily="49" charset="-122"/>
              <a:cs typeface="Times New Roman" panose="02020603050405020304" pitchFamily="18" charset="0"/>
            </a:endParaRPr>
          </a:p>
          <a:p>
            <a:pPr eaLnBrk="1" hangingPunct="1">
              <a:lnSpc>
                <a:spcPts val="2800"/>
              </a:lnSpc>
              <a:buClr>
                <a:schemeClr val="tx1"/>
              </a:buClr>
              <a:buFont typeface="Wingdings" pitchFamily="2" charset="2"/>
              <a:buChar char="Ø"/>
              <a:defRPr/>
            </a:pPr>
            <a:r>
              <a:rPr lang="zh-CN" altLang="en-US" sz="2200" b="1" dirty="0">
                <a:solidFill>
                  <a:schemeClr val="tx1"/>
                </a:solidFill>
                <a:latin typeface="Times New Roman" panose="02020603050405020304" pitchFamily="18" charset="0"/>
                <a:cs typeface="Times New Roman" panose="02020603050405020304" pitchFamily="18" charset="0"/>
              </a:rPr>
              <a:t>根据</a:t>
            </a:r>
            <a:r>
              <a:rPr lang="en-US" altLang="zh-CN" sz="2200" b="1" i="1" dirty="0">
                <a:solidFill>
                  <a:schemeClr val="tx1"/>
                </a:solidFill>
                <a:latin typeface="Times New Roman" panose="02020603050405020304" pitchFamily="18" charset="0"/>
                <a:ea typeface="宋体" pitchFamily="2" charset="-122"/>
                <a:cs typeface="Times New Roman" panose="02020603050405020304" pitchFamily="18" charset="0"/>
              </a:rPr>
              <a:t>I</a:t>
            </a:r>
            <a:r>
              <a:rPr lang="en-US" altLang="zh-CN" sz="2200" b="1" i="1" baseline="-25000" dirty="0">
                <a:solidFill>
                  <a:schemeClr val="tx1"/>
                </a:solidFill>
                <a:latin typeface="Times New Roman" panose="02020603050405020304" pitchFamily="18" charset="0"/>
                <a:ea typeface="宋体" pitchFamily="2" charset="-122"/>
                <a:cs typeface="Times New Roman" panose="02020603050405020304" pitchFamily="18" charset="0"/>
              </a:rPr>
              <a:t>i</a:t>
            </a:r>
            <a:r>
              <a:rPr lang="zh-CN" altLang="en-US" sz="2200" b="1" dirty="0">
                <a:solidFill>
                  <a:schemeClr val="tx1"/>
                </a:solidFill>
                <a:latin typeface="Times New Roman" panose="02020603050405020304" pitchFamily="18" charset="0"/>
                <a:cs typeface="Times New Roman" panose="02020603050405020304" pitchFamily="18" charset="0"/>
              </a:rPr>
              <a:t>构造得到状态</a:t>
            </a:r>
            <a:r>
              <a:rPr lang="en-US" altLang="zh-CN" sz="2200" b="1" i="1" dirty="0" err="1">
                <a:solidFill>
                  <a:schemeClr val="tx1"/>
                </a:solidFill>
                <a:latin typeface="Times New Roman" panose="02020603050405020304" pitchFamily="18" charset="0"/>
                <a:ea typeface="宋体" pitchFamily="2" charset="-122"/>
                <a:cs typeface="Times New Roman" panose="02020603050405020304" pitchFamily="18" charset="0"/>
              </a:rPr>
              <a:t>i</a:t>
            </a:r>
            <a:r>
              <a:rPr lang="zh-CN" altLang="en-US" sz="2200" b="1" dirty="0">
                <a:solidFill>
                  <a:schemeClr val="tx1"/>
                </a:solidFill>
                <a:latin typeface="Times New Roman" panose="02020603050405020304" pitchFamily="18" charset="0"/>
                <a:ea typeface="宋体" pitchFamily="2" charset="-122"/>
                <a:cs typeface="Times New Roman" panose="02020603050405020304" pitchFamily="18" charset="0"/>
              </a:rPr>
              <a:t>。</a:t>
            </a:r>
            <a:r>
              <a:rPr lang="zh-CN" altLang="en-US" sz="2200" b="1" dirty="0">
                <a:solidFill>
                  <a:schemeClr val="tx1"/>
                </a:solidFill>
                <a:latin typeface="Times New Roman" panose="02020603050405020304" pitchFamily="18" charset="0"/>
                <a:cs typeface="Times New Roman" panose="02020603050405020304" pitchFamily="18" charset="0"/>
              </a:rPr>
              <a:t>状态</a:t>
            </a:r>
            <a:r>
              <a:rPr lang="en-US" altLang="zh-CN" sz="2200" b="1" i="1" dirty="0" err="1">
                <a:solidFill>
                  <a:schemeClr val="tx1"/>
                </a:solidFill>
                <a:latin typeface="Times New Roman" panose="02020603050405020304" pitchFamily="18" charset="0"/>
                <a:ea typeface="宋体" pitchFamily="2" charset="-122"/>
                <a:cs typeface="Times New Roman" panose="02020603050405020304" pitchFamily="18" charset="0"/>
              </a:rPr>
              <a:t>i</a:t>
            </a:r>
            <a:r>
              <a:rPr lang="en-US" altLang="zh-CN" sz="2200" b="1" i="1" dirty="0">
                <a:solidFill>
                  <a:schemeClr val="tx1"/>
                </a:solidFill>
                <a:latin typeface="Times New Roman" panose="02020603050405020304" pitchFamily="18" charset="0"/>
                <a:ea typeface="宋体" pitchFamily="2" charset="-122"/>
                <a:cs typeface="Times New Roman" panose="02020603050405020304" pitchFamily="18" charset="0"/>
              </a:rPr>
              <a:t> </a:t>
            </a:r>
            <a:r>
              <a:rPr lang="zh-CN" altLang="en-US" sz="2200" b="1" dirty="0">
                <a:solidFill>
                  <a:schemeClr val="tx1"/>
                </a:solidFill>
                <a:latin typeface="Times New Roman" panose="02020603050405020304" pitchFamily="18" charset="0"/>
                <a:cs typeface="Times New Roman" panose="02020603050405020304" pitchFamily="18" charset="0"/>
              </a:rPr>
              <a:t>的语法分析动作按照下面的方法决定：</a:t>
            </a:r>
            <a:endParaRPr lang="en-US" altLang="zh-CN" sz="2200" b="1" dirty="0">
              <a:solidFill>
                <a:schemeClr val="tx1"/>
              </a:solidFill>
              <a:latin typeface="Times New Roman" panose="02020603050405020304" pitchFamily="18" charset="0"/>
              <a:cs typeface="Times New Roman" panose="02020603050405020304" pitchFamily="18" charset="0"/>
            </a:endParaRPr>
          </a:p>
          <a:p>
            <a:pPr lvl="1" eaLnBrk="1" hangingPunct="1">
              <a:lnSpc>
                <a:spcPts val="2800"/>
              </a:lnSpc>
              <a:buClr>
                <a:schemeClr val="tx1"/>
              </a:buClr>
              <a:buFont typeface="Wingdings" pitchFamily="2" charset="2"/>
              <a:buChar char="Ø"/>
              <a:defRPr/>
            </a:pPr>
            <a:r>
              <a:rPr lang="en-US" altLang="zh-CN" b="1" i="1" dirty="0">
                <a:solidFill>
                  <a:srgbClr val="2D83F4"/>
                </a:solidFill>
                <a:latin typeface="Times New Roman" panose="02020603050405020304" pitchFamily="18" charset="0"/>
                <a:ea typeface="楷体_GB2312" pitchFamily="49" charset="-122"/>
                <a:cs typeface="Times New Roman" panose="02020603050405020304" pitchFamily="18" charset="0"/>
              </a:rPr>
              <a:t>if</a:t>
            </a:r>
            <a:r>
              <a:rPr lang="en-US" altLang="zh-CN" b="1" i="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b="1" i="1" dirty="0" err="1">
                <a:solidFill>
                  <a:schemeClr val="tx1"/>
                </a:solidFill>
                <a:latin typeface="Times New Roman" panose="02020603050405020304" pitchFamily="18" charset="0"/>
                <a:ea typeface="楷体_GB2312" pitchFamily="49" charset="-122"/>
                <a:cs typeface="Times New Roman" panose="02020603050405020304" pitchFamily="18" charset="0"/>
              </a:rPr>
              <a:t>A</a:t>
            </a:r>
            <a:r>
              <a:rPr lang="en-US" altLang="zh-CN" b="1" dirty="0" err="1">
                <a:solidFill>
                  <a:schemeClr val="tx1"/>
                </a:solidFill>
                <a:latin typeface="Times New Roman" panose="02020603050405020304" pitchFamily="18" charset="0"/>
                <a:ea typeface="楷体_GB2312" pitchFamily="49" charset="-122"/>
                <a:cs typeface="Times New Roman" panose="02020603050405020304" pitchFamily="18" charset="0"/>
              </a:rPr>
              <a:t>→</a:t>
            </a:r>
            <a:r>
              <a:rPr lang="en-US" altLang="zh-CN" b="1" i="1" dirty="0" err="1">
                <a:solidFill>
                  <a:schemeClr val="tx1"/>
                </a:solidFill>
                <a:latin typeface="Times New Roman" panose="02020603050405020304" pitchFamily="18" charset="0"/>
                <a:ea typeface="楷体_GB2312" pitchFamily="49" charset="-122"/>
                <a:cs typeface="Times New Roman" panose="02020603050405020304" pitchFamily="18" charset="0"/>
              </a:rPr>
              <a:t>α</a:t>
            </a:r>
            <a:r>
              <a:rPr lang="en-US" altLang="zh-CN" sz="2400" b="1" i="1" dirty="0" err="1">
                <a:solidFill>
                  <a:srgbClr val="000000"/>
                </a:solidFill>
                <a:latin typeface="Times New Roman" panose="02020603050405020304" pitchFamily="18" charset="0"/>
                <a:ea typeface="宋体" pitchFamily="2" charset="-122"/>
                <a:cs typeface="Times New Roman" panose="02020603050405020304" pitchFamily="18" charset="0"/>
              </a:rPr>
              <a:t>·</a:t>
            </a:r>
            <a:r>
              <a:rPr lang="en-US" altLang="zh-CN" b="1" i="1" dirty="0" err="1">
                <a:solidFill>
                  <a:schemeClr val="tx1"/>
                </a:solidFill>
                <a:latin typeface="Times New Roman" panose="02020603050405020304" pitchFamily="18" charset="0"/>
                <a:ea typeface="楷体_GB2312" pitchFamily="49" charset="-122"/>
                <a:cs typeface="Times New Roman" panose="02020603050405020304" pitchFamily="18" charset="0"/>
              </a:rPr>
              <a:t>aβ</a:t>
            </a:r>
            <a:r>
              <a:rPr lang="en-US" altLang="zh-CN" b="1" dirty="0" err="1">
                <a:solidFill>
                  <a:schemeClr val="tx1"/>
                </a:solidFill>
                <a:latin typeface="Times New Roman" panose="02020603050405020304" pitchFamily="18" charset="0"/>
                <a:ea typeface="楷体_GB2312" pitchFamily="49" charset="-122"/>
                <a:cs typeface="Times New Roman" panose="02020603050405020304" pitchFamily="18" charset="0"/>
              </a:rPr>
              <a:t>∈</a:t>
            </a:r>
            <a:r>
              <a:rPr lang="en-US" altLang="zh-CN" b="1" i="1" dirty="0" err="1">
                <a:solidFill>
                  <a:schemeClr val="tx1"/>
                </a:solidFill>
                <a:latin typeface="Times New Roman" panose="02020603050405020304" pitchFamily="18" charset="0"/>
                <a:ea typeface="楷体_GB2312" pitchFamily="49" charset="-122"/>
                <a:cs typeface="Times New Roman" panose="02020603050405020304" pitchFamily="18" charset="0"/>
              </a:rPr>
              <a:t>I</a:t>
            </a:r>
            <a:r>
              <a:rPr lang="en-US" altLang="zh-CN" b="1" i="1" baseline="-25000" dirty="0" err="1">
                <a:solidFill>
                  <a:schemeClr val="tx1"/>
                </a:solidFill>
                <a:latin typeface="Times New Roman" panose="02020603050405020304" pitchFamily="18" charset="0"/>
                <a:ea typeface="楷体_GB2312" pitchFamily="49" charset="-122"/>
                <a:cs typeface="Times New Roman" panose="02020603050405020304" pitchFamily="18" charset="0"/>
              </a:rPr>
              <a:t>i</a:t>
            </a:r>
            <a:r>
              <a:rPr lang="en-US" altLang="zh-CN" b="1" baseline="-25000"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b="1" i="1" dirty="0">
                <a:solidFill>
                  <a:schemeClr val="tx1"/>
                </a:solidFill>
                <a:latin typeface="Times New Roman" panose="02020603050405020304" pitchFamily="18" charset="0"/>
                <a:ea typeface="楷体_GB2312" pitchFamily="49" charset="-122"/>
                <a:cs typeface="Times New Roman" panose="02020603050405020304" pitchFamily="18" charset="0"/>
              </a:rPr>
              <a:t>and</a:t>
            </a:r>
            <a:r>
              <a:rPr lang="en-US" altLang="zh-CN"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b="1" i="1" dirty="0">
                <a:solidFill>
                  <a:schemeClr val="tx1"/>
                </a:solidFill>
                <a:latin typeface="Times New Roman" panose="02020603050405020304" pitchFamily="18" charset="0"/>
                <a:ea typeface="楷体_GB2312" pitchFamily="49" charset="-122"/>
                <a:cs typeface="Times New Roman" panose="02020603050405020304" pitchFamily="18" charset="0"/>
              </a:rPr>
              <a:t>GOTO</a:t>
            </a:r>
            <a:r>
              <a:rPr lang="en-US" altLang="zh-CN"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b="1" i="1" dirty="0">
                <a:solidFill>
                  <a:schemeClr val="tx1"/>
                </a:solidFill>
                <a:latin typeface="Times New Roman" panose="02020603050405020304" pitchFamily="18" charset="0"/>
                <a:ea typeface="楷体_GB2312" pitchFamily="49" charset="-122"/>
                <a:cs typeface="Times New Roman" panose="02020603050405020304" pitchFamily="18" charset="0"/>
              </a:rPr>
              <a:t>I</a:t>
            </a:r>
            <a:r>
              <a:rPr lang="en-US" altLang="zh-CN" b="1" i="1" baseline="-25000" dirty="0">
                <a:solidFill>
                  <a:schemeClr val="tx1"/>
                </a:solidFill>
                <a:latin typeface="Times New Roman" panose="02020603050405020304" pitchFamily="18" charset="0"/>
                <a:ea typeface="楷体_GB2312" pitchFamily="49" charset="-122"/>
                <a:cs typeface="Times New Roman" panose="02020603050405020304" pitchFamily="18" charset="0"/>
              </a:rPr>
              <a:t>i </a:t>
            </a:r>
            <a:r>
              <a:rPr lang="en-US" altLang="zh-CN"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b="1" i="1" dirty="0">
                <a:solidFill>
                  <a:schemeClr val="tx1"/>
                </a:solidFill>
                <a:latin typeface="Times New Roman" panose="02020603050405020304" pitchFamily="18" charset="0"/>
                <a:ea typeface="楷体_GB2312" pitchFamily="49" charset="-122"/>
                <a:cs typeface="Times New Roman" panose="02020603050405020304" pitchFamily="18" charset="0"/>
              </a:rPr>
              <a:t>a</a:t>
            </a:r>
            <a:r>
              <a:rPr lang="en-US" altLang="zh-CN"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b="1" i="1" dirty="0" err="1">
                <a:solidFill>
                  <a:schemeClr val="tx1"/>
                </a:solidFill>
                <a:latin typeface="Times New Roman" panose="02020603050405020304" pitchFamily="18" charset="0"/>
                <a:ea typeface="楷体_GB2312" pitchFamily="49" charset="-122"/>
                <a:cs typeface="Times New Roman" panose="02020603050405020304" pitchFamily="18" charset="0"/>
              </a:rPr>
              <a:t>I</a:t>
            </a:r>
            <a:r>
              <a:rPr lang="en-US" altLang="zh-CN" b="1" i="1" baseline="-25000" dirty="0" err="1">
                <a:solidFill>
                  <a:schemeClr val="tx1"/>
                </a:solidFill>
                <a:latin typeface="Times New Roman" panose="02020603050405020304" pitchFamily="18" charset="0"/>
                <a:ea typeface="楷体_GB2312" pitchFamily="49" charset="-122"/>
                <a:cs typeface="Times New Roman" panose="02020603050405020304" pitchFamily="18" charset="0"/>
              </a:rPr>
              <a:t>j</a:t>
            </a:r>
            <a:r>
              <a:rPr lang="en-US" altLang="zh-CN" b="1" baseline="-25000"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b="1" i="1" dirty="0">
                <a:solidFill>
                  <a:srgbClr val="2D83F4"/>
                </a:solidFill>
                <a:latin typeface="Times New Roman" panose="02020603050405020304" pitchFamily="18" charset="0"/>
                <a:ea typeface="楷体_GB2312" pitchFamily="49" charset="-122"/>
                <a:cs typeface="Times New Roman" panose="02020603050405020304" pitchFamily="18" charset="0"/>
              </a:rPr>
              <a:t>then</a:t>
            </a:r>
            <a:r>
              <a:rPr lang="en-US" altLang="zh-CN" b="1" dirty="0">
                <a:solidFill>
                  <a:srgbClr val="2D83F4"/>
                </a:solidFill>
                <a:latin typeface="Times New Roman" panose="02020603050405020304" pitchFamily="18" charset="0"/>
                <a:ea typeface="楷体_GB2312" pitchFamily="49" charset="-122"/>
                <a:cs typeface="Times New Roman" panose="02020603050405020304" pitchFamily="18" charset="0"/>
              </a:rPr>
              <a:t> </a:t>
            </a:r>
            <a:r>
              <a:rPr lang="en-US" altLang="zh-CN" b="1" i="1" dirty="0">
                <a:solidFill>
                  <a:schemeClr val="tx1"/>
                </a:solidFill>
                <a:latin typeface="Times New Roman" panose="02020603050405020304" pitchFamily="18" charset="0"/>
                <a:ea typeface="楷体_GB2312" pitchFamily="49" charset="-122"/>
                <a:cs typeface="Times New Roman" panose="02020603050405020304" pitchFamily="18" charset="0"/>
              </a:rPr>
              <a:t>ACTION</a:t>
            </a:r>
            <a:r>
              <a:rPr lang="en-US" altLang="zh-CN"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b="1" i="1" dirty="0" err="1">
                <a:solidFill>
                  <a:schemeClr val="tx1"/>
                </a:solidFill>
                <a:latin typeface="Times New Roman" panose="02020603050405020304" pitchFamily="18" charset="0"/>
                <a:ea typeface="楷体_GB2312" pitchFamily="49" charset="-122"/>
                <a:cs typeface="Times New Roman" panose="02020603050405020304" pitchFamily="18" charset="0"/>
              </a:rPr>
              <a:t>i</a:t>
            </a:r>
            <a:r>
              <a:rPr lang="en-US" altLang="zh-CN"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b="1" i="1" dirty="0">
                <a:solidFill>
                  <a:schemeClr val="tx1"/>
                </a:solidFill>
                <a:latin typeface="Times New Roman" panose="02020603050405020304" pitchFamily="18" charset="0"/>
                <a:ea typeface="楷体_GB2312" pitchFamily="49" charset="-122"/>
                <a:cs typeface="Times New Roman" panose="02020603050405020304" pitchFamily="18" charset="0"/>
              </a:rPr>
              <a:t>a</a:t>
            </a:r>
            <a:r>
              <a:rPr lang="en-US" altLang="zh-CN"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b="1" dirty="0" err="1">
                <a:solidFill>
                  <a:schemeClr val="tx1"/>
                </a:solidFill>
                <a:latin typeface="Times New Roman" panose="02020603050405020304" pitchFamily="18" charset="0"/>
                <a:ea typeface="楷体_GB2312" pitchFamily="49" charset="-122"/>
                <a:cs typeface="Times New Roman" panose="02020603050405020304" pitchFamily="18" charset="0"/>
              </a:rPr>
              <a:t>sj</a:t>
            </a:r>
            <a:endParaRPr lang="en-US" altLang="zh-CN" b="1" baseline="-25000" dirty="0">
              <a:solidFill>
                <a:schemeClr val="tx1"/>
              </a:solidFill>
              <a:latin typeface="Times New Roman" panose="02020603050405020304" pitchFamily="18" charset="0"/>
              <a:ea typeface="楷体_GB2312" pitchFamily="49" charset="-122"/>
              <a:cs typeface="Times New Roman" panose="02020603050405020304" pitchFamily="18" charset="0"/>
            </a:endParaRPr>
          </a:p>
          <a:p>
            <a:pPr lvl="1" eaLnBrk="1" hangingPunct="1">
              <a:lnSpc>
                <a:spcPts val="2800"/>
              </a:lnSpc>
              <a:buClr>
                <a:schemeClr val="tx1"/>
              </a:buClr>
              <a:buFont typeface="Wingdings" pitchFamily="2" charset="2"/>
              <a:buChar char="Ø"/>
              <a:defRPr/>
            </a:pPr>
            <a:r>
              <a:rPr lang="en-US" altLang="zh-CN" b="1" i="1" dirty="0">
                <a:solidFill>
                  <a:srgbClr val="2D83F4"/>
                </a:solidFill>
                <a:latin typeface="Times New Roman" panose="02020603050405020304" pitchFamily="18" charset="0"/>
                <a:ea typeface="楷体_GB2312"/>
                <a:cs typeface="Times New Roman" panose="02020603050405020304" pitchFamily="18" charset="0"/>
              </a:rPr>
              <a:t>if</a:t>
            </a:r>
            <a:r>
              <a:rPr lang="en-US" altLang="zh-CN" b="1" dirty="0">
                <a:solidFill>
                  <a:schemeClr val="tx1"/>
                </a:solidFill>
                <a:latin typeface="Times New Roman" panose="02020603050405020304" pitchFamily="18" charset="0"/>
                <a:ea typeface="楷体_GB2312"/>
                <a:cs typeface="Times New Roman" panose="02020603050405020304" pitchFamily="18" charset="0"/>
              </a:rPr>
              <a:t> </a:t>
            </a:r>
            <a:r>
              <a:rPr lang="en-US" altLang="zh-CN" b="1" i="1" dirty="0">
                <a:solidFill>
                  <a:schemeClr val="tx1"/>
                </a:solidFill>
                <a:latin typeface="Times New Roman" panose="02020603050405020304" pitchFamily="18" charset="0"/>
                <a:ea typeface="楷体_GB2312"/>
                <a:cs typeface="Times New Roman" panose="02020603050405020304" pitchFamily="18" charset="0"/>
              </a:rPr>
              <a:t>A</a:t>
            </a:r>
            <a:r>
              <a:rPr lang="en-US" altLang="zh-CN" b="1" dirty="0">
                <a:solidFill>
                  <a:schemeClr val="tx1"/>
                </a:solidFill>
                <a:latin typeface="Times New Roman" panose="02020603050405020304" pitchFamily="18" charset="0"/>
                <a:ea typeface="楷体_GB2312"/>
                <a:cs typeface="Times New Roman" panose="02020603050405020304" pitchFamily="18" charset="0"/>
              </a:rPr>
              <a:t>→</a:t>
            </a:r>
            <a:r>
              <a:rPr lang="en-US" altLang="zh-CN" b="1" i="1" dirty="0">
                <a:solidFill>
                  <a:schemeClr val="tx1"/>
                </a:solidFill>
                <a:latin typeface="Times New Roman" panose="02020603050405020304" pitchFamily="18" charset="0"/>
                <a:ea typeface="楷体_GB2312"/>
                <a:cs typeface="Times New Roman" panose="02020603050405020304" pitchFamily="18" charset="0"/>
              </a:rPr>
              <a:t>α</a:t>
            </a:r>
            <a:r>
              <a:rPr lang="en-US" altLang="zh-CN" b="1" dirty="0">
                <a:solidFill>
                  <a:schemeClr val="tx1"/>
                </a:solidFill>
                <a:latin typeface="Times New Roman" panose="02020603050405020304" pitchFamily="18" charset="0"/>
                <a:ea typeface="楷体_GB2312"/>
                <a:cs typeface="Times New Roman" panose="02020603050405020304" pitchFamily="18" charset="0"/>
              </a:rPr>
              <a:t>.</a:t>
            </a:r>
            <a:r>
              <a:rPr lang="en-US" altLang="zh-CN" b="1" i="1" dirty="0">
                <a:solidFill>
                  <a:schemeClr val="tx1"/>
                </a:solidFill>
                <a:latin typeface="Times New Roman" panose="02020603050405020304" pitchFamily="18" charset="0"/>
                <a:ea typeface="楷体_GB2312"/>
                <a:cs typeface="Times New Roman" panose="02020603050405020304" pitchFamily="18" charset="0"/>
              </a:rPr>
              <a:t>Bβ</a:t>
            </a:r>
            <a:r>
              <a:rPr lang="en-US" altLang="zh-CN" b="1" dirty="0">
                <a:solidFill>
                  <a:schemeClr val="tx1"/>
                </a:solidFill>
                <a:latin typeface="Times New Roman" panose="02020603050405020304" pitchFamily="18" charset="0"/>
                <a:ea typeface="楷体_GB2312"/>
                <a:cs typeface="Times New Roman" panose="02020603050405020304" pitchFamily="18" charset="0"/>
              </a:rPr>
              <a:t>∈</a:t>
            </a:r>
            <a:r>
              <a:rPr lang="en-US" altLang="zh-CN" b="1" i="1" dirty="0">
                <a:solidFill>
                  <a:schemeClr val="tx1"/>
                </a:solidFill>
                <a:latin typeface="Times New Roman" panose="02020603050405020304" pitchFamily="18" charset="0"/>
                <a:ea typeface="楷体_GB2312"/>
                <a:cs typeface="Times New Roman" panose="02020603050405020304" pitchFamily="18" charset="0"/>
              </a:rPr>
              <a:t>I</a:t>
            </a:r>
            <a:r>
              <a:rPr lang="en-US" altLang="zh-CN" b="1" i="1" baseline="-25000" dirty="0">
                <a:solidFill>
                  <a:schemeClr val="tx1"/>
                </a:solidFill>
                <a:latin typeface="Times New Roman" panose="02020603050405020304" pitchFamily="18" charset="0"/>
                <a:ea typeface="楷体_GB2312"/>
                <a:cs typeface="Times New Roman" panose="02020603050405020304" pitchFamily="18" charset="0"/>
              </a:rPr>
              <a:t>i</a:t>
            </a:r>
            <a:r>
              <a:rPr lang="en-US" altLang="zh-CN" b="1" baseline="-25000" dirty="0">
                <a:solidFill>
                  <a:schemeClr val="tx1"/>
                </a:solidFill>
                <a:latin typeface="Times New Roman" panose="02020603050405020304" pitchFamily="18" charset="0"/>
                <a:ea typeface="楷体_GB2312"/>
                <a:cs typeface="Times New Roman" panose="02020603050405020304" pitchFamily="18" charset="0"/>
              </a:rPr>
              <a:t> </a:t>
            </a:r>
            <a:r>
              <a:rPr lang="en-US" altLang="zh-CN" b="1" i="1" dirty="0">
                <a:solidFill>
                  <a:schemeClr val="tx1"/>
                </a:solidFill>
                <a:latin typeface="Times New Roman" panose="02020603050405020304" pitchFamily="18" charset="0"/>
                <a:ea typeface="楷体_GB2312"/>
                <a:cs typeface="Times New Roman" panose="02020603050405020304" pitchFamily="18" charset="0"/>
              </a:rPr>
              <a:t>and GOTO</a:t>
            </a:r>
            <a:r>
              <a:rPr lang="en-US" altLang="zh-CN" b="1" dirty="0">
                <a:solidFill>
                  <a:schemeClr val="tx1"/>
                </a:solidFill>
                <a:latin typeface="Times New Roman" panose="02020603050405020304" pitchFamily="18" charset="0"/>
                <a:ea typeface="楷体_GB2312"/>
                <a:cs typeface="Times New Roman" panose="02020603050405020304" pitchFamily="18" charset="0"/>
              </a:rPr>
              <a:t>( </a:t>
            </a:r>
            <a:r>
              <a:rPr lang="en-US" altLang="zh-CN" b="1" i="1" dirty="0">
                <a:solidFill>
                  <a:schemeClr val="tx1"/>
                </a:solidFill>
                <a:latin typeface="Times New Roman" panose="02020603050405020304" pitchFamily="18" charset="0"/>
                <a:ea typeface="楷体_GB2312"/>
                <a:cs typeface="Times New Roman" panose="02020603050405020304" pitchFamily="18" charset="0"/>
              </a:rPr>
              <a:t>I</a:t>
            </a:r>
            <a:r>
              <a:rPr lang="en-US" altLang="zh-CN" b="1" i="1" baseline="-25000" dirty="0">
                <a:solidFill>
                  <a:schemeClr val="tx1"/>
                </a:solidFill>
                <a:latin typeface="Times New Roman" panose="02020603050405020304" pitchFamily="18" charset="0"/>
                <a:ea typeface="楷体_GB2312"/>
                <a:cs typeface="Times New Roman" panose="02020603050405020304" pitchFamily="18" charset="0"/>
              </a:rPr>
              <a:t>i</a:t>
            </a:r>
            <a:r>
              <a:rPr lang="zh-CN" altLang="en-US" b="1" i="1" baseline="-25000" dirty="0">
                <a:solidFill>
                  <a:schemeClr val="tx1"/>
                </a:solidFill>
                <a:latin typeface="Times New Roman" panose="02020603050405020304" pitchFamily="18" charset="0"/>
                <a:ea typeface="楷体_GB2312"/>
                <a:cs typeface="Times New Roman" panose="02020603050405020304" pitchFamily="18" charset="0"/>
              </a:rPr>
              <a:t> </a:t>
            </a:r>
            <a:r>
              <a:rPr lang="en-US" altLang="zh-CN" b="1" dirty="0">
                <a:solidFill>
                  <a:schemeClr val="tx1"/>
                </a:solidFill>
                <a:latin typeface="Times New Roman" panose="02020603050405020304" pitchFamily="18" charset="0"/>
                <a:ea typeface="楷体_GB2312"/>
                <a:cs typeface="Times New Roman" panose="02020603050405020304" pitchFamily="18" charset="0"/>
              </a:rPr>
              <a:t>, </a:t>
            </a:r>
            <a:r>
              <a:rPr lang="en-US" altLang="zh-CN" b="1" i="1" dirty="0">
                <a:solidFill>
                  <a:schemeClr val="tx1"/>
                </a:solidFill>
                <a:latin typeface="Times New Roman" panose="02020603050405020304" pitchFamily="18" charset="0"/>
                <a:ea typeface="楷体_GB2312"/>
                <a:cs typeface="Times New Roman" panose="02020603050405020304" pitchFamily="18" charset="0"/>
              </a:rPr>
              <a:t>B </a:t>
            </a:r>
            <a:r>
              <a:rPr lang="en-US" altLang="zh-CN" b="1" dirty="0">
                <a:solidFill>
                  <a:schemeClr val="tx1"/>
                </a:solidFill>
                <a:latin typeface="Times New Roman" panose="02020603050405020304" pitchFamily="18" charset="0"/>
                <a:ea typeface="楷体_GB2312"/>
                <a:cs typeface="Times New Roman" panose="02020603050405020304" pitchFamily="18" charset="0"/>
              </a:rPr>
              <a:t>)=</a:t>
            </a:r>
            <a:r>
              <a:rPr lang="en-US" altLang="zh-CN" b="1" i="1" dirty="0" err="1">
                <a:solidFill>
                  <a:schemeClr val="tx1"/>
                </a:solidFill>
                <a:latin typeface="Times New Roman" panose="02020603050405020304" pitchFamily="18" charset="0"/>
                <a:ea typeface="楷体_GB2312"/>
                <a:cs typeface="Times New Roman" panose="02020603050405020304" pitchFamily="18" charset="0"/>
              </a:rPr>
              <a:t>I</a:t>
            </a:r>
            <a:r>
              <a:rPr lang="en-US" altLang="zh-CN" b="1" i="1" baseline="-25000" dirty="0" err="1">
                <a:solidFill>
                  <a:schemeClr val="tx1"/>
                </a:solidFill>
                <a:latin typeface="Times New Roman" panose="02020603050405020304" pitchFamily="18" charset="0"/>
                <a:ea typeface="楷体_GB2312"/>
                <a:cs typeface="Times New Roman" panose="02020603050405020304" pitchFamily="18" charset="0"/>
              </a:rPr>
              <a:t>j</a:t>
            </a:r>
            <a:r>
              <a:rPr lang="en-US" altLang="zh-CN" b="1" baseline="-25000" dirty="0">
                <a:solidFill>
                  <a:schemeClr val="tx1"/>
                </a:solidFill>
                <a:latin typeface="Times New Roman" panose="02020603050405020304" pitchFamily="18" charset="0"/>
                <a:ea typeface="楷体_GB2312"/>
                <a:cs typeface="Times New Roman" panose="02020603050405020304" pitchFamily="18" charset="0"/>
              </a:rPr>
              <a:t> </a:t>
            </a:r>
            <a:r>
              <a:rPr lang="en-US" altLang="zh-CN" b="1" i="1" dirty="0">
                <a:solidFill>
                  <a:srgbClr val="2D83F4"/>
                </a:solidFill>
                <a:latin typeface="Times New Roman" panose="02020603050405020304" pitchFamily="18" charset="0"/>
                <a:ea typeface="楷体_GB2312"/>
                <a:cs typeface="Times New Roman" panose="02020603050405020304" pitchFamily="18" charset="0"/>
              </a:rPr>
              <a:t>then</a:t>
            </a:r>
            <a:r>
              <a:rPr lang="en-US" altLang="zh-CN" b="1" i="1" dirty="0">
                <a:solidFill>
                  <a:schemeClr val="tx1"/>
                </a:solidFill>
                <a:latin typeface="Times New Roman" panose="02020603050405020304" pitchFamily="18" charset="0"/>
                <a:ea typeface="楷体_GB2312"/>
                <a:cs typeface="Times New Roman" panose="02020603050405020304" pitchFamily="18" charset="0"/>
              </a:rPr>
              <a:t> GOTO</a:t>
            </a:r>
            <a:r>
              <a:rPr lang="en-US" altLang="zh-CN" b="1" dirty="0">
                <a:solidFill>
                  <a:schemeClr val="tx1"/>
                </a:solidFill>
                <a:latin typeface="Times New Roman" panose="02020603050405020304" pitchFamily="18" charset="0"/>
                <a:ea typeface="楷体_GB2312"/>
                <a:cs typeface="Times New Roman" panose="02020603050405020304" pitchFamily="18" charset="0"/>
              </a:rPr>
              <a:t>[ </a:t>
            </a:r>
            <a:r>
              <a:rPr lang="en-US" altLang="zh-CN" b="1" i="1" dirty="0" err="1">
                <a:solidFill>
                  <a:schemeClr val="tx1"/>
                </a:solidFill>
                <a:latin typeface="Times New Roman" panose="02020603050405020304" pitchFamily="18" charset="0"/>
                <a:ea typeface="楷体_GB2312"/>
                <a:cs typeface="Times New Roman" panose="02020603050405020304" pitchFamily="18" charset="0"/>
              </a:rPr>
              <a:t>i</a:t>
            </a:r>
            <a:r>
              <a:rPr lang="en-US" altLang="zh-CN" b="1" dirty="0">
                <a:solidFill>
                  <a:schemeClr val="tx1"/>
                </a:solidFill>
                <a:latin typeface="Times New Roman" panose="02020603050405020304" pitchFamily="18" charset="0"/>
                <a:ea typeface="楷体_GB2312"/>
                <a:cs typeface="Times New Roman" panose="02020603050405020304" pitchFamily="18" charset="0"/>
              </a:rPr>
              <a:t>, </a:t>
            </a:r>
            <a:r>
              <a:rPr lang="en-US" altLang="zh-CN" b="1" i="1" dirty="0">
                <a:solidFill>
                  <a:schemeClr val="tx1"/>
                </a:solidFill>
                <a:latin typeface="Times New Roman" panose="02020603050405020304" pitchFamily="18" charset="0"/>
                <a:ea typeface="楷体_GB2312"/>
                <a:cs typeface="Times New Roman" panose="02020603050405020304" pitchFamily="18" charset="0"/>
              </a:rPr>
              <a:t>B </a:t>
            </a:r>
            <a:r>
              <a:rPr lang="en-US" altLang="zh-CN" b="1" dirty="0">
                <a:solidFill>
                  <a:schemeClr val="tx1"/>
                </a:solidFill>
                <a:latin typeface="Times New Roman" panose="02020603050405020304" pitchFamily="18" charset="0"/>
                <a:ea typeface="楷体_GB2312"/>
                <a:cs typeface="Times New Roman" panose="02020603050405020304" pitchFamily="18" charset="0"/>
              </a:rPr>
              <a:t>]=j</a:t>
            </a:r>
            <a:r>
              <a:rPr lang="en-US" altLang="zh-CN" b="1" baseline="-25000" dirty="0">
                <a:solidFill>
                  <a:schemeClr val="tx1"/>
                </a:solidFill>
                <a:latin typeface="Times New Roman" panose="02020603050405020304" pitchFamily="18" charset="0"/>
                <a:ea typeface="楷体_GB2312"/>
                <a:cs typeface="Times New Roman" panose="02020603050405020304" pitchFamily="18" charset="0"/>
              </a:rPr>
              <a:t> </a:t>
            </a:r>
            <a:endParaRPr lang="en-US" altLang="zh-CN" b="1" dirty="0">
              <a:solidFill>
                <a:schemeClr val="tx1"/>
              </a:solidFill>
              <a:latin typeface="Times New Roman" panose="02020603050405020304" pitchFamily="18" charset="0"/>
              <a:ea typeface="楷体_GB2312"/>
              <a:cs typeface="Times New Roman" panose="02020603050405020304" pitchFamily="18" charset="0"/>
            </a:endParaRPr>
          </a:p>
          <a:p>
            <a:pPr lvl="1" eaLnBrk="1" hangingPunct="1">
              <a:lnSpc>
                <a:spcPts val="2800"/>
              </a:lnSpc>
              <a:buClr>
                <a:schemeClr val="tx1"/>
              </a:buClr>
              <a:buFont typeface="Wingdings" pitchFamily="2" charset="2"/>
              <a:buChar char="Ø"/>
              <a:defRPr/>
            </a:pPr>
            <a:r>
              <a:rPr lang="en-US" altLang="zh-CN" b="1" i="1" dirty="0">
                <a:solidFill>
                  <a:srgbClr val="2D83F4"/>
                </a:solidFill>
                <a:latin typeface="Times New Roman" panose="02020603050405020304" pitchFamily="18" charset="0"/>
                <a:ea typeface="楷体_GB2312" pitchFamily="49" charset="-122"/>
                <a:cs typeface="Times New Roman" panose="02020603050405020304" pitchFamily="18" charset="0"/>
              </a:rPr>
              <a:t>if</a:t>
            </a:r>
            <a:r>
              <a:rPr lang="en-US" altLang="zh-CN" b="1" dirty="0">
                <a:solidFill>
                  <a:srgbClr val="2D83F4"/>
                </a:solidFill>
                <a:latin typeface="Times New Roman" panose="02020603050405020304" pitchFamily="18" charset="0"/>
                <a:ea typeface="楷体_GB2312" pitchFamily="49" charset="-122"/>
                <a:cs typeface="Times New Roman" panose="02020603050405020304" pitchFamily="18" charset="0"/>
              </a:rPr>
              <a:t> </a:t>
            </a:r>
            <a:r>
              <a:rPr lang="en-US" altLang="zh-CN" b="1" i="1" u="sng" dirty="0">
                <a:solidFill>
                  <a:schemeClr val="tx1"/>
                </a:solidFill>
                <a:latin typeface="Times New Roman" panose="02020603050405020304" pitchFamily="18" charset="0"/>
                <a:ea typeface="楷体_GB2312" pitchFamily="49" charset="-122"/>
                <a:cs typeface="Times New Roman" panose="02020603050405020304" pitchFamily="18" charset="0"/>
              </a:rPr>
              <a:t>A</a:t>
            </a:r>
            <a:r>
              <a:rPr lang="en-US" altLang="zh-CN" b="1" u="sng" dirty="0">
                <a:solidFill>
                  <a:schemeClr val="tx1"/>
                </a:solidFill>
                <a:latin typeface="Times New Roman" panose="02020603050405020304" pitchFamily="18" charset="0"/>
                <a:ea typeface="楷体_GB2312" pitchFamily="49" charset="-122"/>
                <a:cs typeface="Times New Roman" panose="02020603050405020304" pitchFamily="18" charset="0"/>
              </a:rPr>
              <a:t>→</a:t>
            </a:r>
            <a:r>
              <a:rPr lang="en-US" altLang="zh-CN" b="1" i="1" u="sng" dirty="0">
                <a:solidFill>
                  <a:schemeClr val="tx1"/>
                </a:solidFill>
                <a:latin typeface="Times New Roman" panose="02020603050405020304" pitchFamily="18" charset="0"/>
                <a:ea typeface="楷体_GB2312" pitchFamily="49" charset="-122"/>
                <a:cs typeface="Times New Roman" panose="02020603050405020304" pitchFamily="18" charset="0"/>
              </a:rPr>
              <a:t>α</a:t>
            </a:r>
            <a:r>
              <a:rPr lang="en-US" altLang="zh-CN" sz="2000" b="1" i="1" u="sng" dirty="0">
                <a:solidFill>
                  <a:srgbClr val="000000"/>
                </a:solidFill>
                <a:latin typeface="Times New Roman" panose="02020603050405020304" pitchFamily="18" charset="0"/>
                <a:ea typeface="宋体" pitchFamily="2" charset="-122"/>
                <a:cs typeface="Times New Roman" panose="02020603050405020304" pitchFamily="18" charset="0"/>
              </a:rPr>
              <a:t>·</a:t>
            </a:r>
            <a:r>
              <a:rPr lang="en-US" altLang="zh-CN" b="1" u="sng" dirty="0">
                <a:solidFill>
                  <a:schemeClr val="tx1"/>
                </a:solidFill>
                <a:latin typeface="Times New Roman" panose="02020603050405020304" pitchFamily="18" charset="0"/>
                <a:ea typeface="楷体_GB2312" pitchFamily="49" charset="-122"/>
                <a:cs typeface="Times New Roman" panose="02020603050405020304" pitchFamily="18" charset="0"/>
              </a:rPr>
              <a:t>∈</a:t>
            </a:r>
            <a:r>
              <a:rPr lang="en-US" altLang="zh-CN" b="1" i="1" u="sng" dirty="0">
                <a:solidFill>
                  <a:schemeClr val="tx1"/>
                </a:solidFill>
                <a:latin typeface="Times New Roman" panose="02020603050405020304" pitchFamily="18" charset="0"/>
                <a:ea typeface="楷体_GB2312" pitchFamily="49" charset="-122"/>
                <a:cs typeface="Times New Roman" panose="02020603050405020304" pitchFamily="18" charset="0"/>
              </a:rPr>
              <a:t>I</a:t>
            </a:r>
            <a:r>
              <a:rPr lang="en-US" altLang="zh-CN" b="1" i="1" u="sng" baseline="-25000" dirty="0">
                <a:solidFill>
                  <a:schemeClr val="tx1"/>
                </a:solidFill>
                <a:latin typeface="Times New Roman" panose="02020603050405020304" pitchFamily="18" charset="0"/>
                <a:ea typeface="楷体_GB2312" pitchFamily="49" charset="-122"/>
                <a:cs typeface="Times New Roman" panose="02020603050405020304" pitchFamily="18" charset="0"/>
              </a:rPr>
              <a:t>i</a:t>
            </a:r>
            <a:r>
              <a:rPr lang="zh-CN" altLang="en-US" b="1" u="sng" dirty="0">
                <a:solidFill>
                  <a:schemeClr val="tx1"/>
                </a:solidFill>
                <a:latin typeface="Times New Roman" panose="02020603050405020304" pitchFamily="18" charset="0"/>
                <a:ea typeface="宋体" pitchFamily="2" charset="-122"/>
                <a:cs typeface="Times New Roman" panose="02020603050405020304" pitchFamily="18" charset="0"/>
              </a:rPr>
              <a:t>且</a:t>
            </a:r>
            <a:r>
              <a:rPr lang="en-US" altLang="zh-CN" b="1" i="1" u="sng" dirty="0">
                <a:solidFill>
                  <a:schemeClr val="tx1"/>
                </a:solidFill>
                <a:latin typeface="Times New Roman" panose="02020603050405020304" pitchFamily="18" charset="0"/>
                <a:ea typeface="楷体_GB2312" pitchFamily="49" charset="-122"/>
                <a:cs typeface="Times New Roman" panose="02020603050405020304" pitchFamily="18" charset="0"/>
              </a:rPr>
              <a:t>A </a:t>
            </a:r>
            <a:r>
              <a:rPr lang="en-US" altLang="zh-CN" b="1" u="sng"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b="1" i="1" u="sng" dirty="0">
                <a:solidFill>
                  <a:schemeClr val="tx1"/>
                </a:solidFill>
                <a:latin typeface="Times New Roman" panose="02020603050405020304" pitchFamily="18" charset="0"/>
                <a:ea typeface="楷体_GB2312" pitchFamily="49" charset="-122"/>
                <a:cs typeface="Times New Roman" panose="02020603050405020304" pitchFamily="18" charset="0"/>
              </a:rPr>
              <a:t>S' </a:t>
            </a:r>
            <a:r>
              <a:rPr lang="en-US" altLang="zh-CN" b="1" i="1" u="sng" dirty="0">
                <a:solidFill>
                  <a:srgbClr val="2D83F4"/>
                </a:solidFill>
                <a:latin typeface="Times New Roman" panose="02020603050405020304" pitchFamily="18" charset="0"/>
                <a:ea typeface="楷体_GB2312" pitchFamily="49" charset="-122"/>
                <a:cs typeface="Times New Roman" panose="02020603050405020304" pitchFamily="18" charset="0"/>
              </a:rPr>
              <a:t>then</a:t>
            </a:r>
            <a:r>
              <a:rPr lang="en-US" altLang="zh-CN" b="1" u="sng" dirty="0">
                <a:solidFill>
                  <a:srgbClr val="2D83F4"/>
                </a:solidFill>
                <a:latin typeface="Times New Roman" panose="02020603050405020304" pitchFamily="18" charset="0"/>
                <a:ea typeface="楷体_GB2312" pitchFamily="49" charset="-122"/>
                <a:cs typeface="Times New Roman" panose="02020603050405020304" pitchFamily="18" charset="0"/>
              </a:rPr>
              <a:t> </a:t>
            </a:r>
            <a:r>
              <a:rPr lang="en-US" altLang="zh-CN" b="1" i="1" u="sng" dirty="0">
                <a:solidFill>
                  <a:schemeClr val="tx1"/>
                </a:solidFill>
                <a:latin typeface="Times New Roman" panose="02020603050405020304" pitchFamily="18" charset="0"/>
                <a:ea typeface="楷体_GB2312" pitchFamily="49" charset="-122"/>
                <a:cs typeface="Times New Roman" panose="02020603050405020304" pitchFamily="18" charset="0"/>
              </a:rPr>
              <a:t>for</a:t>
            </a:r>
            <a:r>
              <a:rPr lang="en-US" altLang="zh-CN" b="1" u="sng"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b="1" u="sng" dirty="0">
                <a:solidFill>
                  <a:schemeClr val="tx1"/>
                </a:solidFill>
                <a:latin typeface="Times New Roman" panose="02020603050405020304" pitchFamily="18" charset="0"/>
                <a:ea typeface="楷体_GB2312" pitchFamily="49" charset="-122"/>
                <a:cs typeface="Times New Roman" panose="02020603050405020304" pitchFamily="18" charset="0"/>
                <a:sym typeface="Symbol" pitchFamily="18" charset="2"/>
              </a:rPr>
              <a:t></a:t>
            </a:r>
            <a:r>
              <a:rPr lang="en-US" altLang="zh-CN" b="1" i="1" u="sng" dirty="0" err="1">
                <a:solidFill>
                  <a:schemeClr val="tx1"/>
                </a:solidFill>
                <a:latin typeface="Times New Roman" panose="02020603050405020304" pitchFamily="18" charset="0"/>
                <a:ea typeface="楷体_GB2312" pitchFamily="49" charset="-122"/>
                <a:cs typeface="Times New Roman" panose="02020603050405020304" pitchFamily="18" charset="0"/>
              </a:rPr>
              <a:t>a</a:t>
            </a:r>
            <a:r>
              <a:rPr lang="en-US" altLang="zh-CN" b="1" u="sng" dirty="0" err="1">
                <a:solidFill>
                  <a:schemeClr val="tx1"/>
                </a:solidFill>
                <a:latin typeface="Times New Roman" panose="02020603050405020304" pitchFamily="18" charset="0"/>
                <a:ea typeface="楷体_GB2312" pitchFamily="49" charset="-122"/>
                <a:cs typeface="Times New Roman" panose="02020603050405020304" pitchFamily="18" charset="0"/>
              </a:rPr>
              <a:t>∈</a:t>
            </a:r>
            <a:r>
              <a:rPr lang="en-US" altLang="zh-CN" b="1" i="1" u="sng" dirty="0" err="1">
                <a:solidFill>
                  <a:srgbClr val="FF0000"/>
                </a:solidFill>
                <a:latin typeface="Times New Roman" panose="02020603050405020304" pitchFamily="18" charset="0"/>
                <a:ea typeface="楷体_GB2312" pitchFamily="49" charset="-122"/>
                <a:cs typeface="Times New Roman" panose="02020603050405020304" pitchFamily="18" charset="0"/>
              </a:rPr>
              <a:t>FOLLOW</a:t>
            </a:r>
            <a:r>
              <a:rPr lang="en-US" altLang="zh-CN"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en-US" altLang="zh-CN" b="1" i="1" u="sng" dirty="0">
                <a:solidFill>
                  <a:srgbClr val="FF0000"/>
                </a:solidFill>
                <a:latin typeface="Times New Roman" panose="02020603050405020304" pitchFamily="18" charset="0"/>
                <a:ea typeface="楷体_GB2312" pitchFamily="49" charset="-122"/>
                <a:cs typeface="Times New Roman" panose="02020603050405020304" pitchFamily="18" charset="0"/>
              </a:rPr>
              <a:t>A</a:t>
            </a:r>
            <a:r>
              <a:rPr lang="en-US" altLang="zh-CN"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en-US" altLang="zh-CN" b="1" u="sng"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b="1" i="1" u="sng" dirty="0">
                <a:solidFill>
                  <a:srgbClr val="2D83F4"/>
                </a:solidFill>
                <a:latin typeface="Times New Roman" panose="02020603050405020304" pitchFamily="18" charset="0"/>
                <a:ea typeface="楷体_GB2312" pitchFamily="49" charset="-122"/>
                <a:cs typeface="Times New Roman" panose="02020603050405020304" pitchFamily="18" charset="0"/>
              </a:rPr>
              <a:t>do</a:t>
            </a:r>
            <a:r>
              <a:rPr lang="en-US" altLang="zh-CN" b="1" u="sng" dirty="0">
                <a:solidFill>
                  <a:srgbClr val="2D83F4"/>
                </a:solidFill>
                <a:latin typeface="Times New Roman" panose="02020603050405020304" pitchFamily="18" charset="0"/>
                <a:ea typeface="楷体_GB2312" pitchFamily="49" charset="-122"/>
                <a:cs typeface="Times New Roman" panose="02020603050405020304" pitchFamily="18" charset="0"/>
              </a:rPr>
              <a:t> </a:t>
            </a:r>
          </a:p>
          <a:p>
            <a:pPr lvl="1" eaLnBrk="1" hangingPunct="1">
              <a:lnSpc>
                <a:spcPts val="2800"/>
              </a:lnSpc>
              <a:buClr>
                <a:schemeClr val="tx1"/>
              </a:buClr>
              <a:buFont typeface="Symbol" panose="05050102010706020507" pitchFamily="18" charset="2"/>
              <a:buNone/>
              <a:defRPr/>
            </a:pPr>
            <a:r>
              <a:rPr lang="en-US" altLang="zh-CN" b="1" i="1" u="sng" dirty="0">
                <a:solidFill>
                  <a:srgbClr val="2D83F4"/>
                </a:solidFill>
                <a:latin typeface="Times New Roman" panose="02020603050405020304" pitchFamily="18" charset="0"/>
                <a:ea typeface="楷体_GB2312" pitchFamily="49" charset="-122"/>
                <a:cs typeface="Times New Roman" panose="02020603050405020304" pitchFamily="18" charset="0"/>
              </a:rPr>
              <a:t>    </a:t>
            </a:r>
            <a:r>
              <a:rPr lang="en-US" altLang="zh-CN" b="1" i="1" u="sng" dirty="0">
                <a:solidFill>
                  <a:srgbClr val="FF0000"/>
                </a:solidFill>
                <a:latin typeface="Times New Roman" panose="02020603050405020304" pitchFamily="18" charset="0"/>
                <a:ea typeface="楷体_GB2312" pitchFamily="49" charset="-122"/>
                <a:cs typeface="Times New Roman" panose="02020603050405020304" pitchFamily="18" charset="0"/>
              </a:rPr>
              <a:t>ACTION</a:t>
            </a:r>
            <a:r>
              <a:rPr lang="en-US" altLang="zh-CN"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b="1" i="1" u="sng" dirty="0" err="1">
                <a:solidFill>
                  <a:srgbClr val="FF0000"/>
                </a:solidFill>
                <a:latin typeface="Times New Roman" panose="02020603050405020304" pitchFamily="18" charset="0"/>
                <a:ea typeface="楷体_GB2312" pitchFamily="49" charset="-122"/>
                <a:cs typeface="Times New Roman" panose="02020603050405020304" pitchFamily="18" charset="0"/>
              </a:rPr>
              <a:t>i</a:t>
            </a:r>
            <a:r>
              <a:rPr lang="en-US" altLang="zh-CN"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b="1" i="1" u="sng" dirty="0">
                <a:solidFill>
                  <a:srgbClr val="FF0000"/>
                </a:solidFill>
                <a:latin typeface="Times New Roman" panose="02020603050405020304" pitchFamily="18" charset="0"/>
                <a:ea typeface="楷体_GB2312" pitchFamily="49" charset="-122"/>
                <a:cs typeface="Times New Roman" panose="02020603050405020304" pitchFamily="18" charset="0"/>
              </a:rPr>
              <a:t>a</a:t>
            </a:r>
            <a:r>
              <a:rPr lang="en-US" altLang="zh-CN"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b="1" u="sng" dirty="0" err="1">
                <a:solidFill>
                  <a:srgbClr val="FF0000"/>
                </a:solidFill>
                <a:latin typeface="Times New Roman" panose="02020603050405020304" pitchFamily="18" charset="0"/>
                <a:ea typeface="楷体_GB2312" pitchFamily="49" charset="-122"/>
                <a:cs typeface="Times New Roman" panose="02020603050405020304" pitchFamily="18" charset="0"/>
              </a:rPr>
              <a:t>r</a:t>
            </a:r>
            <a:r>
              <a:rPr lang="en-US" altLang="zh-CN" b="1" i="1" u="sng" dirty="0" err="1">
                <a:solidFill>
                  <a:srgbClr val="FF0000"/>
                </a:solidFill>
                <a:latin typeface="Times New Roman" panose="02020603050405020304" pitchFamily="18" charset="0"/>
                <a:ea typeface="楷体_GB2312" pitchFamily="49" charset="-122"/>
                <a:cs typeface="Times New Roman" panose="02020603050405020304" pitchFamily="18" charset="0"/>
              </a:rPr>
              <a:t>j</a:t>
            </a:r>
            <a:r>
              <a:rPr lang="zh-CN" altLang="en-US"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zh-CN" altLang="en-US" b="1" u="sng"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b="1" i="1" u="sng" dirty="0">
                <a:solidFill>
                  <a:schemeClr val="tx1"/>
                </a:solidFill>
                <a:latin typeface="Times New Roman" panose="02020603050405020304" pitchFamily="18" charset="0"/>
                <a:ea typeface="楷体_GB2312" pitchFamily="49" charset="-122"/>
                <a:cs typeface="Times New Roman" panose="02020603050405020304" pitchFamily="18" charset="0"/>
              </a:rPr>
              <a:t>j</a:t>
            </a:r>
            <a:r>
              <a:rPr lang="zh-CN" altLang="en-US" b="1" u="sng" dirty="0">
                <a:solidFill>
                  <a:schemeClr val="tx1"/>
                </a:solidFill>
                <a:latin typeface="Times New Roman" panose="02020603050405020304" pitchFamily="18" charset="0"/>
                <a:cs typeface="Times New Roman" panose="02020603050405020304" pitchFamily="18" charset="0"/>
              </a:rPr>
              <a:t>是产生式</a:t>
            </a:r>
            <a:r>
              <a:rPr lang="en-US" altLang="zh-CN" b="1" i="1" u="sng" dirty="0" err="1">
                <a:solidFill>
                  <a:schemeClr val="tx1"/>
                </a:solidFill>
                <a:latin typeface="Times New Roman" panose="02020603050405020304" pitchFamily="18" charset="0"/>
                <a:ea typeface="楷体_GB2312" pitchFamily="49" charset="-122"/>
                <a:cs typeface="Times New Roman" panose="02020603050405020304" pitchFamily="18" charset="0"/>
              </a:rPr>
              <a:t>A</a:t>
            </a:r>
            <a:r>
              <a:rPr lang="en-US" altLang="zh-CN" b="1" u="sng" dirty="0" err="1">
                <a:solidFill>
                  <a:schemeClr val="tx1"/>
                </a:solidFill>
                <a:latin typeface="Times New Roman" panose="02020603050405020304" pitchFamily="18" charset="0"/>
                <a:ea typeface="楷体_GB2312" pitchFamily="49" charset="-122"/>
                <a:cs typeface="Times New Roman" panose="02020603050405020304" pitchFamily="18" charset="0"/>
              </a:rPr>
              <a:t>→</a:t>
            </a:r>
            <a:r>
              <a:rPr lang="en-US" altLang="zh-CN" b="1" i="1" u="sng" dirty="0" err="1">
                <a:solidFill>
                  <a:schemeClr val="tx1"/>
                </a:solidFill>
                <a:latin typeface="Times New Roman" panose="02020603050405020304" pitchFamily="18" charset="0"/>
                <a:ea typeface="楷体_GB2312" pitchFamily="49" charset="-122"/>
                <a:cs typeface="Times New Roman" panose="02020603050405020304" pitchFamily="18" charset="0"/>
              </a:rPr>
              <a:t>α</a:t>
            </a:r>
            <a:r>
              <a:rPr lang="zh-CN" altLang="en-US" b="1" u="sng" dirty="0">
                <a:solidFill>
                  <a:schemeClr val="tx1"/>
                </a:solidFill>
                <a:latin typeface="Times New Roman" panose="02020603050405020304" pitchFamily="18" charset="0"/>
                <a:cs typeface="Times New Roman" panose="02020603050405020304" pitchFamily="18" charset="0"/>
              </a:rPr>
              <a:t>的编号</a:t>
            </a:r>
            <a:r>
              <a:rPr lang="zh-CN" altLang="en-US" b="1" u="sng" dirty="0">
                <a:solidFill>
                  <a:schemeClr val="tx1"/>
                </a:solidFill>
                <a:latin typeface="Times New Roman" panose="02020603050405020304" pitchFamily="18" charset="0"/>
                <a:ea typeface="楷体_GB2312" pitchFamily="49" charset="-122"/>
                <a:cs typeface="Times New Roman" panose="02020603050405020304" pitchFamily="18" charset="0"/>
              </a:rPr>
              <a:t>）</a:t>
            </a:r>
            <a:endParaRPr lang="en-US" altLang="zh-CN" b="1" u="sng" dirty="0">
              <a:solidFill>
                <a:schemeClr val="tx1"/>
              </a:solidFill>
              <a:latin typeface="Times New Roman" panose="02020603050405020304" pitchFamily="18" charset="0"/>
              <a:ea typeface="楷体_GB2312" pitchFamily="49" charset="-122"/>
              <a:cs typeface="Times New Roman" panose="02020603050405020304" pitchFamily="18" charset="0"/>
            </a:endParaRPr>
          </a:p>
          <a:p>
            <a:pPr lvl="1" eaLnBrk="1" hangingPunct="1">
              <a:lnSpc>
                <a:spcPts val="2800"/>
              </a:lnSpc>
              <a:buClr>
                <a:schemeClr val="tx1"/>
              </a:buClr>
              <a:buFont typeface="Wingdings" pitchFamily="2" charset="2"/>
              <a:buChar char="Ø"/>
              <a:defRPr/>
            </a:pPr>
            <a:r>
              <a:rPr lang="en-US" altLang="zh-CN" b="1" i="1" dirty="0">
                <a:solidFill>
                  <a:srgbClr val="2D83F4"/>
                </a:solidFill>
                <a:latin typeface="Times New Roman" panose="02020603050405020304" pitchFamily="18" charset="0"/>
                <a:ea typeface="楷体_GB2312" pitchFamily="49" charset="-122"/>
                <a:cs typeface="Times New Roman" panose="02020603050405020304" pitchFamily="18" charset="0"/>
              </a:rPr>
              <a:t>if</a:t>
            </a:r>
            <a:r>
              <a:rPr lang="en-US" altLang="zh-CN" b="1" dirty="0">
                <a:solidFill>
                  <a:srgbClr val="2D83F4"/>
                </a:solidFill>
                <a:latin typeface="Times New Roman" panose="02020603050405020304" pitchFamily="18" charset="0"/>
                <a:ea typeface="楷体_GB2312" pitchFamily="49" charset="-122"/>
                <a:cs typeface="Times New Roman" panose="02020603050405020304" pitchFamily="18" charset="0"/>
              </a:rPr>
              <a:t> </a:t>
            </a:r>
            <a:r>
              <a:rPr lang="en-US" altLang="zh-CN" b="1" i="1" dirty="0">
                <a:solidFill>
                  <a:schemeClr val="tx1"/>
                </a:solidFill>
                <a:latin typeface="Times New Roman" panose="02020603050405020304" pitchFamily="18" charset="0"/>
                <a:ea typeface="楷体_GB2312" pitchFamily="49" charset="-122"/>
                <a:cs typeface="Times New Roman" panose="02020603050405020304" pitchFamily="18" charset="0"/>
              </a:rPr>
              <a:t>S</a:t>
            </a:r>
            <a:r>
              <a:rPr lang="en-US" altLang="zh-CN" b="1" dirty="0">
                <a:solidFill>
                  <a:schemeClr val="tx1"/>
                </a:solidFill>
                <a:latin typeface="Times New Roman" panose="02020603050405020304" pitchFamily="18" charset="0"/>
                <a:ea typeface="楷体_GB2312" pitchFamily="49" charset="-122"/>
                <a:cs typeface="Times New Roman" panose="02020603050405020304" pitchFamily="18" charset="0"/>
              </a:rPr>
              <a:t>'→</a:t>
            </a:r>
            <a:r>
              <a:rPr lang="en-US" altLang="zh-CN" b="1" i="1" dirty="0">
                <a:solidFill>
                  <a:schemeClr val="tx1"/>
                </a:solidFill>
                <a:latin typeface="Times New Roman" panose="02020603050405020304" pitchFamily="18" charset="0"/>
                <a:ea typeface="楷体_GB2312" pitchFamily="49" charset="-122"/>
                <a:cs typeface="Times New Roman" panose="02020603050405020304" pitchFamily="18" charset="0"/>
              </a:rPr>
              <a:t>S</a:t>
            </a:r>
            <a:r>
              <a:rPr lang="en-US" altLang="zh-CN" sz="2000" b="1" i="1" dirty="0">
                <a:solidFill>
                  <a:srgbClr val="000000"/>
                </a:solidFill>
                <a:latin typeface="Times New Roman" panose="02020603050405020304" pitchFamily="18" charset="0"/>
                <a:ea typeface="宋体" pitchFamily="2" charset="-122"/>
                <a:cs typeface="Times New Roman" panose="02020603050405020304" pitchFamily="18" charset="0"/>
              </a:rPr>
              <a:t>·</a:t>
            </a:r>
            <a:r>
              <a:rPr lang="en-US" altLang="zh-CN" b="1" dirty="0">
                <a:solidFill>
                  <a:schemeClr val="tx1"/>
                </a:solidFill>
                <a:latin typeface="Times New Roman" panose="02020603050405020304" pitchFamily="18" charset="0"/>
                <a:ea typeface="楷体_GB2312" pitchFamily="49" charset="-122"/>
                <a:cs typeface="Times New Roman" panose="02020603050405020304" pitchFamily="18" charset="0"/>
              </a:rPr>
              <a:t>∈</a:t>
            </a:r>
            <a:r>
              <a:rPr lang="en-US" altLang="zh-CN" b="1" i="1" dirty="0">
                <a:solidFill>
                  <a:schemeClr val="tx1"/>
                </a:solidFill>
                <a:latin typeface="Times New Roman" panose="02020603050405020304" pitchFamily="18" charset="0"/>
                <a:ea typeface="楷体_GB2312" pitchFamily="49" charset="-122"/>
                <a:cs typeface="Times New Roman" panose="02020603050405020304" pitchFamily="18" charset="0"/>
              </a:rPr>
              <a:t>I</a:t>
            </a:r>
            <a:r>
              <a:rPr lang="en-US" altLang="zh-CN" b="1" i="1" baseline="-25000" dirty="0">
                <a:solidFill>
                  <a:schemeClr val="tx1"/>
                </a:solidFill>
                <a:latin typeface="Times New Roman" panose="02020603050405020304" pitchFamily="18" charset="0"/>
                <a:ea typeface="楷体_GB2312" pitchFamily="49" charset="-122"/>
                <a:cs typeface="Times New Roman" panose="02020603050405020304" pitchFamily="18" charset="0"/>
              </a:rPr>
              <a:t>i</a:t>
            </a:r>
            <a:r>
              <a:rPr lang="en-US" altLang="zh-CN"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b="1" i="1" dirty="0">
                <a:solidFill>
                  <a:srgbClr val="2D83F4"/>
                </a:solidFill>
                <a:latin typeface="Times New Roman" panose="02020603050405020304" pitchFamily="18" charset="0"/>
                <a:ea typeface="楷体_GB2312" pitchFamily="49" charset="-122"/>
                <a:cs typeface="Times New Roman" panose="02020603050405020304" pitchFamily="18" charset="0"/>
              </a:rPr>
              <a:t>then</a:t>
            </a:r>
            <a:r>
              <a:rPr lang="en-US" altLang="zh-CN" b="1" dirty="0">
                <a:solidFill>
                  <a:srgbClr val="2D83F4"/>
                </a:solidFill>
                <a:latin typeface="Times New Roman" panose="02020603050405020304" pitchFamily="18" charset="0"/>
                <a:ea typeface="楷体_GB2312" pitchFamily="49" charset="-122"/>
                <a:cs typeface="Times New Roman" panose="02020603050405020304" pitchFamily="18" charset="0"/>
              </a:rPr>
              <a:t> </a:t>
            </a:r>
            <a:r>
              <a:rPr lang="en-US" altLang="zh-CN" b="1" i="1" dirty="0">
                <a:solidFill>
                  <a:schemeClr val="tx1"/>
                </a:solidFill>
                <a:latin typeface="Times New Roman" panose="02020603050405020304" pitchFamily="18" charset="0"/>
                <a:ea typeface="楷体_GB2312" pitchFamily="49" charset="-122"/>
                <a:cs typeface="Times New Roman" panose="02020603050405020304" pitchFamily="18" charset="0"/>
              </a:rPr>
              <a:t>ACTION</a:t>
            </a:r>
            <a:r>
              <a:rPr lang="en-US" altLang="zh-CN" b="1" dirty="0">
                <a:solidFill>
                  <a:schemeClr val="tx1"/>
                </a:solidFill>
                <a:latin typeface="Times New Roman" panose="02020603050405020304" pitchFamily="18" charset="0"/>
                <a:ea typeface="楷体_GB2312" pitchFamily="49" charset="-122"/>
                <a:cs typeface="Times New Roman" panose="02020603050405020304" pitchFamily="18" charset="0"/>
              </a:rPr>
              <a:t> [ </a:t>
            </a:r>
            <a:r>
              <a:rPr lang="en-US" altLang="zh-CN" b="1" i="1" dirty="0" err="1">
                <a:solidFill>
                  <a:schemeClr val="tx1"/>
                </a:solidFill>
                <a:latin typeface="Times New Roman" panose="02020603050405020304" pitchFamily="18" charset="0"/>
                <a:ea typeface="楷体_GB2312" pitchFamily="49" charset="-122"/>
                <a:cs typeface="Times New Roman" panose="02020603050405020304" pitchFamily="18" charset="0"/>
              </a:rPr>
              <a:t>i</a:t>
            </a:r>
            <a:r>
              <a:rPr lang="en-US" altLang="zh-CN" b="1" i="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b="1" dirty="0">
                <a:solidFill>
                  <a:schemeClr val="tx1"/>
                </a:solidFill>
                <a:latin typeface="Times New Roman" panose="02020603050405020304" pitchFamily="18" charset="0"/>
                <a:cs typeface="Times New Roman" panose="02020603050405020304" pitchFamily="18" charset="0"/>
              </a:rPr>
              <a:t>$</a:t>
            </a:r>
            <a:r>
              <a:rPr lang="en-US" altLang="zh-CN"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b="1" i="1" dirty="0">
                <a:solidFill>
                  <a:schemeClr val="tx1"/>
                </a:solidFill>
                <a:latin typeface="Times New Roman" panose="02020603050405020304" pitchFamily="18" charset="0"/>
                <a:ea typeface="楷体_GB2312" pitchFamily="49" charset="-122"/>
                <a:cs typeface="Times New Roman" panose="02020603050405020304" pitchFamily="18" charset="0"/>
              </a:rPr>
              <a:t>acc</a:t>
            </a:r>
            <a:r>
              <a:rPr lang="en-US" altLang="zh-CN" b="1" dirty="0">
                <a:solidFill>
                  <a:schemeClr val="tx1"/>
                </a:solidFill>
                <a:latin typeface="Times New Roman" panose="02020603050405020304" pitchFamily="18" charset="0"/>
                <a:ea typeface="楷体_GB2312" pitchFamily="49" charset="-122"/>
                <a:cs typeface="Times New Roman" panose="02020603050405020304" pitchFamily="18" charset="0"/>
              </a:rPr>
              <a:t>;</a:t>
            </a:r>
          </a:p>
          <a:p>
            <a:pPr eaLnBrk="1" hangingPunct="1">
              <a:lnSpc>
                <a:spcPts val="2800"/>
              </a:lnSpc>
              <a:buClr>
                <a:schemeClr val="tx1"/>
              </a:buClr>
              <a:buFont typeface="Wingdings" pitchFamily="2" charset="2"/>
              <a:buChar char="Ø"/>
              <a:defRPr/>
            </a:pPr>
            <a:r>
              <a:rPr lang="zh-CN" altLang="en-US" sz="2200" b="1" dirty="0">
                <a:solidFill>
                  <a:schemeClr val="tx1"/>
                </a:solidFill>
                <a:latin typeface="Times New Roman" panose="02020603050405020304" pitchFamily="18" charset="0"/>
                <a:cs typeface="Times New Roman" panose="02020603050405020304" pitchFamily="18" charset="0"/>
              </a:rPr>
              <a:t>没有定义的所有条目都设置为</a:t>
            </a:r>
            <a:r>
              <a:rPr lang="en-US" altLang="zh-CN" sz="2200" b="1" dirty="0">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sz="2200" b="1" i="1" dirty="0">
                <a:solidFill>
                  <a:schemeClr val="tx1"/>
                </a:solidFill>
                <a:latin typeface="Times New Roman" panose="02020603050405020304" pitchFamily="18" charset="0"/>
                <a:ea typeface="宋体" pitchFamily="2" charset="-122"/>
                <a:cs typeface="Times New Roman" panose="02020603050405020304" pitchFamily="18" charset="0"/>
              </a:rPr>
              <a:t>error</a:t>
            </a:r>
            <a:r>
              <a:rPr lang="en-US" altLang="zh-CN" sz="2200" b="1" dirty="0">
                <a:solidFill>
                  <a:schemeClr val="tx1"/>
                </a:solidFill>
                <a:latin typeface="Times New Roman" panose="02020603050405020304" pitchFamily="18" charset="0"/>
                <a:ea typeface="宋体" pitchFamily="2" charset="-122"/>
                <a:cs typeface="Times New Roman" panose="02020603050405020304" pitchFamily="18" charset="0"/>
              </a:rPr>
              <a:t>”</a:t>
            </a:r>
            <a:r>
              <a:rPr lang="zh-CN" altLang="en-US" sz="2200" b="1" dirty="0">
                <a:solidFill>
                  <a:schemeClr val="tx1"/>
                </a:solidFill>
                <a:latin typeface="Times New Roman" panose="02020603050405020304" pitchFamily="18" charset="0"/>
                <a:ea typeface="宋体" pitchFamily="2" charset="-122"/>
                <a:cs typeface="Times New Roman" panose="02020603050405020304" pitchFamily="18" charset="0"/>
              </a:rPr>
              <a:t>。</a:t>
            </a:r>
            <a:endParaRPr lang="en-US" altLang="zh-CN" sz="2200" b="1" dirty="0">
              <a:solidFill>
                <a:schemeClr val="tx1"/>
              </a:solidFill>
              <a:latin typeface="Times New Roman" panose="02020603050405020304" pitchFamily="18" charset="0"/>
              <a:ea typeface="楷体_GB2312" pitchFamily="49" charset="-122"/>
              <a:cs typeface="Times New Roman" panose="02020603050405020304" pitchFamily="18" charset="0"/>
            </a:endParaRPr>
          </a:p>
        </p:txBody>
      </p:sp>
      <p:sp>
        <p:nvSpPr>
          <p:cNvPr id="26627" name="标题 1"/>
          <p:cNvSpPr>
            <a:spLocks noGrp="1" noChangeArrowheads="1"/>
          </p:cNvSpPr>
          <p:nvPr>
            <p:ph type="title"/>
          </p:nvPr>
        </p:nvSpPr>
        <p:spPr>
          <a:xfrm>
            <a:off x="755650" y="268288"/>
            <a:ext cx="7931150" cy="358775"/>
          </a:xfrm>
        </p:spPr>
        <p:txBody>
          <a:bodyPr/>
          <a:lstStyle/>
          <a:p>
            <a:pPr eaLnBrk="1" hangingPunct="1"/>
            <a:r>
              <a:rPr lang="en-US" altLang="zh-CN" sz="3000" i="1">
                <a:solidFill>
                  <a:schemeClr val="tx1"/>
                </a:solidFill>
                <a:ea typeface="黑体" panose="02010609060101010101" pitchFamily="49" charset="-122"/>
              </a:rPr>
              <a:t>SLR</a:t>
            </a:r>
            <a:r>
              <a:rPr lang="zh-CN" altLang="en-US" sz="3000" i="1">
                <a:solidFill>
                  <a:schemeClr val="tx1"/>
                </a:solidFill>
                <a:ea typeface="黑体" panose="02010609060101010101" pitchFamily="49" charset="-122"/>
              </a:rPr>
              <a:t> </a:t>
            </a:r>
            <a:r>
              <a:rPr lang="zh-CN" altLang="en-US" sz="3000">
                <a:solidFill>
                  <a:schemeClr val="tx1"/>
                </a:solidFill>
                <a:latin typeface="微软雅黑" panose="020B0503020204020204" pitchFamily="34" charset="-122"/>
                <a:ea typeface="微软雅黑" panose="020B0503020204020204" pitchFamily="34" charset="-122"/>
              </a:rPr>
              <a:t>分析表构造算法</a:t>
            </a:r>
          </a:p>
        </p:txBody>
      </p:sp>
      <p:sp>
        <p:nvSpPr>
          <p:cNvPr id="5" name="矩形 4"/>
          <p:cNvSpPr>
            <a:spLocks noChangeArrowheads="1"/>
          </p:cNvSpPr>
          <p:nvPr/>
        </p:nvSpPr>
        <p:spPr bwMode="auto">
          <a:xfrm>
            <a:off x="92225" y="4475798"/>
            <a:ext cx="8856983" cy="400110"/>
          </a:xfrm>
          <a:prstGeom prst="rect">
            <a:avLst/>
          </a:prstGeom>
          <a:solidFill>
            <a:srgbClr val="B5CEED"/>
          </a:solidFill>
          <a:ln w="12700">
            <a:solidFill>
              <a:schemeClr val="tx1"/>
            </a:solidFill>
            <a:round/>
            <a:headEnd/>
            <a:tailEnd/>
          </a:ln>
        </p:spPr>
        <p:txBody>
          <a:bodyPr wrap="square">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 typeface="Arial" panose="020B0604020202020204" pitchFamily="34" charset="0"/>
              <a:buNone/>
            </a:pPr>
            <a:r>
              <a:rPr lang="zh-CN" altLang="en-US" sz="2000" b="1" dirty="0">
                <a:solidFill>
                  <a:schemeClr val="tx1"/>
                </a:solidFill>
                <a:latin typeface="Times New Roman" panose="02020603050405020304" pitchFamily="18" charset="0"/>
                <a:ea typeface="楷体" panose="02010609060101010101" pitchFamily="49" charset="-122"/>
              </a:rPr>
              <a:t>如果给定文法的</a:t>
            </a:r>
            <a:r>
              <a:rPr lang="en-US" altLang="zh-CN" sz="2000" b="1" i="1" dirty="0">
                <a:solidFill>
                  <a:schemeClr val="tx1"/>
                </a:solidFill>
                <a:latin typeface="Times New Roman" panose="02020603050405020304" pitchFamily="18" charset="0"/>
                <a:cs typeface="Times New Roman" panose="02020603050405020304" pitchFamily="18" charset="0"/>
              </a:rPr>
              <a:t>SLR</a:t>
            </a:r>
            <a:r>
              <a:rPr lang="zh-CN" altLang="en-US" sz="2000" b="1" dirty="0">
                <a:solidFill>
                  <a:schemeClr val="tx1"/>
                </a:solidFill>
                <a:latin typeface="Times New Roman" panose="02020603050405020304" pitchFamily="18" charset="0"/>
                <a:ea typeface="楷体" panose="02010609060101010101" pitchFamily="49" charset="-122"/>
              </a:rPr>
              <a:t>分析表中</a:t>
            </a:r>
            <a:r>
              <a:rPr lang="zh-CN" altLang="en-US" sz="2000" b="1" dirty="0">
                <a:solidFill>
                  <a:srgbClr val="FF0000"/>
                </a:solidFill>
                <a:latin typeface="Times New Roman" panose="02020603050405020304" pitchFamily="18" charset="0"/>
                <a:ea typeface="楷体" panose="02010609060101010101" pitchFamily="49" charset="-122"/>
              </a:rPr>
              <a:t>不存在有冲突的动作</a:t>
            </a:r>
            <a:r>
              <a:rPr lang="zh-CN" altLang="en-US" sz="2000" b="1" dirty="0">
                <a:solidFill>
                  <a:schemeClr val="tx1"/>
                </a:solidFill>
                <a:latin typeface="Times New Roman" panose="02020603050405020304" pitchFamily="18" charset="0"/>
                <a:ea typeface="楷体" panose="02010609060101010101" pitchFamily="49" charset="-122"/>
              </a:rPr>
              <a:t>，那么该文法称为</a:t>
            </a:r>
            <a:r>
              <a:rPr lang="en-US" altLang="zh-CN" sz="2000" b="1" i="1" dirty="0">
                <a:solidFill>
                  <a:srgbClr val="FF0000"/>
                </a:solidFill>
                <a:latin typeface="Times New Roman" panose="02020603050405020304" pitchFamily="18" charset="0"/>
              </a:rPr>
              <a:t>SLR</a:t>
            </a:r>
            <a:r>
              <a:rPr lang="zh-CN" altLang="en-US" sz="2000" b="1" dirty="0">
                <a:solidFill>
                  <a:srgbClr val="FF0000"/>
                </a:solidFill>
                <a:latin typeface="Times New Roman" panose="02020603050405020304" pitchFamily="18" charset="0"/>
                <a:ea typeface="楷体" panose="02010609060101010101" pitchFamily="49" charset="-122"/>
              </a:rPr>
              <a:t>文法</a:t>
            </a:r>
          </a:p>
        </p:txBody>
      </p:sp>
      <p:sp>
        <p:nvSpPr>
          <p:cNvPr id="2" name="灯片编号占位符 1">
            <a:extLst>
              <a:ext uri="{FF2B5EF4-FFF2-40B4-BE49-F238E27FC236}">
                <a16:creationId xmlns:a16="http://schemas.microsoft.com/office/drawing/2014/main" id="{790847B7-4C79-4FCB-9B3F-F2C5869DAFCB}"/>
              </a:ext>
            </a:extLst>
          </p:cNvPr>
          <p:cNvSpPr>
            <a:spLocks noGrp="1"/>
          </p:cNvSpPr>
          <p:nvPr>
            <p:ph type="sldNum" sz="quarter" idx="12"/>
          </p:nvPr>
        </p:nvSpPr>
        <p:spPr/>
        <p:txBody>
          <a:bodyPr/>
          <a:lstStyle/>
          <a:p>
            <a:pPr>
              <a:defRPr/>
            </a:pPr>
            <a:fld id="{76D20AB1-C80E-44EB-B890-88EEF3B3DC08}" type="slidenum">
              <a:rPr lang="zh-CN" altLang="en-US" smtClean="0"/>
              <a:pPr>
                <a:defRPr/>
              </a:pPr>
              <a:t>6</a:t>
            </a:fld>
            <a:endParaRPr lang="en-US" altLang="zh-CN"/>
          </a:p>
        </p:txBody>
      </p:sp>
      <p:sp>
        <p:nvSpPr>
          <p:cNvPr id="3" name="对话气泡: 圆角矩形 2">
            <a:extLst>
              <a:ext uri="{FF2B5EF4-FFF2-40B4-BE49-F238E27FC236}">
                <a16:creationId xmlns:a16="http://schemas.microsoft.com/office/drawing/2014/main" id="{2201FCED-655F-4086-88B3-D335A54A6477}"/>
              </a:ext>
            </a:extLst>
          </p:cNvPr>
          <p:cNvSpPr/>
          <p:nvPr/>
        </p:nvSpPr>
        <p:spPr>
          <a:xfrm>
            <a:off x="6588224" y="3075806"/>
            <a:ext cx="2016224" cy="1008112"/>
          </a:xfrm>
          <a:prstGeom prst="wedgeRoundRectCallout">
            <a:avLst>
              <a:gd name="adj1" fmla="val -74016"/>
              <a:gd name="adj2" fmla="val -66035"/>
              <a:gd name="adj3" fmla="val 16667"/>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Times New Roman" panose="02020603050405020304" pitchFamily="18" charset="0"/>
                <a:cs typeface="Times New Roman" panose="02020603050405020304" pitchFamily="18" charset="0"/>
              </a:rPr>
              <a:t>与</a:t>
            </a:r>
            <a:r>
              <a:rPr lang="en-US" altLang="zh-CN" sz="2400" b="1" dirty="0">
                <a:solidFill>
                  <a:schemeClr val="tx1"/>
                </a:solidFill>
                <a:latin typeface="Times New Roman" panose="02020603050405020304" pitchFamily="18" charset="0"/>
                <a:cs typeface="Times New Roman" panose="02020603050405020304" pitchFamily="18" charset="0"/>
              </a:rPr>
              <a:t>LR(0)</a:t>
            </a:r>
            <a:r>
              <a:rPr lang="zh-CN" altLang="en-US" sz="2400" b="1" dirty="0">
                <a:solidFill>
                  <a:schemeClr val="tx1"/>
                </a:solidFill>
                <a:latin typeface="Times New Roman" panose="02020603050405020304" pitchFamily="18" charset="0"/>
                <a:cs typeface="Times New Roman" panose="02020603050405020304" pitchFamily="18" charset="0"/>
              </a:rPr>
              <a:t>分析表不同</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a:extLst>
              <a:ext uri="{FF2B5EF4-FFF2-40B4-BE49-F238E27FC236}">
                <a16:creationId xmlns:a16="http://schemas.microsoft.com/office/drawing/2014/main" id="{A294F515-9303-4875-8CAC-978B2A6BADCB}"/>
              </a:ext>
            </a:extLst>
          </p:cNvPr>
          <p:cNvSpPr>
            <a:spLocks noGrp="1"/>
          </p:cNvSpPr>
          <p:nvPr>
            <p:ph idx="1"/>
          </p:nvPr>
        </p:nvSpPr>
        <p:spPr/>
        <p:txBody>
          <a:bodyPr/>
          <a:lstStyle/>
          <a:p>
            <a:r>
              <a:rPr lang="zh-CN" altLang="en-US" sz="2800" b="1" dirty="0"/>
              <a:t>画出文法的</a:t>
            </a:r>
            <a:r>
              <a:rPr lang="en-US" altLang="zh-CN" sz="2800" b="1" dirty="0"/>
              <a:t>LR(0)</a:t>
            </a:r>
            <a:r>
              <a:rPr lang="zh-CN" altLang="en-US" sz="2800" b="1" dirty="0"/>
              <a:t>自动机，并画出</a:t>
            </a:r>
            <a:r>
              <a:rPr lang="en-US" altLang="zh-CN" sz="2800" b="1" dirty="0"/>
              <a:t>SLR</a:t>
            </a:r>
            <a:r>
              <a:rPr lang="zh-CN" altLang="en-US" sz="2800" b="1" dirty="0"/>
              <a:t>分析表，说明是不是</a:t>
            </a:r>
            <a:r>
              <a:rPr lang="en-US" altLang="zh-CN" sz="2800" b="1" dirty="0"/>
              <a:t>SLR</a:t>
            </a:r>
            <a:r>
              <a:rPr lang="zh-CN" altLang="en-US" sz="2800" b="1" dirty="0"/>
              <a:t>文法，为什么？</a:t>
            </a:r>
            <a:endParaRPr lang="en-US" altLang="zh-CN" sz="2800" b="1" dirty="0"/>
          </a:p>
          <a:p>
            <a:pPr marL="0" indent="0" algn="ctr">
              <a:buNone/>
            </a:pPr>
            <a:r>
              <a:rPr lang="en-GB" altLang="zh-CN" sz="2800" b="1" dirty="0"/>
              <a:t>S </a:t>
            </a:r>
            <a:r>
              <a:rPr lang="zh-CN" altLang="zh-CN" sz="2800" b="1" dirty="0"/>
              <a:t>→</a:t>
            </a:r>
            <a:r>
              <a:rPr lang="en-GB" altLang="zh-CN" sz="2800" b="1" dirty="0"/>
              <a:t> a | S + S | S </a:t>
            </a:r>
            <a:r>
              <a:rPr lang="en-GB" altLang="zh-CN" sz="2800" b="1" dirty="0" err="1"/>
              <a:t>S</a:t>
            </a:r>
            <a:r>
              <a:rPr lang="en-GB" altLang="zh-CN" sz="2800" b="1" dirty="0"/>
              <a:t> | S * | (S) </a:t>
            </a:r>
            <a:endParaRPr lang="zh-CN" altLang="en-US" sz="2800" b="1" dirty="0"/>
          </a:p>
        </p:txBody>
      </p:sp>
      <p:sp>
        <p:nvSpPr>
          <p:cNvPr id="3" name="标题 2">
            <a:extLst>
              <a:ext uri="{FF2B5EF4-FFF2-40B4-BE49-F238E27FC236}">
                <a16:creationId xmlns:a16="http://schemas.microsoft.com/office/drawing/2014/main" id="{1772C608-7B25-459B-98BE-EFF7898E8260}"/>
              </a:ext>
            </a:extLst>
          </p:cNvPr>
          <p:cNvSpPr>
            <a:spLocks noGrp="1"/>
          </p:cNvSpPr>
          <p:nvPr>
            <p:ph type="title"/>
          </p:nvPr>
        </p:nvSpPr>
        <p:spPr/>
        <p:txBody>
          <a:bodyPr/>
          <a:lstStyle/>
          <a:p>
            <a:r>
              <a:rPr lang="zh-CN" altLang="en-US" dirty="0"/>
              <a:t>课后练习</a:t>
            </a:r>
          </a:p>
        </p:txBody>
      </p:sp>
      <p:sp>
        <p:nvSpPr>
          <p:cNvPr id="2" name="灯片编号占位符 1">
            <a:extLst>
              <a:ext uri="{FF2B5EF4-FFF2-40B4-BE49-F238E27FC236}">
                <a16:creationId xmlns:a16="http://schemas.microsoft.com/office/drawing/2014/main" id="{0EC0D431-1B25-448F-A116-3E55949AE619}"/>
              </a:ext>
            </a:extLst>
          </p:cNvPr>
          <p:cNvSpPr>
            <a:spLocks noGrp="1"/>
          </p:cNvSpPr>
          <p:nvPr>
            <p:ph type="sldNum" sz="quarter" idx="4294967295"/>
          </p:nvPr>
        </p:nvSpPr>
        <p:spPr>
          <a:xfrm>
            <a:off x="0" y="4687888"/>
            <a:ext cx="1162050" cy="273050"/>
          </a:xfrm>
        </p:spPr>
        <p:txBody>
          <a:bodyPr/>
          <a:lstStyle/>
          <a:p>
            <a:pPr>
              <a:defRPr/>
            </a:pPr>
            <a:fld id="{DE03A640-DE24-46E6-800A-740A6D4CAF16}" type="slidenum">
              <a:rPr lang="zh-CN" altLang="en-US" smtClean="0"/>
              <a:pPr>
                <a:defRPr/>
              </a:pPr>
              <a:t>7</a:t>
            </a:fld>
            <a:endParaRPr lang="en-US" altLang="zh-CN"/>
          </a:p>
        </p:txBody>
      </p:sp>
    </p:spTree>
    <p:extLst>
      <p:ext uri="{BB962C8B-B14F-4D97-AF65-F5344CB8AC3E}">
        <p14:creationId xmlns:p14="http://schemas.microsoft.com/office/powerpoint/2010/main" val="9419472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0" name="Rectangle 45">
                <a:extLst>
                  <a:ext uri="{FF2B5EF4-FFF2-40B4-BE49-F238E27FC236}">
                    <a16:creationId xmlns:a16="http://schemas.microsoft.com/office/drawing/2014/main" id="{0C870ACB-9834-4960-AAF1-2DC784682FC2}"/>
                  </a:ext>
                </a:extLst>
              </p:cNvPr>
              <p:cNvSpPr>
                <a:spLocks noChangeArrowheads="1"/>
              </p:cNvSpPr>
              <p:nvPr/>
            </p:nvSpPr>
            <p:spPr bwMode="auto">
              <a:xfrm>
                <a:off x="35496" y="4083918"/>
                <a:ext cx="2981672" cy="1000146"/>
              </a:xfrm>
              <a:prstGeom prst="rect">
                <a:avLst/>
              </a:prstGeom>
              <a:solidFill>
                <a:schemeClr val="accent5">
                  <a:lumMod val="60000"/>
                  <a:lumOff val="40000"/>
                </a:schemeClr>
              </a:solidFill>
              <a:ln w="12700">
                <a:solidFill>
                  <a:schemeClr val="tx1"/>
                </a:solidFill>
                <a:miter lim="800000"/>
              </a:ln>
            </p:spPr>
            <p:txBody>
              <a:bodyPr wrap="squar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r>
                  <a:rPr lang="zh-CN" altLang="en-US"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例：</a:t>
                </a:r>
                <a:r>
                  <a:rPr lang="en-US" altLang="zh-CN"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a:t>
                </a:r>
                <a:r>
                  <a:rPr lang="en-US" altLang="zh-CN" b="1" i="1" dirty="0">
                    <a:solidFill>
                      <a:srgbClr val="0070C0"/>
                    </a:solidFill>
                    <a:latin typeface="Times New Roman" panose="02020603050405020304" pitchFamily="18" charset="0"/>
                    <a:ea typeface="楷体_GB2312" panose="02010609030101010101" pitchFamily="49" charset="-122"/>
                    <a:cs typeface="Times New Roman" panose="02020603050405020304" pitchFamily="18" charset="0"/>
                  </a:rPr>
                  <a:t>id = id </a:t>
                </a:r>
                <a:r>
                  <a:rPr lang="zh-CN" altLang="en-US"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归约过程</a:t>
                </a:r>
                <a:endParaRPr lang="en-US" altLang="zh-CN"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endParaRPr>
              </a:p>
              <a:p>
                <a:pPr eaLnBrk="1" hangingPunct="1">
                  <a:defRPr/>
                </a:pPr>
                <a:r>
                  <a:rPr lang="en-US" altLang="zh-CN"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   </a:t>
                </a:r>
                <a14:m>
                  <m:oMath xmlns:m="http://schemas.openxmlformats.org/officeDocument/2006/math">
                    <m:groupChr>
                      <m:groupChrPr>
                        <m:chr m:val="⇐"/>
                        <m:pos m:val="top"/>
                        <m:ctrlPr>
                          <a:rPr lang="zh-CN" altLang="zh-CN" i="1">
                            <a:latin typeface="Cambria Math" panose="02040503050406030204" pitchFamily="18" charset="0"/>
                          </a:rPr>
                        </m:ctrlPr>
                      </m:groupChrPr>
                      <m:e>
                        <m:r>
                          <a:rPr lang="en-US" altLang="zh-CN" i="1">
                            <a:latin typeface="Cambria Math" panose="02040503050406030204" pitchFamily="18" charset="0"/>
                          </a:rPr>
                          <m:t>𝑟𝑚</m:t>
                        </m:r>
                      </m:e>
                    </m:groupChr>
                  </m:oMath>
                </a14:m>
                <a:r>
                  <a:rPr lang="zh-CN" altLang="en-US"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 </a:t>
                </a:r>
                <a:r>
                  <a:rPr lang="en-US" altLang="zh-CN" b="1" dirty="0">
                    <a:solidFill>
                      <a:srgbClr val="0070C0"/>
                    </a:solidFill>
                    <a:latin typeface="Times New Roman" panose="02020603050405020304" pitchFamily="18" charset="0"/>
                    <a:ea typeface="楷体_GB2312" panose="02010609030101010101" pitchFamily="49" charset="-122"/>
                    <a:cs typeface="Times New Roman" panose="02020603050405020304" pitchFamily="18" charset="0"/>
                  </a:rPr>
                  <a:t>L</a:t>
                </a:r>
                <a:r>
                  <a:rPr lang="en-US" altLang="zh-CN"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=id  L</a:t>
                </a:r>
                <a:r>
                  <a:rPr lang="zh-CN" altLang="en-US"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不能再归约为</a:t>
                </a:r>
                <a:r>
                  <a:rPr lang="en-US" altLang="zh-CN"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R</a:t>
                </a:r>
              </a:p>
              <a:p>
                <a:pPr eaLnBrk="1" hangingPunct="1">
                  <a:defRPr/>
                </a:pPr>
                <a:r>
                  <a:rPr lang="zh-CN" altLang="en-US"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因为 </a:t>
                </a:r>
                <a:r>
                  <a:rPr lang="en-US" altLang="zh-CN" b="1" dirty="0">
                    <a:solidFill>
                      <a:srgbClr val="0070C0"/>
                    </a:solidFill>
                    <a:latin typeface="Times New Roman" panose="02020603050405020304" pitchFamily="18" charset="0"/>
                    <a:ea typeface="楷体_GB2312" panose="02010609030101010101" pitchFamily="49" charset="-122"/>
                    <a:cs typeface="Times New Roman" panose="02020603050405020304" pitchFamily="18" charset="0"/>
                  </a:rPr>
                  <a:t>R</a:t>
                </a:r>
                <a:r>
                  <a:rPr lang="en-US" altLang="zh-CN"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=id</a:t>
                </a:r>
                <a:r>
                  <a:rPr lang="zh-CN" altLang="en-US"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不是规范句型</a:t>
                </a:r>
              </a:p>
            </p:txBody>
          </p:sp>
        </mc:Choice>
        <mc:Fallback xmlns="">
          <p:sp>
            <p:nvSpPr>
              <p:cNvPr id="50" name="Rectangle 45">
                <a:extLst>
                  <a:ext uri="{FF2B5EF4-FFF2-40B4-BE49-F238E27FC236}">
                    <a16:creationId xmlns:a16="http://schemas.microsoft.com/office/drawing/2014/main" id="{0C870ACB-9834-4960-AAF1-2DC784682FC2}"/>
                  </a:ext>
                </a:extLst>
              </p:cNvPr>
              <p:cNvSpPr>
                <a:spLocks noRot="1" noChangeAspect="1" noMove="1" noResize="1" noEditPoints="1" noAdjustHandles="1" noChangeArrowheads="1" noChangeShapeType="1" noTextEdit="1"/>
              </p:cNvSpPr>
              <p:nvPr/>
            </p:nvSpPr>
            <p:spPr bwMode="auto">
              <a:xfrm>
                <a:off x="35496" y="4083918"/>
                <a:ext cx="2981672" cy="1000146"/>
              </a:xfrm>
              <a:prstGeom prst="rect">
                <a:avLst/>
              </a:prstGeom>
              <a:blipFill>
                <a:blip r:embed="rId3"/>
                <a:stretch>
                  <a:fillRect l="-1629" t="-3012" r="-611" b="-8434"/>
                </a:stretch>
              </a:blipFill>
              <a:ln w="12700">
                <a:solidFill>
                  <a:schemeClr val="tx1"/>
                </a:solidFill>
                <a:miter lim="800000"/>
              </a:ln>
            </p:spPr>
            <p:txBody>
              <a:bodyPr/>
              <a:lstStyle/>
              <a:p>
                <a:r>
                  <a:rPr lang="zh-CN" altLang="en-US">
                    <a:noFill/>
                  </a:rPr>
                  <a:t> </a:t>
                </a:r>
              </a:p>
            </p:txBody>
          </p:sp>
        </mc:Fallback>
      </mc:AlternateContent>
      <p:sp>
        <p:nvSpPr>
          <p:cNvPr id="22530" name="Rectangle 36"/>
          <p:cNvSpPr>
            <a:spLocks noGrp="1" noChangeArrowheads="1"/>
          </p:cNvSpPr>
          <p:nvPr>
            <p:ph type="title"/>
          </p:nvPr>
        </p:nvSpPr>
        <p:spPr>
          <a:xfrm>
            <a:off x="755650" y="268288"/>
            <a:ext cx="7931150" cy="358775"/>
          </a:xfrm>
        </p:spPr>
        <p:txBody>
          <a:bodyPr/>
          <a:lstStyle/>
          <a:p>
            <a:pPr eaLnBrk="1" hangingPunct="1">
              <a:defRPr/>
            </a:pPr>
            <a:r>
              <a:rPr lang="en-US" altLang="zh-CN" sz="3000" i="1" dirty="0">
                <a:solidFill>
                  <a:srgbClr val="000000"/>
                </a:solidFill>
              </a:rPr>
              <a:t>SLR</a:t>
            </a:r>
            <a:r>
              <a:rPr lang="zh-CN" altLang="en-US" sz="3000" i="1" dirty="0">
                <a:solidFill>
                  <a:srgbClr val="000000"/>
                </a:solidFill>
              </a:rPr>
              <a:t> </a:t>
            </a:r>
            <a:r>
              <a:rPr lang="zh-CN" altLang="en-US" sz="3000" spc="300" dirty="0">
                <a:solidFill>
                  <a:srgbClr val="000000"/>
                </a:solidFill>
                <a:latin typeface="微软雅黑" panose="020B0503020204020204" pitchFamily="34" charset="-122"/>
                <a:ea typeface="微软雅黑" panose="020B0503020204020204" pitchFamily="34" charset="-122"/>
              </a:rPr>
              <a:t>分析中的冲突</a:t>
            </a:r>
            <a:endParaRPr lang="zh-CN" altLang="en-US" sz="3000" spc="300" dirty="0">
              <a:solidFill>
                <a:schemeClr val="tx1"/>
              </a:solidFill>
              <a:latin typeface="微软雅黑" panose="020B0503020204020204" pitchFamily="34" charset="-122"/>
              <a:ea typeface="微软雅黑" panose="020B0503020204020204" pitchFamily="34" charset="-122"/>
            </a:endParaRPr>
          </a:p>
        </p:txBody>
      </p:sp>
      <p:sp>
        <p:nvSpPr>
          <p:cNvPr id="122" name="Rectangle 37"/>
          <p:cNvSpPr>
            <a:spLocks noChangeArrowheads="1"/>
          </p:cNvSpPr>
          <p:nvPr/>
        </p:nvSpPr>
        <p:spPr bwMode="auto">
          <a:xfrm>
            <a:off x="380435" y="1124099"/>
            <a:ext cx="1520825" cy="2354262"/>
          </a:xfrm>
          <a:prstGeom prst="rect">
            <a:avLst/>
          </a:prstGeom>
          <a:solidFill>
            <a:schemeClr val="accent5">
              <a:lumMod val="60000"/>
              <a:lumOff val="40000"/>
            </a:schemeClr>
          </a:solidFill>
          <a:ln w="12700">
            <a:solidFill>
              <a:schemeClr val="tx1"/>
            </a:solidFill>
          </a:ln>
        </p:spPr>
        <p:txBody>
          <a:bodyPr>
            <a:spAutoFit/>
          </a:bodyPr>
          <a:lstStyle/>
          <a:p>
            <a:pPr marL="609600" indent="-609600" eaLnBrk="1" hangingPunct="1">
              <a:lnSpc>
                <a:spcPts val="2500"/>
              </a:lnSpc>
              <a:spcBef>
                <a:spcPct val="20000"/>
              </a:spcBef>
              <a:buFont typeface="Wingdings" pitchFamily="2" charset="2"/>
              <a:buNone/>
              <a:defRPr/>
            </a:pPr>
            <a:r>
              <a:rPr lang="zh-CN" altLang="zh-CN" sz="2200" b="1" noProof="1">
                <a:solidFill>
                  <a:srgbClr val="000000"/>
                </a:solidFill>
                <a:latin typeface="Times New Roman" pitchFamily="18" charset="0"/>
                <a:ea typeface="Times New Roman" pitchFamily="18" charset="0"/>
                <a:cs typeface="华文楷体" pitchFamily="2" charset="-122"/>
              </a:rPr>
              <a:t>0) </a:t>
            </a:r>
            <a:r>
              <a:rPr lang="en-US" altLang="zh-CN" sz="2200" b="1" i="1" noProof="1">
                <a:solidFill>
                  <a:srgbClr val="000000"/>
                </a:solidFill>
                <a:latin typeface="Times New Roman" pitchFamily="18" charset="0"/>
                <a:ea typeface="Times New Roman" pitchFamily="18" charset="0"/>
                <a:cs typeface="华文楷体" pitchFamily="2" charset="-122"/>
              </a:rPr>
              <a:t>S</a:t>
            </a:r>
            <a:r>
              <a:rPr lang="en-US" altLang="zh-CN" sz="2400" b="1" i="1" noProof="1">
                <a:solidFill>
                  <a:srgbClr val="000000"/>
                </a:solidFill>
                <a:latin typeface="Times New Roman" pitchFamily="18" charset="0"/>
                <a:ea typeface="Times New Roman" pitchFamily="18" charset="0"/>
                <a:cs typeface="华文楷体" pitchFamily="2" charset="-122"/>
              </a:rPr>
              <a:t>′</a:t>
            </a:r>
            <a:r>
              <a:rPr lang="en-US" altLang="zh-CN" sz="2200" b="1" i="1" noProof="1">
                <a:solidFill>
                  <a:srgbClr val="000000"/>
                </a:solidFill>
                <a:latin typeface="Times New Roman" pitchFamily="18" charset="0"/>
                <a:ea typeface="Times New Roman" pitchFamily="18" charset="0"/>
                <a:cs typeface="华文楷体" pitchFamily="2" charset="-122"/>
              </a:rPr>
              <a:t>→S</a:t>
            </a:r>
          </a:p>
          <a:p>
            <a:pPr marL="609600" indent="-609600" eaLnBrk="1" hangingPunct="1">
              <a:lnSpc>
                <a:spcPts val="2500"/>
              </a:lnSpc>
              <a:spcBef>
                <a:spcPct val="20000"/>
              </a:spcBef>
              <a:buFont typeface="Wingdings" pitchFamily="2" charset="2"/>
              <a:buNone/>
              <a:defRPr/>
            </a:pPr>
            <a:r>
              <a:rPr lang="en-US" altLang="zh-CN" sz="2200" b="1" noProof="1">
                <a:solidFill>
                  <a:srgbClr val="000000"/>
                </a:solidFill>
                <a:latin typeface="Times New Roman" pitchFamily="18" charset="0"/>
                <a:ea typeface="Times New Roman" pitchFamily="18" charset="0"/>
                <a:cs typeface="华文楷体" pitchFamily="2" charset="-122"/>
              </a:rPr>
              <a:t>1) </a:t>
            </a:r>
            <a:r>
              <a:rPr lang="en-US" altLang="zh-CN" sz="2200" b="1" i="1" noProof="1">
                <a:solidFill>
                  <a:srgbClr val="000000"/>
                </a:solidFill>
                <a:latin typeface="Times New Roman" pitchFamily="18" charset="0"/>
                <a:ea typeface="Times New Roman" pitchFamily="18" charset="0"/>
                <a:cs typeface="华文楷体" pitchFamily="2" charset="-122"/>
              </a:rPr>
              <a:t>S→L=R</a:t>
            </a:r>
          </a:p>
          <a:p>
            <a:pPr marL="609600" indent="-609600" eaLnBrk="1" hangingPunct="1">
              <a:lnSpc>
                <a:spcPts val="2500"/>
              </a:lnSpc>
              <a:spcBef>
                <a:spcPct val="20000"/>
              </a:spcBef>
              <a:buFont typeface="Wingdings" pitchFamily="2" charset="2"/>
              <a:buNone/>
              <a:defRPr/>
            </a:pPr>
            <a:r>
              <a:rPr lang="en-US" altLang="zh-CN" sz="2200" b="1" noProof="1">
                <a:solidFill>
                  <a:srgbClr val="000000"/>
                </a:solidFill>
                <a:latin typeface="Times New Roman" pitchFamily="18" charset="0"/>
                <a:ea typeface="Times New Roman" pitchFamily="18" charset="0"/>
                <a:cs typeface="华文楷体" pitchFamily="2" charset="-122"/>
              </a:rPr>
              <a:t>2) </a:t>
            </a:r>
            <a:r>
              <a:rPr lang="en-US" altLang="zh-CN" sz="2200" b="1" i="1" noProof="1">
                <a:solidFill>
                  <a:srgbClr val="000000"/>
                </a:solidFill>
                <a:latin typeface="Times New Roman" pitchFamily="18" charset="0"/>
                <a:ea typeface="Times New Roman" pitchFamily="18" charset="0"/>
                <a:cs typeface="华文楷体" pitchFamily="2" charset="-122"/>
              </a:rPr>
              <a:t>S→R</a:t>
            </a:r>
          </a:p>
          <a:p>
            <a:pPr marL="609600" indent="-609600" eaLnBrk="1" hangingPunct="1">
              <a:lnSpc>
                <a:spcPts val="2500"/>
              </a:lnSpc>
              <a:spcBef>
                <a:spcPct val="20000"/>
              </a:spcBef>
              <a:buFont typeface="Wingdings" pitchFamily="2" charset="2"/>
              <a:buNone/>
              <a:defRPr/>
            </a:pPr>
            <a:r>
              <a:rPr lang="en-US" altLang="zh-CN" sz="2200" b="1" noProof="1">
                <a:solidFill>
                  <a:srgbClr val="000000"/>
                </a:solidFill>
                <a:latin typeface="Times New Roman" pitchFamily="18" charset="0"/>
                <a:ea typeface="Times New Roman" pitchFamily="18" charset="0"/>
                <a:cs typeface="华文楷体" pitchFamily="2" charset="-122"/>
              </a:rPr>
              <a:t>3) </a:t>
            </a:r>
            <a:r>
              <a:rPr lang="en-US" altLang="zh-CN" sz="2200" b="1" i="1" noProof="1">
                <a:solidFill>
                  <a:srgbClr val="000000"/>
                </a:solidFill>
                <a:latin typeface="Times New Roman" pitchFamily="18" charset="0"/>
                <a:ea typeface="Times New Roman" pitchFamily="18" charset="0"/>
                <a:cs typeface="华文楷体" pitchFamily="2" charset="-122"/>
              </a:rPr>
              <a:t>L→*R</a:t>
            </a:r>
          </a:p>
          <a:p>
            <a:pPr marL="609600" indent="-609600" eaLnBrk="1" hangingPunct="1">
              <a:lnSpc>
                <a:spcPts val="2500"/>
              </a:lnSpc>
              <a:spcBef>
                <a:spcPct val="20000"/>
              </a:spcBef>
              <a:buFont typeface="Wingdings" pitchFamily="2" charset="2"/>
              <a:buNone/>
              <a:defRPr/>
            </a:pPr>
            <a:r>
              <a:rPr lang="en-US" altLang="zh-CN" sz="2200" b="1" noProof="1">
                <a:solidFill>
                  <a:srgbClr val="000000"/>
                </a:solidFill>
                <a:latin typeface="Times New Roman" pitchFamily="18" charset="0"/>
                <a:ea typeface="Times New Roman" pitchFamily="18" charset="0"/>
                <a:cs typeface="华文楷体" pitchFamily="2" charset="-122"/>
              </a:rPr>
              <a:t>4) </a:t>
            </a:r>
            <a:r>
              <a:rPr lang="en-US" altLang="zh-CN" sz="2200" b="1" i="1" noProof="1">
                <a:solidFill>
                  <a:srgbClr val="000000"/>
                </a:solidFill>
                <a:latin typeface="Times New Roman" pitchFamily="18" charset="0"/>
                <a:ea typeface="Times New Roman" pitchFamily="18" charset="0"/>
                <a:cs typeface="华文楷体" pitchFamily="2" charset="-122"/>
              </a:rPr>
              <a:t>L→</a:t>
            </a:r>
            <a:r>
              <a:rPr lang="en-US" altLang="zh-CN" sz="2200" b="1" noProof="1">
                <a:solidFill>
                  <a:srgbClr val="000000"/>
                </a:solidFill>
                <a:latin typeface="Times New Roman" pitchFamily="18" charset="0"/>
                <a:ea typeface="Times New Roman" pitchFamily="18" charset="0"/>
                <a:cs typeface="华文楷体" pitchFamily="2" charset="-122"/>
              </a:rPr>
              <a:t>id</a:t>
            </a:r>
          </a:p>
          <a:p>
            <a:pPr marL="609600" indent="-609600" eaLnBrk="1" hangingPunct="1">
              <a:lnSpc>
                <a:spcPts val="2500"/>
              </a:lnSpc>
              <a:spcBef>
                <a:spcPct val="20000"/>
              </a:spcBef>
              <a:buFont typeface="Wingdings" pitchFamily="2" charset="2"/>
              <a:buNone/>
              <a:defRPr/>
            </a:pPr>
            <a:r>
              <a:rPr lang="en-US" altLang="zh-CN" sz="2200" b="1" noProof="1">
                <a:solidFill>
                  <a:srgbClr val="000000"/>
                </a:solidFill>
                <a:latin typeface="Times New Roman" pitchFamily="18" charset="0"/>
                <a:ea typeface="Times New Roman" pitchFamily="18" charset="0"/>
                <a:cs typeface="华文楷体" pitchFamily="2" charset="-122"/>
              </a:rPr>
              <a:t>5) </a:t>
            </a:r>
            <a:r>
              <a:rPr lang="en-US" altLang="zh-CN" sz="2200" b="1" i="1" noProof="1">
                <a:solidFill>
                  <a:srgbClr val="000000"/>
                </a:solidFill>
                <a:latin typeface="Times New Roman" pitchFamily="18" charset="0"/>
                <a:ea typeface="Times New Roman" pitchFamily="18" charset="0"/>
                <a:cs typeface="华文楷体" pitchFamily="2" charset="-122"/>
              </a:rPr>
              <a:t>R→L</a:t>
            </a:r>
          </a:p>
        </p:txBody>
      </p:sp>
      <p:sp>
        <p:nvSpPr>
          <p:cNvPr id="130" name="Rectangle 45"/>
          <p:cNvSpPr>
            <a:spLocks noChangeArrowheads="1"/>
          </p:cNvSpPr>
          <p:nvPr/>
        </p:nvSpPr>
        <p:spPr bwMode="auto">
          <a:xfrm>
            <a:off x="35496" y="3579862"/>
            <a:ext cx="2507680" cy="400050"/>
          </a:xfrm>
          <a:prstGeom prst="rect">
            <a:avLst/>
          </a:prstGeom>
          <a:solidFill>
            <a:schemeClr val="accent5">
              <a:lumMod val="60000"/>
              <a:lumOff val="40000"/>
            </a:schemeClr>
          </a:solidFill>
          <a:ln w="12700">
            <a:solidFill>
              <a:schemeClr val="tx1"/>
            </a:solidFill>
            <a:miter lim="800000"/>
          </a:ln>
        </p:spPr>
        <p:txBody>
          <a:bodyPr wrap="squar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r>
              <a:rPr lang="en-US" altLang="zh-CN" sz="2000" b="1" i="1" dirty="0">
                <a:solidFill>
                  <a:srgbClr val="0070C0"/>
                </a:solidFill>
                <a:latin typeface="Times New Roman" panose="02020603050405020304" pitchFamily="18" charset="0"/>
                <a:ea typeface="楷体_GB2312" panose="02010609030101010101" pitchFamily="49" charset="-122"/>
                <a:cs typeface="Times New Roman" panose="02020603050405020304" pitchFamily="18" charset="0"/>
              </a:rPr>
              <a:t>FOLLOW</a:t>
            </a:r>
            <a:r>
              <a:rPr lang="en-US" altLang="zh-CN" sz="2000" b="1" dirty="0">
                <a:solidFill>
                  <a:srgbClr val="0070C0"/>
                </a:solidFill>
                <a:latin typeface="Times New Roman" panose="02020603050405020304" pitchFamily="18" charset="0"/>
                <a:ea typeface="楷体_GB2312" panose="02010609030101010101" pitchFamily="49" charset="-122"/>
                <a:cs typeface="Times New Roman" panose="02020603050405020304" pitchFamily="18" charset="0"/>
              </a:rPr>
              <a:t>(</a:t>
            </a:r>
            <a:r>
              <a:rPr lang="en-US" altLang="zh-CN" sz="2000" b="1" i="1" dirty="0">
                <a:solidFill>
                  <a:srgbClr val="0070C0"/>
                </a:solidFill>
                <a:latin typeface="Times New Roman" panose="02020603050405020304" pitchFamily="18" charset="0"/>
                <a:ea typeface="楷体_GB2312" panose="02010609030101010101" pitchFamily="49" charset="-122"/>
                <a:cs typeface="Times New Roman" panose="02020603050405020304" pitchFamily="18" charset="0"/>
              </a:rPr>
              <a:t>R</a:t>
            </a:r>
            <a:r>
              <a:rPr lang="en-US" altLang="zh-CN" sz="2000" b="1" dirty="0">
                <a:solidFill>
                  <a:srgbClr val="0070C0"/>
                </a:solidFill>
                <a:latin typeface="Times New Roman" panose="02020603050405020304" pitchFamily="18" charset="0"/>
                <a:ea typeface="楷体_GB2312" panose="02010609030101010101" pitchFamily="49" charset="-122"/>
                <a:cs typeface="Times New Roman" panose="02020603050405020304" pitchFamily="18" charset="0"/>
              </a:rPr>
              <a:t>) = { =, </a:t>
            </a:r>
            <a:r>
              <a:rPr lang="en-US" altLang="zh-CN" sz="2000" b="1"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a:t>
            </a:r>
            <a:r>
              <a:rPr lang="en-US" altLang="zh-CN" sz="2000" b="1" dirty="0">
                <a:solidFill>
                  <a:srgbClr val="0070C0"/>
                </a:solidFill>
                <a:latin typeface="Times New Roman" panose="02020603050405020304" pitchFamily="18" charset="0"/>
                <a:ea typeface="楷体_GB2312" panose="02010609030101010101" pitchFamily="49" charset="-122"/>
                <a:cs typeface="Times New Roman" panose="02020603050405020304" pitchFamily="18" charset="0"/>
              </a:rPr>
              <a:t> }</a:t>
            </a:r>
            <a:endParaRPr lang="zh-CN" altLang="en-US" sz="2000" b="1" dirty="0">
              <a:solidFill>
                <a:srgbClr val="0070C0"/>
              </a:solidFill>
              <a:latin typeface="Times New Roman" panose="02020603050405020304" pitchFamily="18" charset="0"/>
              <a:ea typeface="楷体_GB2312" panose="02010609030101010101" pitchFamily="49" charset="-122"/>
              <a:cs typeface="Times New Roman" panose="02020603050405020304" pitchFamily="18" charset="0"/>
            </a:endParaRPr>
          </a:p>
        </p:txBody>
      </p:sp>
      <p:grpSp>
        <p:nvGrpSpPr>
          <p:cNvPr id="2" name="组合 3"/>
          <p:cNvGrpSpPr>
            <a:grpSpLocks/>
          </p:cNvGrpSpPr>
          <p:nvPr/>
        </p:nvGrpSpPr>
        <p:grpSpPr bwMode="auto">
          <a:xfrm>
            <a:off x="2155825" y="741363"/>
            <a:ext cx="6808788" cy="4351337"/>
            <a:chOff x="2155825" y="741363"/>
            <a:chExt cx="6808788" cy="4350667"/>
          </a:xfrm>
        </p:grpSpPr>
        <p:sp>
          <p:nvSpPr>
            <p:cNvPr id="28680" name="Text Box 2"/>
            <p:cNvSpPr txBox="1">
              <a:spLocks noChangeArrowheads="1"/>
            </p:cNvSpPr>
            <p:nvPr/>
          </p:nvSpPr>
          <p:spPr bwMode="auto">
            <a:xfrm>
              <a:off x="2155825" y="796916"/>
              <a:ext cx="1290638" cy="2153906"/>
            </a:xfrm>
            <a:prstGeom prst="rect">
              <a:avLst/>
            </a:prstGeom>
            <a:solidFill>
              <a:srgbClr val="B5CEED"/>
            </a:solidFill>
            <a:ln w="12700">
              <a:solidFill>
                <a:schemeClr val="tx1"/>
              </a:solidFill>
              <a:miter lim="800000"/>
              <a:headEnd type="none" w="sm" len="sm"/>
              <a:tailEnd type="none" w="sm" len="sm"/>
            </a:ln>
          </p:spPr>
          <p:txBody>
            <a:bodyPr tIns="0" bIns="0">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rPr>
                <a:t>I</a:t>
              </a:r>
              <a:r>
                <a:rPr lang="en-US" altLang="zh-CN" sz="2000" b="1" i="1" baseline="-25000" dirty="0">
                  <a:solidFill>
                    <a:srgbClr val="000000"/>
                  </a:solidFill>
                  <a:latin typeface="Times New Roman" panose="02020603050405020304" pitchFamily="18" charset="0"/>
                </a:rPr>
                <a:t>0</a:t>
              </a:r>
              <a:r>
                <a:rPr lang="en-US" altLang="zh-CN" sz="2000" b="1" dirty="0">
                  <a:solidFill>
                    <a:srgbClr val="000000"/>
                  </a:solidFill>
                  <a:latin typeface="Times New Roman" panose="02020603050405020304" pitchFamily="18" charset="0"/>
                </a:rPr>
                <a:t>:</a:t>
              </a:r>
            </a:p>
            <a:p>
              <a:pPr>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rPr>
                <a:t>S</a:t>
              </a:r>
              <a:r>
                <a:rPr lang="en-US" altLang="zh-CN" sz="2000" b="1" i="1" dirty="0">
                  <a:solidFill>
                    <a:srgbClr val="000000"/>
                  </a:solidFill>
                  <a:latin typeface="Times New Roman" panose="02020603050405020304" pitchFamily="18" charset="0"/>
                  <a:cs typeface="Times New Roman" panose="02020603050405020304" pitchFamily="18" charset="0"/>
                </a:rPr>
                <a:t>′ </a:t>
              </a:r>
              <a:r>
                <a:rPr lang="en-US" altLang="zh-CN" sz="2000" b="1" i="1" dirty="0">
                  <a:solidFill>
                    <a:srgbClr val="000000"/>
                  </a:solidFill>
                  <a:latin typeface="Times New Roman" panose="02020603050405020304" pitchFamily="18" charset="0"/>
                </a:rPr>
                <a:t>→ · S</a:t>
              </a:r>
            </a:p>
            <a:p>
              <a:pPr>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rPr>
                <a:t>S→ · L=R</a:t>
              </a:r>
            </a:p>
            <a:p>
              <a:pPr>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rPr>
                <a:t>S→ · R</a:t>
              </a:r>
            </a:p>
            <a:p>
              <a:pPr>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rPr>
                <a:t>L→ · *R</a:t>
              </a:r>
            </a:p>
            <a:p>
              <a:pPr>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rPr>
                <a:t>L→ · </a:t>
              </a:r>
              <a:r>
                <a:rPr lang="en-US" altLang="zh-CN" sz="2000" b="1" dirty="0">
                  <a:solidFill>
                    <a:srgbClr val="000000"/>
                  </a:solidFill>
                  <a:latin typeface="Times New Roman" panose="02020603050405020304" pitchFamily="18" charset="0"/>
                </a:rPr>
                <a:t>id</a:t>
              </a:r>
            </a:p>
            <a:p>
              <a:pPr>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rPr>
                <a:t>R→ · L</a:t>
              </a:r>
            </a:p>
          </p:txBody>
        </p:sp>
        <p:sp>
          <p:nvSpPr>
            <p:cNvPr id="28681" name="Text Box 3"/>
            <p:cNvSpPr txBox="1">
              <a:spLocks noChangeArrowheads="1"/>
            </p:cNvSpPr>
            <p:nvPr/>
          </p:nvSpPr>
          <p:spPr bwMode="auto">
            <a:xfrm>
              <a:off x="4041775" y="741363"/>
              <a:ext cx="1223963" cy="707916"/>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I</a:t>
              </a:r>
              <a:r>
                <a:rPr lang="en-US" altLang="zh-CN" sz="2000" b="1" i="1" baseline="-25000">
                  <a:solidFill>
                    <a:srgbClr val="000000"/>
                  </a:solidFill>
                  <a:latin typeface="Times New Roman" panose="02020603050405020304" pitchFamily="18" charset="0"/>
                </a:rPr>
                <a:t>1</a:t>
              </a:r>
              <a:r>
                <a:rPr lang="en-US" altLang="zh-CN" sz="2000" b="1">
                  <a:solidFill>
                    <a:srgbClr val="000000"/>
                  </a:solidFill>
                  <a:latin typeface="Times New Roman" panose="02020603050405020304" pitchFamily="18" charset="0"/>
                </a:rPr>
                <a:t>:</a:t>
              </a: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S</a:t>
              </a:r>
              <a:r>
                <a:rPr lang="en-US" altLang="zh-CN" sz="2000" b="1" i="1">
                  <a:solidFill>
                    <a:srgbClr val="000000"/>
                  </a:solidFill>
                  <a:latin typeface="Times New Roman" panose="02020603050405020304" pitchFamily="18" charset="0"/>
                  <a:cs typeface="Times New Roman" panose="02020603050405020304" pitchFamily="18" charset="0"/>
                </a:rPr>
                <a:t>′ </a:t>
              </a:r>
              <a:r>
                <a:rPr lang="en-US" altLang="zh-CN" sz="2000" b="1" i="1">
                  <a:solidFill>
                    <a:srgbClr val="000000"/>
                  </a:solidFill>
                  <a:latin typeface="Times New Roman" panose="02020603050405020304" pitchFamily="18" charset="0"/>
                </a:rPr>
                <a:t>→S ·</a:t>
              </a:r>
            </a:p>
          </p:txBody>
        </p:sp>
        <p:sp>
          <p:nvSpPr>
            <p:cNvPr id="28682" name="Line 4"/>
            <p:cNvSpPr>
              <a:spLocks noChangeShapeType="1"/>
            </p:cNvSpPr>
            <p:nvPr/>
          </p:nvSpPr>
          <p:spPr bwMode="auto">
            <a:xfrm flipV="1">
              <a:off x="3492500" y="1211263"/>
              <a:ext cx="503238" cy="11112"/>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3" name="Text Box 5"/>
            <p:cNvSpPr txBox="1">
              <a:spLocks noChangeArrowheads="1"/>
            </p:cNvSpPr>
            <p:nvPr/>
          </p:nvSpPr>
          <p:spPr bwMode="auto">
            <a:xfrm>
              <a:off x="4029075" y="1509595"/>
              <a:ext cx="1223963" cy="1015844"/>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dirty="0">
                  <a:solidFill>
                    <a:srgbClr val="FF0000"/>
                  </a:solidFill>
                  <a:latin typeface="Times New Roman" panose="02020603050405020304" pitchFamily="18" charset="0"/>
                </a:rPr>
                <a:t>I</a:t>
              </a:r>
              <a:r>
                <a:rPr kumimoji="1" lang="en-US" altLang="zh-CN" sz="2000" b="1" i="1" baseline="-25000" dirty="0">
                  <a:solidFill>
                    <a:srgbClr val="FF0000"/>
                  </a:solidFill>
                  <a:latin typeface="Times New Roman" panose="02020603050405020304" pitchFamily="18" charset="0"/>
                </a:rPr>
                <a:t>2</a:t>
              </a:r>
              <a:r>
                <a:rPr kumimoji="1" lang="en-US" altLang="zh-CN" sz="2000" b="1" dirty="0">
                  <a:solidFill>
                    <a:srgbClr val="FF0000"/>
                  </a:solidFill>
                  <a:latin typeface="Times New Roman" panose="02020603050405020304" pitchFamily="18" charset="0"/>
                </a:rPr>
                <a:t>:</a:t>
              </a:r>
            </a:p>
            <a:p>
              <a:pPr>
                <a:defRPr/>
              </a:pPr>
              <a:r>
                <a:rPr kumimoji="1" lang="en-US" altLang="zh-CN" sz="2000" b="1" i="1" dirty="0">
                  <a:solidFill>
                    <a:srgbClr val="FF0000"/>
                  </a:solidFill>
                  <a:latin typeface="Times New Roman" panose="02020603050405020304" pitchFamily="18" charset="0"/>
                </a:rPr>
                <a:t>S→L</a:t>
              </a:r>
              <a:r>
                <a:rPr lang="en-US" altLang="zh-CN" sz="2000" b="1" i="1" dirty="0">
                  <a:solidFill>
                    <a:srgbClr val="FF0000"/>
                  </a:solidFill>
                  <a:latin typeface="Times New Roman" panose="02020603050405020304" pitchFamily="18" charset="0"/>
                  <a:cs typeface="Times New Roman" panose="02020603050405020304" pitchFamily="18" charset="0"/>
                </a:rPr>
                <a:t>· </a:t>
              </a:r>
              <a:r>
                <a:rPr kumimoji="1" lang="en-US" altLang="zh-CN" sz="2000" b="1" i="1" dirty="0">
                  <a:solidFill>
                    <a:srgbClr val="FF0000"/>
                  </a:solidFill>
                  <a:latin typeface="Times New Roman" panose="02020603050405020304" pitchFamily="18" charset="0"/>
                </a:rPr>
                <a:t>=R</a:t>
              </a:r>
            </a:p>
            <a:p>
              <a:pPr>
                <a:defRPr/>
              </a:pPr>
              <a:r>
                <a:rPr kumimoji="1" lang="en-US" altLang="zh-CN" sz="2000" b="1" i="1" dirty="0">
                  <a:solidFill>
                    <a:srgbClr val="FF0000"/>
                  </a:solidFill>
                  <a:latin typeface="Times New Roman" panose="02020603050405020304" pitchFamily="18" charset="0"/>
                </a:rPr>
                <a:t>R→L</a:t>
              </a:r>
              <a:r>
                <a:rPr lang="en-US" altLang="zh-CN" sz="2000" b="1" i="1" dirty="0">
                  <a:solidFill>
                    <a:srgbClr val="FF0000"/>
                  </a:solidFill>
                  <a:latin typeface="Times New Roman" panose="02020603050405020304" pitchFamily="18" charset="0"/>
                  <a:cs typeface="Times New Roman" panose="02020603050405020304" pitchFamily="18" charset="0"/>
                </a:rPr>
                <a:t>·</a:t>
              </a:r>
              <a:endParaRPr kumimoji="1" lang="en-US" altLang="zh-CN" sz="2000" b="1" i="1" dirty="0">
                <a:solidFill>
                  <a:srgbClr val="FF0000"/>
                </a:solidFill>
                <a:latin typeface="Times New Roman" panose="02020603050405020304" pitchFamily="18" charset="0"/>
              </a:endParaRPr>
            </a:p>
          </p:txBody>
        </p:sp>
        <p:sp>
          <p:nvSpPr>
            <p:cNvPr id="28684" name="Line 6"/>
            <p:cNvSpPr>
              <a:spLocks noChangeShapeType="1"/>
            </p:cNvSpPr>
            <p:nvPr/>
          </p:nvSpPr>
          <p:spPr bwMode="auto">
            <a:xfrm flipV="1">
              <a:off x="3487738" y="2193925"/>
              <a:ext cx="508000" cy="15875"/>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685" name="Text Box 7"/>
            <p:cNvSpPr txBox="1">
              <a:spLocks noChangeArrowheads="1"/>
            </p:cNvSpPr>
            <p:nvPr/>
          </p:nvSpPr>
          <p:spPr bwMode="auto">
            <a:xfrm>
              <a:off x="3563938" y="1749425"/>
              <a:ext cx="5032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rgbClr val="000000"/>
                  </a:solidFill>
                  <a:latin typeface="Times New Roman" panose="02020603050405020304" pitchFamily="18" charset="0"/>
                </a:rPr>
                <a:t>L</a:t>
              </a:r>
            </a:p>
          </p:txBody>
        </p:sp>
        <p:sp>
          <p:nvSpPr>
            <p:cNvPr id="96" name="Text Box 8"/>
            <p:cNvSpPr txBox="1">
              <a:spLocks noChangeArrowheads="1"/>
            </p:cNvSpPr>
            <p:nvPr/>
          </p:nvSpPr>
          <p:spPr bwMode="auto">
            <a:xfrm>
              <a:off x="4027488" y="2574643"/>
              <a:ext cx="1223962" cy="707916"/>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3</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S→R</a:t>
              </a:r>
              <a:r>
                <a:rPr lang="en-US" altLang="zh-CN" sz="2000" b="1" i="1">
                  <a:solidFill>
                    <a:srgbClr val="000000"/>
                  </a:solidFill>
                  <a:latin typeface="Times New Roman" panose="02020603050405020304" pitchFamily="18" charset="0"/>
                  <a:cs typeface="Times New Roman" panose="02020603050405020304" pitchFamily="18" charset="0"/>
                </a:rPr>
                <a:t> ·</a:t>
              </a:r>
              <a:endParaRPr kumimoji="1" lang="en-US" altLang="zh-CN" sz="2000" b="1" i="1">
                <a:solidFill>
                  <a:srgbClr val="000000"/>
                </a:solidFill>
                <a:latin typeface="Times New Roman" panose="02020603050405020304" pitchFamily="18" charset="0"/>
              </a:endParaRPr>
            </a:p>
          </p:txBody>
        </p:sp>
        <p:sp>
          <p:nvSpPr>
            <p:cNvPr id="28687" name="Line 9"/>
            <p:cNvSpPr>
              <a:spLocks noChangeShapeType="1"/>
            </p:cNvSpPr>
            <p:nvPr/>
          </p:nvSpPr>
          <p:spPr bwMode="auto">
            <a:xfrm flipV="1">
              <a:off x="3492500" y="2841625"/>
              <a:ext cx="503238" cy="11113"/>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688" name="Text Box 10"/>
            <p:cNvSpPr txBox="1">
              <a:spLocks noChangeArrowheads="1"/>
            </p:cNvSpPr>
            <p:nvPr/>
          </p:nvSpPr>
          <p:spPr bwMode="auto">
            <a:xfrm>
              <a:off x="3530600" y="2427288"/>
              <a:ext cx="609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rgbClr val="000000"/>
                  </a:solidFill>
                  <a:latin typeface="Times New Roman" panose="02020603050405020304" pitchFamily="18" charset="0"/>
                </a:rPr>
                <a:t>R</a:t>
              </a:r>
            </a:p>
          </p:txBody>
        </p:sp>
        <p:sp>
          <p:nvSpPr>
            <p:cNvPr id="99" name="Text Box 11"/>
            <p:cNvSpPr txBox="1">
              <a:spLocks noChangeArrowheads="1"/>
            </p:cNvSpPr>
            <p:nvPr/>
          </p:nvSpPr>
          <p:spPr bwMode="auto">
            <a:xfrm>
              <a:off x="4035425" y="3339700"/>
              <a:ext cx="1223963" cy="1631699"/>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4</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solidFill>
                    <a:srgbClr val="000000"/>
                  </a:solidFill>
                  <a:latin typeface="Times New Roman" panose="02020603050405020304" pitchFamily="18" charset="0"/>
                </a:rPr>
                <a:t>R</a:t>
              </a:r>
            </a:p>
            <a:p>
              <a:pPr>
                <a:defRPr/>
              </a:pPr>
              <a:r>
                <a:rPr kumimoji="1" lang="en-US" altLang="zh-CN" sz="2000" b="1" i="1">
                  <a:solidFill>
                    <a:srgbClr val="000000"/>
                  </a:solidFill>
                  <a:latin typeface="Times New Roman" panose="02020603050405020304" pitchFamily="18" charset="0"/>
                </a:rPr>
                <a:t>R→</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solidFill>
                    <a:srgbClr val="000000"/>
                  </a:solidFill>
                  <a:latin typeface="Times New Roman" panose="02020603050405020304" pitchFamily="18" charset="0"/>
                </a:rPr>
                <a:t>L</a:t>
              </a:r>
            </a:p>
            <a:p>
              <a:pPr>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solidFill>
                    <a:srgbClr val="000000"/>
                  </a:solidFill>
                  <a:latin typeface="Times New Roman" panose="02020603050405020304" pitchFamily="18" charset="0"/>
                </a:rPr>
                <a:t>*R</a:t>
              </a:r>
            </a:p>
            <a:p>
              <a:pPr>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a:solidFill>
                    <a:srgbClr val="000000"/>
                  </a:solidFill>
                  <a:latin typeface="Times New Roman" panose="02020603050405020304" pitchFamily="18" charset="0"/>
                </a:rPr>
                <a:t>id</a:t>
              </a:r>
            </a:p>
          </p:txBody>
        </p:sp>
        <p:sp>
          <p:nvSpPr>
            <p:cNvPr id="100" name="Text Box 12"/>
            <p:cNvSpPr txBox="1">
              <a:spLocks noChangeArrowheads="1"/>
            </p:cNvSpPr>
            <p:nvPr/>
          </p:nvSpPr>
          <p:spPr bwMode="auto">
            <a:xfrm>
              <a:off x="5918200" y="4331735"/>
              <a:ext cx="1296988" cy="70632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5</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L→</a:t>
              </a:r>
              <a:r>
                <a:rPr kumimoji="1" lang="en-US" altLang="zh-CN" sz="2000" b="1">
                  <a:solidFill>
                    <a:srgbClr val="000000"/>
                  </a:solidFill>
                  <a:latin typeface="Times New Roman" panose="02020603050405020304" pitchFamily="18" charset="0"/>
                </a:rPr>
                <a:t>id</a:t>
              </a:r>
              <a:r>
                <a:rPr lang="en-US" altLang="zh-CN" sz="2000" b="1">
                  <a:solidFill>
                    <a:srgbClr val="000000"/>
                  </a:solidFill>
                  <a:latin typeface="Times New Roman" panose="02020603050405020304" pitchFamily="18" charset="0"/>
                  <a:cs typeface="Times New Roman" panose="02020603050405020304" pitchFamily="18" charset="0"/>
                </a:rPr>
                <a:t> </a:t>
              </a:r>
              <a:r>
                <a:rPr lang="en-US" altLang="zh-CN" sz="2000" b="1" i="1">
                  <a:solidFill>
                    <a:srgbClr val="000000"/>
                  </a:solidFill>
                  <a:latin typeface="Times New Roman" panose="02020603050405020304" pitchFamily="18" charset="0"/>
                  <a:cs typeface="Times New Roman" panose="02020603050405020304" pitchFamily="18" charset="0"/>
                </a:rPr>
                <a:t>·</a:t>
              </a:r>
              <a:endParaRPr kumimoji="1" lang="en-US" altLang="zh-CN" sz="2000" b="1" i="1">
                <a:solidFill>
                  <a:srgbClr val="000000"/>
                </a:solidFill>
                <a:latin typeface="Times New Roman" panose="02020603050405020304" pitchFamily="18" charset="0"/>
              </a:endParaRPr>
            </a:p>
          </p:txBody>
        </p:sp>
        <p:sp>
          <p:nvSpPr>
            <p:cNvPr id="28691" name="Text Box 13"/>
            <p:cNvSpPr txBox="1">
              <a:spLocks noChangeArrowheads="1"/>
            </p:cNvSpPr>
            <p:nvPr/>
          </p:nvSpPr>
          <p:spPr bwMode="auto">
            <a:xfrm>
              <a:off x="3203848" y="2973883"/>
              <a:ext cx="533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b="1">
                  <a:solidFill>
                    <a:srgbClr val="000000"/>
                  </a:solidFill>
                  <a:latin typeface="Times New Roman" panose="02020603050405020304" pitchFamily="18" charset="0"/>
                </a:rPr>
                <a:t>*</a:t>
              </a:r>
            </a:p>
          </p:txBody>
        </p:sp>
        <p:sp>
          <p:nvSpPr>
            <p:cNvPr id="28692" name="Text Box 15"/>
            <p:cNvSpPr txBox="1">
              <a:spLocks noChangeArrowheads="1"/>
            </p:cNvSpPr>
            <p:nvPr/>
          </p:nvSpPr>
          <p:spPr bwMode="auto">
            <a:xfrm>
              <a:off x="2483768" y="3003798"/>
              <a:ext cx="5334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000000"/>
                  </a:solidFill>
                  <a:latin typeface="Times New Roman" panose="02020603050405020304" pitchFamily="18" charset="0"/>
                </a:rPr>
                <a:t>id</a:t>
              </a:r>
            </a:p>
          </p:txBody>
        </p:sp>
        <p:sp>
          <p:nvSpPr>
            <p:cNvPr id="28693" name="Freeform 16"/>
            <p:cNvSpPr>
              <a:spLocks noChangeArrowheads="1"/>
            </p:cNvSpPr>
            <p:nvPr/>
          </p:nvSpPr>
          <p:spPr bwMode="auto">
            <a:xfrm>
              <a:off x="3130550" y="3003550"/>
              <a:ext cx="865188" cy="647700"/>
            </a:xfrm>
            <a:custGeom>
              <a:avLst/>
              <a:gdLst>
                <a:gd name="T0" fmla="*/ 0 w 1152"/>
                <a:gd name="T1" fmla="*/ 0 h 1296"/>
                <a:gd name="T2" fmla="*/ 2147483646 w 1152"/>
                <a:gd name="T3" fmla="*/ 2147483646 h 1296"/>
                <a:gd name="T4" fmla="*/ 2147483646 w 1152"/>
                <a:gd name="T5" fmla="*/ 2147483646 h 1296"/>
                <a:gd name="T6" fmla="*/ 2147483646 w 1152"/>
                <a:gd name="T7" fmla="*/ 2147483646 h 1296"/>
                <a:gd name="T8" fmla="*/ 0 60000 65536"/>
                <a:gd name="T9" fmla="*/ 0 60000 65536"/>
                <a:gd name="T10" fmla="*/ 0 60000 65536"/>
                <a:gd name="T11" fmla="*/ 0 60000 65536"/>
                <a:gd name="T12" fmla="*/ 0 w 1152"/>
                <a:gd name="T13" fmla="*/ 0 h 1296"/>
                <a:gd name="T14" fmla="*/ 1152 w 1152"/>
                <a:gd name="T15" fmla="*/ 1296 h 1296"/>
              </a:gdLst>
              <a:ahLst/>
              <a:cxnLst>
                <a:cxn ang="T8">
                  <a:pos x="T0" y="T1"/>
                </a:cxn>
                <a:cxn ang="T9">
                  <a:pos x="T2" y="T3"/>
                </a:cxn>
                <a:cxn ang="T10">
                  <a:pos x="T4" y="T5"/>
                </a:cxn>
                <a:cxn ang="T11">
                  <a:pos x="T6" y="T7"/>
                </a:cxn>
              </a:cxnLst>
              <a:rect l="T12" t="T13" r="T14" b="T15"/>
              <a:pathLst>
                <a:path w="1152" h="1296">
                  <a:moveTo>
                    <a:pt x="0" y="0"/>
                  </a:moveTo>
                  <a:cubicBezTo>
                    <a:pt x="32" y="196"/>
                    <a:pt x="64" y="392"/>
                    <a:pt x="144" y="576"/>
                  </a:cubicBezTo>
                  <a:cubicBezTo>
                    <a:pt x="224" y="760"/>
                    <a:pt x="312" y="984"/>
                    <a:pt x="480" y="1104"/>
                  </a:cubicBezTo>
                  <a:cubicBezTo>
                    <a:pt x="648" y="1224"/>
                    <a:pt x="1048" y="1248"/>
                    <a:pt x="1152" y="1296"/>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4" name="Text Box 17"/>
            <p:cNvSpPr txBox="1">
              <a:spLocks noChangeArrowheads="1"/>
            </p:cNvSpPr>
            <p:nvPr/>
          </p:nvSpPr>
          <p:spPr bwMode="auto">
            <a:xfrm>
              <a:off x="5910263" y="1028656"/>
              <a:ext cx="1296987" cy="163011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6</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S→L=</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solidFill>
                    <a:srgbClr val="000000"/>
                  </a:solidFill>
                  <a:latin typeface="Times New Roman" panose="02020603050405020304" pitchFamily="18" charset="0"/>
                </a:rPr>
                <a:t>R</a:t>
              </a:r>
            </a:p>
            <a:p>
              <a:pPr>
                <a:defRPr/>
              </a:pPr>
              <a:r>
                <a:rPr kumimoji="1" lang="en-US" altLang="zh-CN" sz="2000" b="1" i="1">
                  <a:solidFill>
                    <a:srgbClr val="000000"/>
                  </a:solidFill>
                  <a:latin typeface="Times New Roman" panose="02020603050405020304" pitchFamily="18" charset="0"/>
                </a:rPr>
                <a:t>R→</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solidFill>
                    <a:srgbClr val="000000"/>
                  </a:solidFill>
                  <a:latin typeface="Times New Roman" panose="02020603050405020304" pitchFamily="18" charset="0"/>
                </a:rPr>
                <a:t>L </a:t>
              </a:r>
            </a:p>
            <a:p>
              <a:pPr>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solidFill>
                    <a:srgbClr val="000000"/>
                  </a:solidFill>
                  <a:latin typeface="Times New Roman" panose="02020603050405020304" pitchFamily="18" charset="0"/>
                </a:rPr>
                <a:t>*R</a:t>
              </a:r>
            </a:p>
            <a:p>
              <a:pPr>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a:solidFill>
                    <a:srgbClr val="000000"/>
                  </a:solidFill>
                  <a:latin typeface="Times New Roman" panose="02020603050405020304" pitchFamily="18" charset="0"/>
                </a:rPr>
                <a:t>id</a:t>
              </a:r>
            </a:p>
          </p:txBody>
        </p:sp>
        <p:sp>
          <p:nvSpPr>
            <p:cNvPr id="28695" name="Line 18"/>
            <p:cNvSpPr>
              <a:spLocks noChangeShapeType="1"/>
            </p:cNvSpPr>
            <p:nvPr/>
          </p:nvSpPr>
          <p:spPr bwMode="auto">
            <a:xfrm flipV="1">
              <a:off x="5265738" y="1708150"/>
              <a:ext cx="6477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696" name="Text Box 19"/>
            <p:cNvSpPr txBox="1">
              <a:spLocks noChangeArrowheads="1"/>
            </p:cNvSpPr>
            <p:nvPr/>
          </p:nvSpPr>
          <p:spPr bwMode="auto">
            <a:xfrm>
              <a:off x="5220072" y="1317699"/>
              <a:ext cx="457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000000"/>
                  </a:solidFill>
                  <a:latin typeface="Times New Roman" panose="02020603050405020304" pitchFamily="18" charset="0"/>
                </a:rPr>
                <a:t>=</a:t>
              </a:r>
            </a:p>
          </p:txBody>
        </p:sp>
        <p:sp>
          <p:nvSpPr>
            <p:cNvPr id="107" name="Text Box 20"/>
            <p:cNvSpPr txBox="1">
              <a:spLocks noChangeArrowheads="1"/>
            </p:cNvSpPr>
            <p:nvPr/>
          </p:nvSpPr>
          <p:spPr bwMode="auto">
            <a:xfrm>
              <a:off x="5921375" y="2747654"/>
              <a:ext cx="1296988" cy="707916"/>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dirty="0">
                  <a:solidFill>
                    <a:srgbClr val="000000"/>
                  </a:solidFill>
                  <a:latin typeface="Times New Roman" panose="02020603050405020304" pitchFamily="18" charset="0"/>
                </a:rPr>
                <a:t>I</a:t>
              </a:r>
              <a:r>
                <a:rPr kumimoji="1" lang="en-US" altLang="zh-CN" sz="2000" b="1" i="1" baseline="-25000" dirty="0">
                  <a:solidFill>
                    <a:srgbClr val="000000"/>
                  </a:solidFill>
                  <a:latin typeface="Times New Roman" panose="02020603050405020304" pitchFamily="18" charset="0"/>
                </a:rPr>
                <a:t>7</a:t>
              </a:r>
              <a:r>
                <a:rPr kumimoji="1" lang="en-US" altLang="zh-CN" sz="2000" b="1" dirty="0">
                  <a:solidFill>
                    <a:srgbClr val="000000"/>
                  </a:solidFill>
                  <a:latin typeface="Times New Roman" panose="02020603050405020304" pitchFamily="18" charset="0"/>
                </a:rPr>
                <a:t>:</a:t>
              </a:r>
            </a:p>
            <a:p>
              <a:pPr>
                <a:defRPr/>
              </a:pPr>
              <a:r>
                <a:rPr kumimoji="1" lang="en-US" altLang="zh-CN" sz="2000" b="1" i="1" dirty="0">
                  <a:solidFill>
                    <a:srgbClr val="000000"/>
                  </a:solidFill>
                  <a:latin typeface="Times New Roman" panose="02020603050405020304" pitchFamily="18" charset="0"/>
                </a:rPr>
                <a:t>L→*R</a:t>
              </a:r>
              <a:r>
                <a:rPr lang="en-US" altLang="zh-CN" sz="2000" b="1" i="1" dirty="0">
                  <a:solidFill>
                    <a:srgbClr val="000000"/>
                  </a:solidFill>
                  <a:latin typeface="Times New Roman" panose="02020603050405020304" pitchFamily="18" charset="0"/>
                  <a:cs typeface="Times New Roman" panose="02020603050405020304" pitchFamily="18" charset="0"/>
                </a:rPr>
                <a:t> ·</a:t>
              </a:r>
              <a:endParaRPr kumimoji="1" lang="en-US" altLang="zh-CN" sz="2000" b="1" i="1" dirty="0">
                <a:solidFill>
                  <a:srgbClr val="000000"/>
                </a:solidFill>
                <a:latin typeface="Times New Roman" panose="02020603050405020304" pitchFamily="18" charset="0"/>
              </a:endParaRPr>
            </a:p>
          </p:txBody>
        </p:sp>
        <p:sp>
          <p:nvSpPr>
            <p:cNvPr id="28698" name="Line 21"/>
            <p:cNvSpPr>
              <a:spLocks noChangeShapeType="1"/>
            </p:cNvSpPr>
            <p:nvPr/>
          </p:nvSpPr>
          <p:spPr bwMode="auto">
            <a:xfrm flipV="1">
              <a:off x="5272088" y="3189288"/>
              <a:ext cx="641350" cy="48895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699" name="Text Box 22"/>
            <p:cNvSpPr txBox="1">
              <a:spLocks noChangeArrowheads="1"/>
            </p:cNvSpPr>
            <p:nvPr/>
          </p:nvSpPr>
          <p:spPr bwMode="auto">
            <a:xfrm>
              <a:off x="5266928" y="3477940"/>
              <a:ext cx="4572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rgbClr val="000000"/>
                  </a:solidFill>
                  <a:latin typeface="Times New Roman" panose="02020603050405020304" pitchFamily="18" charset="0"/>
                </a:rPr>
                <a:t>R</a:t>
              </a:r>
            </a:p>
          </p:txBody>
        </p:sp>
        <p:sp>
          <p:nvSpPr>
            <p:cNvPr id="110" name="Text Box 23"/>
            <p:cNvSpPr txBox="1">
              <a:spLocks noChangeArrowheads="1"/>
            </p:cNvSpPr>
            <p:nvPr/>
          </p:nvSpPr>
          <p:spPr bwMode="auto">
            <a:xfrm>
              <a:off x="5921375" y="3539694"/>
              <a:ext cx="1296988" cy="707916"/>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8</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R→L</a:t>
              </a:r>
              <a:r>
                <a:rPr lang="en-US" altLang="zh-CN" sz="2000" b="1" i="1">
                  <a:solidFill>
                    <a:srgbClr val="000000"/>
                  </a:solidFill>
                  <a:latin typeface="Times New Roman" panose="02020603050405020304" pitchFamily="18" charset="0"/>
                  <a:cs typeface="Times New Roman" panose="02020603050405020304" pitchFamily="18" charset="0"/>
                </a:rPr>
                <a:t> ·</a:t>
              </a:r>
              <a:endParaRPr kumimoji="1" lang="en-US" altLang="zh-CN" sz="2000" b="1" i="1">
                <a:solidFill>
                  <a:srgbClr val="000000"/>
                </a:solidFill>
                <a:latin typeface="Times New Roman" panose="02020603050405020304" pitchFamily="18" charset="0"/>
              </a:endParaRPr>
            </a:p>
          </p:txBody>
        </p:sp>
        <p:sp>
          <p:nvSpPr>
            <p:cNvPr id="28701" name="Line 24"/>
            <p:cNvSpPr>
              <a:spLocks noChangeShapeType="1"/>
            </p:cNvSpPr>
            <p:nvPr/>
          </p:nvSpPr>
          <p:spPr bwMode="auto">
            <a:xfrm>
              <a:off x="5265738" y="4030663"/>
              <a:ext cx="6477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02" name="Text Box 25"/>
            <p:cNvSpPr txBox="1">
              <a:spLocks noChangeArrowheads="1"/>
            </p:cNvSpPr>
            <p:nvPr/>
          </p:nvSpPr>
          <p:spPr bwMode="auto">
            <a:xfrm>
              <a:off x="5220072" y="3983583"/>
              <a:ext cx="3810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rgbClr val="000000"/>
                  </a:solidFill>
                  <a:latin typeface="Times New Roman" panose="02020603050405020304" pitchFamily="18" charset="0"/>
                </a:rPr>
                <a:t>L</a:t>
              </a:r>
            </a:p>
          </p:txBody>
        </p:sp>
        <p:sp>
          <p:nvSpPr>
            <p:cNvPr id="113" name="Text Box 26"/>
            <p:cNvSpPr txBox="1">
              <a:spLocks noChangeArrowheads="1"/>
            </p:cNvSpPr>
            <p:nvPr/>
          </p:nvSpPr>
          <p:spPr bwMode="auto">
            <a:xfrm>
              <a:off x="7740650" y="1384201"/>
              <a:ext cx="1223963" cy="706329"/>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9</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S→L=R</a:t>
              </a:r>
              <a:r>
                <a:rPr lang="en-US" altLang="zh-CN" sz="2000" b="1" i="1">
                  <a:solidFill>
                    <a:srgbClr val="000000"/>
                  </a:solidFill>
                  <a:latin typeface="Times New Roman" panose="02020603050405020304" pitchFamily="18" charset="0"/>
                  <a:cs typeface="Times New Roman" panose="02020603050405020304" pitchFamily="18" charset="0"/>
                </a:rPr>
                <a:t> ·</a:t>
              </a:r>
              <a:endParaRPr kumimoji="1" lang="en-US" altLang="zh-CN" sz="2000" b="1" i="1">
                <a:solidFill>
                  <a:srgbClr val="000000"/>
                </a:solidFill>
                <a:latin typeface="Times New Roman" panose="02020603050405020304" pitchFamily="18" charset="0"/>
              </a:endParaRPr>
            </a:p>
          </p:txBody>
        </p:sp>
        <p:sp>
          <p:nvSpPr>
            <p:cNvPr id="28704" name="Line 27"/>
            <p:cNvSpPr>
              <a:spLocks noChangeShapeType="1"/>
            </p:cNvSpPr>
            <p:nvPr/>
          </p:nvSpPr>
          <p:spPr bwMode="auto">
            <a:xfrm flipV="1">
              <a:off x="7205663" y="1897063"/>
              <a:ext cx="5334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05" name="Text Box 28"/>
            <p:cNvSpPr txBox="1">
              <a:spLocks noChangeArrowheads="1"/>
            </p:cNvSpPr>
            <p:nvPr/>
          </p:nvSpPr>
          <p:spPr bwMode="auto">
            <a:xfrm>
              <a:off x="7278688" y="1471613"/>
              <a:ext cx="533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rgbClr val="000000"/>
                  </a:solidFill>
                  <a:latin typeface="Times New Roman" panose="02020603050405020304" pitchFamily="18" charset="0"/>
                </a:rPr>
                <a:t>R</a:t>
              </a:r>
            </a:p>
          </p:txBody>
        </p:sp>
        <p:sp>
          <p:nvSpPr>
            <p:cNvPr id="28706" name="Line 29"/>
            <p:cNvSpPr>
              <a:spLocks noChangeShapeType="1"/>
            </p:cNvSpPr>
            <p:nvPr/>
          </p:nvSpPr>
          <p:spPr bwMode="auto">
            <a:xfrm flipH="1">
              <a:off x="5286375" y="1995488"/>
              <a:ext cx="644525" cy="147320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07" name="Text Box 30"/>
            <p:cNvSpPr txBox="1">
              <a:spLocks noChangeArrowheads="1"/>
            </p:cNvSpPr>
            <p:nvPr/>
          </p:nvSpPr>
          <p:spPr bwMode="auto">
            <a:xfrm>
              <a:off x="5550768" y="1923678"/>
              <a:ext cx="533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b="1">
                  <a:solidFill>
                    <a:srgbClr val="000000"/>
                  </a:solidFill>
                  <a:latin typeface="Times New Roman" panose="02020603050405020304" pitchFamily="18" charset="0"/>
                </a:rPr>
                <a:t>*</a:t>
              </a:r>
            </a:p>
          </p:txBody>
        </p:sp>
        <p:sp>
          <p:nvSpPr>
            <p:cNvPr id="28708" name="Freeform 31"/>
            <p:cNvSpPr>
              <a:spLocks noChangeArrowheads="1"/>
            </p:cNvSpPr>
            <p:nvPr/>
          </p:nvSpPr>
          <p:spPr bwMode="auto">
            <a:xfrm>
              <a:off x="7194550" y="2192338"/>
              <a:ext cx="330200" cy="2000250"/>
            </a:xfrm>
            <a:custGeom>
              <a:avLst/>
              <a:gdLst>
                <a:gd name="T0" fmla="*/ 0 w 208"/>
                <a:gd name="T1" fmla="*/ 0 h 1680"/>
                <a:gd name="T2" fmla="*/ 2147483646 w 208"/>
                <a:gd name="T3" fmla="*/ 2147483646 h 1680"/>
                <a:gd name="T4" fmla="*/ 2147483646 w 208"/>
                <a:gd name="T5" fmla="*/ 2147483646 h 1680"/>
                <a:gd name="T6" fmla="*/ 2147483646 w 208"/>
                <a:gd name="T7" fmla="*/ 2147483646 h 1680"/>
                <a:gd name="T8" fmla="*/ 0 60000 65536"/>
                <a:gd name="T9" fmla="*/ 0 60000 65536"/>
                <a:gd name="T10" fmla="*/ 0 60000 65536"/>
                <a:gd name="T11" fmla="*/ 0 60000 65536"/>
                <a:gd name="T12" fmla="*/ 0 w 208"/>
                <a:gd name="T13" fmla="*/ 0 h 1680"/>
                <a:gd name="T14" fmla="*/ 208 w 208"/>
                <a:gd name="T15" fmla="*/ 1680 h 1680"/>
              </a:gdLst>
              <a:ahLst/>
              <a:cxnLst>
                <a:cxn ang="T8">
                  <a:pos x="T0" y="T1"/>
                </a:cxn>
                <a:cxn ang="T9">
                  <a:pos x="T2" y="T3"/>
                </a:cxn>
                <a:cxn ang="T10">
                  <a:pos x="T4" y="T5"/>
                </a:cxn>
                <a:cxn ang="T11">
                  <a:pos x="T6" y="T7"/>
                </a:cxn>
              </a:cxnLst>
              <a:rect l="T12" t="T13" r="T14" b="T15"/>
              <a:pathLst>
                <a:path w="208" h="1680">
                  <a:moveTo>
                    <a:pt x="0" y="0"/>
                  </a:moveTo>
                  <a:cubicBezTo>
                    <a:pt x="56" y="132"/>
                    <a:pt x="112" y="264"/>
                    <a:pt x="144" y="432"/>
                  </a:cubicBezTo>
                  <a:cubicBezTo>
                    <a:pt x="176" y="600"/>
                    <a:pt x="208" y="800"/>
                    <a:pt x="192" y="1008"/>
                  </a:cubicBezTo>
                  <a:cubicBezTo>
                    <a:pt x="176" y="1216"/>
                    <a:pt x="112" y="1448"/>
                    <a:pt x="48" y="1680"/>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09" name="Text Box 32"/>
            <p:cNvSpPr txBox="1">
              <a:spLocks noChangeArrowheads="1"/>
            </p:cNvSpPr>
            <p:nvPr/>
          </p:nvSpPr>
          <p:spPr bwMode="auto">
            <a:xfrm>
              <a:off x="7139136" y="2541835"/>
              <a:ext cx="457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rgbClr val="000000"/>
                  </a:solidFill>
                  <a:latin typeface="Times New Roman" panose="02020603050405020304" pitchFamily="18" charset="0"/>
                </a:rPr>
                <a:t>L</a:t>
              </a:r>
            </a:p>
          </p:txBody>
        </p:sp>
        <p:sp>
          <p:nvSpPr>
            <p:cNvPr id="28710" name="Text Box 34"/>
            <p:cNvSpPr txBox="1">
              <a:spLocks noChangeArrowheads="1"/>
            </p:cNvSpPr>
            <p:nvPr/>
          </p:nvSpPr>
          <p:spPr bwMode="auto">
            <a:xfrm>
              <a:off x="7596336" y="2283718"/>
              <a:ext cx="685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000000"/>
                  </a:solidFill>
                  <a:latin typeface="Times New Roman" panose="02020603050405020304" pitchFamily="18" charset="0"/>
                </a:rPr>
                <a:t>id</a:t>
              </a:r>
            </a:p>
          </p:txBody>
        </p:sp>
        <p:sp>
          <p:nvSpPr>
            <p:cNvPr id="28711" name="Text Box 35"/>
            <p:cNvSpPr txBox="1">
              <a:spLocks noChangeArrowheads="1"/>
            </p:cNvSpPr>
            <p:nvPr/>
          </p:nvSpPr>
          <p:spPr bwMode="auto">
            <a:xfrm>
              <a:off x="3563938" y="814388"/>
              <a:ext cx="533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rgbClr val="000000"/>
                  </a:solidFill>
                  <a:latin typeface="Times New Roman" panose="02020603050405020304" pitchFamily="18" charset="0"/>
                </a:rPr>
                <a:t>S</a:t>
              </a:r>
            </a:p>
          </p:txBody>
        </p:sp>
        <p:sp>
          <p:nvSpPr>
            <p:cNvPr id="28712" name="Line 38"/>
            <p:cNvSpPr>
              <a:spLocks noChangeShapeType="1"/>
            </p:cNvSpPr>
            <p:nvPr/>
          </p:nvSpPr>
          <p:spPr bwMode="auto">
            <a:xfrm>
              <a:off x="5265738" y="4732338"/>
              <a:ext cx="6477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13" name="Text Box 39"/>
            <p:cNvSpPr txBox="1">
              <a:spLocks noChangeArrowheads="1"/>
            </p:cNvSpPr>
            <p:nvPr/>
          </p:nvSpPr>
          <p:spPr bwMode="auto">
            <a:xfrm>
              <a:off x="5220072" y="4630068"/>
              <a:ext cx="533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000000"/>
                  </a:solidFill>
                  <a:latin typeface="Times New Roman" panose="02020603050405020304" pitchFamily="18" charset="0"/>
                </a:rPr>
                <a:t>id</a:t>
              </a:r>
            </a:p>
          </p:txBody>
        </p:sp>
        <p:grpSp>
          <p:nvGrpSpPr>
            <p:cNvPr id="28714" name="Group 44"/>
            <p:cNvGrpSpPr>
              <a:grpSpLocks/>
            </p:cNvGrpSpPr>
            <p:nvPr/>
          </p:nvGrpSpPr>
          <p:grpSpPr bwMode="auto">
            <a:xfrm>
              <a:off x="3708400" y="3868738"/>
              <a:ext cx="290513" cy="268287"/>
              <a:chOff x="2335" y="3249"/>
              <a:chExt cx="183" cy="226"/>
            </a:xfrm>
          </p:grpSpPr>
          <p:sp>
            <p:nvSpPr>
              <p:cNvPr id="28718" name="Line 40"/>
              <p:cNvSpPr>
                <a:spLocks noChangeShapeType="1"/>
              </p:cNvSpPr>
              <p:nvPr/>
            </p:nvSpPr>
            <p:spPr bwMode="auto">
              <a:xfrm>
                <a:off x="2335" y="3249"/>
                <a:ext cx="18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19" name="Line 41"/>
              <p:cNvSpPr>
                <a:spLocks noChangeShapeType="1"/>
              </p:cNvSpPr>
              <p:nvPr/>
            </p:nvSpPr>
            <p:spPr bwMode="auto">
              <a:xfrm>
                <a:off x="2335" y="3249"/>
                <a:ext cx="0" cy="22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20" name="Line 42"/>
              <p:cNvSpPr>
                <a:spLocks noChangeShapeType="1"/>
              </p:cNvSpPr>
              <p:nvPr/>
            </p:nvSpPr>
            <p:spPr bwMode="auto">
              <a:xfrm>
                <a:off x="2336" y="3475"/>
                <a:ext cx="18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8715" name="Text Box 43"/>
            <p:cNvSpPr txBox="1">
              <a:spLocks noChangeArrowheads="1"/>
            </p:cNvSpPr>
            <p:nvPr/>
          </p:nvSpPr>
          <p:spPr bwMode="auto">
            <a:xfrm>
              <a:off x="3635375" y="3813175"/>
              <a:ext cx="533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b="1">
                  <a:solidFill>
                    <a:srgbClr val="000000"/>
                  </a:solidFill>
                  <a:latin typeface="Times New Roman" panose="02020603050405020304" pitchFamily="18" charset="0"/>
                </a:rPr>
                <a:t>*</a:t>
              </a:r>
            </a:p>
          </p:txBody>
        </p:sp>
        <p:sp>
          <p:nvSpPr>
            <p:cNvPr id="28716" name="Freeform 33"/>
            <p:cNvSpPr>
              <a:spLocks noChangeArrowheads="1"/>
            </p:cNvSpPr>
            <p:nvPr/>
          </p:nvSpPr>
          <p:spPr bwMode="auto">
            <a:xfrm rot="414497">
              <a:off x="7061200" y="2066925"/>
              <a:ext cx="746125" cy="2824163"/>
            </a:xfrm>
            <a:custGeom>
              <a:avLst/>
              <a:gdLst>
                <a:gd name="T0" fmla="*/ 0 w 656"/>
                <a:gd name="T1" fmla="*/ 0 h 2592"/>
                <a:gd name="T2" fmla="*/ 2147483646 w 656"/>
                <a:gd name="T3" fmla="*/ 2147483646 h 2592"/>
                <a:gd name="T4" fmla="*/ 2147483646 w 656"/>
                <a:gd name="T5" fmla="*/ 2147483646 h 2592"/>
                <a:gd name="T6" fmla="*/ 2147483646 w 656"/>
                <a:gd name="T7" fmla="*/ 2147483646 h 2592"/>
                <a:gd name="T8" fmla="*/ 0 60000 65536"/>
                <a:gd name="T9" fmla="*/ 0 60000 65536"/>
                <a:gd name="T10" fmla="*/ 0 60000 65536"/>
                <a:gd name="T11" fmla="*/ 0 60000 65536"/>
                <a:gd name="T12" fmla="*/ 0 w 656"/>
                <a:gd name="T13" fmla="*/ 0 h 2592"/>
                <a:gd name="T14" fmla="*/ 656 w 656"/>
                <a:gd name="T15" fmla="*/ 2592 h 2592"/>
              </a:gdLst>
              <a:ahLst/>
              <a:cxnLst>
                <a:cxn ang="T8">
                  <a:pos x="T0" y="T1"/>
                </a:cxn>
                <a:cxn ang="T9">
                  <a:pos x="T2" y="T3"/>
                </a:cxn>
                <a:cxn ang="T10">
                  <a:pos x="T4" y="T5"/>
                </a:cxn>
                <a:cxn ang="T11">
                  <a:pos x="T6" y="T7"/>
                </a:cxn>
              </a:cxnLst>
              <a:rect l="T12" t="T13" r="T14" b="T15"/>
              <a:pathLst>
                <a:path w="656" h="2592">
                  <a:moveTo>
                    <a:pt x="0" y="0"/>
                  </a:moveTo>
                  <a:cubicBezTo>
                    <a:pt x="212" y="224"/>
                    <a:pt x="424" y="448"/>
                    <a:pt x="528" y="720"/>
                  </a:cubicBezTo>
                  <a:cubicBezTo>
                    <a:pt x="632" y="992"/>
                    <a:pt x="656" y="1320"/>
                    <a:pt x="624" y="1632"/>
                  </a:cubicBezTo>
                  <a:cubicBezTo>
                    <a:pt x="592" y="1944"/>
                    <a:pt x="464" y="2268"/>
                    <a:pt x="336" y="2592"/>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2" name="任意多边形 131"/>
            <p:cNvSpPr/>
            <p:nvPr/>
          </p:nvSpPr>
          <p:spPr>
            <a:xfrm>
              <a:off x="2500313" y="2966695"/>
              <a:ext cx="3400425" cy="2118986"/>
            </a:xfrm>
            <a:custGeom>
              <a:avLst/>
              <a:gdLst>
                <a:gd name="connsiteX0" fmla="*/ 49618 w 3452037"/>
                <a:gd name="connsiteY0" fmla="*/ 0 h 2119423"/>
                <a:gd name="connsiteX1" fmla="*/ 124046 w 3452037"/>
                <a:gd name="connsiteY1" fmla="*/ 882502 h 2119423"/>
                <a:gd name="connsiteX2" fmla="*/ 793897 w 3452037"/>
                <a:gd name="connsiteY2" fmla="*/ 1605516 h 2119423"/>
                <a:gd name="connsiteX3" fmla="*/ 1516911 w 3452037"/>
                <a:gd name="connsiteY3" fmla="*/ 2030818 h 2119423"/>
                <a:gd name="connsiteX4" fmla="*/ 2250558 w 3452037"/>
                <a:gd name="connsiteY4" fmla="*/ 2115879 h 2119423"/>
                <a:gd name="connsiteX5" fmla="*/ 3207488 w 3452037"/>
                <a:gd name="connsiteY5" fmla="*/ 2052083 h 2119423"/>
                <a:gd name="connsiteX6" fmla="*/ 3452037 w 3452037"/>
                <a:gd name="connsiteY6" fmla="*/ 2020186 h 2119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52037" h="2119423">
                  <a:moveTo>
                    <a:pt x="49618" y="0"/>
                  </a:moveTo>
                  <a:cubicBezTo>
                    <a:pt x="24809" y="307458"/>
                    <a:pt x="0" y="614916"/>
                    <a:pt x="124046" y="882502"/>
                  </a:cubicBezTo>
                  <a:cubicBezTo>
                    <a:pt x="248092" y="1150088"/>
                    <a:pt x="561753" y="1414130"/>
                    <a:pt x="793897" y="1605516"/>
                  </a:cubicBezTo>
                  <a:cubicBezTo>
                    <a:pt x="1026041" y="1796902"/>
                    <a:pt x="1274134" y="1945758"/>
                    <a:pt x="1516911" y="2030818"/>
                  </a:cubicBezTo>
                  <a:cubicBezTo>
                    <a:pt x="1759688" y="2115879"/>
                    <a:pt x="1968795" y="2112335"/>
                    <a:pt x="2250558" y="2115879"/>
                  </a:cubicBezTo>
                  <a:cubicBezTo>
                    <a:pt x="2532321" y="2119423"/>
                    <a:pt x="3007242" y="2068032"/>
                    <a:pt x="3207488" y="2052083"/>
                  </a:cubicBezTo>
                  <a:cubicBezTo>
                    <a:pt x="3407734" y="2036134"/>
                    <a:pt x="3429885" y="2028160"/>
                    <a:pt x="3452037" y="2020186"/>
                  </a:cubicBezTo>
                </a:path>
              </a:pathLst>
            </a:cu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solidFill>
                  <a:prstClr val="black"/>
                </a:solidFill>
              </a:endParaRPr>
            </a:p>
          </p:txBody>
        </p:sp>
      </p:grpSp>
      <p:sp>
        <p:nvSpPr>
          <p:cNvPr id="3" name="矩形 2"/>
          <p:cNvSpPr>
            <a:spLocks noChangeArrowheads="1"/>
          </p:cNvSpPr>
          <p:nvPr/>
        </p:nvSpPr>
        <p:spPr bwMode="auto">
          <a:xfrm>
            <a:off x="337343" y="703263"/>
            <a:ext cx="836613"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73050" indent="-27305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lnSpc>
                <a:spcPts val="2800"/>
              </a:lnSpc>
              <a:buClrTx/>
              <a:buFont typeface="Wingdings" panose="05000000000000000000" pitchFamily="2" charset="2"/>
              <a:buChar char="Ø"/>
            </a:pPr>
            <a:r>
              <a:rPr lang="zh-CN" altLang="en-US" sz="3200" b="1" dirty="0">
                <a:solidFill>
                  <a:srgbClr val="000000"/>
                </a:solidFill>
                <a:latin typeface="Times New Roman" panose="02020603050405020304" pitchFamily="18" charset="0"/>
                <a:ea typeface="华文楷体" panose="02010600040101010101" pitchFamily="2" charset="-122"/>
              </a:rPr>
              <a:t>例</a:t>
            </a:r>
            <a:endParaRPr lang="en-US" altLang="zh-CN" sz="3200" b="1" dirty="0">
              <a:solidFill>
                <a:srgbClr val="000000"/>
              </a:solidFill>
              <a:latin typeface="Times New Roman" panose="02020603050405020304" pitchFamily="18" charset="0"/>
              <a:cs typeface="Times New Roman" panose="02020603050405020304" pitchFamily="18" charset="0"/>
            </a:endParaRPr>
          </a:p>
        </p:txBody>
      </p:sp>
      <p:sp>
        <p:nvSpPr>
          <p:cNvPr id="49" name="AutoShape 58"/>
          <p:cNvSpPr>
            <a:spLocks noChangeArrowheads="1"/>
          </p:cNvSpPr>
          <p:nvPr/>
        </p:nvSpPr>
        <p:spPr bwMode="auto">
          <a:xfrm>
            <a:off x="6856413" y="66675"/>
            <a:ext cx="2216150" cy="1076325"/>
          </a:xfrm>
          <a:prstGeom prst="cloudCallout">
            <a:avLst>
              <a:gd name="adj1" fmla="val -65982"/>
              <a:gd name="adj2" fmla="val 33843"/>
            </a:avLst>
          </a:prstGeom>
          <a:solidFill>
            <a:schemeClr val="tx2">
              <a:lumMod val="60000"/>
              <a:lumOff val="40000"/>
            </a:schemeClr>
          </a:solidFill>
          <a:ln w="12700">
            <a:solidFill>
              <a:schemeClr val="tx1"/>
            </a:solidFill>
            <a:round/>
          </a:ln>
        </p:spPr>
        <p:txBody>
          <a:bodyPr lIns="46800" rIns="46800"/>
          <a:lstStyle/>
          <a:p>
            <a:pPr algn="ctr">
              <a:spcBef>
                <a:spcPct val="20000"/>
              </a:spcBef>
              <a:buClr>
                <a:srgbClr val="333399"/>
              </a:buClr>
              <a:buSzPct val="75000"/>
              <a:buFont typeface="Monotype Sorts"/>
              <a:buNone/>
              <a:defRPr/>
            </a:pPr>
            <a:r>
              <a:rPr lang="zh-CN" altLang="en-US" sz="2500" b="1" dirty="0">
                <a:solidFill>
                  <a:schemeClr val="bg1"/>
                </a:solidFill>
                <a:latin typeface="楷体" panose="02010609060101010101" pitchFamily="49" charset="-122"/>
                <a:ea typeface="楷体" panose="02010609060101010101" pitchFamily="49" charset="-122"/>
                <a:cs typeface="Times New Roman" panose="02020603050405020304" pitchFamily="18" charset="0"/>
              </a:rPr>
              <a:t>如何消解冲突？</a:t>
            </a:r>
          </a:p>
        </p:txBody>
      </p:sp>
      <p:sp>
        <p:nvSpPr>
          <p:cNvPr id="4" name="灯片编号占位符 3">
            <a:extLst>
              <a:ext uri="{FF2B5EF4-FFF2-40B4-BE49-F238E27FC236}">
                <a16:creationId xmlns:a16="http://schemas.microsoft.com/office/drawing/2014/main" id="{45664122-3CFD-4E11-B7FA-1C9249915CC1}"/>
              </a:ext>
            </a:extLst>
          </p:cNvPr>
          <p:cNvSpPr>
            <a:spLocks noGrp="1"/>
          </p:cNvSpPr>
          <p:nvPr>
            <p:ph type="sldNum" sz="quarter" idx="12"/>
          </p:nvPr>
        </p:nvSpPr>
        <p:spPr/>
        <p:txBody>
          <a:bodyPr/>
          <a:lstStyle/>
          <a:p>
            <a:pPr>
              <a:defRPr/>
            </a:pPr>
            <a:fld id="{76D20AB1-C80E-44EB-B890-88EEF3B3DC08}" type="slidenum">
              <a:rPr lang="zh-CN" altLang="en-US" smtClean="0"/>
              <a:pPr>
                <a:defRPr/>
              </a:pPr>
              <a:t>8</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22"/>
                                        </p:tgtEl>
                                        <p:attrNameLst>
                                          <p:attrName>style.visibility</p:attrName>
                                        </p:attrNameLst>
                                      </p:cBhvr>
                                      <p:to>
                                        <p:strVal val="visible"/>
                                      </p:to>
                                    </p:set>
                                    <p:anim calcmode="lin" valueType="num">
                                      <p:cBhvr>
                                        <p:cTn id="12" dur="500" fill="hold"/>
                                        <p:tgtEl>
                                          <p:spTgt spid="122"/>
                                        </p:tgtEl>
                                        <p:attrNameLst>
                                          <p:attrName>ppt_w</p:attrName>
                                        </p:attrNameLst>
                                      </p:cBhvr>
                                      <p:tavLst>
                                        <p:tav tm="0">
                                          <p:val>
                                            <p:fltVal val="0"/>
                                          </p:val>
                                        </p:tav>
                                        <p:tav tm="100000">
                                          <p:val>
                                            <p:strVal val="#ppt_w"/>
                                          </p:val>
                                        </p:tav>
                                      </p:tavLst>
                                    </p:anim>
                                    <p:anim calcmode="lin" valueType="num">
                                      <p:cBhvr>
                                        <p:cTn id="13" dur="500" fill="hold"/>
                                        <p:tgtEl>
                                          <p:spTgt spid="122"/>
                                        </p:tgtEl>
                                        <p:attrNameLst>
                                          <p:attrName>ppt_h</p:attrName>
                                        </p:attrNameLst>
                                      </p:cBhvr>
                                      <p:tavLst>
                                        <p:tav tm="0">
                                          <p:val>
                                            <p:fltVal val="0"/>
                                          </p:val>
                                        </p:tav>
                                        <p:tav tm="100000">
                                          <p:val>
                                            <p:strVal val="#ppt_h"/>
                                          </p:val>
                                        </p:tav>
                                      </p:tavLst>
                                    </p:anim>
                                    <p:animEffect transition="in" filter="fade">
                                      <p:cBhvr>
                                        <p:cTn id="14" dur="500"/>
                                        <p:tgtEl>
                                          <p:spTgt spid="122"/>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16"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500" fill="hold"/>
                                        <p:tgtEl>
                                          <p:spTgt spid="2"/>
                                        </p:tgtEl>
                                        <p:attrNameLst>
                                          <p:attrName>ppt_w</p:attrName>
                                        </p:attrNameLst>
                                      </p:cBhvr>
                                      <p:tavLst>
                                        <p:tav tm="0">
                                          <p:val>
                                            <p:fltVal val="0"/>
                                          </p:val>
                                        </p:tav>
                                        <p:tav tm="100000">
                                          <p:val>
                                            <p:strVal val="#ppt_w"/>
                                          </p:val>
                                        </p:tav>
                                      </p:tavLst>
                                    </p:anim>
                                    <p:anim calcmode="lin" valueType="num">
                                      <p:cBhvr>
                                        <p:cTn id="20" dur="500" fill="hold"/>
                                        <p:tgtEl>
                                          <p:spTgt spid="2"/>
                                        </p:tgtEl>
                                        <p:attrNameLst>
                                          <p:attrName>ppt_h</p:attrName>
                                        </p:attrNameLst>
                                      </p:cBhvr>
                                      <p:tavLst>
                                        <p:tav tm="0">
                                          <p:val>
                                            <p:fltVal val="0"/>
                                          </p:val>
                                        </p:tav>
                                        <p:tav tm="100000">
                                          <p:val>
                                            <p:strVal val="#ppt_h"/>
                                          </p:val>
                                        </p:tav>
                                      </p:tavLst>
                                    </p:anim>
                                    <p:animEffect transition="in" filter="fade">
                                      <p:cBhvr>
                                        <p:cTn id="21" dur="500"/>
                                        <p:tgtEl>
                                          <p:spTgt spid="2"/>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130"/>
                                        </p:tgtEl>
                                        <p:attrNameLst>
                                          <p:attrName>style.visibility</p:attrName>
                                        </p:attrNameLst>
                                      </p:cBhvr>
                                      <p:to>
                                        <p:strVal val="visible"/>
                                      </p:to>
                                    </p:set>
                                    <p:anim calcmode="lin" valueType="num">
                                      <p:cBhvr>
                                        <p:cTn id="26" dur="500" fill="hold"/>
                                        <p:tgtEl>
                                          <p:spTgt spid="130"/>
                                        </p:tgtEl>
                                        <p:attrNameLst>
                                          <p:attrName>ppt_w</p:attrName>
                                        </p:attrNameLst>
                                      </p:cBhvr>
                                      <p:tavLst>
                                        <p:tav tm="0">
                                          <p:val>
                                            <p:fltVal val="0"/>
                                          </p:val>
                                        </p:tav>
                                        <p:tav tm="100000">
                                          <p:val>
                                            <p:strVal val="#ppt_w"/>
                                          </p:val>
                                        </p:tav>
                                      </p:tavLst>
                                    </p:anim>
                                    <p:anim calcmode="lin" valueType="num">
                                      <p:cBhvr>
                                        <p:cTn id="27" dur="500" fill="hold"/>
                                        <p:tgtEl>
                                          <p:spTgt spid="130"/>
                                        </p:tgtEl>
                                        <p:attrNameLst>
                                          <p:attrName>ppt_h</p:attrName>
                                        </p:attrNameLst>
                                      </p:cBhvr>
                                      <p:tavLst>
                                        <p:tav tm="0">
                                          <p:val>
                                            <p:fltVal val="0"/>
                                          </p:val>
                                        </p:tav>
                                        <p:tav tm="100000">
                                          <p:val>
                                            <p:strVal val="#ppt_h"/>
                                          </p:val>
                                        </p:tav>
                                      </p:tavLst>
                                    </p:anim>
                                    <p:animEffect transition="in" filter="fade">
                                      <p:cBhvr>
                                        <p:cTn id="28" dur="500"/>
                                        <p:tgtEl>
                                          <p:spTgt spid="130"/>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53" presetClass="entr" presetSubtype="16" fill="hold" grpId="0" nodeType="clickEffect">
                                  <p:stCondLst>
                                    <p:cond delay="0"/>
                                  </p:stCondLst>
                                  <p:childTnLst>
                                    <p:set>
                                      <p:cBhvr>
                                        <p:cTn id="32" dur="1" fill="hold">
                                          <p:stCondLst>
                                            <p:cond delay="0"/>
                                          </p:stCondLst>
                                        </p:cTn>
                                        <p:tgtEl>
                                          <p:spTgt spid="49"/>
                                        </p:tgtEl>
                                        <p:attrNameLst>
                                          <p:attrName>style.visibility</p:attrName>
                                        </p:attrNameLst>
                                      </p:cBhvr>
                                      <p:to>
                                        <p:strVal val="visible"/>
                                      </p:to>
                                    </p:set>
                                    <p:anim calcmode="lin" valueType="num">
                                      <p:cBhvr>
                                        <p:cTn id="33" dur="500" fill="hold"/>
                                        <p:tgtEl>
                                          <p:spTgt spid="49"/>
                                        </p:tgtEl>
                                        <p:attrNameLst>
                                          <p:attrName>ppt_w</p:attrName>
                                        </p:attrNameLst>
                                      </p:cBhvr>
                                      <p:tavLst>
                                        <p:tav tm="0">
                                          <p:val>
                                            <p:fltVal val="0"/>
                                          </p:val>
                                        </p:tav>
                                        <p:tav tm="100000">
                                          <p:val>
                                            <p:strVal val="#ppt_w"/>
                                          </p:val>
                                        </p:tav>
                                      </p:tavLst>
                                    </p:anim>
                                    <p:anim calcmode="lin" valueType="num">
                                      <p:cBhvr>
                                        <p:cTn id="34" dur="500" fill="hold"/>
                                        <p:tgtEl>
                                          <p:spTgt spid="49"/>
                                        </p:tgtEl>
                                        <p:attrNameLst>
                                          <p:attrName>ppt_h</p:attrName>
                                        </p:attrNameLst>
                                      </p:cBhvr>
                                      <p:tavLst>
                                        <p:tav tm="0">
                                          <p:val>
                                            <p:fltVal val="0"/>
                                          </p:val>
                                        </p:tav>
                                        <p:tav tm="100000">
                                          <p:val>
                                            <p:strVal val="#ppt_h"/>
                                          </p:val>
                                        </p:tav>
                                      </p:tavLst>
                                    </p:anim>
                                    <p:animEffect transition="in" filter="fade">
                                      <p:cBhvr>
                                        <p:cTn id="35" dur="500"/>
                                        <p:tgtEl>
                                          <p:spTgt spid="49"/>
                                        </p:tgtEl>
                                      </p:cBhvr>
                                    </p:animEffect>
                                  </p:childTnLst>
                                </p:cTn>
                              </p:par>
                            </p:childTnLst>
                          </p:cTn>
                        </p:par>
                      </p:childTnLst>
                    </p:cTn>
                  </p:par>
                  <p:par>
                    <p:cTn id="36" fill="hold">
                      <p:stCondLst>
                        <p:cond delay="indefinite"/>
                      </p:stCondLst>
                      <p:childTnLst>
                        <p:par>
                          <p:cTn id="37" fill="hold">
                            <p:stCondLst>
                              <p:cond delay="0"/>
                            </p:stCondLst>
                            <p:childTnLst>
                              <p:par>
                                <p:cTn id="38" presetID="53" presetClass="entr" presetSubtype="16" fill="hold" grpId="0" nodeType="clickEffect">
                                  <p:stCondLst>
                                    <p:cond delay="0"/>
                                  </p:stCondLst>
                                  <p:childTnLst>
                                    <p:set>
                                      <p:cBhvr>
                                        <p:cTn id="39" dur="1" fill="hold">
                                          <p:stCondLst>
                                            <p:cond delay="0"/>
                                          </p:stCondLst>
                                        </p:cTn>
                                        <p:tgtEl>
                                          <p:spTgt spid="50"/>
                                        </p:tgtEl>
                                        <p:attrNameLst>
                                          <p:attrName>style.visibility</p:attrName>
                                        </p:attrNameLst>
                                      </p:cBhvr>
                                      <p:to>
                                        <p:strVal val="visible"/>
                                      </p:to>
                                    </p:set>
                                    <p:anim calcmode="lin" valueType="num">
                                      <p:cBhvr>
                                        <p:cTn id="40" dur="500" fill="hold"/>
                                        <p:tgtEl>
                                          <p:spTgt spid="50"/>
                                        </p:tgtEl>
                                        <p:attrNameLst>
                                          <p:attrName>ppt_w</p:attrName>
                                        </p:attrNameLst>
                                      </p:cBhvr>
                                      <p:tavLst>
                                        <p:tav tm="0">
                                          <p:val>
                                            <p:fltVal val="0"/>
                                          </p:val>
                                        </p:tav>
                                        <p:tav tm="100000">
                                          <p:val>
                                            <p:strVal val="#ppt_w"/>
                                          </p:val>
                                        </p:tav>
                                      </p:tavLst>
                                    </p:anim>
                                    <p:anim calcmode="lin" valueType="num">
                                      <p:cBhvr>
                                        <p:cTn id="41" dur="500" fill="hold"/>
                                        <p:tgtEl>
                                          <p:spTgt spid="50"/>
                                        </p:tgtEl>
                                        <p:attrNameLst>
                                          <p:attrName>ppt_h</p:attrName>
                                        </p:attrNameLst>
                                      </p:cBhvr>
                                      <p:tavLst>
                                        <p:tav tm="0">
                                          <p:val>
                                            <p:fltVal val="0"/>
                                          </p:val>
                                        </p:tav>
                                        <p:tav tm="100000">
                                          <p:val>
                                            <p:strVal val="#ppt_h"/>
                                          </p:val>
                                        </p:tav>
                                      </p:tavLst>
                                    </p:anim>
                                    <p:animEffect transition="in" filter="fade">
                                      <p:cBhvr>
                                        <p:cTn id="42"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122" grpId="0" animBg="1"/>
      <p:bldP spid="130" grpId="0" animBg="1"/>
      <p:bldP spid="3" grpId="0"/>
      <p:bldP spid="4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7923" name="Rectangle 3"/>
          <p:cNvSpPr>
            <a:spLocks noGrp="1" noChangeArrowheads="1"/>
          </p:cNvSpPr>
          <p:nvPr>
            <p:ph idx="1"/>
          </p:nvPr>
        </p:nvSpPr>
        <p:spPr>
          <a:xfrm>
            <a:off x="434975" y="842962"/>
            <a:ext cx="8313738" cy="3817019"/>
          </a:xfrm>
        </p:spPr>
        <p:txBody>
          <a:bodyPr/>
          <a:lstStyle/>
          <a:p>
            <a:pPr eaLnBrk="1" hangingPunct="1">
              <a:lnSpc>
                <a:spcPts val="3400"/>
              </a:lnSpc>
              <a:buClr>
                <a:schemeClr val="tx1"/>
              </a:buClr>
              <a:buFont typeface="Wingdings" pitchFamily="2" charset="2"/>
              <a:buChar char="Ø"/>
              <a:defRPr/>
            </a:pPr>
            <a:r>
              <a:rPr lang="en-US" altLang="zh-CN" sz="2800" b="1" i="1" dirty="0">
                <a:solidFill>
                  <a:schemeClr val="tx1"/>
                </a:solidFill>
                <a:latin typeface="Times New Roman" panose="02020603050405020304" pitchFamily="18" charset="0"/>
                <a:ea typeface="宋体" pitchFamily="2" charset="-122"/>
                <a:cs typeface="Times New Roman" panose="02020603050405020304" pitchFamily="18" charset="0"/>
              </a:rPr>
              <a:t>SLR</a:t>
            </a:r>
            <a:r>
              <a:rPr lang="zh-CN" altLang="en-US" sz="2800" b="1" dirty="0">
                <a:solidFill>
                  <a:schemeClr val="tx1"/>
                </a:solidFill>
                <a:latin typeface="Times New Roman" panose="02020603050405020304" pitchFamily="18" charset="0"/>
                <a:cs typeface="Times New Roman" panose="02020603050405020304" pitchFamily="18" charset="0"/>
              </a:rPr>
              <a:t>分析存在的问题</a:t>
            </a:r>
          </a:p>
          <a:p>
            <a:pPr lvl="1" eaLnBrk="1" hangingPunct="1">
              <a:lnSpc>
                <a:spcPts val="3400"/>
              </a:lnSpc>
              <a:buClr>
                <a:schemeClr val="tx1"/>
              </a:buClr>
              <a:defRPr/>
            </a:pP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SLR</a:t>
            </a:r>
            <a:r>
              <a:rPr lang="zh-CN" altLang="en-US" sz="2500" b="1" dirty="0">
                <a:solidFill>
                  <a:schemeClr val="tx1"/>
                </a:solidFill>
                <a:latin typeface="Times New Roman" panose="02020603050405020304" pitchFamily="18" charset="0"/>
                <a:cs typeface="Times New Roman" panose="02020603050405020304" pitchFamily="18" charset="0"/>
              </a:rPr>
              <a:t>只是简单地考察</a:t>
            </a:r>
            <a:r>
              <a:rPr lang="zh-CN" altLang="en-US" sz="2500" b="1" dirty="0">
                <a:solidFill>
                  <a:srgbClr val="2D83F4"/>
                </a:solidFill>
                <a:latin typeface="Times New Roman" panose="02020603050405020304" pitchFamily="18" charset="0"/>
                <a:cs typeface="Times New Roman" panose="02020603050405020304" pitchFamily="18" charset="0"/>
              </a:rPr>
              <a:t>下一个输入符号</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b</a:t>
            </a:r>
            <a:r>
              <a:rPr lang="zh-CN" altLang="en-US" sz="2500" b="1" dirty="0">
                <a:solidFill>
                  <a:schemeClr val="tx1"/>
                </a:solidFill>
                <a:latin typeface="Times New Roman" panose="02020603050405020304" pitchFamily="18" charset="0"/>
                <a:cs typeface="Times New Roman" panose="02020603050405020304" pitchFamily="18" charset="0"/>
              </a:rPr>
              <a:t>是否属于与</a:t>
            </a:r>
            <a:r>
              <a:rPr lang="zh-CN" altLang="en-US" sz="2500" b="1" dirty="0">
                <a:solidFill>
                  <a:srgbClr val="2D83F4"/>
                </a:solidFill>
                <a:latin typeface="Times New Roman" panose="02020603050405020304" pitchFamily="18" charset="0"/>
                <a:cs typeface="Times New Roman" panose="02020603050405020304" pitchFamily="18" charset="0"/>
              </a:rPr>
              <a:t>归约项目</a:t>
            </a:r>
            <a:r>
              <a:rPr lang="en-US" altLang="zh-CN" sz="2500" b="1" i="1" dirty="0" err="1">
                <a:solidFill>
                  <a:schemeClr val="tx1"/>
                </a:solidFill>
                <a:latin typeface="Times New Roman" panose="02020603050405020304" pitchFamily="18" charset="0"/>
                <a:ea typeface="宋体" pitchFamily="2" charset="-122"/>
                <a:cs typeface="Times New Roman" panose="02020603050405020304" pitchFamily="18" charset="0"/>
              </a:rPr>
              <a:t>A</a:t>
            </a:r>
            <a:r>
              <a:rPr lang="en-US" altLang="zh-CN" sz="2500" b="1" dirty="0" err="1">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sz="2500" b="1" i="1" dirty="0" err="1">
                <a:solidFill>
                  <a:schemeClr val="tx1"/>
                </a:solidFill>
                <a:latin typeface="Times New Roman" panose="02020603050405020304" pitchFamily="18" charset="0"/>
                <a:ea typeface="宋体" pitchFamily="2" charset="-122"/>
                <a:cs typeface="Times New Roman" panose="02020603050405020304" pitchFamily="18" charset="0"/>
              </a:rPr>
              <a:t>α</a:t>
            </a:r>
            <a:r>
              <a:rPr lang="zh-CN" altLang="en-US" sz="2500" b="1" dirty="0">
                <a:solidFill>
                  <a:schemeClr val="tx1"/>
                </a:solidFill>
                <a:latin typeface="Times New Roman" panose="02020603050405020304" pitchFamily="18" charset="0"/>
                <a:cs typeface="Times New Roman" panose="02020603050405020304" pitchFamily="18" charset="0"/>
              </a:rPr>
              <a:t>相关联的</a:t>
            </a:r>
            <a:r>
              <a:rPr lang="en-US" altLang="zh-CN" sz="2500" b="1" i="1" dirty="0">
                <a:solidFill>
                  <a:srgbClr val="2D83F4"/>
                </a:solidFill>
                <a:latin typeface="Times New Roman" panose="02020603050405020304" pitchFamily="18" charset="0"/>
                <a:ea typeface="宋体" pitchFamily="2" charset="-122"/>
                <a:cs typeface="Times New Roman" panose="02020603050405020304" pitchFamily="18" charset="0"/>
              </a:rPr>
              <a:t>FOLLOW</a:t>
            </a:r>
            <a:r>
              <a:rPr lang="en-US" altLang="zh-CN" sz="2500" b="1" dirty="0">
                <a:solidFill>
                  <a:srgbClr val="2D83F4"/>
                </a:solidFill>
                <a:latin typeface="Times New Roman" panose="02020603050405020304" pitchFamily="18" charset="0"/>
                <a:ea typeface="宋体" pitchFamily="2" charset="-122"/>
                <a:cs typeface="Times New Roman" panose="02020603050405020304" pitchFamily="18" charset="0"/>
              </a:rPr>
              <a:t>(</a:t>
            </a:r>
            <a:r>
              <a:rPr lang="en-US" altLang="zh-CN" sz="2500" b="1" i="1" dirty="0">
                <a:solidFill>
                  <a:srgbClr val="2D83F4"/>
                </a:solidFill>
                <a:latin typeface="Times New Roman" panose="02020603050405020304" pitchFamily="18" charset="0"/>
                <a:ea typeface="宋体" pitchFamily="2" charset="-122"/>
                <a:cs typeface="Times New Roman" panose="02020603050405020304" pitchFamily="18" charset="0"/>
              </a:rPr>
              <a:t>A</a:t>
            </a:r>
            <a:r>
              <a:rPr lang="en-US" altLang="zh-CN" sz="2500" b="1" dirty="0">
                <a:solidFill>
                  <a:srgbClr val="2D83F4"/>
                </a:solidFill>
                <a:latin typeface="Times New Roman" panose="02020603050405020304" pitchFamily="18" charset="0"/>
                <a:ea typeface="宋体" pitchFamily="2" charset="-122"/>
                <a:cs typeface="Times New Roman" panose="02020603050405020304" pitchFamily="18" charset="0"/>
              </a:rPr>
              <a:t>)</a:t>
            </a:r>
            <a:r>
              <a:rPr lang="zh-CN" altLang="en-US" sz="2500" b="1" dirty="0">
                <a:solidFill>
                  <a:schemeClr val="tx1"/>
                </a:solidFill>
                <a:latin typeface="Times New Roman" panose="02020603050405020304" pitchFamily="18" charset="0"/>
                <a:ea typeface="宋体" pitchFamily="2" charset="-122"/>
                <a:cs typeface="Times New Roman" panose="02020603050405020304" pitchFamily="18" charset="0"/>
              </a:rPr>
              <a:t>，</a:t>
            </a:r>
            <a:r>
              <a:rPr lang="zh-CN" altLang="en-US" sz="2500" b="1" dirty="0">
                <a:latin typeface="Times New Roman" panose="02020603050405020304" pitchFamily="18" charset="0"/>
                <a:cs typeface="Times New Roman" panose="02020603050405020304" pitchFamily="18" charset="0"/>
              </a:rPr>
              <a:t>但</a:t>
            </a:r>
            <a:r>
              <a:rPr lang="zh-CN" altLang="en-US" sz="2500" b="1" dirty="0">
                <a:solidFill>
                  <a:schemeClr val="tx1"/>
                </a:solidFill>
                <a:latin typeface="Times New Roman" panose="02020603050405020304" pitchFamily="18" charset="0"/>
                <a:cs typeface="Times New Roman" panose="02020603050405020304" pitchFamily="18" charset="0"/>
              </a:rPr>
              <a:t>并不是只要</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b</a:t>
            </a:r>
            <a:r>
              <a:rPr lang="zh-CN" altLang="en-US" sz="2500" b="1" dirty="0">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FOLLOW</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A</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a:t>
            </a:r>
            <a:r>
              <a:rPr lang="zh-CN" altLang="en-US" sz="2500" b="1" dirty="0">
                <a:solidFill>
                  <a:schemeClr val="tx1"/>
                </a:solidFill>
                <a:latin typeface="Times New Roman" panose="02020603050405020304" pitchFamily="18" charset="0"/>
                <a:cs typeface="Times New Roman" panose="02020603050405020304" pitchFamily="18" charset="0"/>
              </a:rPr>
              <a:t>就可以归约的</a:t>
            </a:r>
            <a:r>
              <a:rPr lang="zh-CN" altLang="en-US" sz="2500" b="1" dirty="0">
                <a:latin typeface="Times New Roman" panose="02020603050405020304" pitchFamily="18" charset="0"/>
                <a:cs typeface="Times New Roman" panose="02020603050405020304" pitchFamily="18" charset="0"/>
              </a:rPr>
              <a:t>，还要考虑</a:t>
            </a:r>
            <a:r>
              <a:rPr lang="en-US" altLang="zh-CN" sz="2500" b="1" i="1" dirty="0">
                <a:latin typeface="Times New Roman" panose="02020603050405020304" pitchFamily="18" charset="0"/>
                <a:cs typeface="Times New Roman" panose="02020603050405020304" pitchFamily="18" charset="0"/>
              </a:rPr>
              <a:t>α</a:t>
            </a:r>
            <a:r>
              <a:rPr lang="zh-CN" altLang="en-US" sz="2500" b="1" dirty="0">
                <a:latin typeface="Times New Roman" panose="02020603050405020304" pitchFamily="18" charset="0"/>
                <a:cs typeface="Times New Roman" panose="02020603050405020304" pitchFamily="18" charset="0"/>
              </a:rPr>
              <a:t>出现的上下文。</a:t>
            </a:r>
            <a:endParaRPr lang="en-US" altLang="zh-CN" sz="2500" b="1" dirty="0">
              <a:latin typeface="Times New Roman" panose="02020603050405020304" pitchFamily="18" charset="0"/>
              <a:cs typeface="Times New Roman" panose="02020603050405020304" pitchFamily="18" charset="0"/>
            </a:endParaRPr>
          </a:p>
        </p:txBody>
      </p:sp>
      <p:sp>
        <p:nvSpPr>
          <p:cNvPr id="30723" name="Rectangle 2"/>
          <p:cNvSpPr>
            <a:spLocks noGrp="1" noChangeArrowheads="1"/>
          </p:cNvSpPr>
          <p:nvPr>
            <p:ph type="title"/>
          </p:nvPr>
        </p:nvSpPr>
        <p:spPr>
          <a:xfrm>
            <a:off x="755650" y="268288"/>
            <a:ext cx="7931150" cy="358775"/>
          </a:xfrm>
        </p:spPr>
        <p:txBody>
          <a:bodyPr/>
          <a:lstStyle/>
          <a:p>
            <a:pPr eaLnBrk="1" hangingPunct="1"/>
            <a:r>
              <a:rPr lang="en-US" altLang="zh-CN" sz="3000">
                <a:solidFill>
                  <a:srgbClr val="000000"/>
                </a:solidFill>
                <a:latin typeface="微软雅黑" panose="020B0503020204020204" pitchFamily="34" charset="-122"/>
                <a:ea typeface="微软雅黑" panose="020B0503020204020204" pitchFamily="34" charset="-122"/>
              </a:rPr>
              <a:t>4.4.3 </a:t>
            </a:r>
            <a:r>
              <a:rPr lang="en-US" altLang="zh-CN" sz="3000" i="1">
                <a:solidFill>
                  <a:srgbClr val="000000"/>
                </a:solidFill>
                <a:ea typeface="黑体" panose="02010609060101010101" pitchFamily="49" charset="-122"/>
                <a:cs typeface="Times New Roman" panose="02020603050405020304" pitchFamily="18" charset="0"/>
              </a:rPr>
              <a:t>LR</a:t>
            </a:r>
            <a:r>
              <a:rPr lang="en-US" altLang="zh-CN" sz="3000">
                <a:solidFill>
                  <a:srgbClr val="000000"/>
                </a:solidFill>
                <a:ea typeface="黑体" panose="02010609060101010101" pitchFamily="49" charset="-122"/>
                <a:cs typeface="Times New Roman" panose="02020603050405020304" pitchFamily="18" charset="0"/>
              </a:rPr>
              <a:t>(1)</a:t>
            </a:r>
            <a:r>
              <a:rPr lang="zh-CN" altLang="en-US" sz="3000">
                <a:solidFill>
                  <a:srgbClr val="000000"/>
                </a:solidFill>
                <a:latin typeface="微软雅黑" panose="020B0503020204020204" pitchFamily="34" charset="-122"/>
                <a:ea typeface="微软雅黑" panose="020B0503020204020204" pitchFamily="34" charset="-122"/>
              </a:rPr>
              <a:t>分析</a:t>
            </a:r>
            <a:endParaRPr lang="zh-CN" altLang="en-US" sz="3000">
              <a:solidFill>
                <a:schemeClr val="tx1"/>
              </a:solidFill>
              <a:latin typeface="微软雅黑" panose="020B0503020204020204" pitchFamily="34" charset="-122"/>
              <a:ea typeface="微软雅黑" panose="020B0503020204020204" pitchFamily="34" charset="-122"/>
            </a:endParaRPr>
          </a:p>
        </p:txBody>
      </p:sp>
      <p:sp>
        <p:nvSpPr>
          <p:cNvPr id="2" name="灯片编号占位符 1">
            <a:extLst>
              <a:ext uri="{FF2B5EF4-FFF2-40B4-BE49-F238E27FC236}">
                <a16:creationId xmlns:a16="http://schemas.microsoft.com/office/drawing/2014/main" id="{2DF08390-82C6-410D-A464-088DB1388DD5}"/>
              </a:ext>
            </a:extLst>
          </p:cNvPr>
          <p:cNvSpPr>
            <a:spLocks noGrp="1"/>
          </p:cNvSpPr>
          <p:nvPr>
            <p:ph type="sldNum" sz="quarter" idx="12"/>
          </p:nvPr>
        </p:nvSpPr>
        <p:spPr/>
        <p:txBody>
          <a:bodyPr/>
          <a:lstStyle/>
          <a:p>
            <a:pPr>
              <a:defRPr/>
            </a:pPr>
            <a:fld id="{76D20AB1-C80E-44EB-B890-88EEF3B3DC08}" type="slidenum">
              <a:rPr lang="zh-CN" altLang="en-US" smtClean="0"/>
              <a:pPr>
                <a:defRPr/>
              </a:pPr>
              <a:t>9</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977923">
                                            <p:txEl>
                                              <p:pRg st="0" end="0"/>
                                            </p:txEl>
                                          </p:spTgt>
                                        </p:tgtEl>
                                        <p:attrNameLst>
                                          <p:attrName>style.visibility</p:attrName>
                                        </p:attrNameLst>
                                      </p:cBhvr>
                                      <p:to>
                                        <p:strVal val="visible"/>
                                      </p:to>
                                    </p:set>
                                    <p:anim calcmode="lin" valueType="num">
                                      <p:cBhvr>
                                        <p:cTn id="7" dur="500" fill="hold"/>
                                        <p:tgtEl>
                                          <p:spTgt spid="97792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97792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977923">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nodeType="clickEffect">
                                  <p:stCondLst>
                                    <p:cond delay="0"/>
                                  </p:stCondLst>
                                  <p:childTnLst>
                                    <p:set>
                                      <p:cBhvr>
                                        <p:cTn id="13" dur="1" fill="hold">
                                          <p:stCondLst>
                                            <p:cond delay="0"/>
                                          </p:stCondLst>
                                        </p:cTn>
                                        <p:tgtEl>
                                          <p:spTgt spid="977923">
                                            <p:txEl>
                                              <p:pRg st="1" end="1"/>
                                            </p:txEl>
                                          </p:spTgt>
                                        </p:tgtEl>
                                        <p:attrNameLst>
                                          <p:attrName>style.visibility</p:attrName>
                                        </p:attrNameLst>
                                      </p:cBhvr>
                                      <p:to>
                                        <p:strVal val="visible"/>
                                      </p:to>
                                    </p:set>
                                    <p:anim calcmode="lin" valueType="num">
                                      <p:cBhvr>
                                        <p:cTn id="14" dur="500" fill="hold"/>
                                        <p:tgtEl>
                                          <p:spTgt spid="977923">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977923">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97792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内容占位符 6"/>
          <p:cNvSpPr>
            <a:spLocks noGrp="1"/>
          </p:cNvSpPr>
          <p:nvPr>
            <p:ph idx="1"/>
          </p:nvPr>
        </p:nvSpPr>
        <p:spPr>
          <a:xfrm>
            <a:off x="506412" y="714375"/>
            <a:ext cx="8386763" cy="1779588"/>
          </a:xfrm>
        </p:spPr>
        <p:txBody>
          <a:bodyPr/>
          <a:lstStyle/>
          <a:p>
            <a:pPr eaLnBrk="1" hangingPunct="1">
              <a:lnSpc>
                <a:spcPct val="120000"/>
              </a:lnSpc>
              <a:buClr>
                <a:schemeClr val="tx1"/>
              </a:buClr>
              <a:buFont typeface="Wingdings" panose="05000000000000000000" pitchFamily="2" charset="2"/>
              <a:buChar char="Ø"/>
            </a:pPr>
            <a:r>
              <a:rPr kumimoji="1" lang="zh-CN" altLang="en-US" sz="2800" b="1" dirty="0">
                <a:solidFill>
                  <a:schemeClr val="tx1"/>
                </a:solidFill>
                <a:cs typeface="Times New Roman" panose="02020603050405020304" pitchFamily="18" charset="0"/>
              </a:rPr>
              <a:t>对于产生式</a:t>
            </a:r>
            <a:r>
              <a:rPr kumimoji="1" lang="zh-CN" altLang="en-US" sz="2800" b="1" i="1" dirty="0">
                <a:solidFill>
                  <a:schemeClr val="tx1"/>
                </a:solidFill>
                <a:cs typeface="Times New Roman" panose="02020603050405020304" pitchFamily="18" charset="0"/>
              </a:rPr>
              <a:t> </a:t>
            </a:r>
            <a:r>
              <a:rPr kumimoji="1" lang="en-US" altLang="zh-CN" sz="2800" b="1" i="1" dirty="0">
                <a:solidFill>
                  <a:schemeClr val="tx1"/>
                </a:solidFill>
                <a:cs typeface="Times New Roman" panose="02020603050405020304" pitchFamily="18" charset="0"/>
              </a:rPr>
              <a:t>A</a:t>
            </a:r>
            <a:r>
              <a:rPr kumimoji="1" lang="en-US" altLang="zh-CN" sz="2800" b="1" dirty="0">
                <a:solidFill>
                  <a:schemeClr val="tx1"/>
                </a:solidFill>
                <a:cs typeface="Times New Roman" panose="02020603050405020304" pitchFamily="18" charset="0"/>
              </a:rPr>
              <a:t>→</a:t>
            </a:r>
            <a:r>
              <a:rPr kumimoji="1" lang="en-US" altLang="zh-CN" sz="2800" b="1" i="1" dirty="0">
                <a:solidFill>
                  <a:schemeClr val="tx1"/>
                </a:solidFill>
                <a:cs typeface="Times New Roman" panose="02020603050405020304" pitchFamily="18" charset="0"/>
              </a:rPr>
              <a:t>α</a:t>
            </a:r>
            <a:r>
              <a:rPr kumimoji="1" lang="zh-CN" altLang="en-US" sz="2800" b="1" dirty="0">
                <a:solidFill>
                  <a:schemeClr val="tx1"/>
                </a:solidFill>
                <a:cs typeface="Times New Roman" panose="02020603050405020304" pitchFamily="18" charset="0"/>
              </a:rPr>
              <a:t>的归约，</a:t>
            </a:r>
            <a:r>
              <a:rPr kumimoji="1" lang="en-US" altLang="zh-CN" sz="2800" b="1" i="1" dirty="0">
                <a:solidFill>
                  <a:schemeClr val="tx1"/>
                </a:solidFill>
                <a:cs typeface="Times New Roman" panose="02020603050405020304" pitchFamily="18" charset="0"/>
              </a:rPr>
              <a:t> α</a:t>
            </a:r>
            <a:r>
              <a:rPr kumimoji="1" lang="zh-CN" altLang="en-US" sz="2800" b="1" dirty="0">
                <a:solidFill>
                  <a:schemeClr val="tx1"/>
                </a:solidFill>
                <a:cs typeface="Times New Roman" panose="02020603050405020304" pitchFamily="18" charset="0"/>
              </a:rPr>
              <a:t>出现在</a:t>
            </a:r>
            <a:r>
              <a:rPr kumimoji="1" lang="zh-CN" altLang="en-US" sz="2800" b="1" dirty="0">
                <a:solidFill>
                  <a:srgbClr val="0000FF"/>
                </a:solidFill>
                <a:cs typeface="Times New Roman" panose="02020603050405020304" pitchFamily="18" charset="0"/>
              </a:rPr>
              <a:t>不同的上下文中</a:t>
            </a:r>
            <a:r>
              <a:rPr kumimoji="1" lang="zh-CN" altLang="en-US" sz="2800" b="1" dirty="0">
                <a:solidFill>
                  <a:schemeClr val="tx1"/>
                </a:solidFill>
                <a:cs typeface="Times New Roman" panose="02020603050405020304" pitchFamily="18" charset="0"/>
              </a:rPr>
              <a:t>，</a:t>
            </a:r>
            <a:r>
              <a:rPr kumimoji="1" lang="en-US" altLang="zh-CN" sz="2800" b="1" i="1" dirty="0">
                <a:solidFill>
                  <a:schemeClr val="tx1"/>
                </a:solidFill>
                <a:cs typeface="Times New Roman" panose="02020603050405020304" pitchFamily="18" charset="0"/>
              </a:rPr>
              <a:t>α</a:t>
            </a:r>
            <a:r>
              <a:rPr kumimoji="1" lang="zh-CN" altLang="en-US" sz="2800" b="1" dirty="0">
                <a:solidFill>
                  <a:schemeClr val="tx1"/>
                </a:solidFill>
                <a:cs typeface="Times New Roman" panose="02020603050405020304" pitchFamily="18" charset="0"/>
              </a:rPr>
              <a:t>是否可以归约为</a:t>
            </a:r>
            <a:r>
              <a:rPr kumimoji="1" lang="en-US" altLang="zh-CN" sz="2800" b="1" i="1" dirty="0">
                <a:solidFill>
                  <a:schemeClr val="tx1"/>
                </a:solidFill>
                <a:cs typeface="Times New Roman" panose="02020603050405020304" pitchFamily="18" charset="0"/>
              </a:rPr>
              <a:t>A</a:t>
            </a:r>
            <a:r>
              <a:rPr kumimoji="1" lang="zh-CN" altLang="en-US" sz="2800" b="1" dirty="0">
                <a:solidFill>
                  <a:schemeClr val="tx1"/>
                </a:solidFill>
                <a:cs typeface="Times New Roman" panose="02020603050405020304" pitchFamily="18" charset="0"/>
              </a:rPr>
              <a:t>需要参考</a:t>
            </a:r>
            <a:r>
              <a:rPr kumimoji="1" lang="zh-CN" altLang="en-US" sz="2800" b="1" dirty="0">
                <a:solidFill>
                  <a:srgbClr val="0000FF"/>
                </a:solidFill>
                <a:cs typeface="Times New Roman" panose="02020603050405020304" pitchFamily="18" charset="0"/>
              </a:rPr>
              <a:t>不同的后继符号</a:t>
            </a:r>
            <a:endParaRPr lang="zh-CN" altLang="en-US" sz="2800" b="1" dirty="0">
              <a:solidFill>
                <a:srgbClr val="0000FF"/>
              </a:solidFill>
              <a:cs typeface="Times New Roman" panose="02020603050405020304" pitchFamily="18" charset="0"/>
            </a:endParaRPr>
          </a:p>
        </p:txBody>
      </p:sp>
      <p:sp>
        <p:nvSpPr>
          <p:cNvPr id="32771" name="标题 5"/>
          <p:cNvSpPr>
            <a:spLocks noGrp="1"/>
          </p:cNvSpPr>
          <p:nvPr>
            <p:ph type="title"/>
          </p:nvPr>
        </p:nvSpPr>
        <p:spPr>
          <a:xfrm>
            <a:off x="755650" y="268288"/>
            <a:ext cx="7931150" cy="358775"/>
          </a:xfrm>
        </p:spPr>
        <p:txBody>
          <a:bodyPr/>
          <a:lstStyle/>
          <a:p>
            <a:pPr eaLnBrk="1" hangingPunct="1">
              <a:defRPr/>
            </a:pPr>
            <a:r>
              <a:rPr lang="en-US" altLang="zh-CN" sz="3000" i="1" dirty="0">
                <a:solidFill>
                  <a:prstClr val="black"/>
                </a:solidFill>
                <a:ea typeface="楷体_GB2312"/>
                <a:cs typeface="Times New Roman" pitchFamily="18" charset="0"/>
              </a:rPr>
              <a:t>LR</a:t>
            </a:r>
            <a:r>
              <a:rPr lang="en-US" altLang="zh-CN" sz="3000" dirty="0">
                <a:solidFill>
                  <a:prstClr val="black"/>
                </a:solidFill>
                <a:ea typeface="楷体_GB2312"/>
                <a:cs typeface="Times New Roman" pitchFamily="18" charset="0"/>
              </a:rPr>
              <a:t>(1)</a:t>
            </a:r>
            <a:r>
              <a:rPr lang="zh-CN" altLang="en-US" sz="3000" spc="300" dirty="0">
                <a:solidFill>
                  <a:prstClr val="black"/>
                </a:solidFill>
                <a:latin typeface="微软雅黑" pitchFamily="34" charset="-122"/>
                <a:ea typeface="微软雅黑" pitchFamily="34" charset="-122"/>
                <a:cs typeface="Times New Roman" pitchFamily="18" charset="0"/>
              </a:rPr>
              <a:t>分析法的提出</a:t>
            </a:r>
            <a:endParaRPr lang="zh-CN" altLang="en-US" sz="2500" spc="300" dirty="0">
              <a:solidFill>
                <a:schemeClr val="tx1"/>
              </a:solidFill>
            </a:endParaRPr>
          </a:p>
        </p:txBody>
      </p:sp>
      <p:sp>
        <p:nvSpPr>
          <p:cNvPr id="2" name="矩形 1"/>
          <p:cNvSpPr>
            <a:spLocks noChangeArrowheads="1"/>
          </p:cNvSpPr>
          <p:nvPr/>
        </p:nvSpPr>
        <p:spPr bwMode="auto">
          <a:xfrm>
            <a:off x="506414" y="4424363"/>
            <a:ext cx="82420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73050" indent="-27305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buClr>
                <a:srgbClr val="000000"/>
              </a:buClr>
              <a:buFont typeface="Wingdings" panose="05000000000000000000" pitchFamily="2" charset="2"/>
              <a:buChar char="Ø"/>
            </a:pPr>
            <a:r>
              <a:rPr kumimoji="1" lang="zh-CN" altLang="en-US"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在特定上下文中，</a:t>
            </a:r>
            <a:r>
              <a:rPr kumimoji="1" lang="en-US" altLang="zh-CN" b="1"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a:t>
            </a:r>
            <a:r>
              <a:rPr kumimoji="1" lang="zh-CN" altLang="en-US"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的后继符集合是</a:t>
            </a:r>
            <a:r>
              <a:rPr kumimoji="1" lang="en-US" altLang="zh-CN" b="1"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FOLLOW</a:t>
            </a:r>
            <a:r>
              <a:rPr kumimoji="1" lang="en-US" altLang="zh-CN"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b="1"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a:t>
            </a:r>
            <a:r>
              <a:rPr kumimoji="1" lang="en-US" altLang="zh-CN"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zh-CN"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的</a:t>
            </a:r>
            <a:r>
              <a:rPr kumimoji="1" lang="zh-CN" altLang="zh-CN" b="1" dirty="0">
                <a:solidFill>
                  <a:srgbClr val="2D83F4"/>
                </a:solidFill>
                <a:latin typeface="Times New Roman" panose="02020603050405020304" pitchFamily="18" charset="0"/>
                <a:ea typeface="华文楷体" panose="02010600040101010101" pitchFamily="2" charset="-122"/>
                <a:cs typeface="Times New Roman" panose="02020603050405020304" pitchFamily="18" charset="0"/>
              </a:rPr>
              <a:t>子集</a:t>
            </a:r>
            <a:endParaRPr lang="zh-CN" altLang="en-US" b="1" dirty="0">
              <a:solidFill>
                <a:srgbClr val="2D83F4"/>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 name="Rectangle 37"/>
          <p:cNvSpPr>
            <a:spLocks noChangeArrowheads="1"/>
          </p:cNvSpPr>
          <p:nvPr/>
        </p:nvSpPr>
        <p:spPr bwMode="auto">
          <a:xfrm>
            <a:off x="1106488" y="1924050"/>
            <a:ext cx="1520825" cy="2354263"/>
          </a:xfrm>
          <a:prstGeom prst="rect">
            <a:avLst/>
          </a:prstGeom>
          <a:solidFill>
            <a:schemeClr val="accent2">
              <a:lumMod val="40000"/>
              <a:lumOff val="60000"/>
            </a:schemeClr>
          </a:solidFill>
          <a:ln w="12700">
            <a:solidFill>
              <a:schemeClr val="tx1"/>
            </a:solidFill>
          </a:ln>
        </p:spPr>
        <p:txBody>
          <a:bodyPr>
            <a:spAutoFit/>
          </a:bodyPr>
          <a:lstStyle>
            <a:lvl1pPr marL="609600" indent="-609600">
              <a:defRPr>
                <a:solidFill>
                  <a:schemeClr val="tx1"/>
                </a:solidFill>
                <a:latin typeface="Tahoma" charset="0"/>
                <a:ea typeface="宋体" charset="0"/>
              </a:defRPr>
            </a:lvl1pPr>
            <a:lvl2pPr marL="742950" indent="-285750">
              <a:defRPr>
                <a:solidFill>
                  <a:schemeClr val="tx1"/>
                </a:solidFill>
                <a:latin typeface="Tahoma" charset="0"/>
                <a:ea typeface="宋体" charset="0"/>
              </a:defRPr>
            </a:lvl2pPr>
            <a:lvl3pPr marL="1143000" indent="-228600">
              <a:defRPr>
                <a:solidFill>
                  <a:schemeClr val="tx1"/>
                </a:solidFill>
                <a:latin typeface="Tahoma" charset="0"/>
                <a:ea typeface="宋体" charset="0"/>
              </a:defRPr>
            </a:lvl3pPr>
            <a:lvl4pPr marL="1600200" indent="-228600">
              <a:defRPr>
                <a:solidFill>
                  <a:schemeClr val="tx1"/>
                </a:solidFill>
                <a:latin typeface="Tahoma" charset="0"/>
                <a:ea typeface="宋体" charset="0"/>
              </a:defRPr>
            </a:lvl4pPr>
            <a:lvl5pPr marL="2057400" indent="-228600">
              <a:defRPr>
                <a:solidFill>
                  <a:schemeClr val="tx1"/>
                </a:solidFill>
                <a:latin typeface="Tahoma" charset="0"/>
                <a:ea typeface="宋体" charset="0"/>
              </a:defRPr>
            </a:lvl5pPr>
            <a:lvl6pPr marL="2514600" indent="-228600" eaLnBrk="0" fontAlgn="base" hangingPunct="0">
              <a:spcBef>
                <a:spcPct val="0"/>
              </a:spcBef>
              <a:spcAft>
                <a:spcPct val="0"/>
              </a:spcAft>
              <a:defRPr>
                <a:solidFill>
                  <a:schemeClr val="tx1"/>
                </a:solidFill>
                <a:latin typeface="Tahoma" charset="0"/>
                <a:ea typeface="宋体" charset="0"/>
              </a:defRPr>
            </a:lvl6pPr>
            <a:lvl7pPr marL="2971800" indent="-228600" eaLnBrk="0" fontAlgn="base" hangingPunct="0">
              <a:spcBef>
                <a:spcPct val="0"/>
              </a:spcBef>
              <a:spcAft>
                <a:spcPct val="0"/>
              </a:spcAft>
              <a:defRPr>
                <a:solidFill>
                  <a:schemeClr val="tx1"/>
                </a:solidFill>
                <a:latin typeface="Tahoma" charset="0"/>
                <a:ea typeface="宋体" charset="0"/>
              </a:defRPr>
            </a:lvl7pPr>
            <a:lvl8pPr marL="3429000" indent="-228600" eaLnBrk="0" fontAlgn="base" hangingPunct="0">
              <a:spcBef>
                <a:spcPct val="0"/>
              </a:spcBef>
              <a:spcAft>
                <a:spcPct val="0"/>
              </a:spcAft>
              <a:defRPr>
                <a:solidFill>
                  <a:schemeClr val="tx1"/>
                </a:solidFill>
                <a:latin typeface="Tahoma" charset="0"/>
                <a:ea typeface="宋体" charset="0"/>
              </a:defRPr>
            </a:lvl8pPr>
            <a:lvl9pPr marL="3886200" indent="-228600" eaLnBrk="0" fontAlgn="base" hangingPunct="0">
              <a:spcBef>
                <a:spcPct val="0"/>
              </a:spcBef>
              <a:spcAft>
                <a:spcPct val="0"/>
              </a:spcAft>
              <a:defRPr>
                <a:solidFill>
                  <a:schemeClr val="tx1"/>
                </a:solidFill>
                <a:latin typeface="Tahoma" charset="0"/>
                <a:ea typeface="宋体" charset="0"/>
              </a:defRPr>
            </a:lvl9pPr>
          </a:lstStyle>
          <a:p>
            <a:pPr eaLnBrk="1" hangingPunct="1">
              <a:lnSpc>
                <a:spcPts val="2500"/>
              </a:lnSpc>
              <a:spcBef>
                <a:spcPct val="20000"/>
              </a:spcBef>
              <a:buFont typeface="Wingdings" charset="2"/>
              <a:buNone/>
              <a:defRPr/>
            </a:pPr>
            <a:r>
              <a:rPr kumimoji="1" lang="en-US" altLang="zh-CN" sz="2000" b="1" dirty="0">
                <a:solidFill>
                  <a:prstClr val="black"/>
                </a:solidFill>
                <a:latin typeface="Times New Roman" charset="0"/>
                <a:ea typeface="楷体_GB2312" charset="0"/>
                <a:cs typeface="Times New Roman" charset="0"/>
              </a:rPr>
              <a:t>0) </a:t>
            </a:r>
            <a:r>
              <a:rPr kumimoji="1" lang="en-US" altLang="zh-CN" sz="2000" b="1" i="1" dirty="0">
                <a:solidFill>
                  <a:prstClr val="black"/>
                </a:solidFill>
                <a:latin typeface="Times New Roman" charset="0"/>
                <a:ea typeface="楷体_GB2312" charset="0"/>
                <a:cs typeface="Times New Roman" charset="0"/>
              </a:rPr>
              <a:t>S</a:t>
            </a:r>
            <a:r>
              <a:rPr lang="en-US" altLang="zh-CN" sz="2000" b="1" i="1" dirty="0">
                <a:solidFill>
                  <a:prstClr val="black"/>
                </a:solidFill>
                <a:latin typeface="Times New Roman" pitchFamily="18" charset="0"/>
                <a:ea typeface="楷体" pitchFamily="49" charset="-122"/>
                <a:cs typeface="Times New Roman" pitchFamily="18" charset="0"/>
              </a:rPr>
              <a:t>′</a:t>
            </a:r>
            <a:r>
              <a:rPr kumimoji="1" lang="en-US" altLang="zh-CN" sz="2000" b="1" i="1" dirty="0">
                <a:solidFill>
                  <a:prstClr val="black"/>
                </a:solidFill>
                <a:latin typeface="Times New Roman" charset="0"/>
                <a:ea typeface="楷体_GB2312" charset="0"/>
                <a:cs typeface="Times New Roman" charset="0"/>
              </a:rPr>
              <a:t>→S</a:t>
            </a:r>
          </a:p>
          <a:p>
            <a:pPr eaLnBrk="1" hangingPunct="1">
              <a:lnSpc>
                <a:spcPts val="2500"/>
              </a:lnSpc>
              <a:spcBef>
                <a:spcPct val="20000"/>
              </a:spcBef>
              <a:buFont typeface="Wingdings" charset="2"/>
              <a:buNone/>
              <a:defRPr/>
            </a:pPr>
            <a:r>
              <a:rPr kumimoji="1" lang="en-US" altLang="zh-CN" sz="2000" b="1" dirty="0">
                <a:solidFill>
                  <a:prstClr val="black"/>
                </a:solidFill>
                <a:latin typeface="Times New Roman" charset="0"/>
                <a:ea typeface="楷体_GB2312" charset="0"/>
                <a:cs typeface="Times New Roman" charset="0"/>
              </a:rPr>
              <a:t>1) </a:t>
            </a:r>
            <a:r>
              <a:rPr kumimoji="1" lang="en-US" altLang="zh-CN" sz="2000" b="1" i="1" dirty="0">
                <a:solidFill>
                  <a:prstClr val="black"/>
                </a:solidFill>
                <a:latin typeface="Times New Roman" charset="0"/>
                <a:ea typeface="楷体_GB2312" charset="0"/>
                <a:cs typeface="Times New Roman" charset="0"/>
              </a:rPr>
              <a:t>S→L=R</a:t>
            </a:r>
          </a:p>
          <a:p>
            <a:pPr eaLnBrk="1" hangingPunct="1">
              <a:lnSpc>
                <a:spcPts val="2500"/>
              </a:lnSpc>
              <a:spcBef>
                <a:spcPct val="20000"/>
              </a:spcBef>
              <a:buFont typeface="Wingdings" charset="2"/>
              <a:buNone/>
              <a:defRPr/>
            </a:pPr>
            <a:r>
              <a:rPr kumimoji="1" lang="en-US" altLang="zh-CN" sz="2000" b="1" dirty="0">
                <a:solidFill>
                  <a:prstClr val="black"/>
                </a:solidFill>
                <a:latin typeface="Times New Roman" charset="0"/>
                <a:ea typeface="楷体_GB2312" charset="0"/>
                <a:cs typeface="Times New Roman" charset="0"/>
              </a:rPr>
              <a:t>2) </a:t>
            </a:r>
            <a:r>
              <a:rPr kumimoji="1" lang="en-US" altLang="zh-CN" sz="2000" b="1" i="1" dirty="0">
                <a:solidFill>
                  <a:prstClr val="black"/>
                </a:solidFill>
                <a:latin typeface="Times New Roman" charset="0"/>
                <a:ea typeface="楷体_GB2312" charset="0"/>
                <a:cs typeface="Times New Roman" charset="0"/>
              </a:rPr>
              <a:t>S→R</a:t>
            </a:r>
          </a:p>
          <a:p>
            <a:pPr eaLnBrk="1" hangingPunct="1">
              <a:lnSpc>
                <a:spcPts val="2500"/>
              </a:lnSpc>
              <a:spcBef>
                <a:spcPct val="20000"/>
              </a:spcBef>
              <a:buFont typeface="Wingdings" charset="2"/>
              <a:buNone/>
              <a:defRPr/>
            </a:pPr>
            <a:r>
              <a:rPr kumimoji="1" lang="en-US" altLang="zh-CN" sz="2000" b="1" dirty="0">
                <a:solidFill>
                  <a:prstClr val="black"/>
                </a:solidFill>
                <a:latin typeface="Times New Roman" charset="0"/>
                <a:ea typeface="楷体_GB2312" charset="0"/>
                <a:cs typeface="Times New Roman" charset="0"/>
              </a:rPr>
              <a:t>3) </a:t>
            </a:r>
            <a:r>
              <a:rPr kumimoji="1" lang="en-US" altLang="zh-CN" sz="2000" b="1" i="1" dirty="0">
                <a:solidFill>
                  <a:prstClr val="black"/>
                </a:solidFill>
                <a:latin typeface="Times New Roman" charset="0"/>
                <a:ea typeface="楷体_GB2312" charset="0"/>
                <a:cs typeface="Times New Roman" charset="0"/>
              </a:rPr>
              <a:t>L→*R</a:t>
            </a:r>
          </a:p>
          <a:p>
            <a:pPr eaLnBrk="1" hangingPunct="1">
              <a:lnSpc>
                <a:spcPts val="2500"/>
              </a:lnSpc>
              <a:spcBef>
                <a:spcPct val="20000"/>
              </a:spcBef>
              <a:buFont typeface="Wingdings" charset="2"/>
              <a:buNone/>
              <a:defRPr/>
            </a:pPr>
            <a:r>
              <a:rPr kumimoji="1" lang="en-US" altLang="zh-CN" sz="2000" b="1" dirty="0">
                <a:solidFill>
                  <a:prstClr val="black"/>
                </a:solidFill>
                <a:latin typeface="Times New Roman" charset="0"/>
                <a:ea typeface="楷体_GB2312" charset="0"/>
                <a:cs typeface="Times New Roman" charset="0"/>
              </a:rPr>
              <a:t>4) </a:t>
            </a:r>
            <a:r>
              <a:rPr kumimoji="1" lang="en-US" altLang="zh-CN" sz="2000" b="1" i="1" dirty="0" err="1">
                <a:solidFill>
                  <a:prstClr val="black"/>
                </a:solidFill>
                <a:latin typeface="Times New Roman" charset="0"/>
                <a:ea typeface="楷体_GB2312" charset="0"/>
                <a:cs typeface="Times New Roman" charset="0"/>
              </a:rPr>
              <a:t>L→</a:t>
            </a:r>
            <a:r>
              <a:rPr kumimoji="1" lang="en-US" altLang="zh-CN" sz="2000" b="1" dirty="0" err="1">
                <a:solidFill>
                  <a:prstClr val="black"/>
                </a:solidFill>
                <a:latin typeface="Times New Roman" charset="0"/>
                <a:ea typeface="楷体_GB2312" charset="0"/>
                <a:cs typeface="Times New Roman" charset="0"/>
              </a:rPr>
              <a:t>id</a:t>
            </a:r>
            <a:endParaRPr kumimoji="1" lang="en-US" altLang="zh-CN" sz="2000" b="1" dirty="0">
              <a:solidFill>
                <a:prstClr val="black"/>
              </a:solidFill>
              <a:latin typeface="Times New Roman" charset="0"/>
              <a:ea typeface="楷体_GB2312" charset="0"/>
              <a:cs typeface="Times New Roman" charset="0"/>
            </a:endParaRPr>
          </a:p>
          <a:p>
            <a:pPr eaLnBrk="1" hangingPunct="1">
              <a:lnSpc>
                <a:spcPts val="2500"/>
              </a:lnSpc>
              <a:spcBef>
                <a:spcPct val="20000"/>
              </a:spcBef>
              <a:buFont typeface="Wingdings" charset="2"/>
              <a:buNone/>
              <a:defRPr/>
            </a:pPr>
            <a:r>
              <a:rPr kumimoji="1" lang="en-US" altLang="zh-CN" sz="2000" b="1" dirty="0">
                <a:solidFill>
                  <a:prstClr val="black"/>
                </a:solidFill>
                <a:latin typeface="Times New Roman" charset="0"/>
                <a:ea typeface="楷体_GB2312" charset="0"/>
                <a:cs typeface="Times New Roman" charset="0"/>
              </a:rPr>
              <a:t>5) </a:t>
            </a:r>
            <a:r>
              <a:rPr kumimoji="1" lang="en-US" altLang="zh-CN" sz="2000" b="1" i="1" dirty="0">
                <a:solidFill>
                  <a:prstClr val="black"/>
                </a:solidFill>
                <a:latin typeface="Times New Roman" charset="0"/>
                <a:ea typeface="楷体_GB2312" charset="0"/>
                <a:cs typeface="Times New Roman" charset="0"/>
              </a:rPr>
              <a:t>R→L</a:t>
            </a:r>
          </a:p>
        </p:txBody>
      </p:sp>
      <p:grpSp>
        <p:nvGrpSpPr>
          <p:cNvPr id="7" name="组合 6"/>
          <p:cNvGrpSpPr>
            <a:grpSpLocks/>
          </p:cNvGrpSpPr>
          <p:nvPr/>
        </p:nvGrpSpPr>
        <p:grpSpPr bwMode="auto">
          <a:xfrm>
            <a:off x="5503863" y="1944688"/>
            <a:ext cx="1889125" cy="2387600"/>
            <a:chOff x="6444604" y="439403"/>
            <a:chExt cx="1888175" cy="2387234"/>
          </a:xfrm>
        </p:grpSpPr>
        <p:sp>
          <p:nvSpPr>
            <p:cNvPr id="32799" name="Text Box 5"/>
            <p:cNvSpPr txBox="1">
              <a:spLocks noChangeArrowheads="1"/>
            </p:cNvSpPr>
            <p:nvPr/>
          </p:nvSpPr>
          <p:spPr bwMode="auto">
            <a:xfrm>
              <a:off x="7327551" y="439403"/>
              <a:ext cx="328724"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000" b="1" i="1">
                  <a:solidFill>
                    <a:srgbClr val="000000"/>
                  </a:solidFill>
                  <a:latin typeface="Times New Roman" panose="02020603050405020304" pitchFamily="18" charset="0"/>
                </a:rPr>
                <a:t>S</a:t>
              </a:r>
            </a:p>
          </p:txBody>
        </p:sp>
        <p:sp>
          <p:nvSpPr>
            <p:cNvPr id="32800" name="Text Box 6"/>
            <p:cNvSpPr txBox="1">
              <a:spLocks noChangeArrowheads="1"/>
            </p:cNvSpPr>
            <p:nvPr/>
          </p:nvSpPr>
          <p:spPr bwMode="auto">
            <a:xfrm>
              <a:off x="6755860" y="1087103"/>
              <a:ext cx="1494341"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000" b="1" i="1" dirty="0">
                  <a:solidFill>
                    <a:srgbClr val="FF0000"/>
                  </a:solidFill>
                  <a:latin typeface="Times New Roman" panose="02020603050405020304" pitchFamily="18" charset="0"/>
                </a:rPr>
                <a:t>L</a:t>
              </a:r>
              <a:r>
                <a:rPr kumimoji="1" lang="en-US" altLang="zh-CN" sz="2000" b="1" dirty="0">
                  <a:solidFill>
                    <a:srgbClr val="FF0000"/>
                  </a:solidFill>
                  <a:latin typeface="Times New Roman" panose="02020603050405020304" pitchFamily="18" charset="0"/>
                </a:rPr>
                <a:t>       =      </a:t>
              </a:r>
              <a:r>
                <a:rPr kumimoji="1" lang="en-US" altLang="zh-CN" sz="2000" b="1" i="1" dirty="0">
                  <a:solidFill>
                    <a:srgbClr val="FF0000"/>
                  </a:solidFill>
                  <a:latin typeface="Times New Roman" panose="02020603050405020304" pitchFamily="18" charset="0"/>
                </a:rPr>
                <a:t>R</a:t>
              </a:r>
            </a:p>
          </p:txBody>
        </p:sp>
        <p:sp>
          <p:nvSpPr>
            <p:cNvPr id="32801" name="Text Box 7"/>
            <p:cNvSpPr txBox="1">
              <a:spLocks noChangeArrowheads="1"/>
            </p:cNvSpPr>
            <p:nvPr/>
          </p:nvSpPr>
          <p:spPr bwMode="auto">
            <a:xfrm>
              <a:off x="6444604" y="1757028"/>
              <a:ext cx="1446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zh-CN" altLang="en-US" sz="2000" b="1" dirty="0">
                  <a:solidFill>
                    <a:srgbClr val="FF0000"/>
                  </a:solidFill>
                  <a:latin typeface="Times New Roman" panose="02020603050405020304" pitchFamily="18" charset="0"/>
                </a:rPr>
                <a:t>*</a:t>
              </a:r>
              <a:r>
                <a:rPr kumimoji="1" lang="zh-CN" altLang="en-US" sz="2000" b="1" i="1" dirty="0">
                  <a:solidFill>
                    <a:srgbClr val="FF0000"/>
                  </a:solidFill>
                  <a:latin typeface="Times New Roman" panose="02020603050405020304" pitchFamily="18" charset="0"/>
                </a:rPr>
                <a:t>        </a:t>
              </a:r>
              <a:r>
                <a:rPr kumimoji="1" lang="en-US" altLang="zh-CN" sz="2000" b="1" i="1" dirty="0">
                  <a:solidFill>
                    <a:srgbClr val="FF0000"/>
                  </a:solidFill>
                  <a:latin typeface="Times New Roman" panose="02020603050405020304" pitchFamily="18" charset="0"/>
                </a:rPr>
                <a:t>R</a:t>
              </a:r>
              <a:r>
                <a:rPr kumimoji="1" lang="en-US" altLang="zh-CN" sz="2000" b="1" i="1" dirty="0">
                  <a:solidFill>
                    <a:srgbClr val="000000"/>
                  </a:solidFill>
                  <a:latin typeface="Times New Roman" panose="02020603050405020304" pitchFamily="18" charset="0"/>
                </a:rPr>
                <a:t>      </a:t>
              </a:r>
              <a:r>
                <a:rPr kumimoji="1" lang="en-US" altLang="zh-CN" sz="2000" b="1" dirty="0">
                  <a:solidFill>
                    <a:srgbClr val="000000"/>
                  </a:solidFill>
                  <a:latin typeface="Times New Roman" panose="02020603050405020304" pitchFamily="18" charset="0"/>
                </a:rPr>
                <a:t> </a:t>
              </a:r>
            </a:p>
          </p:txBody>
        </p:sp>
        <p:sp>
          <p:nvSpPr>
            <p:cNvPr id="32802" name="Text Box 8"/>
            <p:cNvSpPr txBox="1">
              <a:spLocks noChangeArrowheads="1"/>
            </p:cNvSpPr>
            <p:nvPr/>
          </p:nvSpPr>
          <p:spPr bwMode="auto">
            <a:xfrm>
              <a:off x="6939100" y="2426587"/>
              <a:ext cx="525639"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zh-CN" altLang="en-US" sz="2000" b="1">
                  <a:solidFill>
                    <a:srgbClr val="000000"/>
                  </a:solidFill>
                  <a:latin typeface="Times New Roman" panose="02020603050405020304" pitchFamily="18" charset="0"/>
                </a:rPr>
                <a:t> </a:t>
              </a:r>
              <a:r>
                <a:rPr kumimoji="1" lang="en-US" altLang="zh-CN" sz="2000" b="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L </a:t>
              </a:r>
            </a:p>
          </p:txBody>
        </p:sp>
        <p:sp>
          <p:nvSpPr>
            <p:cNvPr id="32803" name="Line 10"/>
            <p:cNvSpPr>
              <a:spLocks noChangeShapeType="1"/>
            </p:cNvSpPr>
            <p:nvPr/>
          </p:nvSpPr>
          <p:spPr bwMode="auto">
            <a:xfrm flipH="1">
              <a:off x="7503824" y="812465"/>
              <a:ext cx="0" cy="3079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04" name="Line 11"/>
            <p:cNvSpPr>
              <a:spLocks noChangeShapeType="1"/>
            </p:cNvSpPr>
            <p:nvPr/>
          </p:nvSpPr>
          <p:spPr bwMode="auto">
            <a:xfrm>
              <a:off x="7227506" y="2147553"/>
              <a:ext cx="0" cy="2809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05" name="Line 12"/>
            <p:cNvSpPr>
              <a:spLocks noChangeShapeType="1"/>
            </p:cNvSpPr>
            <p:nvPr/>
          </p:nvSpPr>
          <p:spPr bwMode="auto">
            <a:xfrm flipH="1">
              <a:off x="6995653" y="806115"/>
              <a:ext cx="508171" cy="2778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06" name="Line 13"/>
            <p:cNvSpPr>
              <a:spLocks noChangeShapeType="1"/>
            </p:cNvSpPr>
            <p:nvPr/>
          </p:nvSpPr>
          <p:spPr bwMode="auto">
            <a:xfrm>
              <a:off x="7503824" y="812465"/>
              <a:ext cx="481174" cy="2714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07" name="Line 12"/>
            <p:cNvSpPr>
              <a:spLocks noChangeShapeType="1"/>
            </p:cNvSpPr>
            <p:nvPr/>
          </p:nvSpPr>
          <p:spPr bwMode="auto">
            <a:xfrm flipH="1">
              <a:off x="6652637" y="1480803"/>
              <a:ext cx="262025" cy="2873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08" name="Line 13"/>
            <p:cNvSpPr>
              <a:spLocks noChangeShapeType="1"/>
            </p:cNvSpPr>
            <p:nvPr/>
          </p:nvSpPr>
          <p:spPr bwMode="auto">
            <a:xfrm>
              <a:off x="6914662" y="1487153"/>
              <a:ext cx="325548" cy="2809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09" name="Text Box 8"/>
            <p:cNvSpPr txBox="1">
              <a:spLocks noChangeArrowheads="1"/>
            </p:cNvSpPr>
            <p:nvPr/>
          </p:nvSpPr>
          <p:spPr bwMode="auto">
            <a:xfrm>
              <a:off x="7808727" y="1714537"/>
              <a:ext cx="52405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zh-CN" altLang="en-US" sz="2000" b="1">
                  <a:solidFill>
                    <a:srgbClr val="000000"/>
                  </a:solidFill>
                  <a:latin typeface="Times New Roman" panose="02020603050405020304" pitchFamily="18" charset="0"/>
                </a:rPr>
                <a:t> </a:t>
              </a:r>
              <a:r>
                <a:rPr kumimoji="1" lang="en-US" altLang="zh-CN" sz="2000" b="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L </a:t>
              </a:r>
            </a:p>
          </p:txBody>
        </p:sp>
        <p:sp>
          <p:nvSpPr>
            <p:cNvPr id="32810" name="Line 11"/>
            <p:cNvSpPr>
              <a:spLocks noChangeShapeType="1"/>
            </p:cNvSpPr>
            <p:nvPr/>
          </p:nvSpPr>
          <p:spPr bwMode="auto">
            <a:xfrm>
              <a:off x="8070752" y="1433550"/>
              <a:ext cx="0" cy="2809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0740" name="矩形 4"/>
          <p:cNvSpPr>
            <a:spLocks noChangeArrowheads="1"/>
          </p:cNvSpPr>
          <p:nvPr/>
        </p:nvSpPr>
        <p:spPr bwMode="auto">
          <a:xfrm>
            <a:off x="6732588" y="1939925"/>
            <a:ext cx="3000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en-US" altLang="zh-CN" sz="2000" b="1">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a:t>
            </a:r>
            <a:endParaRPr lang="zh-CN" altLang="en-US">
              <a:solidFill>
                <a:srgbClr val="000000"/>
              </a:solidFill>
              <a:ea typeface="华文楷体" panose="02010600040101010101" pitchFamily="2" charset="-122"/>
              <a:cs typeface="Times New Roman" panose="02020603050405020304" pitchFamily="18" charset="0"/>
            </a:endParaRPr>
          </a:p>
        </p:txBody>
      </p:sp>
      <p:sp>
        <p:nvSpPr>
          <p:cNvPr id="3" name="下弧形箭头 2"/>
          <p:cNvSpPr/>
          <p:nvPr/>
        </p:nvSpPr>
        <p:spPr bwMode="auto">
          <a:xfrm rot="17100000">
            <a:off x="6403976" y="3068637"/>
            <a:ext cx="730250" cy="288925"/>
          </a:xfrm>
          <a:prstGeom prst="curvedUpArrow">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black"/>
              </a:solidFill>
            </a:endParaRPr>
          </a:p>
        </p:txBody>
      </p:sp>
      <p:sp>
        <p:nvSpPr>
          <p:cNvPr id="34" name="下弧形箭头 33"/>
          <p:cNvSpPr/>
          <p:nvPr/>
        </p:nvSpPr>
        <p:spPr bwMode="auto">
          <a:xfrm rot="14820000">
            <a:off x="6884194" y="2202656"/>
            <a:ext cx="730250" cy="287338"/>
          </a:xfrm>
          <a:prstGeom prst="curvedUpArrow">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black"/>
              </a:solidFill>
            </a:endParaRPr>
          </a:p>
        </p:txBody>
      </p:sp>
      <p:sp>
        <p:nvSpPr>
          <p:cNvPr id="6" name="线形标注 1(无边框) 5"/>
          <p:cNvSpPr/>
          <p:nvPr/>
        </p:nvSpPr>
        <p:spPr>
          <a:xfrm>
            <a:off x="7512050" y="2762250"/>
            <a:ext cx="1381125" cy="381000"/>
          </a:xfrm>
          <a:prstGeom prst="callout1">
            <a:avLst>
              <a:gd name="adj1" fmla="val 58750"/>
              <a:gd name="adj2" fmla="val 7545"/>
              <a:gd name="adj3" fmla="val 17116"/>
              <a:gd name="adj4" fmla="val -20186"/>
            </a:avLst>
          </a:prstGeom>
          <a:noFill/>
          <a:ln>
            <a:solidFill>
              <a:srgbClr val="FF0000"/>
            </a:solidFill>
            <a:tailEnd type="stealt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kumimoji="1" lang="en-US" altLang="zh-CN" b="1" i="1" dirty="0">
                <a:solidFill>
                  <a:srgbClr val="FF0000"/>
                </a:solidFill>
                <a:latin typeface="Times New Roman" panose="02020603050405020304" pitchFamily="18" charset="0"/>
                <a:ea typeface="楷体_GB2312" charset="0"/>
                <a:cs typeface="Times New Roman" panose="02020603050405020304" pitchFamily="18" charset="0"/>
              </a:rPr>
              <a:t>R→L</a:t>
            </a:r>
            <a:r>
              <a:rPr lang="en-US" altLang="zh-CN" b="1" dirty="0">
                <a:solidFill>
                  <a:srgbClr val="FF0000"/>
                </a:solidFill>
                <a:latin typeface="Times New Roman" panose="02020603050405020304" pitchFamily="18" charset="0"/>
                <a:cs typeface="Times New Roman" panose="02020603050405020304" pitchFamily="18" charset="0"/>
              </a:rPr>
              <a:t>· </a:t>
            </a:r>
            <a:r>
              <a:rPr kumimoji="1" lang="en-US" altLang="zh-CN" b="1" dirty="0">
                <a:solidFill>
                  <a:srgbClr val="FF0000"/>
                </a:solidFill>
                <a:latin typeface="Times New Roman" panose="02020603050405020304" pitchFamily="18" charset="0"/>
                <a:ea typeface="楷体_GB2312" charset="0"/>
                <a:cs typeface="Times New Roman" panose="02020603050405020304" pitchFamily="18" charset="0"/>
              </a:rPr>
              <a:t>, $</a:t>
            </a:r>
          </a:p>
        </p:txBody>
      </p:sp>
      <p:sp>
        <p:nvSpPr>
          <p:cNvPr id="26" name="线形标注 1(无边框) 25"/>
          <p:cNvSpPr/>
          <p:nvPr/>
        </p:nvSpPr>
        <p:spPr>
          <a:xfrm>
            <a:off x="6664325" y="3509963"/>
            <a:ext cx="1438275" cy="381000"/>
          </a:xfrm>
          <a:prstGeom prst="callout1">
            <a:avLst>
              <a:gd name="adj1" fmla="val 58750"/>
              <a:gd name="adj2" fmla="val 7545"/>
              <a:gd name="adj3" fmla="val 17116"/>
              <a:gd name="adj4" fmla="val -20186"/>
            </a:avLst>
          </a:prstGeom>
          <a:noFill/>
          <a:ln>
            <a:solidFill>
              <a:srgbClr val="FF0000"/>
            </a:solidFill>
            <a:tailEnd type="stealt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kumimoji="1" lang="en-US" altLang="zh-CN" b="1" i="1" dirty="0">
                <a:solidFill>
                  <a:srgbClr val="FF0000"/>
                </a:solidFill>
                <a:latin typeface="Times New Roman" panose="02020603050405020304" pitchFamily="18" charset="0"/>
                <a:ea typeface="楷体_GB2312" charset="0"/>
                <a:cs typeface="Times New Roman" panose="02020603050405020304" pitchFamily="18" charset="0"/>
              </a:rPr>
              <a:t>R→L</a:t>
            </a:r>
            <a:r>
              <a:rPr lang="en-US" altLang="zh-CN" b="1" dirty="0">
                <a:solidFill>
                  <a:srgbClr val="FF0000"/>
                </a:solidFill>
                <a:latin typeface="Times New Roman" panose="02020603050405020304" pitchFamily="18" charset="0"/>
                <a:cs typeface="Times New Roman" panose="02020603050405020304" pitchFamily="18" charset="0"/>
              </a:rPr>
              <a:t>· </a:t>
            </a:r>
            <a:r>
              <a:rPr kumimoji="1" lang="en-US" altLang="zh-CN" b="1" dirty="0">
                <a:solidFill>
                  <a:srgbClr val="FF0000"/>
                </a:solidFill>
                <a:latin typeface="Times New Roman" panose="02020603050405020304" pitchFamily="18" charset="0"/>
                <a:ea typeface="楷体_GB2312" charset="0"/>
                <a:cs typeface="Times New Roman" panose="02020603050405020304" pitchFamily="18" charset="0"/>
              </a:rPr>
              <a:t>, =</a:t>
            </a:r>
          </a:p>
        </p:txBody>
      </p:sp>
      <p:sp>
        <p:nvSpPr>
          <p:cNvPr id="27" name="线形标注 1(无边框) 26"/>
          <p:cNvSpPr/>
          <p:nvPr/>
        </p:nvSpPr>
        <p:spPr>
          <a:xfrm>
            <a:off x="4672013" y="1835150"/>
            <a:ext cx="1498600" cy="381000"/>
          </a:xfrm>
          <a:prstGeom prst="callout1">
            <a:avLst>
              <a:gd name="adj1" fmla="val 52596"/>
              <a:gd name="adj2" fmla="val 91473"/>
              <a:gd name="adj3" fmla="val 81816"/>
              <a:gd name="adj4" fmla="val 115987"/>
            </a:avLst>
          </a:prstGeom>
          <a:noFill/>
          <a:ln>
            <a:solidFill>
              <a:srgbClr val="FF0000"/>
            </a:solidFill>
            <a:tailEnd type="stealt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kumimoji="1" lang="en-US" altLang="zh-CN" b="1" i="1" dirty="0">
                <a:solidFill>
                  <a:srgbClr val="FF0000"/>
                </a:solidFill>
                <a:latin typeface="Times New Roman" panose="02020603050405020304" pitchFamily="18" charset="0"/>
                <a:ea typeface="楷体_GB2312" charset="0"/>
                <a:cs typeface="Times New Roman" panose="02020603050405020304" pitchFamily="18" charset="0"/>
              </a:rPr>
              <a:t>S→L=R</a:t>
            </a:r>
            <a:r>
              <a:rPr lang="en-US" altLang="zh-CN" b="1" dirty="0">
                <a:solidFill>
                  <a:srgbClr val="FF0000"/>
                </a:solidFill>
                <a:latin typeface="Times New Roman" panose="02020603050405020304" pitchFamily="18" charset="0"/>
                <a:cs typeface="Times New Roman" panose="02020603050405020304" pitchFamily="18" charset="0"/>
              </a:rPr>
              <a:t>· </a:t>
            </a:r>
            <a:r>
              <a:rPr kumimoji="1" lang="en-US" altLang="zh-CN" b="1" dirty="0">
                <a:solidFill>
                  <a:srgbClr val="FF0000"/>
                </a:solidFill>
                <a:latin typeface="Times New Roman" panose="02020603050405020304" pitchFamily="18" charset="0"/>
                <a:ea typeface="楷体_GB2312" charset="0"/>
                <a:cs typeface="Times New Roman" panose="02020603050405020304" pitchFamily="18" charset="0"/>
              </a:rPr>
              <a:t>, $</a:t>
            </a:r>
          </a:p>
        </p:txBody>
      </p:sp>
      <p:sp>
        <p:nvSpPr>
          <p:cNvPr id="28" name="线形标注 1(无边框) 27"/>
          <p:cNvSpPr/>
          <p:nvPr/>
        </p:nvSpPr>
        <p:spPr>
          <a:xfrm>
            <a:off x="4152900" y="2327275"/>
            <a:ext cx="1497013" cy="381000"/>
          </a:xfrm>
          <a:prstGeom prst="callout1">
            <a:avLst>
              <a:gd name="adj1" fmla="val 52596"/>
              <a:gd name="adj2" fmla="val 91473"/>
              <a:gd name="adj3" fmla="val 101542"/>
              <a:gd name="adj4" fmla="val 112642"/>
            </a:avLst>
          </a:prstGeom>
          <a:noFill/>
          <a:ln>
            <a:solidFill>
              <a:srgbClr val="FF0000"/>
            </a:solidFill>
            <a:tailEnd type="stealt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kumimoji="1" lang="en-US" altLang="zh-CN" b="1" i="1" dirty="0">
                <a:solidFill>
                  <a:srgbClr val="FF0000"/>
                </a:solidFill>
                <a:latin typeface="Times New Roman" panose="02020603050405020304" pitchFamily="18" charset="0"/>
                <a:ea typeface="楷体_GB2312" charset="0"/>
                <a:cs typeface="Times New Roman" panose="02020603050405020304" pitchFamily="18" charset="0"/>
              </a:rPr>
              <a:t>L→*R</a:t>
            </a:r>
            <a:r>
              <a:rPr lang="en-US" altLang="zh-CN" b="1" dirty="0">
                <a:solidFill>
                  <a:srgbClr val="FF0000"/>
                </a:solidFill>
                <a:latin typeface="Times New Roman" panose="02020603050405020304" pitchFamily="18" charset="0"/>
                <a:cs typeface="Times New Roman" panose="02020603050405020304" pitchFamily="18" charset="0"/>
              </a:rPr>
              <a:t>· </a:t>
            </a:r>
            <a:r>
              <a:rPr kumimoji="1" lang="en-US" altLang="zh-CN" b="1" dirty="0">
                <a:solidFill>
                  <a:srgbClr val="FF0000"/>
                </a:solidFill>
                <a:latin typeface="Times New Roman" panose="02020603050405020304" pitchFamily="18" charset="0"/>
                <a:ea typeface="楷体_GB2312" charset="0"/>
                <a:cs typeface="Times New Roman" panose="02020603050405020304" pitchFamily="18" charset="0"/>
              </a:rPr>
              <a:t>, =</a:t>
            </a:r>
          </a:p>
        </p:txBody>
      </p:sp>
      <p:graphicFrame>
        <p:nvGraphicFramePr>
          <p:cNvPr id="29" name="Group 18"/>
          <p:cNvGraphicFramePr>
            <a:graphicFrameLocks noGrp="1"/>
          </p:cNvGraphicFramePr>
          <p:nvPr/>
        </p:nvGraphicFramePr>
        <p:xfrm>
          <a:off x="2855913" y="2786063"/>
          <a:ext cx="2089150" cy="1493836"/>
        </p:xfrm>
        <a:graphic>
          <a:graphicData uri="http://schemas.openxmlformats.org/drawingml/2006/table">
            <a:tbl>
              <a:tblPr/>
              <a:tblGrid>
                <a:gridCol w="360363">
                  <a:extLst>
                    <a:ext uri="{9D8B030D-6E8A-4147-A177-3AD203B41FA5}">
                      <a16:colId xmlns:a16="http://schemas.microsoft.com/office/drawing/2014/main" val="20000"/>
                    </a:ext>
                  </a:extLst>
                </a:gridCol>
                <a:gridCol w="1728787">
                  <a:extLst>
                    <a:ext uri="{9D8B030D-6E8A-4147-A177-3AD203B41FA5}">
                      <a16:colId xmlns:a16="http://schemas.microsoft.com/office/drawing/2014/main" val="20001"/>
                    </a:ext>
                  </a:extLst>
                </a:gridCol>
              </a:tblGrid>
              <a:tr h="373459">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X</a:t>
                      </a:r>
                    </a:p>
                  </a:txBody>
                  <a:tcPr marL="91546" marR="91546" marT="34320" marB="3432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40000"/>
                        <a:lumOff val="60000"/>
                      </a:schemeClr>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FOLLOW</a:t>
                      </a:r>
                      <a:r>
                        <a:rPr kumimoji="0" lang="en-US" altLang="zh-CN" sz="20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a:t>
                      </a:r>
                      <a:r>
                        <a:rPr kumimoji="0" lang="en-US" altLang="zh-CN" sz="2000" b="1" i="1"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X</a:t>
                      </a:r>
                      <a:r>
                        <a:rPr kumimoji="0" lang="en-US" altLang="zh-CN" sz="20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a:t>
                      </a:r>
                      <a:endParaRPr kumimoji="0" lang="zh-CN" altLang="en-US" sz="20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0" marB="3432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40000"/>
                        <a:lumOff val="60000"/>
                      </a:schemeClr>
                    </a:solidFill>
                  </a:tcPr>
                </a:tc>
                <a:extLst>
                  <a:ext uri="{0D108BD9-81ED-4DB2-BD59-A6C34878D82A}">
                    <a16:rowId xmlns:a16="http://schemas.microsoft.com/office/drawing/2014/main" val="10000"/>
                  </a:ext>
                </a:extLst>
              </a:tr>
              <a:tr h="373459">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S</a:t>
                      </a:r>
                    </a:p>
                  </a:txBody>
                  <a:tcPr marL="91546" marR="91546" marT="34320" marB="3432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20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a:t>
                      </a:r>
                      <a:endParaRPr kumimoji="0" lang="zh-CN" altLang="en-US" sz="20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0" marB="3432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3459">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L</a:t>
                      </a:r>
                    </a:p>
                  </a:txBody>
                  <a:tcPr marL="91546" marR="91546" marT="34320" marB="3432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a:t>
                      </a:r>
                      <a:r>
                        <a:rPr kumimoji="0" lang="en-US" altLang="zh-CN" sz="2000" b="1"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endParaRPr kumimoji="0" lang="zh-CN" altLang="en-US" sz="20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0" marB="3432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3459">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R</a:t>
                      </a:r>
                    </a:p>
                  </a:txBody>
                  <a:tcPr marL="91546" marR="91546" marT="34320" marB="3432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a:t>
                      </a:r>
                      <a:r>
                        <a:rPr kumimoji="0" lang="en-US" altLang="zh-CN" sz="2000" b="1"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endParaRPr kumimoji="0" lang="zh-CN" altLang="en-US" sz="20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0" marB="3432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pSp>
        <p:nvGrpSpPr>
          <p:cNvPr id="5" name="组合 4"/>
          <p:cNvGrpSpPr/>
          <p:nvPr/>
        </p:nvGrpSpPr>
        <p:grpSpPr>
          <a:xfrm>
            <a:off x="6156176" y="2674629"/>
            <a:ext cx="1113524" cy="1599082"/>
            <a:chOff x="6156176" y="2674629"/>
            <a:chExt cx="1113524" cy="1599082"/>
          </a:xfrm>
        </p:grpSpPr>
        <p:sp>
          <p:nvSpPr>
            <p:cNvPr id="4" name="椭圆 3"/>
            <p:cNvSpPr/>
            <p:nvPr/>
          </p:nvSpPr>
          <p:spPr>
            <a:xfrm>
              <a:off x="6991957" y="2674629"/>
              <a:ext cx="277743" cy="894898"/>
            </a:xfrm>
            <a:prstGeom prst="ellipse">
              <a:avLst/>
            </a:prstGeom>
            <a:noFill/>
            <a:ln>
              <a:solidFill>
                <a:srgbClr val="008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6156176" y="3325625"/>
              <a:ext cx="277743" cy="948086"/>
            </a:xfrm>
            <a:prstGeom prst="ellipse">
              <a:avLst/>
            </a:prstGeom>
            <a:noFill/>
            <a:ln>
              <a:solidFill>
                <a:srgbClr val="008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矩形 7">
            <a:extLst>
              <a:ext uri="{FF2B5EF4-FFF2-40B4-BE49-F238E27FC236}">
                <a16:creationId xmlns:a16="http://schemas.microsoft.com/office/drawing/2014/main" id="{AB9E24CE-57DE-4BEB-B7BA-3B517154FEB6}"/>
              </a:ext>
            </a:extLst>
          </p:cNvPr>
          <p:cNvSpPr/>
          <p:nvPr/>
        </p:nvSpPr>
        <p:spPr>
          <a:xfrm>
            <a:off x="5364088" y="3325283"/>
            <a:ext cx="525532" cy="244244"/>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a:extLst>
              <a:ext uri="{FF2B5EF4-FFF2-40B4-BE49-F238E27FC236}">
                <a16:creationId xmlns:a16="http://schemas.microsoft.com/office/drawing/2014/main" id="{E18F3675-C53F-42D2-967D-A90341B41F1A}"/>
              </a:ext>
            </a:extLst>
          </p:cNvPr>
          <p:cNvSpPr/>
          <p:nvPr/>
        </p:nvSpPr>
        <p:spPr>
          <a:xfrm>
            <a:off x="5851593" y="2672933"/>
            <a:ext cx="1099693" cy="267669"/>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fltVal val="0"/>
                                          </p:val>
                                        </p:tav>
                                        <p:tav tm="100000">
                                          <p:val>
                                            <p:strVal val="#ppt_w"/>
                                          </p:val>
                                        </p:tav>
                                      </p:tavLst>
                                    </p:anim>
                                    <p:anim calcmode="lin" valueType="num">
                                      <p:cBhvr>
                                        <p:cTn id="8" dur="500" fill="hold"/>
                                        <p:tgtEl>
                                          <p:spTgt spid="17"/>
                                        </p:tgtEl>
                                        <p:attrNameLst>
                                          <p:attrName>ppt_h</p:attrName>
                                        </p:attrNameLst>
                                      </p:cBhvr>
                                      <p:tavLst>
                                        <p:tav tm="0">
                                          <p:val>
                                            <p:fltVal val="0"/>
                                          </p:val>
                                        </p:tav>
                                        <p:tav tm="100000">
                                          <p:val>
                                            <p:strVal val="#ppt_h"/>
                                          </p:val>
                                        </p:tav>
                                      </p:tavLst>
                                    </p:anim>
                                    <p:animEffect transition="in" filter="fade">
                                      <p:cBhvr>
                                        <p:cTn id="9" dur="500"/>
                                        <p:tgtEl>
                                          <p:spTgt spid="17"/>
                                        </p:tgtEl>
                                      </p:cBhvr>
                                    </p:animEffect>
                                  </p:childTnLst>
                                </p:cTn>
                              </p:par>
                              <p:par>
                                <p:cTn id="10" presetID="53" presetClass="entr" presetSubtype="16" fill="hold" nodeType="withEffect">
                                  <p:stCondLst>
                                    <p:cond delay="0"/>
                                  </p:stCondLst>
                                  <p:childTnLst>
                                    <p:set>
                                      <p:cBhvr>
                                        <p:cTn id="11" dur="1" fill="hold">
                                          <p:stCondLst>
                                            <p:cond delay="0"/>
                                          </p:stCondLst>
                                        </p:cTn>
                                        <p:tgtEl>
                                          <p:spTgt spid="29"/>
                                        </p:tgtEl>
                                        <p:attrNameLst>
                                          <p:attrName>style.visibility</p:attrName>
                                        </p:attrNameLst>
                                      </p:cBhvr>
                                      <p:to>
                                        <p:strVal val="visible"/>
                                      </p:to>
                                    </p:set>
                                    <p:anim calcmode="lin" valueType="num">
                                      <p:cBhvr>
                                        <p:cTn id="12" dur="500" fill="hold"/>
                                        <p:tgtEl>
                                          <p:spTgt spid="29"/>
                                        </p:tgtEl>
                                        <p:attrNameLst>
                                          <p:attrName>ppt_w</p:attrName>
                                        </p:attrNameLst>
                                      </p:cBhvr>
                                      <p:tavLst>
                                        <p:tav tm="0">
                                          <p:val>
                                            <p:fltVal val="0"/>
                                          </p:val>
                                        </p:tav>
                                        <p:tav tm="100000">
                                          <p:val>
                                            <p:strVal val="#ppt_w"/>
                                          </p:val>
                                        </p:tav>
                                      </p:tavLst>
                                    </p:anim>
                                    <p:anim calcmode="lin" valueType="num">
                                      <p:cBhvr>
                                        <p:cTn id="13" dur="500" fill="hold"/>
                                        <p:tgtEl>
                                          <p:spTgt spid="29"/>
                                        </p:tgtEl>
                                        <p:attrNameLst>
                                          <p:attrName>ppt_h</p:attrName>
                                        </p:attrNameLst>
                                      </p:cBhvr>
                                      <p:tavLst>
                                        <p:tav tm="0">
                                          <p:val>
                                            <p:fltVal val="0"/>
                                          </p:val>
                                        </p:tav>
                                        <p:tav tm="100000">
                                          <p:val>
                                            <p:strVal val="#ppt_h"/>
                                          </p:val>
                                        </p:tav>
                                      </p:tavLst>
                                    </p:anim>
                                    <p:animEffect transition="in" filter="fade">
                                      <p:cBhvr>
                                        <p:cTn id="14" dur="500"/>
                                        <p:tgtEl>
                                          <p:spTgt spid="29"/>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16"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ppt_w</p:attrName>
                                        </p:attrNameLst>
                                      </p:cBhvr>
                                      <p:tavLst>
                                        <p:tav tm="0">
                                          <p:val>
                                            <p:fltVal val="0"/>
                                          </p:val>
                                        </p:tav>
                                        <p:tav tm="100000">
                                          <p:val>
                                            <p:strVal val="#ppt_w"/>
                                          </p:val>
                                        </p:tav>
                                      </p:tavLst>
                                    </p:anim>
                                    <p:anim calcmode="lin" valueType="num">
                                      <p:cBhvr>
                                        <p:cTn id="20" dur="500" fill="hold"/>
                                        <p:tgtEl>
                                          <p:spTgt spid="7"/>
                                        </p:tgtEl>
                                        <p:attrNameLst>
                                          <p:attrName>ppt_h</p:attrName>
                                        </p:attrNameLst>
                                      </p:cBhvr>
                                      <p:tavLst>
                                        <p:tav tm="0">
                                          <p:val>
                                            <p:fltVal val="0"/>
                                          </p:val>
                                        </p:tav>
                                        <p:tav tm="100000">
                                          <p:val>
                                            <p:strVal val="#ppt_h"/>
                                          </p:val>
                                        </p:tav>
                                      </p:tavLst>
                                    </p:anim>
                                    <p:animEffect transition="in" filter="fade">
                                      <p:cBhvr>
                                        <p:cTn id="21" dur="500"/>
                                        <p:tgtEl>
                                          <p:spTgt spid="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3" presetClass="entr" presetSubtype="16"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anim calcmode="lin" valueType="num">
                                      <p:cBhvr>
                                        <p:cTn id="26" dur="500" fill="hold"/>
                                        <p:tgtEl>
                                          <p:spTgt spid="5"/>
                                        </p:tgtEl>
                                        <p:attrNameLst>
                                          <p:attrName>ppt_w</p:attrName>
                                        </p:attrNameLst>
                                      </p:cBhvr>
                                      <p:tavLst>
                                        <p:tav tm="0">
                                          <p:val>
                                            <p:fltVal val="0"/>
                                          </p:val>
                                        </p:tav>
                                        <p:tav tm="100000">
                                          <p:val>
                                            <p:strVal val="#ppt_w"/>
                                          </p:val>
                                        </p:tav>
                                      </p:tavLst>
                                    </p:anim>
                                    <p:anim calcmode="lin" valueType="num">
                                      <p:cBhvr>
                                        <p:cTn id="27" dur="500" fill="hold"/>
                                        <p:tgtEl>
                                          <p:spTgt spid="5"/>
                                        </p:tgtEl>
                                        <p:attrNameLst>
                                          <p:attrName>ppt_h</p:attrName>
                                        </p:attrNameLst>
                                      </p:cBhvr>
                                      <p:tavLst>
                                        <p:tav tm="0">
                                          <p:val>
                                            <p:fltVal val="0"/>
                                          </p:val>
                                        </p:tav>
                                        <p:tav tm="100000">
                                          <p:val>
                                            <p:strVal val="#ppt_h"/>
                                          </p:val>
                                        </p:tav>
                                      </p:tavLst>
                                    </p:anim>
                                    <p:animEffect transition="in" filter="fade">
                                      <p:cBhvr>
                                        <p:cTn id="28" dur="500"/>
                                        <p:tgtEl>
                                          <p:spTgt spid="5"/>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31"/>
                                        </p:tgtEl>
                                        <p:attrNameLst>
                                          <p:attrName>style.visibility</p:attrName>
                                        </p:attrNameLst>
                                      </p:cBhvr>
                                      <p:to>
                                        <p:strVal val="visible"/>
                                      </p:to>
                                    </p:set>
                                    <p:animEffect transition="in" filter="wipe(down)">
                                      <p:cBhvr>
                                        <p:cTn id="33" dur="500"/>
                                        <p:tgtEl>
                                          <p:spTgt spid="31"/>
                                        </p:tgtEl>
                                      </p:cBhvr>
                                    </p:animEffect>
                                  </p:childTnLst>
                                </p:cTn>
                              </p:par>
                            </p:childTnLst>
                          </p:cTn>
                        </p:par>
                      </p:childTnLst>
                    </p:cTn>
                  </p:par>
                  <p:par>
                    <p:cTn id="34" fill="hold">
                      <p:stCondLst>
                        <p:cond delay="indefinite"/>
                      </p:stCondLst>
                      <p:childTnLst>
                        <p:par>
                          <p:cTn id="35" fill="hold">
                            <p:stCondLst>
                              <p:cond delay="0"/>
                            </p:stCondLst>
                            <p:childTnLst>
                              <p:par>
                                <p:cTn id="36" presetID="53" presetClass="entr" presetSubtype="16" fill="hold" grpId="0" nodeType="clickEffect">
                                  <p:stCondLst>
                                    <p:cond delay="0"/>
                                  </p:stCondLst>
                                  <p:childTnLst>
                                    <p:set>
                                      <p:cBhvr>
                                        <p:cTn id="37" dur="1" fill="hold">
                                          <p:stCondLst>
                                            <p:cond delay="0"/>
                                          </p:stCondLst>
                                        </p:cTn>
                                        <p:tgtEl>
                                          <p:spTgt spid="30740"/>
                                        </p:tgtEl>
                                        <p:attrNameLst>
                                          <p:attrName>style.visibility</p:attrName>
                                        </p:attrNameLst>
                                      </p:cBhvr>
                                      <p:to>
                                        <p:strVal val="visible"/>
                                      </p:to>
                                    </p:set>
                                    <p:anim calcmode="lin" valueType="num">
                                      <p:cBhvr>
                                        <p:cTn id="38" dur="500" fill="hold"/>
                                        <p:tgtEl>
                                          <p:spTgt spid="30740"/>
                                        </p:tgtEl>
                                        <p:attrNameLst>
                                          <p:attrName>ppt_w</p:attrName>
                                        </p:attrNameLst>
                                      </p:cBhvr>
                                      <p:tavLst>
                                        <p:tav tm="0">
                                          <p:val>
                                            <p:fltVal val="0"/>
                                          </p:val>
                                        </p:tav>
                                        <p:tav tm="100000">
                                          <p:val>
                                            <p:strVal val="#ppt_w"/>
                                          </p:val>
                                        </p:tav>
                                      </p:tavLst>
                                    </p:anim>
                                    <p:anim calcmode="lin" valueType="num">
                                      <p:cBhvr>
                                        <p:cTn id="39" dur="500" fill="hold"/>
                                        <p:tgtEl>
                                          <p:spTgt spid="30740"/>
                                        </p:tgtEl>
                                        <p:attrNameLst>
                                          <p:attrName>ppt_h</p:attrName>
                                        </p:attrNameLst>
                                      </p:cBhvr>
                                      <p:tavLst>
                                        <p:tav tm="0">
                                          <p:val>
                                            <p:fltVal val="0"/>
                                          </p:val>
                                        </p:tav>
                                        <p:tav tm="100000">
                                          <p:val>
                                            <p:strVal val="#ppt_h"/>
                                          </p:val>
                                        </p:tav>
                                      </p:tavLst>
                                    </p:anim>
                                    <p:animEffect transition="in" filter="fade">
                                      <p:cBhvr>
                                        <p:cTn id="40" dur="500"/>
                                        <p:tgtEl>
                                          <p:spTgt spid="30740"/>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53" presetClass="entr" presetSubtype="16"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anim calcmode="lin" valueType="num">
                                      <p:cBhvr>
                                        <p:cTn id="45" dur="500" fill="hold"/>
                                        <p:tgtEl>
                                          <p:spTgt spid="34"/>
                                        </p:tgtEl>
                                        <p:attrNameLst>
                                          <p:attrName>ppt_w</p:attrName>
                                        </p:attrNameLst>
                                      </p:cBhvr>
                                      <p:tavLst>
                                        <p:tav tm="0">
                                          <p:val>
                                            <p:fltVal val="0"/>
                                          </p:val>
                                        </p:tav>
                                        <p:tav tm="100000">
                                          <p:val>
                                            <p:strVal val="#ppt_w"/>
                                          </p:val>
                                        </p:tav>
                                      </p:tavLst>
                                    </p:anim>
                                    <p:anim calcmode="lin" valueType="num">
                                      <p:cBhvr>
                                        <p:cTn id="46" dur="500" fill="hold"/>
                                        <p:tgtEl>
                                          <p:spTgt spid="34"/>
                                        </p:tgtEl>
                                        <p:attrNameLst>
                                          <p:attrName>ppt_h</p:attrName>
                                        </p:attrNameLst>
                                      </p:cBhvr>
                                      <p:tavLst>
                                        <p:tav tm="0">
                                          <p:val>
                                            <p:fltVal val="0"/>
                                          </p:val>
                                        </p:tav>
                                        <p:tav tm="100000">
                                          <p:val>
                                            <p:strVal val="#ppt_h"/>
                                          </p:val>
                                        </p:tav>
                                      </p:tavLst>
                                    </p:anim>
                                    <p:animEffect transition="in" filter="fade">
                                      <p:cBhvr>
                                        <p:cTn id="47" dur="500"/>
                                        <p:tgtEl>
                                          <p:spTgt spid="3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wipe(down)">
                                      <p:cBhvr>
                                        <p:cTn id="52" dur="500"/>
                                        <p:tgtEl>
                                          <p:spTgt spid="8"/>
                                        </p:tgtEl>
                                      </p:cBhvr>
                                    </p:animEffect>
                                  </p:childTnLst>
                                </p:cTn>
                              </p:par>
                            </p:childTnLst>
                          </p:cTn>
                        </p:par>
                      </p:childTnLst>
                    </p:cTn>
                  </p:par>
                  <p:par>
                    <p:cTn id="53" fill="hold">
                      <p:stCondLst>
                        <p:cond delay="indefinite"/>
                      </p:stCondLst>
                      <p:childTnLst>
                        <p:par>
                          <p:cTn id="54" fill="hold">
                            <p:stCondLst>
                              <p:cond delay="0"/>
                            </p:stCondLst>
                            <p:childTnLst>
                              <p:par>
                                <p:cTn id="55" presetID="53" presetClass="entr" presetSubtype="16" fill="hold" grpId="0" nodeType="clickEffect">
                                  <p:stCondLst>
                                    <p:cond delay="0"/>
                                  </p:stCondLst>
                                  <p:childTnLst>
                                    <p:set>
                                      <p:cBhvr>
                                        <p:cTn id="56" dur="1" fill="hold">
                                          <p:stCondLst>
                                            <p:cond delay="0"/>
                                          </p:stCondLst>
                                        </p:cTn>
                                        <p:tgtEl>
                                          <p:spTgt spid="3"/>
                                        </p:tgtEl>
                                        <p:attrNameLst>
                                          <p:attrName>style.visibility</p:attrName>
                                        </p:attrNameLst>
                                      </p:cBhvr>
                                      <p:to>
                                        <p:strVal val="visible"/>
                                      </p:to>
                                    </p:set>
                                    <p:anim calcmode="lin" valueType="num">
                                      <p:cBhvr>
                                        <p:cTn id="57" dur="500" fill="hold"/>
                                        <p:tgtEl>
                                          <p:spTgt spid="3"/>
                                        </p:tgtEl>
                                        <p:attrNameLst>
                                          <p:attrName>ppt_w</p:attrName>
                                        </p:attrNameLst>
                                      </p:cBhvr>
                                      <p:tavLst>
                                        <p:tav tm="0">
                                          <p:val>
                                            <p:fltVal val="0"/>
                                          </p:val>
                                        </p:tav>
                                        <p:tav tm="100000">
                                          <p:val>
                                            <p:strVal val="#ppt_w"/>
                                          </p:val>
                                        </p:tav>
                                      </p:tavLst>
                                    </p:anim>
                                    <p:anim calcmode="lin" valueType="num">
                                      <p:cBhvr>
                                        <p:cTn id="58" dur="500" fill="hold"/>
                                        <p:tgtEl>
                                          <p:spTgt spid="3"/>
                                        </p:tgtEl>
                                        <p:attrNameLst>
                                          <p:attrName>ppt_h</p:attrName>
                                        </p:attrNameLst>
                                      </p:cBhvr>
                                      <p:tavLst>
                                        <p:tav tm="0">
                                          <p:val>
                                            <p:fltVal val="0"/>
                                          </p:val>
                                        </p:tav>
                                        <p:tav tm="100000">
                                          <p:val>
                                            <p:strVal val="#ppt_h"/>
                                          </p:val>
                                        </p:tav>
                                      </p:tavLst>
                                    </p:anim>
                                    <p:animEffect transition="in" filter="fade">
                                      <p:cBhvr>
                                        <p:cTn id="59" dur="500"/>
                                        <p:tgtEl>
                                          <p:spTgt spid="3"/>
                                        </p:tgtEl>
                                      </p:cBhvr>
                                    </p:animEffect>
                                  </p:childTnLst>
                                </p:cTn>
                              </p:par>
                            </p:childTnLst>
                          </p:cTn>
                        </p:par>
                      </p:childTnLst>
                    </p:cTn>
                  </p:par>
                  <p:par>
                    <p:cTn id="60" fill="hold">
                      <p:stCondLst>
                        <p:cond delay="indefinite"/>
                      </p:stCondLst>
                      <p:childTnLst>
                        <p:par>
                          <p:cTn id="61" fill="hold">
                            <p:stCondLst>
                              <p:cond delay="0"/>
                            </p:stCondLst>
                            <p:childTnLst>
                              <p:par>
                                <p:cTn id="62" presetID="53" presetClass="entr" presetSubtype="16" fill="hold" grpId="0" nodeType="clickEffect">
                                  <p:stCondLst>
                                    <p:cond delay="0"/>
                                  </p:stCondLst>
                                  <p:childTnLst>
                                    <p:set>
                                      <p:cBhvr>
                                        <p:cTn id="63" dur="1" fill="hold">
                                          <p:stCondLst>
                                            <p:cond delay="0"/>
                                          </p:stCondLst>
                                        </p:cTn>
                                        <p:tgtEl>
                                          <p:spTgt spid="2"/>
                                        </p:tgtEl>
                                        <p:attrNameLst>
                                          <p:attrName>style.visibility</p:attrName>
                                        </p:attrNameLst>
                                      </p:cBhvr>
                                      <p:to>
                                        <p:strVal val="visible"/>
                                      </p:to>
                                    </p:set>
                                    <p:anim calcmode="lin" valueType="num">
                                      <p:cBhvr>
                                        <p:cTn id="64" dur="500" fill="hold"/>
                                        <p:tgtEl>
                                          <p:spTgt spid="2"/>
                                        </p:tgtEl>
                                        <p:attrNameLst>
                                          <p:attrName>ppt_w</p:attrName>
                                        </p:attrNameLst>
                                      </p:cBhvr>
                                      <p:tavLst>
                                        <p:tav tm="0">
                                          <p:val>
                                            <p:fltVal val="0"/>
                                          </p:val>
                                        </p:tav>
                                        <p:tav tm="100000">
                                          <p:val>
                                            <p:strVal val="#ppt_w"/>
                                          </p:val>
                                        </p:tav>
                                      </p:tavLst>
                                    </p:anim>
                                    <p:anim calcmode="lin" valueType="num">
                                      <p:cBhvr>
                                        <p:cTn id="65" dur="500" fill="hold"/>
                                        <p:tgtEl>
                                          <p:spTgt spid="2"/>
                                        </p:tgtEl>
                                        <p:attrNameLst>
                                          <p:attrName>ppt_h</p:attrName>
                                        </p:attrNameLst>
                                      </p:cBhvr>
                                      <p:tavLst>
                                        <p:tav tm="0">
                                          <p:val>
                                            <p:fltVal val="0"/>
                                          </p:val>
                                        </p:tav>
                                        <p:tav tm="100000">
                                          <p:val>
                                            <p:strVal val="#ppt_h"/>
                                          </p:val>
                                        </p:tav>
                                      </p:tavLst>
                                    </p:anim>
                                    <p:animEffect transition="in" filter="fade">
                                      <p:cBhvr>
                                        <p:cTn id="66" dur="500"/>
                                        <p:tgtEl>
                                          <p:spTgt spid="2"/>
                                        </p:tgtEl>
                                      </p:cBhvr>
                                    </p:animEffect>
                                  </p:childTnLst>
                                </p:cTn>
                              </p:par>
                            </p:childTnLst>
                          </p:cTn>
                        </p:par>
                      </p:childTnLst>
                    </p:cTn>
                  </p:par>
                  <p:par>
                    <p:cTn id="67" fill="hold">
                      <p:stCondLst>
                        <p:cond delay="indefinite"/>
                      </p:stCondLst>
                      <p:childTnLst>
                        <p:par>
                          <p:cTn id="68" fill="hold">
                            <p:stCondLst>
                              <p:cond delay="0"/>
                            </p:stCondLst>
                            <p:childTnLst>
                              <p:par>
                                <p:cTn id="69" presetID="53" presetClass="entr" presetSubtype="16" fill="hold" grpId="0" nodeType="clickEffect">
                                  <p:stCondLst>
                                    <p:cond delay="0"/>
                                  </p:stCondLst>
                                  <p:childTnLst>
                                    <p:set>
                                      <p:cBhvr>
                                        <p:cTn id="70" dur="1" fill="hold">
                                          <p:stCondLst>
                                            <p:cond delay="0"/>
                                          </p:stCondLst>
                                        </p:cTn>
                                        <p:tgtEl>
                                          <p:spTgt spid="6"/>
                                        </p:tgtEl>
                                        <p:attrNameLst>
                                          <p:attrName>style.visibility</p:attrName>
                                        </p:attrNameLst>
                                      </p:cBhvr>
                                      <p:to>
                                        <p:strVal val="visible"/>
                                      </p:to>
                                    </p:set>
                                    <p:anim calcmode="lin" valueType="num">
                                      <p:cBhvr>
                                        <p:cTn id="71" dur="500" fill="hold"/>
                                        <p:tgtEl>
                                          <p:spTgt spid="6"/>
                                        </p:tgtEl>
                                        <p:attrNameLst>
                                          <p:attrName>ppt_w</p:attrName>
                                        </p:attrNameLst>
                                      </p:cBhvr>
                                      <p:tavLst>
                                        <p:tav tm="0">
                                          <p:val>
                                            <p:fltVal val="0"/>
                                          </p:val>
                                        </p:tav>
                                        <p:tav tm="100000">
                                          <p:val>
                                            <p:strVal val="#ppt_w"/>
                                          </p:val>
                                        </p:tav>
                                      </p:tavLst>
                                    </p:anim>
                                    <p:anim calcmode="lin" valueType="num">
                                      <p:cBhvr>
                                        <p:cTn id="72" dur="500" fill="hold"/>
                                        <p:tgtEl>
                                          <p:spTgt spid="6"/>
                                        </p:tgtEl>
                                        <p:attrNameLst>
                                          <p:attrName>ppt_h</p:attrName>
                                        </p:attrNameLst>
                                      </p:cBhvr>
                                      <p:tavLst>
                                        <p:tav tm="0">
                                          <p:val>
                                            <p:fltVal val="0"/>
                                          </p:val>
                                        </p:tav>
                                        <p:tav tm="100000">
                                          <p:val>
                                            <p:strVal val="#ppt_h"/>
                                          </p:val>
                                        </p:tav>
                                      </p:tavLst>
                                    </p:anim>
                                    <p:animEffect transition="in" filter="fade">
                                      <p:cBhvr>
                                        <p:cTn id="73" dur="500"/>
                                        <p:tgtEl>
                                          <p:spTgt spid="6"/>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53" presetClass="entr" presetSubtype="16" fill="hold" grpId="0" nodeType="clickEffect">
                                  <p:stCondLst>
                                    <p:cond delay="0"/>
                                  </p:stCondLst>
                                  <p:childTnLst>
                                    <p:set>
                                      <p:cBhvr>
                                        <p:cTn id="77" dur="1" fill="hold">
                                          <p:stCondLst>
                                            <p:cond delay="0"/>
                                          </p:stCondLst>
                                        </p:cTn>
                                        <p:tgtEl>
                                          <p:spTgt spid="26"/>
                                        </p:tgtEl>
                                        <p:attrNameLst>
                                          <p:attrName>style.visibility</p:attrName>
                                        </p:attrNameLst>
                                      </p:cBhvr>
                                      <p:to>
                                        <p:strVal val="visible"/>
                                      </p:to>
                                    </p:set>
                                    <p:anim calcmode="lin" valueType="num">
                                      <p:cBhvr>
                                        <p:cTn id="78" dur="500" fill="hold"/>
                                        <p:tgtEl>
                                          <p:spTgt spid="26"/>
                                        </p:tgtEl>
                                        <p:attrNameLst>
                                          <p:attrName>ppt_w</p:attrName>
                                        </p:attrNameLst>
                                      </p:cBhvr>
                                      <p:tavLst>
                                        <p:tav tm="0">
                                          <p:val>
                                            <p:fltVal val="0"/>
                                          </p:val>
                                        </p:tav>
                                        <p:tav tm="100000">
                                          <p:val>
                                            <p:strVal val="#ppt_w"/>
                                          </p:val>
                                        </p:tav>
                                      </p:tavLst>
                                    </p:anim>
                                    <p:anim calcmode="lin" valueType="num">
                                      <p:cBhvr>
                                        <p:cTn id="79" dur="500" fill="hold"/>
                                        <p:tgtEl>
                                          <p:spTgt spid="26"/>
                                        </p:tgtEl>
                                        <p:attrNameLst>
                                          <p:attrName>ppt_h</p:attrName>
                                        </p:attrNameLst>
                                      </p:cBhvr>
                                      <p:tavLst>
                                        <p:tav tm="0">
                                          <p:val>
                                            <p:fltVal val="0"/>
                                          </p:val>
                                        </p:tav>
                                        <p:tav tm="100000">
                                          <p:val>
                                            <p:strVal val="#ppt_h"/>
                                          </p:val>
                                        </p:tav>
                                      </p:tavLst>
                                    </p:anim>
                                    <p:animEffect transition="in" filter="fade">
                                      <p:cBhvr>
                                        <p:cTn id="80" dur="500"/>
                                        <p:tgtEl>
                                          <p:spTgt spid="26"/>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53" presetClass="entr" presetSubtype="16" fill="hold" grpId="0" nodeType="clickEffect">
                                  <p:stCondLst>
                                    <p:cond delay="0"/>
                                  </p:stCondLst>
                                  <p:childTnLst>
                                    <p:set>
                                      <p:cBhvr>
                                        <p:cTn id="84" dur="1" fill="hold">
                                          <p:stCondLst>
                                            <p:cond delay="0"/>
                                          </p:stCondLst>
                                        </p:cTn>
                                        <p:tgtEl>
                                          <p:spTgt spid="28"/>
                                        </p:tgtEl>
                                        <p:attrNameLst>
                                          <p:attrName>style.visibility</p:attrName>
                                        </p:attrNameLst>
                                      </p:cBhvr>
                                      <p:to>
                                        <p:strVal val="visible"/>
                                      </p:to>
                                    </p:set>
                                    <p:anim calcmode="lin" valueType="num">
                                      <p:cBhvr>
                                        <p:cTn id="85" dur="500" fill="hold"/>
                                        <p:tgtEl>
                                          <p:spTgt spid="28"/>
                                        </p:tgtEl>
                                        <p:attrNameLst>
                                          <p:attrName>ppt_w</p:attrName>
                                        </p:attrNameLst>
                                      </p:cBhvr>
                                      <p:tavLst>
                                        <p:tav tm="0">
                                          <p:val>
                                            <p:fltVal val="0"/>
                                          </p:val>
                                        </p:tav>
                                        <p:tav tm="100000">
                                          <p:val>
                                            <p:strVal val="#ppt_w"/>
                                          </p:val>
                                        </p:tav>
                                      </p:tavLst>
                                    </p:anim>
                                    <p:anim calcmode="lin" valueType="num">
                                      <p:cBhvr>
                                        <p:cTn id="86" dur="500" fill="hold"/>
                                        <p:tgtEl>
                                          <p:spTgt spid="28"/>
                                        </p:tgtEl>
                                        <p:attrNameLst>
                                          <p:attrName>ppt_h</p:attrName>
                                        </p:attrNameLst>
                                      </p:cBhvr>
                                      <p:tavLst>
                                        <p:tav tm="0">
                                          <p:val>
                                            <p:fltVal val="0"/>
                                          </p:val>
                                        </p:tav>
                                        <p:tav tm="100000">
                                          <p:val>
                                            <p:strVal val="#ppt_h"/>
                                          </p:val>
                                        </p:tav>
                                      </p:tavLst>
                                    </p:anim>
                                    <p:animEffect transition="in" filter="fade">
                                      <p:cBhvr>
                                        <p:cTn id="87" dur="500"/>
                                        <p:tgtEl>
                                          <p:spTgt spid="28"/>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53" presetClass="entr" presetSubtype="16" fill="hold" grpId="0" nodeType="clickEffect">
                                  <p:stCondLst>
                                    <p:cond delay="0"/>
                                  </p:stCondLst>
                                  <p:childTnLst>
                                    <p:set>
                                      <p:cBhvr>
                                        <p:cTn id="91" dur="1" fill="hold">
                                          <p:stCondLst>
                                            <p:cond delay="0"/>
                                          </p:stCondLst>
                                        </p:cTn>
                                        <p:tgtEl>
                                          <p:spTgt spid="27"/>
                                        </p:tgtEl>
                                        <p:attrNameLst>
                                          <p:attrName>style.visibility</p:attrName>
                                        </p:attrNameLst>
                                      </p:cBhvr>
                                      <p:to>
                                        <p:strVal val="visible"/>
                                      </p:to>
                                    </p:set>
                                    <p:anim calcmode="lin" valueType="num">
                                      <p:cBhvr>
                                        <p:cTn id="92" dur="500" fill="hold"/>
                                        <p:tgtEl>
                                          <p:spTgt spid="27"/>
                                        </p:tgtEl>
                                        <p:attrNameLst>
                                          <p:attrName>ppt_w</p:attrName>
                                        </p:attrNameLst>
                                      </p:cBhvr>
                                      <p:tavLst>
                                        <p:tav tm="0">
                                          <p:val>
                                            <p:fltVal val="0"/>
                                          </p:val>
                                        </p:tav>
                                        <p:tav tm="100000">
                                          <p:val>
                                            <p:strVal val="#ppt_w"/>
                                          </p:val>
                                        </p:tav>
                                      </p:tavLst>
                                    </p:anim>
                                    <p:anim calcmode="lin" valueType="num">
                                      <p:cBhvr>
                                        <p:cTn id="93" dur="500" fill="hold"/>
                                        <p:tgtEl>
                                          <p:spTgt spid="27"/>
                                        </p:tgtEl>
                                        <p:attrNameLst>
                                          <p:attrName>ppt_h</p:attrName>
                                        </p:attrNameLst>
                                      </p:cBhvr>
                                      <p:tavLst>
                                        <p:tav tm="0">
                                          <p:val>
                                            <p:fltVal val="0"/>
                                          </p:val>
                                        </p:tav>
                                        <p:tav tm="100000">
                                          <p:val>
                                            <p:strVal val="#ppt_h"/>
                                          </p:val>
                                        </p:tav>
                                      </p:tavLst>
                                    </p:anim>
                                    <p:animEffect transition="in" filter="fade">
                                      <p:cBhvr>
                                        <p:cTn id="94"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7" grpId="0" animBg="1"/>
      <p:bldP spid="30740" grpId="0"/>
      <p:bldP spid="3" grpId="0" animBg="1"/>
      <p:bldP spid="34" grpId="0" animBg="1"/>
      <p:bldP spid="6" grpId="0" animBg="1"/>
      <p:bldP spid="26" grpId="0" animBg="1"/>
      <p:bldP spid="27" grpId="0" animBg="1"/>
      <p:bldP spid="28" grpId="0" animBg="1"/>
      <p:bldP spid="8" grpId="0" animBg="1"/>
      <p:bldP spid="3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44" name="Text Box 14"/>
          <p:cNvSpPr txBox="1">
            <a:spLocks noChangeArrowheads="1"/>
          </p:cNvSpPr>
          <p:nvPr/>
        </p:nvSpPr>
        <p:spPr bwMode="auto">
          <a:xfrm>
            <a:off x="3722688" y="2519363"/>
            <a:ext cx="1223962" cy="240030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000"/>
              </a:lnSpc>
              <a:defRPr/>
            </a:pPr>
            <a:r>
              <a:rPr kumimoji="1" lang="en-US" altLang="zh-CN" b="1" i="1">
                <a:latin typeface="Times New Roman" panose="02020603050405020304" pitchFamily="18" charset="0"/>
              </a:rPr>
              <a:t>I</a:t>
            </a:r>
            <a:r>
              <a:rPr kumimoji="1" lang="en-US" altLang="zh-CN" b="1" i="1" baseline="-25000">
                <a:latin typeface="Times New Roman" panose="02020603050405020304" pitchFamily="18" charset="0"/>
              </a:rPr>
              <a:t>4</a:t>
            </a:r>
            <a:r>
              <a:rPr kumimoji="1" lang="en-US" altLang="zh-CN" b="1">
                <a:latin typeface="Times New Roman" panose="02020603050405020304" pitchFamily="18" charset="0"/>
              </a:rPr>
              <a:t>:</a:t>
            </a:r>
          </a:p>
          <a:p>
            <a:pPr>
              <a:lnSpc>
                <a:spcPts val="2000"/>
              </a:lnSpc>
              <a:defRPr/>
            </a:pPr>
            <a:r>
              <a:rPr kumimoji="1" lang="en-US" altLang="zh-CN" b="1" i="1">
                <a:latin typeface="Times New Roman" panose="02020603050405020304" pitchFamily="18" charset="0"/>
              </a:rPr>
              <a:t>L→*</a:t>
            </a:r>
            <a:r>
              <a:rPr lang="en-US" altLang="zh-CN" b="1" i="1">
                <a:solidFill>
                  <a:srgbClr val="000000"/>
                </a:solidFill>
                <a:latin typeface="Times New Roman" panose="02020603050405020304" pitchFamily="18" charset="0"/>
                <a:cs typeface="Times New Roman" panose="02020603050405020304" pitchFamily="18" charset="0"/>
              </a:rPr>
              <a:t>·</a:t>
            </a:r>
            <a:r>
              <a:rPr kumimoji="1" lang="en-US" altLang="zh-CN" b="1" i="1">
                <a:latin typeface="Times New Roman" panose="02020603050405020304" pitchFamily="18" charset="0"/>
              </a:rPr>
              <a:t>R</a:t>
            </a:r>
            <a:r>
              <a:rPr kumimoji="1" lang="zh-CN" altLang="en-US" b="1" i="1">
                <a:latin typeface="Times New Roman" panose="02020603050405020304" pitchFamily="18" charset="0"/>
              </a:rPr>
              <a:t> </a:t>
            </a:r>
            <a:r>
              <a:rPr kumimoji="1" lang="en-US" altLang="zh-CN" b="1" i="1">
                <a:latin typeface="Times New Roman" panose="02020603050405020304" pitchFamily="18" charset="0"/>
              </a:rPr>
              <a:t>, =</a:t>
            </a:r>
          </a:p>
          <a:p>
            <a:pPr>
              <a:lnSpc>
                <a:spcPts val="2000"/>
              </a:lnSpc>
              <a:defRPr/>
            </a:pPr>
            <a:r>
              <a:rPr kumimoji="1" lang="en-US" altLang="zh-CN" b="1" i="1">
                <a:latin typeface="Times New Roman" panose="02020603050405020304" pitchFamily="18" charset="0"/>
              </a:rPr>
              <a:t>L→*</a:t>
            </a:r>
            <a:r>
              <a:rPr lang="en-US" altLang="zh-CN" b="1" i="1">
                <a:solidFill>
                  <a:srgbClr val="000000"/>
                </a:solidFill>
                <a:latin typeface="Times New Roman" panose="02020603050405020304" pitchFamily="18" charset="0"/>
                <a:cs typeface="Times New Roman" panose="02020603050405020304" pitchFamily="18" charset="0"/>
              </a:rPr>
              <a:t>·</a:t>
            </a:r>
            <a:r>
              <a:rPr kumimoji="1" lang="en-US" altLang="zh-CN" b="1" i="1">
                <a:latin typeface="Times New Roman" panose="02020603050405020304" pitchFamily="18" charset="0"/>
              </a:rPr>
              <a:t>R , </a:t>
            </a:r>
            <a:r>
              <a:rPr kumimoji="1" lang="en-US" altLang="zh-CN" b="1">
                <a:latin typeface="华文楷体" panose="02010600040101010101" pitchFamily="2" charset="-122"/>
              </a:rPr>
              <a:t>$</a:t>
            </a:r>
            <a:endParaRPr kumimoji="1" lang="zh-CN" altLang="en-US" b="1" i="1">
              <a:latin typeface="Times New Roman" panose="02020603050405020304" pitchFamily="18" charset="0"/>
            </a:endParaRPr>
          </a:p>
          <a:p>
            <a:pPr>
              <a:lnSpc>
                <a:spcPts val="2000"/>
              </a:lnSpc>
              <a:defRPr/>
            </a:pPr>
            <a:r>
              <a:rPr kumimoji="1" lang="en-US" altLang="zh-CN" b="1" i="1">
                <a:latin typeface="Times New Roman" panose="02020603050405020304" pitchFamily="18" charset="0"/>
              </a:rPr>
              <a:t>R→</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i="1">
                <a:latin typeface="Times New Roman" panose="02020603050405020304" pitchFamily="18" charset="0"/>
              </a:rPr>
              <a:t>L</a:t>
            </a:r>
            <a:r>
              <a:rPr kumimoji="1" lang="zh-CN" altLang="en-US" b="1" i="1">
                <a:latin typeface="Times New Roman" panose="02020603050405020304" pitchFamily="18" charset="0"/>
              </a:rPr>
              <a:t> </a:t>
            </a:r>
            <a:r>
              <a:rPr kumimoji="1" lang="en-US" altLang="zh-CN" b="1" i="1">
                <a:latin typeface="Times New Roman" panose="02020603050405020304" pitchFamily="18" charset="0"/>
              </a:rPr>
              <a:t>, =</a:t>
            </a:r>
          </a:p>
          <a:p>
            <a:pPr>
              <a:lnSpc>
                <a:spcPts val="2000"/>
              </a:lnSpc>
              <a:defRPr/>
            </a:pPr>
            <a:r>
              <a:rPr kumimoji="1" lang="en-US" altLang="zh-CN" b="1" i="1">
                <a:latin typeface="Times New Roman" panose="02020603050405020304" pitchFamily="18" charset="0"/>
              </a:rPr>
              <a:t>R→</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i="1">
                <a:latin typeface="Times New Roman" panose="02020603050405020304" pitchFamily="18" charset="0"/>
              </a:rPr>
              <a:t>L , </a:t>
            </a:r>
            <a:r>
              <a:rPr kumimoji="1" lang="en-US" altLang="zh-CN" b="1">
                <a:latin typeface="华文楷体" panose="02010600040101010101" pitchFamily="2" charset="-122"/>
              </a:rPr>
              <a:t>$</a:t>
            </a:r>
            <a:endParaRPr kumimoji="1" lang="en-US" altLang="zh-CN" b="1" i="1">
              <a:latin typeface="Times New Roman" panose="02020603050405020304" pitchFamily="18" charset="0"/>
            </a:endParaRPr>
          </a:p>
          <a:p>
            <a:pPr>
              <a:lnSpc>
                <a:spcPts val="2000"/>
              </a:lnSpc>
              <a:defRPr/>
            </a:pPr>
            <a:r>
              <a:rPr kumimoji="1" lang="en-US" altLang="zh-CN" b="1" i="1">
                <a:latin typeface="Times New Roman" panose="02020603050405020304" pitchFamily="18" charset="0"/>
              </a:rPr>
              <a:t>L→</a:t>
            </a:r>
            <a:r>
              <a:rPr lang="en-US" altLang="zh-CN" b="1" i="1">
                <a:solidFill>
                  <a:srgbClr val="000000"/>
                </a:solidFill>
                <a:latin typeface="Times New Roman" panose="02020603050405020304" pitchFamily="18" charset="0"/>
                <a:cs typeface="Times New Roman" panose="02020603050405020304" pitchFamily="18" charset="0"/>
              </a:rPr>
              <a:t>·</a:t>
            </a:r>
            <a:r>
              <a:rPr kumimoji="1" lang="en-US" altLang="zh-CN" b="1" i="1">
                <a:latin typeface="Times New Roman" panose="02020603050405020304" pitchFamily="18" charset="0"/>
              </a:rPr>
              <a:t>*R</a:t>
            </a:r>
            <a:r>
              <a:rPr kumimoji="1" lang="zh-CN" altLang="en-US" b="1" i="1">
                <a:latin typeface="Times New Roman" panose="02020603050405020304" pitchFamily="18" charset="0"/>
              </a:rPr>
              <a:t> </a:t>
            </a:r>
            <a:r>
              <a:rPr kumimoji="1" lang="en-US" altLang="zh-CN" b="1" i="1">
                <a:latin typeface="Times New Roman" panose="02020603050405020304" pitchFamily="18" charset="0"/>
              </a:rPr>
              <a:t>, =</a:t>
            </a:r>
          </a:p>
          <a:p>
            <a:pPr>
              <a:lnSpc>
                <a:spcPts val="2000"/>
              </a:lnSpc>
              <a:defRPr/>
            </a:pPr>
            <a:r>
              <a:rPr kumimoji="1" lang="en-US" altLang="zh-CN" b="1" i="1">
                <a:latin typeface="Times New Roman" panose="02020603050405020304" pitchFamily="18" charset="0"/>
              </a:rPr>
              <a:t>L→</a:t>
            </a:r>
            <a:r>
              <a:rPr lang="en-US" altLang="zh-CN" b="1" i="1">
                <a:solidFill>
                  <a:srgbClr val="000000"/>
                </a:solidFill>
                <a:latin typeface="Times New Roman" panose="02020603050405020304" pitchFamily="18" charset="0"/>
                <a:cs typeface="Times New Roman" panose="02020603050405020304" pitchFamily="18" charset="0"/>
              </a:rPr>
              <a:t> ·</a:t>
            </a:r>
            <a:r>
              <a:rPr kumimoji="1" lang="en-US" altLang="zh-CN" b="1" i="1">
                <a:latin typeface="Times New Roman" panose="02020603050405020304" pitchFamily="18" charset="0"/>
              </a:rPr>
              <a:t>*R , </a:t>
            </a:r>
            <a:r>
              <a:rPr kumimoji="1" lang="en-US" altLang="zh-CN" b="1">
                <a:latin typeface="华文楷体" panose="02010600040101010101" pitchFamily="2" charset="-122"/>
              </a:rPr>
              <a:t>$</a:t>
            </a:r>
            <a:endParaRPr kumimoji="1" lang="en-US" altLang="zh-CN" b="1" i="1">
              <a:latin typeface="Times New Roman" panose="02020603050405020304" pitchFamily="18" charset="0"/>
            </a:endParaRPr>
          </a:p>
          <a:p>
            <a:pPr>
              <a:lnSpc>
                <a:spcPts val="2000"/>
              </a:lnSpc>
              <a:defRPr/>
            </a:pPr>
            <a:r>
              <a:rPr kumimoji="1" lang="en-US" altLang="zh-CN" b="1" i="1">
                <a:latin typeface="Times New Roman" panose="02020603050405020304" pitchFamily="18" charset="0"/>
              </a:rPr>
              <a:t>L→</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a:latin typeface="Times New Roman" panose="02020603050405020304" pitchFamily="18" charset="0"/>
              </a:rPr>
              <a:t>id</a:t>
            </a:r>
            <a:r>
              <a:rPr kumimoji="1" lang="zh-CN" altLang="en-US" b="1" i="1">
                <a:latin typeface="Times New Roman" panose="02020603050405020304" pitchFamily="18" charset="0"/>
              </a:rPr>
              <a:t> </a:t>
            </a:r>
            <a:r>
              <a:rPr kumimoji="1" lang="en-US" altLang="zh-CN" b="1" i="1">
                <a:latin typeface="Times New Roman" panose="02020603050405020304" pitchFamily="18" charset="0"/>
              </a:rPr>
              <a:t>, =</a:t>
            </a:r>
          </a:p>
          <a:p>
            <a:pPr>
              <a:lnSpc>
                <a:spcPts val="2000"/>
              </a:lnSpc>
              <a:defRPr/>
            </a:pPr>
            <a:r>
              <a:rPr kumimoji="1" lang="en-US" altLang="zh-CN" b="1" i="1">
                <a:latin typeface="Times New Roman" panose="02020603050405020304" pitchFamily="18" charset="0"/>
              </a:rPr>
              <a:t>L→</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a:latin typeface="Times New Roman" panose="02020603050405020304" pitchFamily="18" charset="0"/>
              </a:rPr>
              <a:t>id</a:t>
            </a:r>
            <a:r>
              <a:rPr kumimoji="1" lang="en-US" altLang="zh-CN" b="1" i="1">
                <a:latin typeface="Times New Roman" panose="02020603050405020304" pitchFamily="18" charset="0"/>
              </a:rPr>
              <a:t> , </a:t>
            </a:r>
            <a:r>
              <a:rPr kumimoji="1" lang="en-US" altLang="zh-CN" b="1">
                <a:latin typeface="华文楷体" panose="02010600040101010101" pitchFamily="2" charset="-122"/>
              </a:rPr>
              <a:t>$</a:t>
            </a:r>
            <a:endParaRPr kumimoji="1" lang="en-US" altLang="zh-CN" b="1" i="1">
              <a:latin typeface="Times New Roman" panose="02020603050405020304" pitchFamily="18" charset="0"/>
            </a:endParaRPr>
          </a:p>
        </p:txBody>
      </p:sp>
      <p:sp>
        <p:nvSpPr>
          <p:cNvPr id="40963" name="Rectangle 2"/>
          <p:cNvSpPr>
            <a:spLocks noGrp="1" noChangeArrowheads="1"/>
          </p:cNvSpPr>
          <p:nvPr>
            <p:ph type="title"/>
          </p:nvPr>
        </p:nvSpPr>
        <p:spPr>
          <a:xfrm>
            <a:off x="755650" y="268288"/>
            <a:ext cx="7931150"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rPr>
              <a:t>例</a:t>
            </a:r>
            <a:r>
              <a:rPr lang="zh-CN" altLang="en-US" sz="3000">
                <a:solidFill>
                  <a:srgbClr val="000000"/>
                </a:solidFill>
                <a:latin typeface="微软雅黑" panose="020B0503020204020204" pitchFamily="34" charset="-122"/>
                <a:ea typeface="微软雅黑" panose="020B0503020204020204" pitchFamily="34" charset="-122"/>
              </a:rPr>
              <a:t>：</a:t>
            </a:r>
            <a:r>
              <a:rPr lang="en-US" altLang="zh-CN" sz="3000" i="1">
                <a:solidFill>
                  <a:srgbClr val="000000"/>
                </a:solidFill>
                <a:ea typeface="黑体" panose="02010609060101010101" pitchFamily="49" charset="-122"/>
                <a:cs typeface="Times New Roman" panose="02020603050405020304" pitchFamily="18" charset="0"/>
              </a:rPr>
              <a:t>LR</a:t>
            </a:r>
            <a:r>
              <a:rPr lang="en-US" altLang="zh-CN" sz="3000">
                <a:solidFill>
                  <a:srgbClr val="000000"/>
                </a:solidFill>
                <a:ea typeface="黑体" panose="02010609060101010101" pitchFamily="49" charset="-122"/>
                <a:cs typeface="Times New Roman" panose="02020603050405020304" pitchFamily="18" charset="0"/>
              </a:rPr>
              <a:t>(1)</a:t>
            </a:r>
            <a:r>
              <a:rPr lang="zh-CN" altLang="en-US" sz="3000">
                <a:solidFill>
                  <a:srgbClr val="000000"/>
                </a:solidFill>
                <a:latin typeface="微软雅黑" panose="020B0503020204020204" pitchFamily="34" charset="-122"/>
                <a:ea typeface="微软雅黑" panose="020B0503020204020204" pitchFamily="34" charset="-122"/>
              </a:rPr>
              <a:t>自动机</a:t>
            </a:r>
            <a:endParaRPr lang="zh-CN" altLang="en-US" sz="3000">
              <a:solidFill>
                <a:schemeClr val="tx1"/>
              </a:solidFill>
              <a:latin typeface="微软雅黑" panose="020B0503020204020204" pitchFamily="34" charset="-122"/>
              <a:ea typeface="微软雅黑" panose="020B0503020204020204" pitchFamily="34" charset="-122"/>
            </a:endParaRPr>
          </a:p>
        </p:txBody>
      </p:sp>
      <p:sp>
        <p:nvSpPr>
          <p:cNvPr id="129035" name="Text Box 5"/>
          <p:cNvSpPr txBox="1">
            <a:spLocks noChangeArrowheads="1"/>
          </p:cNvSpPr>
          <p:nvPr/>
        </p:nvSpPr>
        <p:spPr bwMode="auto">
          <a:xfrm>
            <a:off x="1800225" y="1004888"/>
            <a:ext cx="1504950" cy="2493962"/>
          </a:xfrm>
          <a:prstGeom prst="rect">
            <a:avLst/>
          </a:prstGeom>
          <a:solidFill>
            <a:srgbClr val="B5CEED"/>
          </a:solidFill>
          <a:ln w="12700">
            <a:solidFill>
              <a:schemeClr val="tx1"/>
            </a:solidFill>
            <a:miter lim="800000"/>
            <a:headEnd type="none" w="sm" len="sm"/>
            <a:tailEnd type="none" w="sm" len="sm"/>
          </a:ln>
        </p:spPr>
        <p:txBody>
          <a:bodyPr tIns="0" bIns="0">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rPr>
              <a:t>I</a:t>
            </a:r>
            <a:r>
              <a:rPr lang="en-US" altLang="zh-CN" sz="1800" b="1" i="1" baseline="-25000" dirty="0">
                <a:solidFill>
                  <a:schemeClr val="tx1"/>
                </a:solidFill>
                <a:latin typeface="Times New Roman" panose="02020603050405020304" pitchFamily="18" charset="0"/>
              </a:rPr>
              <a:t>0</a:t>
            </a:r>
            <a:r>
              <a:rPr lang="en-US" altLang="zh-CN" sz="1800" b="1" dirty="0">
                <a:solidFill>
                  <a:schemeClr val="tx1"/>
                </a:solidFill>
                <a:latin typeface="Times New Roman" panose="02020603050405020304" pitchFamily="18" charset="0"/>
              </a:rPr>
              <a:t>:</a:t>
            </a:r>
          </a:p>
          <a:p>
            <a:pPr>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rPr>
              <a:t>S</a:t>
            </a:r>
            <a:r>
              <a:rPr lang="en-US" altLang="zh-CN" sz="1800" b="1" i="1" dirty="0">
                <a:solidFill>
                  <a:schemeClr val="tx1"/>
                </a:solidFill>
                <a:latin typeface="Times New Roman" panose="02020603050405020304" pitchFamily="18" charset="0"/>
                <a:cs typeface="Times New Roman" panose="02020603050405020304" pitchFamily="18" charset="0"/>
              </a:rPr>
              <a:t>′ </a:t>
            </a:r>
            <a:r>
              <a:rPr lang="en-US" altLang="zh-CN" sz="1800" b="1" i="1" dirty="0">
                <a:solidFill>
                  <a:schemeClr val="tx1"/>
                </a:solidFill>
                <a:latin typeface="Times New Roman" panose="02020603050405020304" pitchFamily="18" charset="0"/>
              </a:rPr>
              <a:t>→</a:t>
            </a:r>
            <a:r>
              <a:rPr lang="en-US" altLang="zh-CN" sz="1800" b="1" i="1" dirty="0">
                <a:solidFill>
                  <a:srgbClr val="000000"/>
                </a:solidFill>
                <a:latin typeface="Times New Roman" panose="02020603050405020304" pitchFamily="18" charset="0"/>
              </a:rPr>
              <a:t> · </a:t>
            </a:r>
            <a:r>
              <a:rPr lang="en-US" altLang="zh-CN" sz="1800" b="1" i="1" dirty="0">
                <a:solidFill>
                  <a:schemeClr val="tx1"/>
                </a:solidFill>
                <a:latin typeface="Times New Roman" panose="02020603050405020304" pitchFamily="18" charset="0"/>
              </a:rPr>
              <a:t>S , </a:t>
            </a:r>
            <a:r>
              <a:rPr lang="en-US" altLang="zh-CN" sz="1800" b="1" dirty="0">
                <a:solidFill>
                  <a:schemeClr val="tx1"/>
                </a:solidFill>
                <a:latin typeface="华文楷体" panose="02010600040101010101" pitchFamily="2" charset="-122"/>
                <a:ea typeface="华文楷体" panose="02010600040101010101" pitchFamily="2" charset="-122"/>
              </a:rPr>
              <a:t>$</a:t>
            </a:r>
          </a:p>
          <a:p>
            <a:pPr>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rPr>
              <a:t>S→</a:t>
            </a:r>
            <a:r>
              <a:rPr lang="en-US" altLang="zh-CN" sz="1800" b="1" i="1" dirty="0">
                <a:solidFill>
                  <a:srgbClr val="000000"/>
                </a:solidFill>
                <a:latin typeface="Times New Roman" panose="02020603050405020304" pitchFamily="18" charset="0"/>
              </a:rPr>
              <a:t> · </a:t>
            </a:r>
            <a:r>
              <a:rPr lang="en-US" altLang="zh-CN" sz="1800" b="1" i="1" dirty="0">
                <a:solidFill>
                  <a:schemeClr val="tx1"/>
                </a:solidFill>
                <a:latin typeface="Times New Roman" panose="02020603050405020304" pitchFamily="18" charset="0"/>
              </a:rPr>
              <a:t>L=R , </a:t>
            </a:r>
            <a:r>
              <a:rPr lang="en-US" altLang="zh-CN" sz="1800" b="1" dirty="0">
                <a:solidFill>
                  <a:schemeClr val="tx1"/>
                </a:solidFill>
                <a:latin typeface="华文楷体" panose="02010600040101010101" pitchFamily="2" charset="-122"/>
              </a:rPr>
              <a:t>$</a:t>
            </a:r>
            <a:endParaRPr lang="en-US" altLang="zh-CN" sz="1800" b="1" i="1" dirty="0">
              <a:solidFill>
                <a:schemeClr val="tx1"/>
              </a:solidFill>
              <a:latin typeface="Times New Roman" panose="02020603050405020304" pitchFamily="18" charset="0"/>
            </a:endParaRPr>
          </a:p>
          <a:p>
            <a:pPr>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rPr>
              <a:t>S→</a:t>
            </a:r>
            <a:r>
              <a:rPr lang="en-US" altLang="zh-CN" sz="1800" b="1" i="1" dirty="0">
                <a:solidFill>
                  <a:srgbClr val="000000"/>
                </a:solidFill>
                <a:latin typeface="Times New Roman" panose="02020603050405020304" pitchFamily="18" charset="0"/>
              </a:rPr>
              <a:t> · </a:t>
            </a:r>
            <a:r>
              <a:rPr lang="en-US" altLang="zh-CN" sz="1800" b="1" i="1" dirty="0">
                <a:solidFill>
                  <a:schemeClr val="tx1"/>
                </a:solidFill>
                <a:latin typeface="Times New Roman" panose="02020603050405020304" pitchFamily="18" charset="0"/>
              </a:rPr>
              <a:t>R , </a:t>
            </a:r>
            <a:r>
              <a:rPr lang="en-US" altLang="zh-CN" sz="1800" b="1" dirty="0">
                <a:solidFill>
                  <a:schemeClr val="tx1"/>
                </a:solidFill>
                <a:latin typeface="华文楷体" panose="02010600040101010101" pitchFamily="2" charset="-122"/>
              </a:rPr>
              <a:t>$</a:t>
            </a:r>
            <a:endParaRPr lang="en-US" altLang="zh-CN" sz="1800" b="1" i="1" dirty="0">
              <a:solidFill>
                <a:schemeClr val="tx1"/>
              </a:solidFill>
              <a:latin typeface="Times New Roman" panose="02020603050405020304" pitchFamily="18" charset="0"/>
            </a:endParaRPr>
          </a:p>
          <a:p>
            <a:pPr>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rPr>
              <a:t>L→</a:t>
            </a:r>
            <a:r>
              <a:rPr lang="en-US" altLang="zh-CN" sz="1800" b="1" i="1" dirty="0">
                <a:solidFill>
                  <a:srgbClr val="000000"/>
                </a:solidFill>
                <a:latin typeface="Times New Roman" panose="02020603050405020304" pitchFamily="18" charset="0"/>
              </a:rPr>
              <a:t> · </a:t>
            </a:r>
            <a:r>
              <a:rPr lang="en-US" altLang="zh-CN" sz="1800" b="1" i="1" dirty="0">
                <a:solidFill>
                  <a:schemeClr val="tx1"/>
                </a:solidFill>
                <a:latin typeface="Times New Roman" panose="02020603050405020304" pitchFamily="18" charset="0"/>
              </a:rPr>
              <a:t>*R , =</a:t>
            </a:r>
          </a:p>
          <a:p>
            <a:pPr>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rPr>
              <a:t>L→</a:t>
            </a:r>
            <a:r>
              <a:rPr lang="en-US" altLang="zh-CN" sz="1800" b="1" i="1" dirty="0">
                <a:solidFill>
                  <a:srgbClr val="000000"/>
                </a:solidFill>
                <a:latin typeface="Times New Roman" panose="02020603050405020304" pitchFamily="18" charset="0"/>
              </a:rPr>
              <a:t> · </a:t>
            </a:r>
            <a:r>
              <a:rPr lang="en-US" altLang="zh-CN" sz="1800" b="1" dirty="0">
                <a:solidFill>
                  <a:schemeClr val="tx1"/>
                </a:solidFill>
                <a:latin typeface="Times New Roman" panose="02020603050405020304" pitchFamily="18" charset="0"/>
              </a:rPr>
              <a:t>id</a:t>
            </a:r>
            <a:r>
              <a:rPr lang="en-US" altLang="zh-CN" sz="1800" b="1" i="1" dirty="0">
                <a:solidFill>
                  <a:schemeClr val="tx1"/>
                </a:solidFill>
                <a:latin typeface="Times New Roman" panose="02020603050405020304" pitchFamily="18" charset="0"/>
              </a:rPr>
              <a:t> , =</a:t>
            </a:r>
          </a:p>
          <a:p>
            <a:pPr>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rPr>
              <a:t>R→</a:t>
            </a:r>
            <a:r>
              <a:rPr lang="en-US" altLang="zh-CN" sz="1800" b="1" i="1" dirty="0">
                <a:solidFill>
                  <a:srgbClr val="000000"/>
                </a:solidFill>
                <a:latin typeface="Times New Roman" panose="02020603050405020304" pitchFamily="18" charset="0"/>
              </a:rPr>
              <a:t> · </a:t>
            </a:r>
            <a:r>
              <a:rPr lang="en-US" altLang="zh-CN" sz="1800" b="1" i="1" dirty="0">
                <a:solidFill>
                  <a:schemeClr val="tx1"/>
                </a:solidFill>
                <a:latin typeface="Times New Roman" panose="02020603050405020304" pitchFamily="18" charset="0"/>
              </a:rPr>
              <a:t>L , </a:t>
            </a:r>
            <a:r>
              <a:rPr lang="en-US" altLang="zh-CN" sz="1800" b="1" dirty="0">
                <a:solidFill>
                  <a:schemeClr val="tx1"/>
                </a:solidFill>
                <a:latin typeface="华文楷体" panose="02010600040101010101" pitchFamily="2" charset="-122"/>
              </a:rPr>
              <a:t>$</a:t>
            </a:r>
            <a:endParaRPr lang="en-US" altLang="zh-CN" sz="1800" b="1" i="1" dirty="0">
              <a:solidFill>
                <a:schemeClr val="tx1"/>
              </a:solidFill>
              <a:latin typeface="Times New Roman" panose="02020603050405020304" pitchFamily="18" charset="0"/>
            </a:endParaRPr>
          </a:p>
          <a:p>
            <a:pPr eaLnBrk="1" hangingPunct="1">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rPr>
              <a:t>L→</a:t>
            </a:r>
            <a:r>
              <a:rPr lang="en-US" altLang="zh-CN" sz="1800" b="1" i="1" dirty="0">
                <a:solidFill>
                  <a:srgbClr val="000000"/>
                </a:solidFill>
                <a:latin typeface="Times New Roman" panose="02020603050405020304" pitchFamily="18" charset="0"/>
              </a:rPr>
              <a:t> · </a:t>
            </a:r>
            <a:r>
              <a:rPr lang="en-US" altLang="zh-CN" sz="1800" b="1" i="1" dirty="0">
                <a:solidFill>
                  <a:schemeClr val="tx1"/>
                </a:solidFill>
                <a:latin typeface="Times New Roman" panose="02020603050405020304" pitchFamily="18" charset="0"/>
              </a:rPr>
              <a:t>*R , </a:t>
            </a:r>
            <a:r>
              <a:rPr lang="en-US" altLang="zh-CN" sz="1800" b="1" dirty="0">
                <a:solidFill>
                  <a:schemeClr val="tx1"/>
                </a:solidFill>
                <a:latin typeface="华文楷体" panose="02010600040101010101" pitchFamily="2" charset="-122"/>
              </a:rPr>
              <a:t>$</a:t>
            </a:r>
            <a:endParaRPr lang="en-US" altLang="zh-CN" sz="1800" b="1" i="1" dirty="0">
              <a:solidFill>
                <a:schemeClr val="tx1"/>
              </a:solidFill>
              <a:latin typeface="Times New Roman" panose="02020603050405020304" pitchFamily="18" charset="0"/>
            </a:endParaRPr>
          </a:p>
          <a:p>
            <a:pPr eaLnBrk="1" hangingPunct="1">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rPr>
              <a:t>L→</a:t>
            </a:r>
            <a:r>
              <a:rPr lang="en-US" altLang="zh-CN" sz="1800" b="1" i="1" dirty="0">
                <a:solidFill>
                  <a:srgbClr val="000000"/>
                </a:solidFill>
                <a:latin typeface="Times New Roman" panose="02020603050405020304" pitchFamily="18" charset="0"/>
              </a:rPr>
              <a:t> · </a:t>
            </a:r>
            <a:r>
              <a:rPr lang="en-US" altLang="zh-CN" sz="1800" b="1" dirty="0">
                <a:solidFill>
                  <a:schemeClr val="tx1"/>
                </a:solidFill>
                <a:latin typeface="Times New Roman" panose="02020603050405020304" pitchFamily="18" charset="0"/>
              </a:rPr>
              <a:t>id</a:t>
            </a:r>
            <a:r>
              <a:rPr lang="en-US" altLang="zh-CN" sz="1800" b="1" i="1" dirty="0">
                <a:solidFill>
                  <a:schemeClr val="tx1"/>
                </a:solidFill>
                <a:latin typeface="Times New Roman" panose="02020603050405020304" pitchFamily="18" charset="0"/>
              </a:rPr>
              <a:t> , </a:t>
            </a:r>
            <a:r>
              <a:rPr lang="en-US" altLang="zh-CN" sz="1800" b="1" dirty="0">
                <a:solidFill>
                  <a:schemeClr val="tx1"/>
                </a:solidFill>
                <a:latin typeface="华文楷体" panose="02010600040101010101" pitchFamily="2" charset="-122"/>
              </a:rPr>
              <a:t>$</a:t>
            </a:r>
            <a:endParaRPr lang="en-US" altLang="zh-CN" sz="1800" b="1" i="1" dirty="0">
              <a:solidFill>
                <a:schemeClr val="tx1"/>
              </a:solidFill>
              <a:latin typeface="Times New Roman" panose="02020603050405020304" pitchFamily="18" charset="0"/>
            </a:endParaRPr>
          </a:p>
        </p:txBody>
      </p:sp>
      <p:sp>
        <p:nvSpPr>
          <p:cNvPr id="129036" name="Text Box 6"/>
          <p:cNvSpPr txBox="1">
            <a:spLocks noChangeArrowheads="1"/>
          </p:cNvSpPr>
          <p:nvPr/>
        </p:nvSpPr>
        <p:spPr bwMode="auto">
          <a:xfrm>
            <a:off x="3851275" y="39688"/>
            <a:ext cx="1223963" cy="646112"/>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I</a:t>
            </a:r>
            <a:r>
              <a:rPr lang="en-US" altLang="zh-CN" sz="1800" b="1" i="1" baseline="-25000">
                <a:solidFill>
                  <a:schemeClr val="tx1"/>
                </a:solidFill>
                <a:latin typeface="Times New Roman" panose="02020603050405020304" pitchFamily="18" charset="0"/>
              </a:rPr>
              <a:t>1</a:t>
            </a:r>
            <a:r>
              <a:rPr lang="en-US" altLang="zh-CN" sz="1800" b="1">
                <a:solidFill>
                  <a:schemeClr val="tx1"/>
                </a:solidFill>
                <a:latin typeface="Times New Roman" panose="02020603050405020304" pitchFamily="18" charset="0"/>
              </a:rPr>
              <a:t>:</a:t>
            </a:r>
          </a:p>
          <a:p>
            <a:pPr>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S</a:t>
            </a:r>
            <a:r>
              <a:rPr lang="en-US" altLang="zh-CN" sz="1800" b="1" i="1">
                <a:solidFill>
                  <a:schemeClr val="tx1"/>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rPr>
              <a:t>→S</a:t>
            </a:r>
            <a:r>
              <a:rPr lang="en-US" altLang="zh-CN" sz="1800" b="1" i="1">
                <a:solidFill>
                  <a:srgbClr val="000000"/>
                </a:solidFill>
                <a:latin typeface="Times New Roman" panose="02020603050405020304" pitchFamily="18" charset="0"/>
              </a:rPr>
              <a:t> ·</a:t>
            </a:r>
            <a:r>
              <a:rPr lang="en-US" altLang="zh-CN" sz="1800" b="1" i="1">
                <a:solidFill>
                  <a:schemeClr val="tx1"/>
                </a:solidFill>
                <a:latin typeface="Times New Roman" panose="02020603050405020304" pitchFamily="18" charset="0"/>
              </a:rPr>
              <a:t> , </a:t>
            </a:r>
            <a:r>
              <a:rPr lang="en-US" altLang="zh-CN" sz="1800" b="1">
                <a:solidFill>
                  <a:schemeClr val="tx1"/>
                </a:solidFill>
                <a:latin typeface="华文楷体" panose="02010600040101010101" pitchFamily="2" charset="-122"/>
              </a:rPr>
              <a:t>$</a:t>
            </a:r>
            <a:endParaRPr lang="en-US" altLang="zh-CN" sz="1800" b="1" i="1">
              <a:solidFill>
                <a:schemeClr val="tx1"/>
              </a:solidFill>
              <a:latin typeface="Times New Roman" panose="02020603050405020304" pitchFamily="18" charset="0"/>
            </a:endParaRPr>
          </a:p>
        </p:txBody>
      </p:sp>
      <p:sp>
        <p:nvSpPr>
          <p:cNvPr id="129037" name="Line 7"/>
          <p:cNvSpPr>
            <a:spLocks noChangeShapeType="1"/>
          </p:cNvSpPr>
          <p:nvPr/>
        </p:nvSpPr>
        <p:spPr bwMode="auto">
          <a:xfrm flipV="1">
            <a:off x="3305175" y="538163"/>
            <a:ext cx="525463" cy="550862"/>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038" name="Text Box 8"/>
          <p:cNvSpPr txBox="1">
            <a:spLocks noChangeArrowheads="1"/>
          </p:cNvSpPr>
          <p:nvPr/>
        </p:nvSpPr>
        <p:spPr bwMode="auto">
          <a:xfrm>
            <a:off x="3709988" y="768350"/>
            <a:ext cx="1343025" cy="9239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solidFill>
                  <a:srgbClr val="0070C0"/>
                </a:solidFill>
                <a:latin typeface="Times New Roman" panose="02020603050405020304" pitchFamily="18" charset="0"/>
              </a:rPr>
              <a:t>I</a:t>
            </a:r>
            <a:r>
              <a:rPr kumimoji="1" lang="en-US" altLang="zh-CN" b="1" i="1" baseline="-25000">
                <a:solidFill>
                  <a:srgbClr val="0070C0"/>
                </a:solidFill>
                <a:latin typeface="Times New Roman" panose="02020603050405020304" pitchFamily="18" charset="0"/>
              </a:rPr>
              <a:t>2</a:t>
            </a:r>
            <a:r>
              <a:rPr kumimoji="1" lang="en-US" altLang="zh-CN" b="1">
                <a:solidFill>
                  <a:srgbClr val="0070C0"/>
                </a:solidFill>
                <a:latin typeface="Times New Roman" panose="02020603050405020304" pitchFamily="18" charset="0"/>
              </a:rPr>
              <a:t>:</a:t>
            </a:r>
          </a:p>
          <a:p>
            <a:pPr>
              <a:defRPr/>
            </a:pPr>
            <a:r>
              <a:rPr kumimoji="1" lang="en-US" altLang="zh-CN" b="1" i="1">
                <a:solidFill>
                  <a:srgbClr val="0070C0"/>
                </a:solidFill>
                <a:latin typeface="Times New Roman" panose="02020603050405020304" pitchFamily="18" charset="0"/>
              </a:rPr>
              <a:t>S→L</a:t>
            </a:r>
            <a:r>
              <a:rPr lang="en-US" altLang="zh-CN" b="1" i="1">
                <a:solidFill>
                  <a:srgbClr val="0070C0"/>
                </a:solidFill>
                <a:latin typeface="Times New Roman" panose="02020603050405020304" pitchFamily="18" charset="0"/>
                <a:cs typeface="Times New Roman" panose="02020603050405020304" pitchFamily="18" charset="0"/>
              </a:rPr>
              <a:t>·</a:t>
            </a:r>
            <a:r>
              <a:rPr kumimoji="1" lang="en-US" altLang="zh-CN" b="1" i="1">
                <a:solidFill>
                  <a:srgbClr val="0070C0"/>
                </a:solidFill>
                <a:latin typeface="Times New Roman" panose="02020603050405020304" pitchFamily="18" charset="0"/>
              </a:rPr>
              <a:t>=R , </a:t>
            </a:r>
            <a:r>
              <a:rPr kumimoji="1" lang="en-US" altLang="zh-CN" b="1">
                <a:solidFill>
                  <a:srgbClr val="0070C0"/>
                </a:solidFill>
                <a:latin typeface="华文楷体" panose="02010600040101010101" pitchFamily="2" charset="-122"/>
              </a:rPr>
              <a:t>$</a:t>
            </a:r>
            <a:endParaRPr kumimoji="1" lang="en-US" altLang="zh-CN" b="1" i="1">
              <a:solidFill>
                <a:srgbClr val="0070C0"/>
              </a:solidFill>
              <a:latin typeface="Times New Roman" panose="02020603050405020304" pitchFamily="18" charset="0"/>
            </a:endParaRPr>
          </a:p>
          <a:p>
            <a:pPr>
              <a:defRPr/>
            </a:pPr>
            <a:r>
              <a:rPr kumimoji="1" lang="en-US" altLang="zh-CN" b="1" i="1">
                <a:solidFill>
                  <a:srgbClr val="0070C0"/>
                </a:solidFill>
                <a:latin typeface="Times New Roman" panose="02020603050405020304" pitchFamily="18" charset="0"/>
              </a:rPr>
              <a:t>R→L</a:t>
            </a:r>
            <a:r>
              <a:rPr lang="en-US" altLang="zh-CN" b="1" i="1">
                <a:solidFill>
                  <a:srgbClr val="0070C0"/>
                </a:solidFill>
                <a:latin typeface="Times New Roman" panose="02020603050405020304" pitchFamily="18" charset="0"/>
                <a:cs typeface="Times New Roman" panose="02020603050405020304" pitchFamily="18" charset="0"/>
              </a:rPr>
              <a:t>·</a:t>
            </a:r>
            <a:r>
              <a:rPr kumimoji="1" lang="en-US" altLang="zh-CN" b="1" i="1">
                <a:solidFill>
                  <a:srgbClr val="0070C0"/>
                </a:solidFill>
                <a:latin typeface="Times New Roman" panose="02020603050405020304" pitchFamily="18" charset="0"/>
              </a:rPr>
              <a:t> , </a:t>
            </a:r>
            <a:r>
              <a:rPr kumimoji="1" lang="en-US" altLang="zh-CN" b="1">
                <a:solidFill>
                  <a:srgbClr val="0070C0"/>
                </a:solidFill>
                <a:latin typeface="华文楷体" panose="02010600040101010101" pitchFamily="2" charset="-122"/>
              </a:rPr>
              <a:t>$</a:t>
            </a:r>
            <a:endParaRPr kumimoji="1" lang="en-US" altLang="zh-CN" b="1" i="1">
              <a:solidFill>
                <a:srgbClr val="0070C0"/>
              </a:solidFill>
              <a:latin typeface="Times New Roman" panose="02020603050405020304" pitchFamily="18" charset="0"/>
            </a:endParaRPr>
          </a:p>
        </p:txBody>
      </p:sp>
      <p:sp>
        <p:nvSpPr>
          <p:cNvPr id="129039" name="Line 9"/>
          <p:cNvSpPr>
            <a:spLocks noChangeShapeType="1"/>
          </p:cNvSpPr>
          <p:nvPr/>
        </p:nvSpPr>
        <p:spPr bwMode="auto">
          <a:xfrm flipV="1">
            <a:off x="3295650" y="1365250"/>
            <a:ext cx="384175" cy="1588"/>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040" name="Text Box 10"/>
          <p:cNvSpPr txBox="1">
            <a:spLocks noChangeArrowheads="1"/>
          </p:cNvSpPr>
          <p:nvPr/>
        </p:nvSpPr>
        <p:spPr bwMode="auto">
          <a:xfrm>
            <a:off x="3327400" y="1000125"/>
            <a:ext cx="5032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dirty="0">
                <a:solidFill>
                  <a:srgbClr val="FF0000"/>
                </a:solidFill>
                <a:latin typeface="Times New Roman" panose="02020603050405020304" pitchFamily="18" charset="0"/>
              </a:rPr>
              <a:t>L</a:t>
            </a:r>
          </a:p>
        </p:txBody>
      </p:sp>
      <p:sp>
        <p:nvSpPr>
          <p:cNvPr id="129041" name="Text Box 11"/>
          <p:cNvSpPr txBox="1">
            <a:spLocks noChangeArrowheads="1"/>
          </p:cNvSpPr>
          <p:nvPr/>
        </p:nvSpPr>
        <p:spPr bwMode="auto">
          <a:xfrm>
            <a:off x="3719513" y="1781175"/>
            <a:ext cx="1223962" cy="64611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solidFill>
                  <a:srgbClr val="0070C0"/>
                </a:solidFill>
                <a:latin typeface="Times New Roman" panose="02020603050405020304" pitchFamily="18" charset="0"/>
              </a:rPr>
              <a:t>I</a:t>
            </a:r>
            <a:r>
              <a:rPr kumimoji="1" lang="en-US" altLang="zh-CN" b="1" i="1" baseline="-25000">
                <a:solidFill>
                  <a:srgbClr val="0070C0"/>
                </a:solidFill>
                <a:latin typeface="Times New Roman" panose="02020603050405020304" pitchFamily="18" charset="0"/>
              </a:rPr>
              <a:t>3</a:t>
            </a:r>
            <a:r>
              <a:rPr kumimoji="1" lang="en-US" altLang="zh-CN" b="1">
                <a:solidFill>
                  <a:srgbClr val="0070C0"/>
                </a:solidFill>
                <a:latin typeface="Times New Roman" panose="02020603050405020304" pitchFamily="18" charset="0"/>
              </a:rPr>
              <a:t>:</a:t>
            </a:r>
          </a:p>
          <a:p>
            <a:pPr>
              <a:defRPr/>
            </a:pPr>
            <a:r>
              <a:rPr kumimoji="1" lang="en-US" altLang="zh-CN" b="1" i="1">
                <a:solidFill>
                  <a:srgbClr val="0070C0"/>
                </a:solidFill>
                <a:latin typeface="Times New Roman" panose="02020603050405020304" pitchFamily="18" charset="0"/>
              </a:rPr>
              <a:t>S→R</a:t>
            </a:r>
            <a:r>
              <a:rPr lang="en-US" altLang="zh-CN" b="1" i="1">
                <a:solidFill>
                  <a:srgbClr val="0070C0"/>
                </a:solidFill>
                <a:latin typeface="Times New Roman" panose="02020603050405020304" pitchFamily="18" charset="0"/>
                <a:cs typeface="Times New Roman" panose="02020603050405020304" pitchFamily="18" charset="0"/>
              </a:rPr>
              <a:t> · </a:t>
            </a:r>
            <a:r>
              <a:rPr kumimoji="1" lang="en-US" altLang="zh-CN" b="1" i="1">
                <a:solidFill>
                  <a:srgbClr val="0070C0"/>
                </a:solidFill>
                <a:latin typeface="Times New Roman" panose="02020603050405020304" pitchFamily="18" charset="0"/>
              </a:rPr>
              <a:t>, </a:t>
            </a:r>
            <a:r>
              <a:rPr kumimoji="1" lang="en-US" altLang="zh-CN" b="1">
                <a:solidFill>
                  <a:srgbClr val="0070C0"/>
                </a:solidFill>
                <a:latin typeface="华文楷体" panose="02010600040101010101" pitchFamily="2" charset="-122"/>
              </a:rPr>
              <a:t>$</a:t>
            </a:r>
            <a:endParaRPr kumimoji="1" lang="en-US" altLang="zh-CN" b="1" i="1">
              <a:solidFill>
                <a:srgbClr val="0070C0"/>
              </a:solidFill>
              <a:latin typeface="Times New Roman" panose="02020603050405020304" pitchFamily="18" charset="0"/>
            </a:endParaRPr>
          </a:p>
        </p:txBody>
      </p:sp>
      <p:sp>
        <p:nvSpPr>
          <p:cNvPr id="129042" name="Line 12"/>
          <p:cNvSpPr>
            <a:spLocks noChangeShapeType="1"/>
          </p:cNvSpPr>
          <p:nvPr/>
        </p:nvSpPr>
        <p:spPr bwMode="auto">
          <a:xfrm>
            <a:off x="3317875" y="2139950"/>
            <a:ext cx="433388"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043" name="Text Box 13"/>
          <p:cNvSpPr txBox="1">
            <a:spLocks noChangeArrowheads="1"/>
          </p:cNvSpPr>
          <p:nvPr/>
        </p:nvSpPr>
        <p:spPr bwMode="auto">
          <a:xfrm>
            <a:off x="3319463" y="1770063"/>
            <a:ext cx="6096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R</a:t>
            </a:r>
          </a:p>
        </p:txBody>
      </p:sp>
      <p:sp>
        <p:nvSpPr>
          <p:cNvPr id="129045" name="Text Box 15"/>
          <p:cNvSpPr txBox="1">
            <a:spLocks noChangeArrowheads="1"/>
          </p:cNvSpPr>
          <p:nvPr/>
        </p:nvSpPr>
        <p:spPr bwMode="auto">
          <a:xfrm>
            <a:off x="5572125" y="4176713"/>
            <a:ext cx="1296988" cy="9239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dirty="0">
                <a:solidFill>
                  <a:srgbClr val="0070C0"/>
                </a:solidFill>
                <a:latin typeface="Times New Roman" panose="02020603050405020304" pitchFamily="18" charset="0"/>
              </a:rPr>
              <a:t>I</a:t>
            </a:r>
            <a:r>
              <a:rPr kumimoji="1" lang="en-US" altLang="zh-CN" b="1" i="1" baseline="-25000" dirty="0">
                <a:solidFill>
                  <a:srgbClr val="0070C0"/>
                </a:solidFill>
                <a:latin typeface="Times New Roman" panose="02020603050405020304" pitchFamily="18" charset="0"/>
              </a:rPr>
              <a:t>5</a:t>
            </a:r>
            <a:r>
              <a:rPr kumimoji="1" lang="en-US" altLang="zh-CN" b="1" dirty="0">
                <a:solidFill>
                  <a:srgbClr val="0070C0"/>
                </a:solidFill>
                <a:latin typeface="Times New Roman" panose="02020603050405020304" pitchFamily="18" charset="0"/>
              </a:rPr>
              <a:t>:</a:t>
            </a:r>
          </a:p>
          <a:p>
            <a:pPr>
              <a:defRPr/>
            </a:pPr>
            <a:r>
              <a:rPr kumimoji="1" lang="en-US" altLang="zh-CN" b="1" i="1" dirty="0" err="1">
                <a:solidFill>
                  <a:srgbClr val="0070C0"/>
                </a:solidFill>
                <a:latin typeface="Times New Roman" panose="02020603050405020304" pitchFamily="18" charset="0"/>
              </a:rPr>
              <a:t>L→</a:t>
            </a:r>
            <a:r>
              <a:rPr kumimoji="1" lang="en-US" altLang="zh-CN" b="1" dirty="0" err="1">
                <a:solidFill>
                  <a:srgbClr val="0070C0"/>
                </a:solidFill>
                <a:latin typeface="Times New Roman" panose="02020603050405020304" pitchFamily="18" charset="0"/>
              </a:rPr>
              <a:t>id</a:t>
            </a:r>
            <a:r>
              <a:rPr kumimoji="1" lang="en-US" altLang="zh-CN" b="1" dirty="0">
                <a:solidFill>
                  <a:srgbClr val="0070C0"/>
                </a:solidFill>
                <a:latin typeface="Times New Roman" panose="02020603050405020304" pitchFamily="18" charset="0"/>
              </a:rPr>
              <a:t> </a:t>
            </a:r>
            <a:r>
              <a:rPr lang="en-US" altLang="zh-CN" b="1" i="1" dirty="0">
                <a:solidFill>
                  <a:srgbClr val="0070C0"/>
                </a:solidFill>
                <a:latin typeface="Times New Roman" panose="02020603050405020304" pitchFamily="18" charset="0"/>
                <a:cs typeface="Times New Roman" panose="02020603050405020304" pitchFamily="18" charset="0"/>
              </a:rPr>
              <a:t>·</a:t>
            </a:r>
            <a:r>
              <a:rPr kumimoji="1" lang="zh-CN" altLang="en-US" b="1" i="1" dirty="0">
                <a:solidFill>
                  <a:srgbClr val="0070C0"/>
                </a:solidFill>
                <a:latin typeface="Times New Roman" panose="02020603050405020304" pitchFamily="18" charset="0"/>
              </a:rPr>
              <a:t> </a:t>
            </a:r>
            <a:r>
              <a:rPr kumimoji="1" lang="en-US" altLang="zh-CN" b="1" i="1" dirty="0">
                <a:solidFill>
                  <a:srgbClr val="0070C0"/>
                </a:solidFill>
                <a:latin typeface="Times New Roman" panose="02020603050405020304" pitchFamily="18" charset="0"/>
              </a:rPr>
              <a:t>, </a:t>
            </a:r>
            <a:r>
              <a:rPr kumimoji="1" lang="en-US" altLang="zh-CN" b="1" i="1" dirty="0">
                <a:solidFill>
                  <a:srgbClr val="FF0000"/>
                </a:solidFill>
                <a:latin typeface="Times New Roman" panose="02020603050405020304" pitchFamily="18" charset="0"/>
              </a:rPr>
              <a:t>=</a:t>
            </a:r>
          </a:p>
          <a:p>
            <a:pPr>
              <a:defRPr/>
            </a:pPr>
            <a:r>
              <a:rPr kumimoji="1" lang="en-US" altLang="zh-CN" b="1" i="1" dirty="0" err="1">
                <a:solidFill>
                  <a:srgbClr val="0070C0"/>
                </a:solidFill>
                <a:latin typeface="Times New Roman" panose="02020603050405020304" pitchFamily="18" charset="0"/>
              </a:rPr>
              <a:t>L→</a:t>
            </a:r>
            <a:r>
              <a:rPr kumimoji="1" lang="en-US" altLang="zh-CN" b="1" dirty="0" err="1">
                <a:solidFill>
                  <a:srgbClr val="0070C0"/>
                </a:solidFill>
                <a:latin typeface="Times New Roman" panose="02020603050405020304" pitchFamily="18" charset="0"/>
              </a:rPr>
              <a:t>id</a:t>
            </a:r>
            <a:r>
              <a:rPr kumimoji="1" lang="en-US" altLang="zh-CN" b="1" i="1" dirty="0">
                <a:solidFill>
                  <a:srgbClr val="0070C0"/>
                </a:solidFill>
                <a:latin typeface="Times New Roman" panose="02020603050405020304" pitchFamily="18" charset="0"/>
              </a:rPr>
              <a:t> </a:t>
            </a:r>
            <a:r>
              <a:rPr lang="en-US" altLang="zh-CN" b="1" i="1" dirty="0">
                <a:solidFill>
                  <a:srgbClr val="0070C0"/>
                </a:solidFill>
                <a:latin typeface="Times New Roman" panose="02020603050405020304" pitchFamily="18" charset="0"/>
                <a:cs typeface="Times New Roman" panose="02020603050405020304" pitchFamily="18" charset="0"/>
              </a:rPr>
              <a:t>·</a:t>
            </a:r>
            <a:r>
              <a:rPr kumimoji="1" lang="en-US" altLang="zh-CN" b="1" i="1" dirty="0">
                <a:solidFill>
                  <a:srgbClr val="0070C0"/>
                </a:solidFill>
                <a:latin typeface="Times New Roman" panose="02020603050405020304" pitchFamily="18" charset="0"/>
              </a:rPr>
              <a:t> , </a:t>
            </a:r>
            <a:r>
              <a:rPr kumimoji="1" lang="en-US" altLang="zh-CN" b="1" dirty="0">
                <a:solidFill>
                  <a:srgbClr val="FF0000"/>
                </a:solidFill>
                <a:latin typeface="华文楷体" panose="02010600040101010101" pitchFamily="2" charset="-122"/>
              </a:rPr>
              <a:t>$</a:t>
            </a:r>
            <a:endParaRPr kumimoji="1" lang="en-US" altLang="zh-CN" b="1" i="1" dirty="0">
              <a:solidFill>
                <a:srgbClr val="FF0000"/>
              </a:solidFill>
              <a:latin typeface="Times New Roman" panose="02020603050405020304" pitchFamily="18" charset="0"/>
            </a:endParaRPr>
          </a:p>
        </p:txBody>
      </p:sp>
      <p:sp>
        <p:nvSpPr>
          <p:cNvPr id="129046" name="Text Box 16"/>
          <p:cNvSpPr txBox="1">
            <a:spLocks noChangeArrowheads="1"/>
          </p:cNvSpPr>
          <p:nvPr/>
        </p:nvSpPr>
        <p:spPr bwMode="auto">
          <a:xfrm>
            <a:off x="3362325" y="2959100"/>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dirty="0">
                <a:solidFill>
                  <a:srgbClr val="FF0000"/>
                </a:solidFill>
                <a:latin typeface="Times New Roman" panose="02020603050405020304" pitchFamily="18" charset="0"/>
              </a:rPr>
              <a:t>*</a:t>
            </a:r>
          </a:p>
        </p:txBody>
      </p:sp>
      <p:sp>
        <p:nvSpPr>
          <p:cNvPr id="129047" name="Text Box 17"/>
          <p:cNvSpPr txBox="1">
            <a:spLocks noChangeArrowheads="1"/>
          </p:cNvSpPr>
          <p:nvPr/>
        </p:nvSpPr>
        <p:spPr bwMode="auto">
          <a:xfrm>
            <a:off x="2801938" y="3951288"/>
            <a:ext cx="533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a:solidFill>
                  <a:schemeClr val="tx1"/>
                </a:solidFill>
                <a:latin typeface="Times New Roman" panose="02020603050405020304" pitchFamily="18" charset="0"/>
              </a:rPr>
              <a:t>id</a:t>
            </a:r>
          </a:p>
        </p:txBody>
      </p:sp>
      <p:sp>
        <p:nvSpPr>
          <p:cNvPr id="129048" name="Text Box 18"/>
          <p:cNvSpPr txBox="1">
            <a:spLocks noChangeArrowheads="1"/>
          </p:cNvSpPr>
          <p:nvPr/>
        </p:nvSpPr>
        <p:spPr bwMode="auto">
          <a:xfrm>
            <a:off x="5572125" y="555625"/>
            <a:ext cx="1485900" cy="147796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latin typeface="Times New Roman" panose="02020603050405020304" pitchFamily="18" charset="0"/>
              </a:rPr>
              <a:t>I</a:t>
            </a:r>
            <a:r>
              <a:rPr kumimoji="1" lang="en-US" altLang="zh-CN" b="1" i="1" baseline="-25000">
                <a:latin typeface="Times New Roman" panose="02020603050405020304" pitchFamily="18" charset="0"/>
              </a:rPr>
              <a:t>6</a:t>
            </a:r>
            <a:r>
              <a:rPr kumimoji="1" lang="en-US" altLang="zh-CN" b="1">
                <a:latin typeface="Times New Roman" panose="02020603050405020304" pitchFamily="18" charset="0"/>
              </a:rPr>
              <a:t>:</a:t>
            </a:r>
          </a:p>
          <a:p>
            <a:pPr>
              <a:defRPr/>
            </a:pPr>
            <a:r>
              <a:rPr kumimoji="1" lang="en-US" altLang="zh-CN" b="1" i="1">
                <a:latin typeface="Times New Roman" panose="02020603050405020304" pitchFamily="18" charset="0"/>
              </a:rPr>
              <a:t>S→L=</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i="1">
                <a:latin typeface="Times New Roman" panose="02020603050405020304" pitchFamily="18" charset="0"/>
              </a:rPr>
              <a:t>R , </a:t>
            </a:r>
            <a:r>
              <a:rPr kumimoji="1" lang="en-US" altLang="zh-CN" b="1">
                <a:latin typeface="华文楷体" panose="02010600040101010101" pitchFamily="2" charset="-122"/>
              </a:rPr>
              <a:t>$</a:t>
            </a:r>
            <a:endParaRPr kumimoji="1" lang="en-US" altLang="zh-CN" b="1" i="1">
              <a:latin typeface="Times New Roman" panose="02020603050405020304" pitchFamily="18" charset="0"/>
            </a:endParaRPr>
          </a:p>
          <a:p>
            <a:pPr>
              <a:defRPr/>
            </a:pPr>
            <a:r>
              <a:rPr kumimoji="1" lang="en-US" altLang="zh-CN" b="1" i="1">
                <a:latin typeface="Times New Roman" panose="02020603050405020304" pitchFamily="18" charset="0"/>
              </a:rPr>
              <a:t>R→</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i="1">
                <a:latin typeface="Times New Roman" panose="02020603050405020304" pitchFamily="18" charset="0"/>
              </a:rPr>
              <a:t>L , </a:t>
            </a:r>
            <a:r>
              <a:rPr kumimoji="1" lang="en-US" altLang="zh-CN" b="1">
                <a:latin typeface="华文楷体" panose="02010600040101010101" pitchFamily="2" charset="-122"/>
              </a:rPr>
              <a:t>$</a:t>
            </a:r>
            <a:endParaRPr kumimoji="1" lang="en-US" altLang="zh-CN" b="1" i="1">
              <a:latin typeface="Times New Roman" panose="02020603050405020304" pitchFamily="18" charset="0"/>
            </a:endParaRPr>
          </a:p>
          <a:p>
            <a:pPr>
              <a:defRPr/>
            </a:pPr>
            <a:r>
              <a:rPr kumimoji="1" lang="en-US" altLang="zh-CN" b="1" i="1">
                <a:latin typeface="Times New Roman" panose="02020603050405020304" pitchFamily="18" charset="0"/>
              </a:rPr>
              <a:t>L→</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i="1">
                <a:latin typeface="Times New Roman" panose="02020603050405020304" pitchFamily="18" charset="0"/>
              </a:rPr>
              <a:t>*R , </a:t>
            </a:r>
            <a:r>
              <a:rPr kumimoji="1" lang="en-US" altLang="zh-CN" b="1">
                <a:latin typeface="华文楷体" panose="02010600040101010101" pitchFamily="2" charset="-122"/>
              </a:rPr>
              <a:t>$</a:t>
            </a:r>
            <a:endParaRPr kumimoji="1" lang="en-US" altLang="zh-CN" b="1" i="1">
              <a:latin typeface="Times New Roman" panose="02020603050405020304" pitchFamily="18" charset="0"/>
            </a:endParaRPr>
          </a:p>
          <a:p>
            <a:pPr>
              <a:defRPr/>
            </a:pPr>
            <a:r>
              <a:rPr kumimoji="1" lang="en-US" altLang="zh-CN" b="1" i="1">
                <a:latin typeface="Times New Roman" panose="02020603050405020304" pitchFamily="18" charset="0"/>
              </a:rPr>
              <a:t>L→</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a:latin typeface="Times New Roman" panose="02020603050405020304" pitchFamily="18" charset="0"/>
              </a:rPr>
              <a:t>id</a:t>
            </a:r>
            <a:r>
              <a:rPr kumimoji="1" lang="en-US" altLang="zh-CN" b="1" i="1">
                <a:latin typeface="Times New Roman" panose="02020603050405020304" pitchFamily="18" charset="0"/>
              </a:rPr>
              <a:t> , </a:t>
            </a:r>
            <a:r>
              <a:rPr kumimoji="1" lang="en-US" altLang="zh-CN" b="1">
                <a:latin typeface="华文楷体" panose="02010600040101010101" pitchFamily="2" charset="-122"/>
              </a:rPr>
              <a:t>$</a:t>
            </a:r>
            <a:endParaRPr kumimoji="1" lang="en-US" altLang="zh-CN" b="1" i="1">
              <a:latin typeface="Times New Roman" panose="02020603050405020304" pitchFamily="18" charset="0"/>
            </a:endParaRPr>
          </a:p>
        </p:txBody>
      </p:sp>
      <p:sp>
        <p:nvSpPr>
          <p:cNvPr id="129049" name="Line 19"/>
          <p:cNvSpPr>
            <a:spLocks noChangeShapeType="1"/>
          </p:cNvSpPr>
          <p:nvPr/>
        </p:nvSpPr>
        <p:spPr bwMode="auto">
          <a:xfrm flipV="1">
            <a:off x="5121275" y="1198563"/>
            <a:ext cx="430213"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050" name="Text Box 20"/>
          <p:cNvSpPr txBox="1">
            <a:spLocks noChangeArrowheads="1"/>
          </p:cNvSpPr>
          <p:nvPr/>
        </p:nvSpPr>
        <p:spPr bwMode="auto">
          <a:xfrm>
            <a:off x="5154613" y="779463"/>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chemeClr val="tx1"/>
                </a:solidFill>
                <a:latin typeface="Times New Roman" panose="02020603050405020304" pitchFamily="18" charset="0"/>
              </a:rPr>
              <a:t>=</a:t>
            </a:r>
          </a:p>
        </p:txBody>
      </p:sp>
      <p:sp>
        <p:nvSpPr>
          <p:cNvPr id="129051" name="Text Box 21"/>
          <p:cNvSpPr txBox="1">
            <a:spLocks noChangeArrowheads="1"/>
          </p:cNvSpPr>
          <p:nvPr/>
        </p:nvSpPr>
        <p:spPr bwMode="auto">
          <a:xfrm>
            <a:off x="5572125" y="2149475"/>
            <a:ext cx="1296988" cy="9239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dirty="0">
                <a:solidFill>
                  <a:srgbClr val="0070C0"/>
                </a:solidFill>
                <a:latin typeface="Times New Roman" panose="02020603050405020304" pitchFamily="18" charset="0"/>
              </a:rPr>
              <a:t>I</a:t>
            </a:r>
            <a:r>
              <a:rPr kumimoji="1" lang="en-US" altLang="zh-CN" b="1" i="1" baseline="-25000" dirty="0">
                <a:solidFill>
                  <a:srgbClr val="0070C0"/>
                </a:solidFill>
                <a:latin typeface="Times New Roman" panose="02020603050405020304" pitchFamily="18" charset="0"/>
              </a:rPr>
              <a:t>7</a:t>
            </a:r>
            <a:r>
              <a:rPr kumimoji="1" lang="en-US" altLang="zh-CN" b="1" dirty="0">
                <a:solidFill>
                  <a:srgbClr val="0070C0"/>
                </a:solidFill>
                <a:latin typeface="Times New Roman" panose="02020603050405020304" pitchFamily="18" charset="0"/>
              </a:rPr>
              <a:t>:</a:t>
            </a:r>
          </a:p>
          <a:p>
            <a:pPr>
              <a:defRPr/>
            </a:pPr>
            <a:r>
              <a:rPr kumimoji="1" lang="en-US" altLang="zh-CN" b="1" i="1" dirty="0">
                <a:solidFill>
                  <a:srgbClr val="0070C0"/>
                </a:solidFill>
                <a:latin typeface="Times New Roman" panose="02020603050405020304" pitchFamily="18" charset="0"/>
              </a:rPr>
              <a:t>L→*R</a:t>
            </a:r>
            <a:r>
              <a:rPr lang="en-US" altLang="zh-CN" b="1" i="1" dirty="0">
                <a:solidFill>
                  <a:srgbClr val="0070C0"/>
                </a:solidFill>
                <a:latin typeface="Times New Roman" panose="02020603050405020304" pitchFamily="18" charset="0"/>
                <a:cs typeface="Times New Roman" panose="02020603050405020304" pitchFamily="18" charset="0"/>
              </a:rPr>
              <a:t> ·</a:t>
            </a:r>
            <a:r>
              <a:rPr kumimoji="1" lang="zh-CN" altLang="en-US" b="1" i="1" dirty="0">
                <a:solidFill>
                  <a:srgbClr val="0070C0"/>
                </a:solidFill>
                <a:latin typeface="Times New Roman" panose="02020603050405020304" pitchFamily="18" charset="0"/>
              </a:rPr>
              <a:t> </a:t>
            </a:r>
            <a:r>
              <a:rPr kumimoji="1" lang="en-US" altLang="zh-CN" b="1" i="1" dirty="0">
                <a:solidFill>
                  <a:srgbClr val="0070C0"/>
                </a:solidFill>
                <a:latin typeface="Times New Roman" panose="02020603050405020304" pitchFamily="18" charset="0"/>
              </a:rPr>
              <a:t>, </a:t>
            </a:r>
            <a:r>
              <a:rPr kumimoji="1" lang="en-US" altLang="zh-CN" b="1" i="1" dirty="0">
                <a:solidFill>
                  <a:srgbClr val="FF0000"/>
                </a:solidFill>
                <a:latin typeface="Times New Roman" panose="02020603050405020304" pitchFamily="18" charset="0"/>
              </a:rPr>
              <a:t>=</a:t>
            </a:r>
          </a:p>
          <a:p>
            <a:pPr>
              <a:defRPr/>
            </a:pPr>
            <a:r>
              <a:rPr kumimoji="1" lang="en-US" altLang="zh-CN" b="1" i="1" dirty="0">
                <a:solidFill>
                  <a:srgbClr val="0070C0"/>
                </a:solidFill>
                <a:latin typeface="Times New Roman" panose="02020603050405020304" pitchFamily="18" charset="0"/>
              </a:rPr>
              <a:t>L→*R</a:t>
            </a:r>
            <a:r>
              <a:rPr lang="en-US" altLang="zh-CN" b="1" i="1" dirty="0">
                <a:solidFill>
                  <a:srgbClr val="0070C0"/>
                </a:solidFill>
                <a:latin typeface="Times New Roman" panose="02020603050405020304" pitchFamily="18" charset="0"/>
                <a:cs typeface="Times New Roman" panose="02020603050405020304" pitchFamily="18" charset="0"/>
              </a:rPr>
              <a:t> ·</a:t>
            </a:r>
            <a:r>
              <a:rPr kumimoji="1" lang="en-US" altLang="zh-CN" b="1" i="1" dirty="0">
                <a:solidFill>
                  <a:srgbClr val="0070C0"/>
                </a:solidFill>
                <a:latin typeface="Times New Roman" panose="02020603050405020304" pitchFamily="18" charset="0"/>
              </a:rPr>
              <a:t> , </a:t>
            </a:r>
            <a:r>
              <a:rPr kumimoji="1" lang="en-US" altLang="zh-CN" b="1" dirty="0">
                <a:solidFill>
                  <a:srgbClr val="FF0000"/>
                </a:solidFill>
                <a:latin typeface="华文楷体" panose="02010600040101010101" pitchFamily="2" charset="-122"/>
              </a:rPr>
              <a:t>$</a:t>
            </a:r>
            <a:endParaRPr kumimoji="1" lang="en-US" altLang="zh-CN" b="1" i="1" dirty="0">
              <a:solidFill>
                <a:srgbClr val="FF0000"/>
              </a:solidFill>
              <a:latin typeface="Times New Roman" panose="02020603050405020304" pitchFamily="18" charset="0"/>
            </a:endParaRPr>
          </a:p>
        </p:txBody>
      </p:sp>
      <p:sp>
        <p:nvSpPr>
          <p:cNvPr id="129052" name="Line 22"/>
          <p:cNvSpPr>
            <a:spLocks noChangeShapeType="1"/>
          </p:cNvSpPr>
          <p:nvPr/>
        </p:nvSpPr>
        <p:spPr bwMode="auto">
          <a:xfrm flipV="1">
            <a:off x="4956175" y="2671763"/>
            <a:ext cx="604838"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053" name="Text Box 23"/>
          <p:cNvSpPr txBox="1">
            <a:spLocks noChangeArrowheads="1"/>
          </p:cNvSpPr>
          <p:nvPr/>
        </p:nvSpPr>
        <p:spPr bwMode="auto">
          <a:xfrm>
            <a:off x="5094288" y="2346325"/>
            <a:ext cx="457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R</a:t>
            </a:r>
          </a:p>
        </p:txBody>
      </p:sp>
      <p:sp>
        <p:nvSpPr>
          <p:cNvPr id="129054" name="Text Box 24"/>
          <p:cNvSpPr txBox="1">
            <a:spLocks noChangeArrowheads="1"/>
          </p:cNvSpPr>
          <p:nvPr/>
        </p:nvSpPr>
        <p:spPr bwMode="auto">
          <a:xfrm>
            <a:off x="5562600" y="3165475"/>
            <a:ext cx="1296988" cy="9239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dirty="0">
                <a:solidFill>
                  <a:srgbClr val="0070C0"/>
                </a:solidFill>
                <a:latin typeface="Times New Roman" panose="02020603050405020304" pitchFamily="18" charset="0"/>
              </a:rPr>
              <a:t>I</a:t>
            </a:r>
            <a:r>
              <a:rPr kumimoji="1" lang="en-US" altLang="zh-CN" b="1" i="1" baseline="-25000" dirty="0">
                <a:solidFill>
                  <a:srgbClr val="0070C0"/>
                </a:solidFill>
                <a:latin typeface="Times New Roman" panose="02020603050405020304" pitchFamily="18" charset="0"/>
              </a:rPr>
              <a:t>8</a:t>
            </a:r>
            <a:r>
              <a:rPr kumimoji="1" lang="en-US" altLang="zh-CN" b="1" dirty="0">
                <a:solidFill>
                  <a:srgbClr val="0070C0"/>
                </a:solidFill>
                <a:latin typeface="Times New Roman" panose="02020603050405020304" pitchFamily="18" charset="0"/>
              </a:rPr>
              <a:t>:</a:t>
            </a:r>
          </a:p>
          <a:p>
            <a:pPr>
              <a:defRPr/>
            </a:pPr>
            <a:r>
              <a:rPr kumimoji="1" lang="en-US" altLang="zh-CN" b="1" i="1" dirty="0">
                <a:solidFill>
                  <a:srgbClr val="0070C0"/>
                </a:solidFill>
                <a:latin typeface="Times New Roman" panose="02020603050405020304" pitchFamily="18" charset="0"/>
              </a:rPr>
              <a:t>R→L</a:t>
            </a:r>
            <a:r>
              <a:rPr lang="en-US" altLang="zh-CN" b="1" i="1" dirty="0">
                <a:solidFill>
                  <a:srgbClr val="0070C0"/>
                </a:solidFill>
                <a:latin typeface="Times New Roman" panose="02020603050405020304" pitchFamily="18" charset="0"/>
                <a:cs typeface="Times New Roman" panose="02020603050405020304" pitchFamily="18" charset="0"/>
              </a:rPr>
              <a:t> ·</a:t>
            </a:r>
            <a:r>
              <a:rPr kumimoji="1" lang="zh-CN" altLang="en-US" b="1" i="1" dirty="0">
                <a:solidFill>
                  <a:srgbClr val="0070C0"/>
                </a:solidFill>
                <a:latin typeface="Times New Roman" panose="02020603050405020304" pitchFamily="18" charset="0"/>
              </a:rPr>
              <a:t> </a:t>
            </a:r>
            <a:r>
              <a:rPr kumimoji="1" lang="en-US" altLang="zh-CN" b="1" i="1" dirty="0">
                <a:solidFill>
                  <a:srgbClr val="0070C0"/>
                </a:solidFill>
                <a:latin typeface="Times New Roman" panose="02020603050405020304" pitchFamily="18" charset="0"/>
              </a:rPr>
              <a:t>, </a:t>
            </a:r>
            <a:r>
              <a:rPr kumimoji="1" lang="en-US" altLang="zh-CN" b="1" i="1" dirty="0">
                <a:solidFill>
                  <a:srgbClr val="FF0000"/>
                </a:solidFill>
                <a:latin typeface="Times New Roman" panose="02020603050405020304" pitchFamily="18" charset="0"/>
              </a:rPr>
              <a:t>=</a:t>
            </a:r>
          </a:p>
          <a:p>
            <a:pPr>
              <a:defRPr/>
            </a:pPr>
            <a:r>
              <a:rPr kumimoji="1" lang="en-US" altLang="zh-CN" b="1" i="1" dirty="0">
                <a:solidFill>
                  <a:srgbClr val="0070C0"/>
                </a:solidFill>
                <a:latin typeface="Times New Roman" panose="02020603050405020304" pitchFamily="18" charset="0"/>
              </a:rPr>
              <a:t>R→L</a:t>
            </a:r>
            <a:r>
              <a:rPr lang="en-US" altLang="zh-CN" b="1" i="1" dirty="0">
                <a:solidFill>
                  <a:srgbClr val="0070C0"/>
                </a:solidFill>
                <a:latin typeface="Times New Roman" panose="02020603050405020304" pitchFamily="18" charset="0"/>
                <a:cs typeface="Times New Roman" panose="02020603050405020304" pitchFamily="18" charset="0"/>
              </a:rPr>
              <a:t> ·</a:t>
            </a:r>
            <a:r>
              <a:rPr kumimoji="1" lang="en-US" altLang="zh-CN" b="1" i="1" dirty="0">
                <a:solidFill>
                  <a:srgbClr val="0070C0"/>
                </a:solidFill>
                <a:latin typeface="Times New Roman" panose="02020603050405020304" pitchFamily="18" charset="0"/>
              </a:rPr>
              <a:t> , </a:t>
            </a:r>
            <a:r>
              <a:rPr kumimoji="1" lang="en-US" altLang="zh-CN" b="1" dirty="0">
                <a:solidFill>
                  <a:srgbClr val="FF0000"/>
                </a:solidFill>
                <a:latin typeface="华文楷体" panose="02010600040101010101" pitchFamily="2" charset="-122"/>
              </a:rPr>
              <a:t>$</a:t>
            </a:r>
            <a:endParaRPr kumimoji="1" lang="en-US" altLang="zh-CN" b="1" i="1" dirty="0">
              <a:solidFill>
                <a:srgbClr val="FF0000"/>
              </a:solidFill>
              <a:latin typeface="Times New Roman" panose="02020603050405020304" pitchFamily="18" charset="0"/>
            </a:endParaRPr>
          </a:p>
        </p:txBody>
      </p:sp>
      <p:sp>
        <p:nvSpPr>
          <p:cNvPr id="129055" name="Line 25"/>
          <p:cNvSpPr>
            <a:spLocks noChangeShapeType="1"/>
          </p:cNvSpPr>
          <p:nvPr/>
        </p:nvSpPr>
        <p:spPr bwMode="auto">
          <a:xfrm>
            <a:off x="4933950" y="3736975"/>
            <a:ext cx="6477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056" name="Text Box 26"/>
          <p:cNvSpPr txBox="1">
            <a:spLocks noChangeArrowheads="1"/>
          </p:cNvSpPr>
          <p:nvPr/>
        </p:nvSpPr>
        <p:spPr bwMode="auto">
          <a:xfrm>
            <a:off x="5078413" y="3363913"/>
            <a:ext cx="381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dirty="0">
                <a:solidFill>
                  <a:srgbClr val="FF0000"/>
                </a:solidFill>
                <a:latin typeface="Times New Roman" panose="02020603050405020304" pitchFamily="18" charset="0"/>
              </a:rPr>
              <a:t>L</a:t>
            </a:r>
          </a:p>
        </p:txBody>
      </p:sp>
      <p:sp>
        <p:nvSpPr>
          <p:cNvPr id="129057" name="Text Box 27"/>
          <p:cNvSpPr txBox="1">
            <a:spLocks noChangeArrowheads="1"/>
          </p:cNvSpPr>
          <p:nvPr/>
        </p:nvSpPr>
        <p:spPr bwMode="auto">
          <a:xfrm>
            <a:off x="7408863" y="109538"/>
            <a:ext cx="1512887" cy="64611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dirty="0">
                <a:solidFill>
                  <a:srgbClr val="0070C0"/>
                </a:solidFill>
                <a:latin typeface="Times New Roman" panose="02020603050405020304" pitchFamily="18" charset="0"/>
              </a:rPr>
              <a:t>I</a:t>
            </a:r>
            <a:r>
              <a:rPr kumimoji="1" lang="en-US" altLang="zh-CN" b="1" i="1" baseline="-25000" dirty="0">
                <a:solidFill>
                  <a:srgbClr val="0070C0"/>
                </a:solidFill>
                <a:latin typeface="Times New Roman" panose="02020603050405020304" pitchFamily="18" charset="0"/>
              </a:rPr>
              <a:t>9</a:t>
            </a:r>
            <a:r>
              <a:rPr kumimoji="1" lang="en-US" altLang="zh-CN" b="1" dirty="0">
                <a:solidFill>
                  <a:srgbClr val="0070C0"/>
                </a:solidFill>
                <a:latin typeface="Times New Roman" panose="02020603050405020304" pitchFamily="18" charset="0"/>
              </a:rPr>
              <a:t>:</a:t>
            </a:r>
          </a:p>
          <a:p>
            <a:pPr>
              <a:defRPr/>
            </a:pPr>
            <a:r>
              <a:rPr kumimoji="1" lang="en-US" altLang="zh-CN" b="1" i="1" dirty="0">
                <a:solidFill>
                  <a:srgbClr val="0070C0"/>
                </a:solidFill>
                <a:latin typeface="Times New Roman" panose="02020603050405020304" pitchFamily="18" charset="0"/>
              </a:rPr>
              <a:t>S→L=R</a:t>
            </a:r>
            <a:r>
              <a:rPr lang="en-US" altLang="zh-CN" b="1" i="1" dirty="0">
                <a:solidFill>
                  <a:srgbClr val="0070C0"/>
                </a:solidFill>
                <a:latin typeface="Times New Roman" panose="02020603050405020304" pitchFamily="18" charset="0"/>
                <a:cs typeface="Times New Roman" panose="02020603050405020304" pitchFamily="18" charset="0"/>
              </a:rPr>
              <a:t> ·</a:t>
            </a:r>
            <a:r>
              <a:rPr kumimoji="1" lang="en-US" altLang="zh-CN" b="1" i="1" dirty="0">
                <a:solidFill>
                  <a:srgbClr val="0070C0"/>
                </a:solidFill>
                <a:latin typeface="Times New Roman" panose="02020603050405020304" pitchFamily="18" charset="0"/>
              </a:rPr>
              <a:t> , </a:t>
            </a:r>
            <a:r>
              <a:rPr kumimoji="1" lang="en-US" altLang="zh-CN" b="1" dirty="0">
                <a:solidFill>
                  <a:srgbClr val="0070C0"/>
                </a:solidFill>
                <a:latin typeface="华文楷体" panose="02010600040101010101" pitchFamily="2" charset="-122"/>
              </a:rPr>
              <a:t>$</a:t>
            </a:r>
            <a:endParaRPr kumimoji="1" lang="en-US" altLang="zh-CN" b="1" i="1" dirty="0">
              <a:solidFill>
                <a:srgbClr val="0070C0"/>
              </a:solidFill>
              <a:latin typeface="Times New Roman" panose="02020603050405020304" pitchFamily="18" charset="0"/>
            </a:endParaRPr>
          </a:p>
        </p:txBody>
      </p:sp>
      <p:sp>
        <p:nvSpPr>
          <p:cNvPr id="129058" name="Line 28"/>
          <p:cNvSpPr>
            <a:spLocks noChangeShapeType="1"/>
          </p:cNvSpPr>
          <p:nvPr/>
        </p:nvSpPr>
        <p:spPr bwMode="auto">
          <a:xfrm>
            <a:off x="7065963" y="636588"/>
            <a:ext cx="36195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059" name="Text Box 29"/>
          <p:cNvSpPr txBox="1">
            <a:spLocks noChangeArrowheads="1"/>
          </p:cNvSpPr>
          <p:nvPr/>
        </p:nvSpPr>
        <p:spPr bwMode="auto">
          <a:xfrm>
            <a:off x="7034213" y="258763"/>
            <a:ext cx="5334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R</a:t>
            </a:r>
          </a:p>
        </p:txBody>
      </p:sp>
      <p:sp>
        <p:nvSpPr>
          <p:cNvPr id="129062" name="Text Box 32"/>
          <p:cNvSpPr txBox="1">
            <a:spLocks noChangeArrowheads="1"/>
          </p:cNvSpPr>
          <p:nvPr/>
        </p:nvSpPr>
        <p:spPr bwMode="auto">
          <a:xfrm>
            <a:off x="7064375" y="2346325"/>
            <a:ext cx="5032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a:solidFill>
                  <a:schemeClr val="tx1"/>
                </a:solidFill>
                <a:latin typeface="Times New Roman" panose="02020603050405020304" pitchFamily="18" charset="0"/>
              </a:rPr>
              <a:t>id</a:t>
            </a:r>
          </a:p>
        </p:txBody>
      </p:sp>
      <p:sp>
        <p:nvSpPr>
          <p:cNvPr id="129063" name="Text Box 33"/>
          <p:cNvSpPr txBox="1">
            <a:spLocks noChangeArrowheads="1"/>
          </p:cNvSpPr>
          <p:nvPr/>
        </p:nvSpPr>
        <p:spPr bwMode="auto">
          <a:xfrm>
            <a:off x="3101975" y="673100"/>
            <a:ext cx="533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S</a:t>
            </a:r>
          </a:p>
        </p:txBody>
      </p:sp>
      <p:sp>
        <p:nvSpPr>
          <p:cNvPr id="129064" name="Line 34"/>
          <p:cNvSpPr>
            <a:spLocks noChangeShapeType="1"/>
          </p:cNvSpPr>
          <p:nvPr/>
        </p:nvSpPr>
        <p:spPr bwMode="auto">
          <a:xfrm>
            <a:off x="4946650" y="4427538"/>
            <a:ext cx="638175"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065" name="Text Box 35"/>
          <p:cNvSpPr txBox="1">
            <a:spLocks noChangeArrowheads="1"/>
          </p:cNvSpPr>
          <p:nvPr/>
        </p:nvSpPr>
        <p:spPr bwMode="auto">
          <a:xfrm>
            <a:off x="5046663" y="4084638"/>
            <a:ext cx="4079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a:solidFill>
                  <a:schemeClr val="tx1"/>
                </a:solidFill>
                <a:latin typeface="Times New Roman" panose="02020603050405020304" pitchFamily="18" charset="0"/>
              </a:rPr>
              <a:t>id</a:t>
            </a:r>
          </a:p>
        </p:txBody>
      </p:sp>
      <p:sp>
        <p:nvSpPr>
          <p:cNvPr id="129067" name="Text Box 40"/>
          <p:cNvSpPr txBox="1">
            <a:spLocks noChangeArrowheads="1"/>
          </p:cNvSpPr>
          <p:nvPr/>
        </p:nvSpPr>
        <p:spPr bwMode="auto">
          <a:xfrm>
            <a:off x="3384550" y="3625850"/>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chemeClr val="tx1"/>
                </a:solidFill>
                <a:latin typeface="Times New Roman" panose="02020603050405020304" pitchFamily="18" charset="0"/>
              </a:rPr>
              <a:t>*</a:t>
            </a:r>
          </a:p>
        </p:txBody>
      </p:sp>
      <p:sp>
        <p:nvSpPr>
          <p:cNvPr id="129068" name="Line 41"/>
          <p:cNvSpPr>
            <a:spLocks noChangeShapeType="1"/>
          </p:cNvSpPr>
          <p:nvPr/>
        </p:nvSpPr>
        <p:spPr bwMode="auto">
          <a:xfrm>
            <a:off x="3327400" y="3295650"/>
            <a:ext cx="423863" cy="0"/>
          </a:xfrm>
          <a:prstGeom prst="line">
            <a:avLst/>
          </a:prstGeom>
          <a:noFill/>
          <a:ln w="412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069" name="Text Box 42"/>
          <p:cNvSpPr txBox="1">
            <a:spLocks noChangeArrowheads="1"/>
          </p:cNvSpPr>
          <p:nvPr/>
        </p:nvSpPr>
        <p:spPr bwMode="auto">
          <a:xfrm>
            <a:off x="7413625" y="844550"/>
            <a:ext cx="1296988" cy="64611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solidFill>
                  <a:srgbClr val="0070C0"/>
                </a:solidFill>
                <a:latin typeface="Times New Roman" panose="02020603050405020304" pitchFamily="18" charset="0"/>
              </a:rPr>
              <a:t>I</a:t>
            </a:r>
            <a:r>
              <a:rPr kumimoji="1" lang="en-US" altLang="zh-CN" b="1" i="1" baseline="-25000">
                <a:solidFill>
                  <a:srgbClr val="0070C0"/>
                </a:solidFill>
                <a:latin typeface="Times New Roman" panose="02020603050405020304" pitchFamily="18" charset="0"/>
              </a:rPr>
              <a:t>10</a:t>
            </a:r>
            <a:r>
              <a:rPr kumimoji="1" lang="en-US" altLang="zh-CN" b="1">
                <a:solidFill>
                  <a:srgbClr val="0070C0"/>
                </a:solidFill>
                <a:latin typeface="Times New Roman" panose="02020603050405020304" pitchFamily="18" charset="0"/>
              </a:rPr>
              <a:t>:</a:t>
            </a:r>
          </a:p>
          <a:p>
            <a:pPr>
              <a:defRPr/>
            </a:pPr>
            <a:r>
              <a:rPr kumimoji="1" lang="en-US" altLang="zh-CN" b="1" i="1">
                <a:solidFill>
                  <a:srgbClr val="0070C0"/>
                </a:solidFill>
                <a:latin typeface="Times New Roman" panose="02020603050405020304" pitchFamily="18" charset="0"/>
              </a:rPr>
              <a:t>R→L</a:t>
            </a:r>
            <a:r>
              <a:rPr lang="en-US" altLang="zh-CN" b="1" i="1">
                <a:solidFill>
                  <a:srgbClr val="0070C0"/>
                </a:solidFill>
                <a:latin typeface="Times New Roman" panose="02020603050405020304" pitchFamily="18" charset="0"/>
                <a:cs typeface="Times New Roman" panose="02020603050405020304" pitchFamily="18" charset="0"/>
              </a:rPr>
              <a:t> ·</a:t>
            </a:r>
            <a:r>
              <a:rPr kumimoji="1" lang="en-US" altLang="zh-CN" b="1" i="1">
                <a:solidFill>
                  <a:srgbClr val="0070C0"/>
                </a:solidFill>
                <a:latin typeface="Times New Roman" panose="02020603050405020304" pitchFamily="18" charset="0"/>
              </a:rPr>
              <a:t> , </a:t>
            </a:r>
            <a:r>
              <a:rPr kumimoji="1" lang="en-US" altLang="zh-CN" b="1">
                <a:solidFill>
                  <a:srgbClr val="0070C0"/>
                </a:solidFill>
                <a:latin typeface="华文楷体" panose="02010600040101010101" pitchFamily="2" charset="-122"/>
              </a:rPr>
              <a:t>$</a:t>
            </a:r>
            <a:endParaRPr kumimoji="1" lang="en-US" altLang="zh-CN" b="1" i="1">
              <a:solidFill>
                <a:srgbClr val="0070C0"/>
              </a:solidFill>
              <a:latin typeface="Times New Roman" panose="02020603050405020304" pitchFamily="18" charset="0"/>
            </a:endParaRPr>
          </a:p>
        </p:txBody>
      </p:sp>
      <p:sp>
        <p:nvSpPr>
          <p:cNvPr id="129070" name="Line 43"/>
          <p:cNvSpPr>
            <a:spLocks noChangeShapeType="1"/>
          </p:cNvSpPr>
          <p:nvPr/>
        </p:nvSpPr>
        <p:spPr bwMode="auto">
          <a:xfrm>
            <a:off x="7065963" y="1198563"/>
            <a:ext cx="371475"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071" name="Text Box 44"/>
          <p:cNvSpPr txBox="1">
            <a:spLocks noChangeArrowheads="1"/>
          </p:cNvSpPr>
          <p:nvPr/>
        </p:nvSpPr>
        <p:spPr bwMode="auto">
          <a:xfrm>
            <a:off x="7062788" y="842963"/>
            <a:ext cx="533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L</a:t>
            </a:r>
          </a:p>
        </p:txBody>
      </p:sp>
      <p:sp>
        <p:nvSpPr>
          <p:cNvPr id="129072" name="Text Box 45"/>
          <p:cNvSpPr txBox="1">
            <a:spLocks noChangeArrowheads="1"/>
          </p:cNvSpPr>
          <p:nvPr/>
        </p:nvSpPr>
        <p:spPr bwMode="auto">
          <a:xfrm>
            <a:off x="7445375" y="1779588"/>
            <a:ext cx="1223963" cy="147796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latin typeface="Times New Roman" panose="02020603050405020304" pitchFamily="18" charset="0"/>
              </a:rPr>
              <a:t>I</a:t>
            </a:r>
            <a:r>
              <a:rPr kumimoji="1" lang="en-US" altLang="zh-CN" b="1" i="1" baseline="-25000">
                <a:latin typeface="Times New Roman" panose="02020603050405020304" pitchFamily="18" charset="0"/>
              </a:rPr>
              <a:t>11</a:t>
            </a:r>
            <a:r>
              <a:rPr kumimoji="1" lang="en-US" altLang="zh-CN" b="1">
                <a:latin typeface="Times New Roman" panose="02020603050405020304" pitchFamily="18" charset="0"/>
              </a:rPr>
              <a:t>:</a:t>
            </a:r>
          </a:p>
          <a:p>
            <a:pPr>
              <a:defRPr/>
            </a:pPr>
            <a:r>
              <a:rPr kumimoji="1" lang="en-US" altLang="zh-CN" b="1" i="1">
                <a:latin typeface="Times New Roman" panose="02020603050405020304" pitchFamily="18" charset="0"/>
              </a:rPr>
              <a:t>L→*</a:t>
            </a:r>
            <a:r>
              <a:rPr lang="en-US" altLang="zh-CN" b="1" i="1">
                <a:solidFill>
                  <a:srgbClr val="000000"/>
                </a:solidFill>
                <a:latin typeface="Times New Roman" panose="02020603050405020304" pitchFamily="18" charset="0"/>
                <a:cs typeface="Times New Roman" panose="02020603050405020304" pitchFamily="18" charset="0"/>
              </a:rPr>
              <a:t> ·</a:t>
            </a:r>
            <a:r>
              <a:rPr kumimoji="1" lang="en-US" altLang="zh-CN" b="1" i="1">
                <a:latin typeface="Times New Roman" panose="02020603050405020304" pitchFamily="18" charset="0"/>
              </a:rPr>
              <a:t>R , </a:t>
            </a:r>
            <a:r>
              <a:rPr kumimoji="1" lang="en-US" altLang="zh-CN" b="1">
                <a:latin typeface="华文楷体" panose="02010600040101010101" pitchFamily="2" charset="-122"/>
              </a:rPr>
              <a:t>$</a:t>
            </a:r>
            <a:endParaRPr kumimoji="1" lang="zh-CN" altLang="en-US" b="1" i="1">
              <a:latin typeface="Times New Roman" panose="02020603050405020304" pitchFamily="18" charset="0"/>
            </a:endParaRPr>
          </a:p>
          <a:p>
            <a:pPr>
              <a:defRPr/>
            </a:pPr>
            <a:r>
              <a:rPr kumimoji="1" lang="en-US" altLang="zh-CN" b="1" i="1">
                <a:latin typeface="Times New Roman" panose="02020603050405020304" pitchFamily="18" charset="0"/>
              </a:rPr>
              <a:t>R→</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i="1">
                <a:latin typeface="Times New Roman" panose="02020603050405020304" pitchFamily="18" charset="0"/>
              </a:rPr>
              <a:t>L , </a:t>
            </a:r>
            <a:r>
              <a:rPr kumimoji="1" lang="en-US" altLang="zh-CN" b="1">
                <a:latin typeface="华文楷体" panose="02010600040101010101" pitchFamily="2" charset="-122"/>
              </a:rPr>
              <a:t>$</a:t>
            </a:r>
            <a:endParaRPr kumimoji="1" lang="en-US" altLang="zh-CN" b="1" i="1">
              <a:latin typeface="Times New Roman" panose="02020603050405020304" pitchFamily="18" charset="0"/>
            </a:endParaRPr>
          </a:p>
          <a:p>
            <a:pPr>
              <a:defRPr/>
            </a:pPr>
            <a:r>
              <a:rPr kumimoji="1" lang="en-US" altLang="zh-CN" b="1" i="1">
                <a:latin typeface="Times New Roman" panose="02020603050405020304" pitchFamily="18" charset="0"/>
              </a:rPr>
              <a:t>L→</a:t>
            </a:r>
            <a:r>
              <a:rPr lang="en-US" altLang="zh-CN" b="1" i="1">
                <a:solidFill>
                  <a:srgbClr val="000000"/>
                </a:solidFill>
                <a:latin typeface="Times New Roman" panose="02020603050405020304" pitchFamily="18" charset="0"/>
                <a:cs typeface="Times New Roman" panose="02020603050405020304" pitchFamily="18" charset="0"/>
              </a:rPr>
              <a:t> ·</a:t>
            </a:r>
            <a:r>
              <a:rPr kumimoji="1" lang="en-US" altLang="zh-CN" b="1" i="1">
                <a:latin typeface="Times New Roman" panose="02020603050405020304" pitchFamily="18" charset="0"/>
              </a:rPr>
              <a:t>*R , </a:t>
            </a:r>
            <a:r>
              <a:rPr kumimoji="1" lang="en-US" altLang="zh-CN" b="1">
                <a:latin typeface="华文楷体" panose="02010600040101010101" pitchFamily="2" charset="-122"/>
              </a:rPr>
              <a:t>$</a:t>
            </a:r>
            <a:endParaRPr kumimoji="1" lang="en-US" altLang="zh-CN" b="1" i="1">
              <a:latin typeface="Times New Roman" panose="02020603050405020304" pitchFamily="18" charset="0"/>
            </a:endParaRPr>
          </a:p>
          <a:p>
            <a:pPr>
              <a:defRPr/>
            </a:pPr>
            <a:r>
              <a:rPr kumimoji="1" lang="en-US" altLang="zh-CN" b="1" i="1">
                <a:latin typeface="Times New Roman" panose="02020603050405020304" pitchFamily="18" charset="0"/>
              </a:rPr>
              <a:t>L→</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a:latin typeface="Times New Roman" panose="02020603050405020304" pitchFamily="18" charset="0"/>
              </a:rPr>
              <a:t>id </a:t>
            </a:r>
            <a:r>
              <a:rPr kumimoji="1" lang="en-US" altLang="zh-CN" b="1" i="1">
                <a:latin typeface="Times New Roman" panose="02020603050405020304" pitchFamily="18" charset="0"/>
              </a:rPr>
              <a:t>, </a:t>
            </a:r>
            <a:r>
              <a:rPr kumimoji="1" lang="en-US" altLang="zh-CN" b="1">
                <a:latin typeface="华文楷体" panose="02010600040101010101" pitchFamily="2" charset="-122"/>
              </a:rPr>
              <a:t>$</a:t>
            </a:r>
            <a:endParaRPr kumimoji="1" lang="en-US" altLang="zh-CN" b="1" i="1">
              <a:latin typeface="Times New Roman" panose="02020603050405020304" pitchFamily="18" charset="0"/>
            </a:endParaRPr>
          </a:p>
        </p:txBody>
      </p:sp>
      <p:sp>
        <p:nvSpPr>
          <p:cNvPr id="129073" name="Text Box 46"/>
          <p:cNvSpPr txBox="1">
            <a:spLocks noChangeArrowheads="1"/>
          </p:cNvSpPr>
          <p:nvPr/>
        </p:nvSpPr>
        <p:spPr bwMode="auto">
          <a:xfrm>
            <a:off x="7062788" y="1666875"/>
            <a:ext cx="3603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chemeClr val="tx1"/>
                </a:solidFill>
                <a:latin typeface="Times New Roman" panose="02020603050405020304" pitchFamily="18" charset="0"/>
              </a:rPr>
              <a:t>*</a:t>
            </a:r>
          </a:p>
        </p:txBody>
      </p:sp>
      <p:sp>
        <p:nvSpPr>
          <p:cNvPr id="129074" name="Line 47"/>
          <p:cNvSpPr>
            <a:spLocks noChangeShapeType="1"/>
          </p:cNvSpPr>
          <p:nvPr/>
        </p:nvSpPr>
        <p:spPr bwMode="auto">
          <a:xfrm>
            <a:off x="7081838" y="1893888"/>
            <a:ext cx="350837" cy="241300"/>
          </a:xfrm>
          <a:prstGeom prst="line">
            <a:avLst/>
          </a:prstGeom>
          <a:noFill/>
          <a:ln w="412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075" name="Text Box 48"/>
          <p:cNvSpPr txBox="1">
            <a:spLocks noChangeArrowheads="1"/>
          </p:cNvSpPr>
          <p:nvPr/>
        </p:nvSpPr>
        <p:spPr bwMode="auto">
          <a:xfrm>
            <a:off x="7450138" y="3594100"/>
            <a:ext cx="1296987" cy="64611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solidFill>
                  <a:srgbClr val="0070C0"/>
                </a:solidFill>
                <a:latin typeface="Times New Roman" panose="02020603050405020304" pitchFamily="18" charset="0"/>
              </a:rPr>
              <a:t>I</a:t>
            </a:r>
            <a:r>
              <a:rPr kumimoji="1" lang="en-US" altLang="zh-CN" b="1" i="1" baseline="-25000">
                <a:solidFill>
                  <a:srgbClr val="0070C0"/>
                </a:solidFill>
                <a:latin typeface="Times New Roman" panose="02020603050405020304" pitchFamily="18" charset="0"/>
              </a:rPr>
              <a:t>12</a:t>
            </a:r>
            <a:r>
              <a:rPr kumimoji="1" lang="en-US" altLang="zh-CN" b="1">
                <a:solidFill>
                  <a:srgbClr val="0070C0"/>
                </a:solidFill>
                <a:latin typeface="Times New Roman" panose="02020603050405020304" pitchFamily="18" charset="0"/>
              </a:rPr>
              <a:t>:</a:t>
            </a:r>
          </a:p>
          <a:p>
            <a:pPr>
              <a:defRPr/>
            </a:pPr>
            <a:r>
              <a:rPr kumimoji="1" lang="en-US" altLang="zh-CN" b="1" i="1">
                <a:solidFill>
                  <a:srgbClr val="0070C0"/>
                </a:solidFill>
                <a:latin typeface="Times New Roman" panose="02020603050405020304" pitchFamily="18" charset="0"/>
              </a:rPr>
              <a:t>L→</a:t>
            </a:r>
            <a:r>
              <a:rPr kumimoji="1" lang="en-US" altLang="zh-CN" b="1">
                <a:solidFill>
                  <a:srgbClr val="0070C0"/>
                </a:solidFill>
                <a:latin typeface="Times New Roman" panose="02020603050405020304" pitchFamily="18" charset="0"/>
              </a:rPr>
              <a:t>id</a:t>
            </a:r>
            <a:r>
              <a:rPr lang="en-US" altLang="zh-CN" b="1" i="1">
                <a:solidFill>
                  <a:srgbClr val="0070C0"/>
                </a:solidFill>
                <a:latin typeface="Times New Roman" panose="02020603050405020304" pitchFamily="18" charset="0"/>
                <a:cs typeface="Times New Roman" panose="02020603050405020304" pitchFamily="18" charset="0"/>
              </a:rPr>
              <a:t> · </a:t>
            </a:r>
            <a:r>
              <a:rPr kumimoji="1" lang="en-US" altLang="zh-CN" b="1" i="1">
                <a:solidFill>
                  <a:srgbClr val="0070C0"/>
                </a:solidFill>
                <a:latin typeface="Times New Roman" panose="02020603050405020304" pitchFamily="18" charset="0"/>
              </a:rPr>
              <a:t>, </a:t>
            </a:r>
            <a:r>
              <a:rPr kumimoji="1" lang="en-US" altLang="zh-CN" b="1">
                <a:solidFill>
                  <a:srgbClr val="0070C0"/>
                </a:solidFill>
                <a:latin typeface="华文楷体" panose="02010600040101010101" pitchFamily="2" charset="-122"/>
              </a:rPr>
              <a:t>$</a:t>
            </a:r>
            <a:endParaRPr kumimoji="1" lang="en-US" altLang="zh-CN" b="1" i="1">
              <a:solidFill>
                <a:srgbClr val="0070C0"/>
              </a:solidFill>
              <a:latin typeface="Times New Roman" panose="02020603050405020304" pitchFamily="18" charset="0"/>
            </a:endParaRPr>
          </a:p>
        </p:txBody>
      </p:sp>
      <p:sp>
        <p:nvSpPr>
          <p:cNvPr id="129076" name="Line 49"/>
          <p:cNvSpPr>
            <a:spLocks noChangeShapeType="1"/>
          </p:cNvSpPr>
          <p:nvPr/>
        </p:nvSpPr>
        <p:spPr bwMode="auto">
          <a:xfrm>
            <a:off x="6900863" y="2033588"/>
            <a:ext cx="500062" cy="1741487"/>
          </a:xfrm>
          <a:prstGeom prst="line">
            <a:avLst/>
          </a:prstGeom>
          <a:noFill/>
          <a:ln w="412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077" name="Text Box 50"/>
          <p:cNvSpPr txBox="1">
            <a:spLocks noChangeArrowheads="1"/>
          </p:cNvSpPr>
          <p:nvPr/>
        </p:nvSpPr>
        <p:spPr bwMode="auto">
          <a:xfrm>
            <a:off x="7450138" y="4321175"/>
            <a:ext cx="1296987" cy="64611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solidFill>
                  <a:srgbClr val="0070C0"/>
                </a:solidFill>
                <a:latin typeface="Times New Roman" panose="02020603050405020304" pitchFamily="18" charset="0"/>
              </a:rPr>
              <a:t>I</a:t>
            </a:r>
            <a:r>
              <a:rPr kumimoji="1" lang="en-US" altLang="zh-CN" b="1" i="1" baseline="-25000">
                <a:solidFill>
                  <a:srgbClr val="0070C0"/>
                </a:solidFill>
                <a:latin typeface="Times New Roman" panose="02020603050405020304" pitchFamily="18" charset="0"/>
              </a:rPr>
              <a:t>13</a:t>
            </a:r>
            <a:r>
              <a:rPr kumimoji="1" lang="en-US" altLang="zh-CN" b="1">
                <a:solidFill>
                  <a:srgbClr val="0070C0"/>
                </a:solidFill>
                <a:latin typeface="Times New Roman" panose="02020603050405020304" pitchFamily="18" charset="0"/>
              </a:rPr>
              <a:t>:</a:t>
            </a:r>
          </a:p>
          <a:p>
            <a:pPr>
              <a:defRPr/>
            </a:pPr>
            <a:r>
              <a:rPr kumimoji="1" lang="en-US" altLang="zh-CN" b="1" i="1">
                <a:solidFill>
                  <a:srgbClr val="0070C0"/>
                </a:solidFill>
                <a:latin typeface="Times New Roman" panose="02020603050405020304" pitchFamily="18" charset="0"/>
              </a:rPr>
              <a:t>L→*R</a:t>
            </a:r>
            <a:r>
              <a:rPr lang="en-US" altLang="zh-CN" b="1" i="1">
                <a:solidFill>
                  <a:srgbClr val="0070C0"/>
                </a:solidFill>
                <a:latin typeface="Times New Roman" panose="02020603050405020304" pitchFamily="18" charset="0"/>
                <a:cs typeface="Times New Roman" panose="02020603050405020304" pitchFamily="18" charset="0"/>
              </a:rPr>
              <a:t> ·</a:t>
            </a:r>
            <a:r>
              <a:rPr kumimoji="1" lang="en-US" altLang="zh-CN" b="1" i="1">
                <a:solidFill>
                  <a:srgbClr val="0070C0"/>
                </a:solidFill>
                <a:latin typeface="Times New Roman" panose="02020603050405020304" pitchFamily="18" charset="0"/>
              </a:rPr>
              <a:t> , </a:t>
            </a:r>
            <a:r>
              <a:rPr kumimoji="1" lang="en-US" altLang="zh-CN" b="1">
                <a:solidFill>
                  <a:srgbClr val="0070C0"/>
                </a:solidFill>
                <a:latin typeface="华文楷体" panose="02010600040101010101" pitchFamily="2" charset="-122"/>
              </a:rPr>
              <a:t>$</a:t>
            </a:r>
            <a:endParaRPr kumimoji="1" lang="en-US" altLang="zh-CN" b="1" i="1">
              <a:solidFill>
                <a:srgbClr val="0070C0"/>
              </a:solidFill>
              <a:latin typeface="Times New Roman" panose="02020603050405020304" pitchFamily="18" charset="0"/>
            </a:endParaRPr>
          </a:p>
        </p:txBody>
      </p:sp>
      <p:sp>
        <p:nvSpPr>
          <p:cNvPr id="129078" name="Freeform 51"/>
          <p:cNvSpPr>
            <a:spLocks noChangeArrowheads="1"/>
          </p:cNvSpPr>
          <p:nvPr/>
        </p:nvSpPr>
        <p:spPr bwMode="auto">
          <a:xfrm>
            <a:off x="8678863" y="3087688"/>
            <a:ext cx="360362" cy="1612900"/>
          </a:xfrm>
          <a:custGeom>
            <a:avLst/>
            <a:gdLst>
              <a:gd name="T0" fmla="*/ 0 w 416"/>
              <a:gd name="T1" fmla="*/ 0 h 862"/>
              <a:gd name="T2" fmla="*/ 2147483646 w 416"/>
              <a:gd name="T3" fmla="*/ 2147483646 h 862"/>
              <a:gd name="T4" fmla="*/ 2147483646 w 416"/>
              <a:gd name="T5" fmla="*/ 2147483646 h 862"/>
              <a:gd name="T6" fmla="*/ 0 60000 65536"/>
              <a:gd name="T7" fmla="*/ 0 60000 65536"/>
              <a:gd name="T8" fmla="*/ 0 60000 65536"/>
              <a:gd name="T9" fmla="*/ 0 w 416"/>
              <a:gd name="T10" fmla="*/ 0 h 862"/>
              <a:gd name="T11" fmla="*/ 416 w 416"/>
              <a:gd name="T12" fmla="*/ 862 h 862"/>
            </a:gdLst>
            <a:ahLst/>
            <a:cxnLst>
              <a:cxn ang="T6">
                <a:pos x="T0" y="T1"/>
              </a:cxn>
              <a:cxn ang="T7">
                <a:pos x="T2" y="T3"/>
              </a:cxn>
              <a:cxn ang="T8">
                <a:pos x="T4" y="T5"/>
              </a:cxn>
            </a:cxnLst>
            <a:rect l="T9" t="T10" r="T11" b="T12"/>
            <a:pathLst>
              <a:path w="416" h="862">
                <a:moveTo>
                  <a:pt x="0" y="0"/>
                </a:moveTo>
                <a:cubicBezTo>
                  <a:pt x="200" y="177"/>
                  <a:pt x="400" y="355"/>
                  <a:pt x="408" y="499"/>
                </a:cubicBezTo>
                <a:cubicBezTo>
                  <a:pt x="416" y="643"/>
                  <a:pt x="231" y="752"/>
                  <a:pt x="46" y="862"/>
                </a:cubicBezTo>
              </a:path>
            </a:pathLst>
          </a:custGeom>
          <a:noFill/>
          <a:ln w="38100">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27023" name="Text Box 52"/>
          <p:cNvSpPr txBox="1">
            <a:spLocks noChangeArrowheads="1"/>
          </p:cNvSpPr>
          <p:nvPr/>
        </p:nvSpPr>
        <p:spPr bwMode="auto">
          <a:xfrm>
            <a:off x="8645525" y="2901950"/>
            <a:ext cx="457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R</a:t>
            </a:r>
          </a:p>
        </p:txBody>
      </p:sp>
      <p:sp>
        <p:nvSpPr>
          <p:cNvPr id="129080" name="Freeform 53"/>
          <p:cNvSpPr>
            <a:spLocks noChangeArrowheads="1"/>
          </p:cNvSpPr>
          <p:nvPr/>
        </p:nvSpPr>
        <p:spPr bwMode="auto">
          <a:xfrm>
            <a:off x="8678863" y="2519363"/>
            <a:ext cx="360362" cy="354012"/>
          </a:xfrm>
          <a:custGeom>
            <a:avLst/>
            <a:gdLst>
              <a:gd name="T0" fmla="*/ 0 w 227"/>
              <a:gd name="T1" fmla="*/ 0 h 227"/>
              <a:gd name="T2" fmla="*/ 2147483646 w 227"/>
              <a:gd name="T3" fmla="*/ 2147483646 h 227"/>
              <a:gd name="T4" fmla="*/ 0 w 227"/>
              <a:gd name="T5" fmla="*/ 2147483646 h 227"/>
              <a:gd name="T6" fmla="*/ 0 60000 65536"/>
              <a:gd name="T7" fmla="*/ 0 60000 65536"/>
              <a:gd name="T8" fmla="*/ 0 60000 65536"/>
              <a:gd name="T9" fmla="*/ 0 w 227"/>
              <a:gd name="T10" fmla="*/ 0 h 227"/>
              <a:gd name="T11" fmla="*/ 227 w 227"/>
              <a:gd name="T12" fmla="*/ 227 h 227"/>
            </a:gdLst>
            <a:ahLst/>
            <a:cxnLst>
              <a:cxn ang="T6">
                <a:pos x="T0" y="T1"/>
              </a:cxn>
              <a:cxn ang="T7">
                <a:pos x="T2" y="T3"/>
              </a:cxn>
              <a:cxn ang="T8">
                <a:pos x="T4" y="T5"/>
              </a:cxn>
            </a:cxnLst>
            <a:rect l="T9" t="T10" r="T11" b="T12"/>
            <a:pathLst>
              <a:path w="227" h="227">
                <a:moveTo>
                  <a:pt x="0" y="0"/>
                </a:moveTo>
                <a:cubicBezTo>
                  <a:pt x="113" y="3"/>
                  <a:pt x="227" y="7"/>
                  <a:pt x="227" y="45"/>
                </a:cubicBezTo>
                <a:cubicBezTo>
                  <a:pt x="227" y="83"/>
                  <a:pt x="113" y="155"/>
                  <a:pt x="0" y="227"/>
                </a:cubicBezTo>
              </a:path>
            </a:pathLst>
          </a:custGeom>
          <a:noFill/>
          <a:ln w="38100">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29081" name="Text Box 54"/>
          <p:cNvSpPr txBox="1">
            <a:spLocks noChangeArrowheads="1"/>
          </p:cNvSpPr>
          <p:nvPr/>
        </p:nvSpPr>
        <p:spPr bwMode="auto">
          <a:xfrm>
            <a:off x="8647113" y="2500313"/>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chemeClr val="tx1"/>
                </a:solidFill>
                <a:latin typeface="Times New Roman" panose="02020603050405020304" pitchFamily="18" charset="0"/>
              </a:rPr>
              <a:t>*</a:t>
            </a:r>
          </a:p>
        </p:txBody>
      </p:sp>
      <p:sp>
        <p:nvSpPr>
          <p:cNvPr id="129082" name="Text Box 55"/>
          <p:cNvSpPr txBox="1">
            <a:spLocks noChangeArrowheads="1"/>
          </p:cNvSpPr>
          <p:nvPr/>
        </p:nvSpPr>
        <p:spPr bwMode="auto">
          <a:xfrm>
            <a:off x="7999413" y="1482725"/>
            <a:ext cx="381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L</a:t>
            </a:r>
          </a:p>
        </p:txBody>
      </p:sp>
      <p:sp>
        <p:nvSpPr>
          <p:cNvPr id="129083" name="Line 56"/>
          <p:cNvSpPr>
            <a:spLocks noChangeShapeType="1"/>
          </p:cNvSpPr>
          <p:nvPr/>
        </p:nvSpPr>
        <p:spPr bwMode="auto">
          <a:xfrm flipV="1">
            <a:off x="7967663" y="1492250"/>
            <a:ext cx="0" cy="26987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084" name="Line 57"/>
          <p:cNvSpPr>
            <a:spLocks noChangeShapeType="1"/>
          </p:cNvSpPr>
          <p:nvPr/>
        </p:nvSpPr>
        <p:spPr bwMode="auto">
          <a:xfrm flipV="1">
            <a:off x="4986338" y="4987925"/>
            <a:ext cx="574675" cy="55563"/>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085" name="Line 58"/>
          <p:cNvSpPr>
            <a:spLocks noChangeShapeType="1"/>
          </p:cNvSpPr>
          <p:nvPr/>
        </p:nvSpPr>
        <p:spPr bwMode="auto">
          <a:xfrm flipH="1" flipV="1">
            <a:off x="3197225" y="5022850"/>
            <a:ext cx="1798638" cy="2857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086" name="Line 59"/>
          <p:cNvSpPr>
            <a:spLocks noChangeShapeType="1"/>
          </p:cNvSpPr>
          <p:nvPr/>
        </p:nvSpPr>
        <p:spPr bwMode="auto">
          <a:xfrm flipH="1" flipV="1">
            <a:off x="3178175" y="3498850"/>
            <a:ext cx="19050" cy="15097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 name="Line 56"/>
          <p:cNvSpPr>
            <a:spLocks noChangeShapeType="1"/>
          </p:cNvSpPr>
          <p:nvPr/>
        </p:nvSpPr>
        <p:spPr bwMode="auto">
          <a:xfrm flipH="1">
            <a:off x="8077200" y="3286125"/>
            <a:ext cx="9525" cy="3175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 name="Text Box 17"/>
          <p:cNvSpPr txBox="1">
            <a:spLocks noChangeArrowheads="1"/>
          </p:cNvSpPr>
          <p:nvPr/>
        </p:nvSpPr>
        <p:spPr bwMode="auto">
          <a:xfrm>
            <a:off x="8113713" y="3219450"/>
            <a:ext cx="533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a:solidFill>
                  <a:schemeClr val="tx1"/>
                </a:solidFill>
                <a:latin typeface="Times New Roman" panose="02020603050405020304" pitchFamily="18" charset="0"/>
              </a:rPr>
              <a:t>id</a:t>
            </a:r>
          </a:p>
        </p:txBody>
      </p:sp>
      <p:sp>
        <p:nvSpPr>
          <p:cNvPr id="59" name="Rectangle 37"/>
          <p:cNvSpPr>
            <a:spLocks noChangeArrowheads="1"/>
          </p:cNvSpPr>
          <p:nvPr/>
        </p:nvSpPr>
        <p:spPr bwMode="auto">
          <a:xfrm>
            <a:off x="230188" y="1012825"/>
            <a:ext cx="1290637" cy="1908175"/>
          </a:xfrm>
          <a:prstGeom prst="rect">
            <a:avLst/>
          </a:prstGeom>
          <a:solidFill>
            <a:schemeClr val="accent5">
              <a:lumMod val="60000"/>
              <a:lumOff val="40000"/>
            </a:schemeClr>
          </a:solidFill>
          <a:ln w="12700">
            <a:solidFill>
              <a:schemeClr val="tx1"/>
            </a:solidFill>
          </a:ln>
        </p:spPr>
        <p:txBody>
          <a:bodyPr>
            <a:spAutoFit/>
          </a:bodyPr>
          <a:lstStyle/>
          <a:p>
            <a:pPr marL="609600" indent="-609600" eaLnBrk="1" hangingPunct="1">
              <a:lnSpc>
                <a:spcPts val="2000"/>
              </a:lnSpc>
              <a:spcBef>
                <a:spcPct val="20000"/>
              </a:spcBef>
              <a:buFont typeface="Wingdings" pitchFamily="2" charset="2"/>
              <a:buNone/>
              <a:defRPr/>
            </a:pPr>
            <a:r>
              <a:rPr lang="zh-CN" altLang="zh-CN" b="1" noProof="1">
                <a:latin typeface="Times New Roman" pitchFamily="18" charset="0"/>
                <a:ea typeface="Times New Roman" pitchFamily="18" charset="0"/>
                <a:cs typeface="华文楷体" pitchFamily="2" charset="-122"/>
              </a:rPr>
              <a:t>0) </a:t>
            </a:r>
            <a:r>
              <a:rPr lang="en-US" altLang="zh-CN" b="1" i="1" noProof="1">
                <a:latin typeface="Times New Roman" pitchFamily="18" charset="0"/>
                <a:ea typeface="Times New Roman" pitchFamily="18" charset="0"/>
                <a:cs typeface="华文楷体" pitchFamily="2" charset="-122"/>
              </a:rPr>
              <a:t>S</a:t>
            </a:r>
            <a:r>
              <a:rPr lang="en-US" altLang="zh-CN" sz="1600" b="1" i="1" noProof="1">
                <a:latin typeface="Times New Roman" pitchFamily="18" charset="0"/>
                <a:ea typeface="Times New Roman" pitchFamily="18" charset="0"/>
                <a:cs typeface="华文楷体" pitchFamily="2" charset="-122"/>
              </a:rPr>
              <a:t>′ </a:t>
            </a:r>
            <a:r>
              <a:rPr lang="en-US" altLang="zh-CN" b="1" i="1" noProof="1">
                <a:latin typeface="Times New Roman" pitchFamily="18" charset="0"/>
                <a:ea typeface="Times New Roman" pitchFamily="18" charset="0"/>
                <a:cs typeface="华文楷体" pitchFamily="2" charset="-122"/>
              </a:rPr>
              <a:t>→S</a:t>
            </a:r>
          </a:p>
          <a:p>
            <a:pPr marL="609600" indent="-609600" eaLnBrk="1" hangingPunct="1">
              <a:lnSpc>
                <a:spcPts val="2000"/>
              </a:lnSpc>
              <a:spcBef>
                <a:spcPct val="20000"/>
              </a:spcBef>
              <a:buFont typeface="Wingdings" pitchFamily="2" charset="2"/>
              <a:buNone/>
              <a:defRPr/>
            </a:pPr>
            <a:r>
              <a:rPr lang="en-US" altLang="zh-CN" b="1" noProof="1">
                <a:latin typeface="Times New Roman" pitchFamily="18" charset="0"/>
                <a:ea typeface="Times New Roman" pitchFamily="18" charset="0"/>
                <a:cs typeface="华文楷体" pitchFamily="2" charset="-122"/>
              </a:rPr>
              <a:t>1) </a:t>
            </a:r>
            <a:r>
              <a:rPr lang="en-US" altLang="zh-CN" b="1" i="1" noProof="1">
                <a:latin typeface="Times New Roman" pitchFamily="18" charset="0"/>
                <a:ea typeface="Times New Roman" pitchFamily="18" charset="0"/>
                <a:cs typeface="华文楷体" pitchFamily="2" charset="-122"/>
              </a:rPr>
              <a:t>S→L=R</a:t>
            </a:r>
          </a:p>
          <a:p>
            <a:pPr marL="609600" indent="-609600" eaLnBrk="1" hangingPunct="1">
              <a:lnSpc>
                <a:spcPts val="2000"/>
              </a:lnSpc>
              <a:spcBef>
                <a:spcPct val="20000"/>
              </a:spcBef>
              <a:buFont typeface="Wingdings" pitchFamily="2" charset="2"/>
              <a:buNone/>
              <a:defRPr/>
            </a:pPr>
            <a:r>
              <a:rPr lang="en-US" altLang="zh-CN" b="1" noProof="1">
                <a:latin typeface="Times New Roman" pitchFamily="18" charset="0"/>
                <a:ea typeface="Times New Roman" pitchFamily="18" charset="0"/>
                <a:cs typeface="华文楷体" pitchFamily="2" charset="-122"/>
              </a:rPr>
              <a:t>2) </a:t>
            </a:r>
            <a:r>
              <a:rPr lang="en-US" altLang="zh-CN" b="1" i="1" noProof="1">
                <a:latin typeface="Times New Roman" pitchFamily="18" charset="0"/>
                <a:ea typeface="Times New Roman" pitchFamily="18" charset="0"/>
                <a:cs typeface="华文楷体" pitchFamily="2" charset="-122"/>
              </a:rPr>
              <a:t>S→R</a:t>
            </a:r>
          </a:p>
          <a:p>
            <a:pPr marL="609600" indent="-609600" eaLnBrk="1" hangingPunct="1">
              <a:lnSpc>
                <a:spcPts val="2000"/>
              </a:lnSpc>
              <a:spcBef>
                <a:spcPct val="20000"/>
              </a:spcBef>
              <a:buFont typeface="Wingdings" pitchFamily="2" charset="2"/>
              <a:buNone/>
              <a:defRPr/>
            </a:pPr>
            <a:r>
              <a:rPr lang="en-US" altLang="zh-CN" b="1" noProof="1">
                <a:latin typeface="Times New Roman" pitchFamily="18" charset="0"/>
                <a:ea typeface="Times New Roman" pitchFamily="18" charset="0"/>
                <a:cs typeface="华文楷体" pitchFamily="2" charset="-122"/>
              </a:rPr>
              <a:t>3) </a:t>
            </a:r>
            <a:r>
              <a:rPr lang="en-US" altLang="zh-CN" b="1" i="1" noProof="1">
                <a:latin typeface="Times New Roman" pitchFamily="18" charset="0"/>
                <a:ea typeface="Times New Roman" pitchFamily="18" charset="0"/>
                <a:cs typeface="华文楷体" pitchFamily="2" charset="-122"/>
              </a:rPr>
              <a:t>L→*R</a:t>
            </a:r>
          </a:p>
          <a:p>
            <a:pPr marL="609600" indent="-609600" eaLnBrk="1" hangingPunct="1">
              <a:lnSpc>
                <a:spcPts val="2000"/>
              </a:lnSpc>
              <a:spcBef>
                <a:spcPct val="20000"/>
              </a:spcBef>
              <a:buFont typeface="Wingdings" pitchFamily="2" charset="2"/>
              <a:buNone/>
              <a:defRPr/>
            </a:pPr>
            <a:r>
              <a:rPr lang="en-US" altLang="zh-CN" b="1" noProof="1">
                <a:latin typeface="Times New Roman" pitchFamily="18" charset="0"/>
                <a:ea typeface="Times New Roman" pitchFamily="18" charset="0"/>
                <a:cs typeface="华文楷体" pitchFamily="2" charset="-122"/>
              </a:rPr>
              <a:t>4) </a:t>
            </a:r>
            <a:r>
              <a:rPr lang="en-US" altLang="zh-CN" b="1" i="1" noProof="1">
                <a:latin typeface="Times New Roman" pitchFamily="18" charset="0"/>
                <a:ea typeface="Times New Roman" pitchFamily="18" charset="0"/>
                <a:cs typeface="华文楷体" pitchFamily="2" charset="-122"/>
              </a:rPr>
              <a:t>L→</a:t>
            </a:r>
            <a:r>
              <a:rPr lang="en-US" altLang="zh-CN" b="1" noProof="1">
                <a:latin typeface="Times New Roman" pitchFamily="18" charset="0"/>
                <a:ea typeface="Times New Roman" pitchFamily="18" charset="0"/>
                <a:cs typeface="华文楷体" pitchFamily="2" charset="-122"/>
              </a:rPr>
              <a:t>id</a:t>
            </a:r>
          </a:p>
          <a:p>
            <a:pPr marL="609600" indent="-609600" eaLnBrk="1" hangingPunct="1">
              <a:lnSpc>
                <a:spcPts val="2000"/>
              </a:lnSpc>
              <a:spcBef>
                <a:spcPct val="20000"/>
              </a:spcBef>
              <a:buFont typeface="Wingdings" pitchFamily="2" charset="2"/>
              <a:buNone/>
              <a:defRPr/>
            </a:pPr>
            <a:r>
              <a:rPr lang="en-US" altLang="zh-CN" b="1" noProof="1">
                <a:latin typeface="Times New Roman" pitchFamily="18" charset="0"/>
                <a:ea typeface="Times New Roman" pitchFamily="18" charset="0"/>
                <a:cs typeface="华文楷体" pitchFamily="2" charset="-122"/>
              </a:rPr>
              <a:t>5) </a:t>
            </a:r>
            <a:r>
              <a:rPr lang="en-US" altLang="zh-CN" b="1" i="1" noProof="1">
                <a:latin typeface="Times New Roman" pitchFamily="18" charset="0"/>
                <a:ea typeface="Times New Roman" pitchFamily="18" charset="0"/>
                <a:cs typeface="华文楷体" pitchFamily="2" charset="-122"/>
              </a:rPr>
              <a:t>R→L</a:t>
            </a:r>
          </a:p>
        </p:txBody>
      </p:sp>
      <p:sp>
        <p:nvSpPr>
          <p:cNvPr id="63" name="Freeform 53"/>
          <p:cNvSpPr>
            <a:spLocks noChangeArrowheads="1"/>
          </p:cNvSpPr>
          <p:nvPr/>
        </p:nvSpPr>
        <p:spPr bwMode="auto">
          <a:xfrm flipH="1">
            <a:off x="3359150" y="3651250"/>
            <a:ext cx="365125" cy="449263"/>
          </a:xfrm>
          <a:custGeom>
            <a:avLst/>
            <a:gdLst>
              <a:gd name="T0" fmla="*/ 0 w 227"/>
              <a:gd name="T1" fmla="*/ 0 h 227"/>
              <a:gd name="T2" fmla="*/ 2147483646 w 227"/>
              <a:gd name="T3" fmla="*/ 2147483646 h 227"/>
              <a:gd name="T4" fmla="*/ 0 w 227"/>
              <a:gd name="T5" fmla="*/ 2147483646 h 227"/>
              <a:gd name="T6" fmla="*/ 0 60000 65536"/>
              <a:gd name="T7" fmla="*/ 0 60000 65536"/>
              <a:gd name="T8" fmla="*/ 0 60000 65536"/>
              <a:gd name="T9" fmla="*/ 0 w 227"/>
              <a:gd name="T10" fmla="*/ 0 h 227"/>
              <a:gd name="T11" fmla="*/ 227 w 227"/>
              <a:gd name="T12" fmla="*/ 227 h 227"/>
            </a:gdLst>
            <a:ahLst/>
            <a:cxnLst>
              <a:cxn ang="T6">
                <a:pos x="T0" y="T1"/>
              </a:cxn>
              <a:cxn ang="T7">
                <a:pos x="T2" y="T3"/>
              </a:cxn>
              <a:cxn ang="T8">
                <a:pos x="T4" y="T5"/>
              </a:cxn>
            </a:cxnLst>
            <a:rect l="T9" t="T10" r="T11" b="T12"/>
            <a:pathLst>
              <a:path w="227" h="227">
                <a:moveTo>
                  <a:pt x="0" y="0"/>
                </a:moveTo>
                <a:cubicBezTo>
                  <a:pt x="113" y="3"/>
                  <a:pt x="227" y="7"/>
                  <a:pt x="227" y="45"/>
                </a:cubicBezTo>
                <a:cubicBezTo>
                  <a:pt x="227" y="83"/>
                  <a:pt x="113" y="155"/>
                  <a:pt x="0" y="227"/>
                </a:cubicBezTo>
              </a:path>
            </a:pathLst>
          </a:custGeom>
          <a:noFill/>
          <a:ln w="38100">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 name="灯片编号占位符 2">
            <a:extLst>
              <a:ext uri="{FF2B5EF4-FFF2-40B4-BE49-F238E27FC236}">
                <a16:creationId xmlns:a16="http://schemas.microsoft.com/office/drawing/2014/main" id="{620A228F-2EEF-446A-B4DD-FD806A7CEEA2}"/>
              </a:ext>
            </a:extLst>
          </p:cNvPr>
          <p:cNvSpPr>
            <a:spLocks noGrp="1"/>
          </p:cNvSpPr>
          <p:nvPr>
            <p:ph type="sldNum" sz="quarter" idx="12"/>
          </p:nvPr>
        </p:nvSpPr>
        <p:spPr/>
        <p:txBody>
          <a:bodyPr/>
          <a:lstStyle/>
          <a:p>
            <a:pPr>
              <a:defRPr/>
            </a:pPr>
            <a:fld id="{76D20AB1-C80E-44EB-B890-88EEF3B3DC08}" type="slidenum">
              <a:rPr lang="zh-CN" altLang="en-US" smtClean="0"/>
              <a:pPr>
                <a:defRPr/>
              </a:pPr>
              <a:t>11</a:t>
            </a:fld>
            <a:endParaRPr lang="en-US" altLang="zh-CN"/>
          </a:p>
        </p:txBody>
      </p:sp>
      <p:sp>
        <p:nvSpPr>
          <p:cNvPr id="2" name="矩形 1">
            <a:extLst>
              <a:ext uri="{FF2B5EF4-FFF2-40B4-BE49-F238E27FC236}">
                <a16:creationId xmlns:a16="http://schemas.microsoft.com/office/drawing/2014/main" id="{C9F3A1B6-A0C1-4D58-8348-DE28521F0587}"/>
              </a:ext>
            </a:extLst>
          </p:cNvPr>
          <p:cNvSpPr/>
          <p:nvPr/>
        </p:nvSpPr>
        <p:spPr>
          <a:xfrm>
            <a:off x="100192" y="3533745"/>
            <a:ext cx="2492990" cy="400110"/>
          </a:xfrm>
          <a:prstGeom prst="rect">
            <a:avLst/>
          </a:prstGeom>
        </p:spPr>
        <p:txBody>
          <a:bodyPr wrap="none">
            <a:spAutoFit/>
          </a:bodyPr>
          <a:lstStyle/>
          <a:p>
            <a:r>
              <a:rPr lang="zh-CN" altLang="en-US" sz="2000" b="1" dirty="0">
                <a:latin typeface="华文楷体" panose="02010600040101010101" pitchFamily="2" charset="-122"/>
                <a:ea typeface="华文楷体" panose="02010600040101010101" pitchFamily="2" charset="-122"/>
              </a:rPr>
              <a:t>展望符如何确定呢？</a:t>
            </a:r>
            <a:endParaRPr lang="en-US" altLang="zh-CN" sz="2000" b="1" dirty="0">
              <a:latin typeface="华文楷体" panose="02010600040101010101" pitchFamily="2" charset="-122"/>
              <a:ea typeface="华文楷体" panose="02010600040101010101" pitchFamily="2" charset="-122"/>
            </a:endParaRPr>
          </a:p>
        </p:txBody>
      </p:sp>
      <p:sp>
        <p:nvSpPr>
          <p:cNvPr id="4" name="矩形 3">
            <a:extLst>
              <a:ext uri="{FF2B5EF4-FFF2-40B4-BE49-F238E27FC236}">
                <a16:creationId xmlns:a16="http://schemas.microsoft.com/office/drawing/2014/main" id="{1EEE2CFB-CD4E-4E54-9C68-288532EF107F}"/>
              </a:ext>
            </a:extLst>
          </p:cNvPr>
          <p:cNvSpPr/>
          <p:nvPr/>
        </p:nvSpPr>
        <p:spPr>
          <a:xfrm>
            <a:off x="128698" y="3942804"/>
            <a:ext cx="2539821" cy="1077218"/>
          </a:xfrm>
          <a:prstGeom prst="rect">
            <a:avLst/>
          </a:prstGeom>
          <a:noFill/>
          <a:ln>
            <a:solidFill>
              <a:schemeClr val="tx1"/>
            </a:solidFill>
          </a:ln>
        </p:spPr>
        <p:txBody>
          <a:bodyPr wrap="square">
            <a:spAutoFit/>
          </a:bodyPr>
          <a:lstStyle/>
          <a:p>
            <a:pPr lvl="0" eaLnBrk="1" hangingPunct="1">
              <a:spcBef>
                <a:spcPct val="30000"/>
              </a:spcBef>
              <a:defRPr/>
            </a:pPr>
            <a:r>
              <a:rPr lang="zh-CN" altLang="en-US" sz="1600" b="1" dirty="0">
                <a:solidFill>
                  <a:srgbClr val="0070C0"/>
                </a:solidFill>
                <a:latin typeface="华文楷体" panose="02010600040101010101" pitchFamily="2" charset="-122"/>
                <a:ea typeface="华文楷体" panose="02010600040101010101" pitchFamily="2" charset="-122"/>
              </a:rPr>
              <a:t>根据非终结符的上下文确定，状态包含了上文信息，项目包含了非终结符出现的下文信息。</a:t>
            </a:r>
            <a:endParaRPr lang="en-US" altLang="zh-CN" sz="1600" b="1" dirty="0">
              <a:solidFill>
                <a:srgbClr val="0070C0"/>
              </a:solidFill>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29035">
                                            <p:bg/>
                                          </p:spTgt>
                                        </p:tgtEl>
                                        <p:attrNameLst>
                                          <p:attrName>style.visibility</p:attrName>
                                        </p:attrNameLst>
                                      </p:cBhvr>
                                      <p:to>
                                        <p:strVal val="visible"/>
                                      </p:to>
                                    </p:set>
                                    <p:anim calcmode="lin" valueType="num">
                                      <p:cBhvr>
                                        <p:cTn id="7" dur="500" fill="hold"/>
                                        <p:tgtEl>
                                          <p:spTgt spid="129035">
                                            <p:bg/>
                                          </p:spTgt>
                                        </p:tgtEl>
                                        <p:attrNameLst>
                                          <p:attrName>ppt_w</p:attrName>
                                        </p:attrNameLst>
                                      </p:cBhvr>
                                      <p:tavLst>
                                        <p:tav tm="0">
                                          <p:val>
                                            <p:fltVal val="0"/>
                                          </p:val>
                                        </p:tav>
                                        <p:tav tm="100000">
                                          <p:val>
                                            <p:strVal val="#ppt_w"/>
                                          </p:val>
                                        </p:tav>
                                      </p:tavLst>
                                    </p:anim>
                                    <p:anim calcmode="lin" valueType="num">
                                      <p:cBhvr>
                                        <p:cTn id="8" dur="500" fill="hold"/>
                                        <p:tgtEl>
                                          <p:spTgt spid="129035">
                                            <p:bg/>
                                          </p:spTgt>
                                        </p:tgtEl>
                                        <p:attrNameLst>
                                          <p:attrName>ppt_h</p:attrName>
                                        </p:attrNameLst>
                                      </p:cBhvr>
                                      <p:tavLst>
                                        <p:tav tm="0">
                                          <p:val>
                                            <p:fltVal val="0"/>
                                          </p:val>
                                        </p:tav>
                                        <p:tav tm="100000">
                                          <p:val>
                                            <p:strVal val="#ppt_h"/>
                                          </p:val>
                                        </p:tav>
                                      </p:tavLst>
                                    </p:anim>
                                    <p:animEffect transition="in" filter="fade">
                                      <p:cBhvr>
                                        <p:cTn id="9" dur="500"/>
                                        <p:tgtEl>
                                          <p:spTgt spid="129035">
                                            <p:bg/>
                                          </p:spTgt>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29035">
                                            <p:txEl>
                                              <p:pRg st="0" end="0"/>
                                            </p:txEl>
                                          </p:spTgt>
                                        </p:tgtEl>
                                        <p:attrNameLst>
                                          <p:attrName>style.visibility</p:attrName>
                                        </p:attrNameLst>
                                      </p:cBhvr>
                                      <p:to>
                                        <p:strVal val="visible"/>
                                      </p:to>
                                    </p:set>
                                    <p:anim calcmode="lin" valueType="num">
                                      <p:cBhvr>
                                        <p:cTn id="12" dur="500" fill="hold"/>
                                        <p:tgtEl>
                                          <p:spTgt spid="129035">
                                            <p:txEl>
                                              <p:pRg st="0" end="0"/>
                                            </p:txEl>
                                          </p:spTgt>
                                        </p:tgtEl>
                                        <p:attrNameLst>
                                          <p:attrName>ppt_w</p:attrName>
                                        </p:attrNameLst>
                                      </p:cBhvr>
                                      <p:tavLst>
                                        <p:tav tm="0">
                                          <p:val>
                                            <p:fltVal val="0"/>
                                          </p:val>
                                        </p:tav>
                                        <p:tav tm="100000">
                                          <p:val>
                                            <p:strVal val="#ppt_w"/>
                                          </p:val>
                                        </p:tav>
                                      </p:tavLst>
                                    </p:anim>
                                    <p:anim calcmode="lin" valueType="num">
                                      <p:cBhvr>
                                        <p:cTn id="13" dur="500" fill="hold"/>
                                        <p:tgtEl>
                                          <p:spTgt spid="129035">
                                            <p:txEl>
                                              <p:pRg st="0" end="0"/>
                                            </p:txEl>
                                          </p:spTgt>
                                        </p:tgtEl>
                                        <p:attrNameLst>
                                          <p:attrName>ppt_h</p:attrName>
                                        </p:attrNameLst>
                                      </p:cBhvr>
                                      <p:tavLst>
                                        <p:tav tm="0">
                                          <p:val>
                                            <p:fltVal val="0"/>
                                          </p:val>
                                        </p:tav>
                                        <p:tav tm="100000">
                                          <p:val>
                                            <p:strVal val="#ppt_h"/>
                                          </p:val>
                                        </p:tav>
                                      </p:tavLst>
                                    </p:anim>
                                    <p:animEffect transition="in" filter="fade">
                                      <p:cBhvr>
                                        <p:cTn id="14" dur="500"/>
                                        <p:tgtEl>
                                          <p:spTgt spid="129035">
                                            <p:txEl>
                                              <p:pRg st="0" end="0"/>
                                            </p:txEl>
                                          </p:spTgt>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29035">
                                            <p:txEl>
                                              <p:pRg st="1" end="1"/>
                                            </p:txEl>
                                          </p:spTgt>
                                        </p:tgtEl>
                                        <p:attrNameLst>
                                          <p:attrName>style.visibility</p:attrName>
                                        </p:attrNameLst>
                                      </p:cBhvr>
                                      <p:to>
                                        <p:strVal val="visible"/>
                                      </p:to>
                                    </p:set>
                                    <p:anim calcmode="lin" valueType="num">
                                      <p:cBhvr>
                                        <p:cTn id="17" dur="500" fill="hold"/>
                                        <p:tgtEl>
                                          <p:spTgt spid="129035">
                                            <p:txEl>
                                              <p:pRg st="1" end="1"/>
                                            </p:txEl>
                                          </p:spTgt>
                                        </p:tgtEl>
                                        <p:attrNameLst>
                                          <p:attrName>ppt_w</p:attrName>
                                        </p:attrNameLst>
                                      </p:cBhvr>
                                      <p:tavLst>
                                        <p:tav tm="0">
                                          <p:val>
                                            <p:fltVal val="0"/>
                                          </p:val>
                                        </p:tav>
                                        <p:tav tm="100000">
                                          <p:val>
                                            <p:strVal val="#ppt_w"/>
                                          </p:val>
                                        </p:tav>
                                      </p:tavLst>
                                    </p:anim>
                                    <p:anim calcmode="lin" valueType="num">
                                      <p:cBhvr>
                                        <p:cTn id="18" dur="500" fill="hold"/>
                                        <p:tgtEl>
                                          <p:spTgt spid="129035">
                                            <p:txEl>
                                              <p:pRg st="1" end="1"/>
                                            </p:txEl>
                                          </p:spTgt>
                                        </p:tgtEl>
                                        <p:attrNameLst>
                                          <p:attrName>ppt_h</p:attrName>
                                        </p:attrNameLst>
                                      </p:cBhvr>
                                      <p:tavLst>
                                        <p:tav tm="0">
                                          <p:val>
                                            <p:fltVal val="0"/>
                                          </p:val>
                                        </p:tav>
                                        <p:tav tm="100000">
                                          <p:val>
                                            <p:strVal val="#ppt_h"/>
                                          </p:val>
                                        </p:tav>
                                      </p:tavLst>
                                    </p:anim>
                                    <p:animEffect transition="in" filter="fade">
                                      <p:cBhvr>
                                        <p:cTn id="19" dur="500"/>
                                        <p:tgtEl>
                                          <p:spTgt spid="129035">
                                            <p:txEl>
                                              <p:pRg st="1" end="1"/>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129035">
                                            <p:txEl>
                                              <p:pRg st="2" end="2"/>
                                            </p:txEl>
                                          </p:spTgt>
                                        </p:tgtEl>
                                        <p:attrNameLst>
                                          <p:attrName>style.visibility</p:attrName>
                                        </p:attrNameLst>
                                      </p:cBhvr>
                                      <p:to>
                                        <p:strVal val="visible"/>
                                      </p:to>
                                    </p:set>
                                    <p:anim calcmode="lin" valueType="num">
                                      <p:cBhvr>
                                        <p:cTn id="24" dur="500" fill="hold"/>
                                        <p:tgtEl>
                                          <p:spTgt spid="129035">
                                            <p:txEl>
                                              <p:pRg st="2" end="2"/>
                                            </p:txEl>
                                          </p:spTgt>
                                        </p:tgtEl>
                                        <p:attrNameLst>
                                          <p:attrName>ppt_w</p:attrName>
                                        </p:attrNameLst>
                                      </p:cBhvr>
                                      <p:tavLst>
                                        <p:tav tm="0">
                                          <p:val>
                                            <p:fltVal val="0"/>
                                          </p:val>
                                        </p:tav>
                                        <p:tav tm="100000">
                                          <p:val>
                                            <p:strVal val="#ppt_w"/>
                                          </p:val>
                                        </p:tav>
                                      </p:tavLst>
                                    </p:anim>
                                    <p:anim calcmode="lin" valueType="num">
                                      <p:cBhvr>
                                        <p:cTn id="25" dur="500" fill="hold"/>
                                        <p:tgtEl>
                                          <p:spTgt spid="129035">
                                            <p:txEl>
                                              <p:pRg st="2" end="2"/>
                                            </p:txEl>
                                          </p:spTgt>
                                        </p:tgtEl>
                                        <p:attrNameLst>
                                          <p:attrName>ppt_h</p:attrName>
                                        </p:attrNameLst>
                                      </p:cBhvr>
                                      <p:tavLst>
                                        <p:tav tm="0">
                                          <p:val>
                                            <p:fltVal val="0"/>
                                          </p:val>
                                        </p:tav>
                                        <p:tav tm="100000">
                                          <p:val>
                                            <p:strVal val="#ppt_h"/>
                                          </p:val>
                                        </p:tav>
                                      </p:tavLst>
                                    </p:anim>
                                    <p:animEffect transition="in" filter="fade">
                                      <p:cBhvr>
                                        <p:cTn id="26" dur="500"/>
                                        <p:tgtEl>
                                          <p:spTgt spid="129035">
                                            <p:txEl>
                                              <p:pRg st="2" end="2"/>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129035">
                                            <p:txEl>
                                              <p:pRg st="3" end="3"/>
                                            </p:txEl>
                                          </p:spTgt>
                                        </p:tgtEl>
                                        <p:attrNameLst>
                                          <p:attrName>style.visibility</p:attrName>
                                        </p:attrNameLst>
                                      </p:cBhvr>
                                      <p:to>
                                        <p:strVal val="visible"/>
                                      </p:to>
                                    </p:set>
                                    <p:anim calcmode="lin" valueType="num">
                                      <p:cBhvr>
                                        <p:cTn id="31" dur="500" fill="hold"/>
                                        <p:tgtEl>
                                          <p:spTgt spid="129035">
                                            <p:txEl>
                                              <p:pRg st="3" end="3"/>
                                            </p:txEl>
                                          </p:spTgt>
                                        </p:tgtEl>
                                        <p:attrNameLst>
                                          <p:attrName>ppt_w</p:attrName>
                                        </p:attrNameLst>
                                      </p:cBhvr>
                                      <p:tavLst>
                                        <p:tav tm="0">
                                          <p:val>
                                            <p:fltVal val="0"/>
                                          </p:val>
                                        </p:tav>
                                        <p:tav tm="100000">
                                          <p:val>
                                            <p:strVal val="#ppt_w"/>
                                          </p:val>
                                        </p:tav>
                                      </p:tavLst>
                                    </p:anim>
                                    <p:anim calcmode="lin" valueType="num">
                                      <p:cBhvr>
                                        <p:cTn id="32" dur="500" fill="hold"/>
                                        <p:tgtEl>
                                          <p:spTgt spid="129035">
                                            <p:txEl>
                                              <p:pRg st="3" end="3"/>
                                            </p:txEl>
                                          </p:spTgt>
                                        </p:tgtEl>
                                        <p:attrNameLst>
                                          <p:attrName>ppt_h</p:attrName>
                                        </p:attrNameLst>
                                      </p:cBhvr>
                                      <p:tavLst>
                                        <p:tav tm="0">
                                          <p:val>
                                            <p:fltVal val="0"/>
                                          </p:val>
                                        </p:tav>
                                        <p:tav tm="100000">
                                          <p:val>
                                            <p:strVal val="#ppt_h"/>
                                          </p:val>
                                        </p:tav>
                                      </p:tavLst>
                                    </p:anim>
                                    <p:animEffect transition="in" filter="fade">
                                      <p:cBhvr>
                                        <p:cTn id="33" dur="500"/>
                                        <p:tgtEl>
                                          <p:spTgt spid="129035">
                                            <p:txEl>
                                              <p:pRg st="3" end="3"/>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53" presetClass="entr" presetSubtype="16" fill="hold" grpId="0" nodeType="clickEffect">
                                  <p:stCondLst>
                                    <p:cond delay="0"/>
                                  </p:stCondLst>
                                  <p:childTnLst>
                                    <p:set>
                                      <p:cBhvr>
                                        <p:cTn id="37" dur="1" fill="hold">
                                          <p:stCondLst>
                                            <p:cond delay="0"/>
                                          </p:stCondLst>
                                        </p:cTn>
                                        <p:tgtEl>
                                          <p:spTgt spid="129035">
                                            <p:txEl>
                                              <p:pRg st="4" end="4"/>
                                            </p:txEl>
                                          </p:spTgt>
                                        </p:tgtEl>
                                        <p:attrNameLst>
                                          <p:attrName>style.visibility</p:attrName>
                                        </p:attrNameLst>
                                      </p:cBhvr>
                                      <p:to>
                                        <p:strVal val="visible"/>
                                      </p:to>
                                    </p:set>
                                    <p:anim calcmode="lin" valueType="num">
                                      <p:cBhvr>
                                        <p:cTn id="38" dur="500" fill="hold"/>
                                        <p:tgtEl>
                                          <p:spTgt spid="129035">
                                            <p:txEl>
                                              <p:pRg st="4" end="4"/>
                                            </p:txEl>
                                          </p:spTgt>
                                        </p:tgtEl>
                                        <p:attrNameLst>
                                          <p:attrName>ppt_w</p:attrName>
                                        </p:attrNameLst>
                                      </p:cBhvr>
                                      <p:tavLst>
                                        <p:tav tm="0">
                                          <p:val>
                                            <p:fltVal val="0"/>
                                          </p:val>
                                        </p:tav>
                                        <p:tav tm="100000">
                                          <p:val>
                                            <p:strVal val="#ppt_w"/>
                                          </p:val>
                                        </p:tav>
                                      </p:tavLst>
                                    </p:anim>
                                    <p:anim calcmode="lin" valueType="num">
                                      <p:cBhvr>
                                        <p:cTn id="39" dur="500" fill="hold"/>
                                        <p:tgtEl>
                                          <p:spTgt spid="129035">
                                            <p:txEl>
                                              <p:pRg st="4" end="4"/>
                                            </p:txEl>
                                          </p:spTgt>
                                        </p:tgtEl>
                                        <p:attrNameLst>
                                          <p:attrName>ppt_h</p:attrName>
                                        </p:attrNameLst>
                                      </p:cBhvr>
                                      <p:tavLst>
                                        <p:tav tm="0">
                                          <p:val>
                                            <p:fltVal val="0"/>
                                          </p:val>
                                        </p:tav>
                                        <p:tav tm="100000">
                                          <p:val>
                                            <p:strVal val="#ppt_h"/>
                                          </p:val>
                                        </p:tav>
                                      </p:tavLst>
                                    </p:anim>
                                    <p:animEffect transition="in" filter="fade">
                                      <p:cBhvr>
                                        <p:cTn id="40" dur="500"/>
                                        <p:tgtEl>
                                          <p:spTgt spid="129035">
                                            <p:txEl>
                                              <p:pRg st="4" end="4"/>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53" presetClass="entr" presetSubtype="16" fill="hold" grpId="0" nodeType="clickEffect">
                                  <p:stCondLst>
                                    <p:cond delay="0"/>
                                  </p:stCondLst>
                                  <p:childTnLst>
                                    <p:set>
                                      <p:cBhvr>
                                        <p:cTn id="44" dur="1" fill="hold">
                                          <p:stCondLst>
                                            <p:cond delay="0"/>
                                          </p:stCondLst>
                                        </p:cTn>
                                        <p:tgtEl>
                                          <p:spTgt spid="129035">
                                            <p:txEl>
                                              <p:pRg st="5" end="5"/>
                                            </p:txEl>
                                          </p:spTgt>
                                        </p:tgtEl>
                                        <p:attrNameLst>
                                          <p:attrName>style.visibility</p:attrName>
                                        </p:attrNameLst>
                                      </p:cBhvr>
                                      <p:to>
                                        <p:strVal val="visible"/>
                                      </p:to>
                                    </p:set>
                                    <p:anim calcmode="lin" valueType="num">
                                      <p:cBhvr>
                                        <p:cTn id="45" dur="500" fill="hold"/>
                                        <p:tgtEl>
                                          <p:spTgt spid="129035">
                                            <p:txEl>
                                              <p:pRg st="5" end="5"/>
                                            </p:txEl>
                                          </p:spTgt>
                                        </p:tgtEl>
                                        <p:attrNameLst>
                                          <p:attrName>ppt_w</p:attrName>
                                        </p:attrNameLst>
                                      </p:cBhvr>
                                      <p:tavLst>
                                        <p:tav tm="0">
                                          <p:val>
                                            <p:fltVal val="0"/>
                                          </p:val>
                                        </p:tav>
                                        <p:tav tm="100000">
                                          <p:val>
                                            <p:strVal val="#ppt_w"/>
                                          </p:val>
                                        </p:tav>
                                      </p:tavLst>
                                    </p:anim>
                                    <p:anim calcmode="lin" valueType="num">
                                      <p:cBhvr>
                                        <p:cTn id="46" dur="500" fill="hold"/>
                                        <p:tgtEl>
                                          <p:spTgt spid="129035">
                                            <p:txEl>
                                              <p:pRg st="5" end="5"/>
                                            </p:txEl>
                                          </p:spTgt>
                                        </p:tgtEl>
                                        <p:attrNameLst>
                                          <p:attrName>ppt_h</p:attrName>
                                        </p:attrNameLst>
                                      </p:cBhvr>
                                      <p:tavLst>
                                        <p:tav tm="0">
                                          <p:val>
                                            <p:fltVal val="0"/>
                                          </p:val>
                                        </p:tav>
                                        <p:tav tm="100000">
                                          <p:val>
                                            <p:strVal val="#ppt_h"/>
                                          </p:val>
                                        </p:tav>
                                      </p:tavLst>
                                    </p:anim>
                                    <p:animEffect transition="in" filter="fade">
                                      <p:cBhvr>
                                        <p:cTn id="47" dur="500"/>
                                        <p:tgtEl>
                                          <p:spTgt spid="129035">
                                            <p:txEl>
                                              <p:pRg st="5" end="5"/>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53" presetClass="entr" presetSubtype="16" fill="hold" grpId="0" nodeType="clickEffect">
                                  <p:stCondLst>
                                    <p:cond delay="0"/>
                                  </p:stCondLst>
                                  <p:childTnLst>
                                    <p:set>
                                      <p:cBhvr>
                                        <p:cTn id="51" dur="1" fill="hold">
                                          <p:stCondLst>
                                            <p:cond delay="0"/>
                                          </p:stCondLst>
                                        </p:cTn>
                                        <p:tgtEl>
                                          <p:spTgt spid="129035">
                                            <p:txEl>
                                              <p:pRg st="6" end="6"/>
                                            </p:txEl>
                                          </p:spTgt>
                                        </p:tgtEl>
                                        <p:attrNameLst>
                                          <p:attrName>style.visibility</p:attrName>
                                        </p:attrNameLst>
                                      </p:cBhvr>
                                      <p:to>
                                        <p:strVal val="visible"/>
                                      </p:to>
                                    </p:set>
                                    <p:anim calcmode="lin" valueType="num">
                                      <p:cBhvr>
                                        <p:cTn id="52" dur="500" fill="hold"/>
                                        <p:tgtEl>
                                          <p:spTgt spid="129035">
                                            <p:txEl>
                                              <p:pRg st="6" end="6"/>
                                            </p:txEl>
                                          </p:spTgt>
                                        </p:tgtEl>
                                        <p:attrNameLst>
                                          <p:attrName>ppt_w</p:attrName>
                                        </p:attrNameLst>
                                      </p:cBhvr>
                                      <p:tavLst>
                                        <p:tav tm="0">
                                          <p:val>
                                            <p:fltVal val="0"/>
                                          </p:val>
                                        </p:tav>
                                        <p:tav tm="100000">
                                          <p:val>
                                            <p:strVal val="#ppt_w"/>
                                          </p:val>
                                        </p:tav>
                                      </p:tavLst>
                                    </p:anim>
                                    <p:anim calcmode="lin" valueType="num">
                                      <p:cBhvr>
                                        <p:cTn id="53" dur="500" fill="hold"/>
                                        <p:tgtEl>
                                          <p:spTgt spid="129035">
                                            <p:txEl>
                                              <p:pRg st="6" end="6"/>
                                            </p:txEl>
                                          </p:spTgt>
                                        </p:tgtEl>
                                        <p:attrNameLst>
                                          <p:attrName>ppt_h</p:attrName>
                                        </p:attrNameLst>
                                      </p:cBhvr>
                                      <p:tavLst>
                                        <p:tav tm="0">
                                          <p:val>
                                            <p:fltVal val="0"/>
                                          </p:val>
                                        </p:tav>
                                        <p:tav tm="100000">
                                          <p:val>
                                            <p:strVal val="#ppt_h"/>
                                          </p:val>
                                        </p:tav>
                                      </p:tavLst>
                                    </p:anim>
                                    <p:animEffect transition="in" filter="fade">
                                      <p:cBhvr>
                                        <p:cTn id="54" dur="500"/>
                                        <p:tgtEl>
                                          <p:spTgt spid="129035">
                                            <p:txEl>
                                              <p:pRg st="6" end="6"/>
                                            </p:txEl>
                                          </p:spTgt>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53" presetClass="entr" presetSubtype="16" fill="hold" grpId="0" nodeType="clickEffect">
                                  <p:stCondLst>
                                    <p:cond delay="0"/>
                                  </p:stCondLst>
                                  <p:childTnLst>
                                    <p:set>
                                      <p:cBhvr>
                                        <p:cTn id="58" dur="1" fill="hold">
                                          <p:stCondLst>
                                            <p:cond delay="0"/>
                                          </p:stCondLst>
                                        </p:cTn>
                                        <p:tgtEl>
                                          <p:spTgt spid="129035">
                                            <p:txEl>
                                              <p:pRg st="7" end="7"/>
                                            </p:txEl>
                                          </p:spTgt>
                                        </p:tgtEl>
                                        <p:attrNameLst>
                                          <p:attrName>style.visibility</p:attrName>
                                        </p:attrNameLst>
                                      </p:cBhvr>
                                      <p:to>
                                        <p:strVal val="visible"/>
                                      </p:to>
                                    </p:set>
                                    <p:anim calcmode="lin" valueType="num">
                                      <p:cBhvr>
                                        <p:cTn id="59" dur="500" fill="hold"/>
                                        <p:tgtEl>
                                          <p:spTgt spid="129035">
                                            <p:txEl>
                                              <p:pRg st="7" end="7"/>
                                            </p:txEl>
                                          </p:spTgt>
                                        </p:tgtEl>
                                        <p:attrNameLst>
                                          <p:attrName>ppt_w</p:attrName>
                                        </p:attrNameLst>
                                      </p:cBhvr>
                                      <p:tavLst>
                                        <p:tav tm="0">
                                          <p:val>
                                            <p:fltVal val="0"/>
                                          </p:val>
                                        </p:tav>
                                        <p:tav tm="100000">
                                          <p:val>
                                            <p:strVal val="#ppt_w"/>
                                          </p:val>
                                        </p:tav>
                                      </p:tavLst>
                                    </p:anim>
                                    <p:anim calcmode="lin" valueType="num">
                                      <p:cBhvr>
                                        <p:cTn id="60" dur="500" fill="hold"/>
                                        <p:tgtEl>
                                          <p:spTgt spid="129035">
                                            <p:txEl>
                                              <p:pRg st="7" end="7"/>
                                            </p:txEl>
                                          </p:spTgt>
                                        </p:tgtEl>
                                        <p:attrNameLst>
                                          <p:attrName>ppt_h</p:attrName>
                                        </p:attrNameLst>
                                      </p:cBhvr>
                                      <p:tavLst>
                                        <p:tav tm="0">
                                          <p:val>
                                            <p:fltVal val="0"/>
                                          </p:val>
                                        </p:tav>
                                        <p:tav tm="100000">
                                          <p:val>
                                            <p:strVal val="#ppt_h"/>
                                          </p:val>
                                        </p:tav>
                                      </p:tavLst>
                                    </p:anim>
                                    <p:animEffect transition="in" filter="fade">
                                      <p:cBhvr>
                                        <p:cTn id="61" dur="500"/>
                                        <p:tgtEl>
                                          <p:spTgt spid="129035">
                                            <p:txEl>
                                              <p:pRg st="7" end="7"/>
                                            </p:txEl>
                                          </p:spTgt>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53" presetClass="entr" presetSubtype="16" fill="hold" grpId="0" nodeType="clickEffect">
                                  <p:stCondLst>
                                    <p:cond delay="0"/>
                                  </p:stCondLst>
                                  <p:childTnLst>
                                    <p:set>
                                      <p:cBhvr>
                                        <p:cTn id="65" dur="1" fill="hold">
                                          <p:stCondLst>
                                            <p:cond delay="0"/>
                                          </p:stCondLst>
                                        </p:cTn>
                                        <p:tgtEl>
                                          <p:spTgt spid="129035">
                                            <p:txEl>
                                              <p:pRg st="8" end="8"/>
                                            </p:txEl>
                                          </p:spTgt>
                                        </p:tgtEl>
                                        <p:attrNameLst>
                                          <p:attrName>style.visibility</p:attrName>
                                        </p:attrNameLst>
                                      </p:cBhvr>
                                      <p:to>
                                        <p:strVal val="visible"/>
                                      </p:to>
                                    </p:set>
                                    <p:anim calcmode="lin" valueType="num">
                                      <p:cBhvr>
                                        <p:cTn id="66" dur="500" fill="hold"/>
                                        <p:tgtEl>
                                          <p:spTgt spid="129035">
                                            <p:txEl>
                                              <p:pRg st="8" end="8"/>
                                            </p:txEl>
                                          </p:spTgt>
                                        </p:tgtEl>
                                        <p:attrNameLst>
                                          <p:attrName>ppt_w</p:attrName>
                                        </p:attrNameLst>
                                      </p:cBhvr>
                                      <p:tavLst>
                                        <p:tav tm="0">
                                          <p:val>
                                            <p:fltVal val="0"/>
                                          </p:val>
                                        </p:tav>
                                        <p:tav tm="100000">
                                          <p:val>
                                            <p:strVal val="#ppt_w"/>
                                          </p:val>
                                        </p:tav>
                                      </p:tavLst>
                                    </p:anim>
                                    <p:anim calcmode="lin" valueType="num">
                                      <p:cBhvr>
                                        <p:cTn id="67" dur="500" fill="hold"/>
                                        <p:tgtEl>
                                          <p:spTgt spid="129035">
                                            <p:txEl>
                                              <p:pRg st="8" end="8"/>
                                            </p:txEl>
                                          </p:spTgt>
                                        </p:tgtEl>
                                        <p:attrNameLst>
                                          <p:attrName>ppt_h</p:attrName>
                                        </p:attrNameLst>
                                      </p:cBhvr>
                                      <p:tavLst>
                                        <p:tav tm="0">
                                          <p:val>
                                            <p:fltVal val="0"/>
                                          </p:val>
                                        </p:tav>
                                        <p:tav tm="100000">
                                          <p:val>
                                            <p:strVal val="#ppt_h"/>
                                          </p:val>
                                        </p:tav>
                                      </p:tavLst>
                                    </p:anim>
                                    <p:animEffect transition="in" filter="fade">
                                      <p:cBhvr>
                                        <p:cTn id="68" dur="500"/>
                                        <p:tgtEl>
                                          <p:spTgt spid="129035">
                                            <p:txEl>
                                              <p:pRg st="8" end="8"/>
                                            </p:txEl>
                                          </p:spTgt>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53" presetClass="entr" presetSubtype="16" fill="hold" grpId="0" nodeType="clickEffect">
                                  <p:stCondLst>
                                    <p:cond delay="0"/>
                                  </p:stCondLst>
                                  <p:childTnLst>
                                    <p:set>
                                      <p:cBhvr>
                                        <p:cTn id="72" dur="1" fill="hold">
                                          <p:stCondLst>
                                            <p:cond delay="0"/>
                                          </p:stCondLst>
                                        </p:cTn>
                                        <p:tgtEl>
                                          <p:spTgt spid="129037"/>
                                        </p:tgtEl>
                                        <p:attrNameLst>
                                          <p:attrName>style.visibility</p:attrName>
                                        </p:attrNameLst>
                                      </p:cBhvr>
                                      <p:to>
                                        <p:strVal val="visible"/>
                                      </p:to>
                                    </p:set>
                                    <p:anim calcmode="lin" valueType="num">
                                      <p:cBhvr>
                                        <p:cTn id="73" dur="500" fill="hold"/>
                                        <p:tgtEl>
                                          <p:spTgt spid="129037"/>
                                        </p:tgtEl>
                                        <p:attrNameLst>
                                          <p:attrName>ppt_w</p:attrName>
                                        </p:attrNameLst>
                                      </p:cBhvr>
                                      <p:tavLst>
                                        <p:tav tm="0">
                                          <p:val>
                                            <p:fltVal val="0"/>
                                          </p:val>
                                        </p:tav>
                                        <p:tav tm="100000">
                                          <p:val>
                                            <p:strVal val="#ppt_w"/>
                                          </p:val>
                                        </p:tav>
                                      </p:tavLst>
                                    </p:anim>
                                    <p:anim calcmode="lin" valueType="num">
                                      <p:cBhvr>
                                        <p:cTn id="74" dur="500" fill="hold"/>
                                        <p:tgtEl>
                                          <p:spTgt spid="129037"/>
                                        </p:tgtEl>
                                        <p:attrNameLst>
                                          <p:attrName>ppt_h</p:attrName>
                                        </p:attrNameLst>
                                      </p:cBhvr>
                                      <p:tavLst>
                                        <p:tav tm="0">
                                          <p:val>
                                            <p:fltVal val="0"/>
                                          </p:val>
                                        </p:tav>
                                        <p:tav tm="100000">
                                          <p:val>
                                            <p:strVal val="#ppt_h"/>
                                          </p:val>
                                        </p:tav>
                                      </p:tavLst>
                                    </p:anim>
                                    <p:animEffect transition="in" filter="fade">
                                      <p:cBhvr>
                                        <p:cTn id="75" dur="500"/>
                                        <p:tgtEl>
                                          <p:spTgt spid="129037"/>
                                        </p:tgtEl>
                                      </p:cBhvr>
                                    </p:animEffect>
                                  </p:childTnLst>
                                </p:cTn>
                              </p:par>
                              <p:par>
                                <p:cTn id="76" presetID="53" presetClass="entr" presetSubtype="16" fill="hold" grpId="0" nodeType="withEffect">
                                  <p:stCondLst>
                                    <p:cond delay="0"/>
                                  </p:stCondLst>
                                  <p:childTnLst>
                                    <p:set>
                                      <p:cBhvr>
                                        <p:cTn id="77" dur="1" fill="hold">
                                          <p:stCondLst>
                                            <p:cond delay="0"/>
                                          </p:stCondLst>
                                        </p:cTn>
                                        <p:tgtEl>
                                          <p:spTgt spid="129063"/>
                                        </p:tgtEl>
                                        <p:attrNameLst>
                                          <p:attrName>style.visibility</p:attrName>
                                        </p:attrNameLst>
                                      </p:cBhvr>
                                      <p:to>
                                        <p:strVal val="visible"/>
                                      </p:to>
                                    </p:set>
                                    <p:anim calcmode="lin" valueType="num">
                                      <p:cBhvr>
                                        <p:cTn id="78" dur="500" fill="hold"/>
                                        <p:tgtEl>
                                          <p:spTgt spid="129063"/>
                                        </p:tgtEl>
                                        <p:attrNameLst>
                                          <p:attrName>ppt_w</p:attrName>
                                        </p:attrNameLst>
                                      </p:cBhvr>
                                      <p:tavLst>
                                        <p:tav tm="0">
                                          <p:val>
                                            <p:fltVal val="0"/>
                                          </p:val>
                                        </p:tav>
                                        <p:tav tm="100000">
                                          <p:val>
                                            <p:strVal val="#ppt_w"/>
                                          </p:val>
                                        </p:tav>
                                      </p:tavLst>
                                    </p:anim>
                                    <p:anim calcmode="lin" valueType="num">
                                      <p:cBhvr>
                                        <p:cTn id="79" dur="500" fill="hold"/>
                                        <p:tgtEl>
                                          <p:spTgt spid="129063"/>
                                        </p:tgtEl>
                                        <p:attrNameLst>
                                          <p:attrName>ppt_h</p:attrName>
                                        </p:attrNameLst>
                                      </p:cBhvr>
                                      <p:tavLst>
                                        <p:tav tm="0">
                                          <p:val>
                                            <p:fltVal val="0"/>
                                          </p:val>
                                        </p:tav>
                                        <p:tav tm="100000">
                                          <p:val>
                                            <p:strVal val="#ppt_h"/>
                                          </p:val>
                                        </p:tav>
                                      </p:tavLst>
                                    </p:anim>
                                    <p:animEffect transition="in" filter="fade">
                                      <p:cBhvr>
                                        <p:cTn id="80" dur="500"/>
                                        <p:tgtEl>
                                          <p:spTgt spid="129063"/>
                                        </p:tgtEl>
                                      </p:cBhvr>
                                    </p:animEffect>
                                  </p:childTnLst>
                                </p:cTn>
                              </p:par>
                            </p:childTnLst>
                          </p:cTn>
                        </p:par>
                        <p:par>
                          <p:cTn id="81" fill="hold" nodeType="afterGroup">
                            <p:stCondLst>
                              <p:cond delay="500"/>
                            </p:stCondLst>
                            <p:childTnLst>
                              <p:par>
                                <p:cTn id="82" presetID="53" presetClass="entr" presetSubtype="16" fill="hold" grpId="0" nodeType="afterEffect">
                                  <p:stCondLst>
                                    <p:cond delay="0"/>
                                  </p:stCondLst>
                                  <p:childTnLst>
                                    <p:set>
                                      <p:cBhvr>
                                        <p:cTn id="83" dur="1" fill="hold">
                                          <p:stCondLst>
                                            <p:cond delay="0"/>
                                          </p:stCondLst>
                                        </p:cTn>
                                        <p:tgtEl>
                                          <p:spTgt spid="129036"/>
                                        </p:tgtEl>
                                        <p:attrNameLst>
                                          <p:attrName>style.visibility</p:attrName>
                                        </p:attrNameLst>
                                      </p:cBhvr>
                                      <p:to>
                                        <p:strVal val="visible"/>
                                      </p:to>
                                    </p:set>
                                    <p:anim calcmode="lin" valueType="num">
                                      <p:cBhvr>
                                        <p:cTn id="84" dur="500" fill="hold"/>
                                        <p:tgtEl>
                                          <p:spTgt spid="129036"/>
                                        </p:tgtEl>
                                        <p:attrNameLst>
                                          <p:attrName>ppt_w</p:attrName>
                                        </p:attrNameLst>
                                      </p:cBhvr>
                                      <p:tavLst>
                                        <p:tav tm="0">
                                          <p:val>
                                            <p:fltVal val="0"/>
                                          </p:val>
                                        </p:tav>
                                        <p:tav tm="100000">
                                          <p:val>
                                            <p:strVal val="#ppt_w"/>
                                          </p:val>
                                        </p:tav>
                                      </p:tavLst>
                                    </p:anim>
                                    <p:anim calcmode="lin" valueType="num">
                                      <p:cBhvr>
                                        <p:cTn id="85" dur="500" fill="hold"/>
                                        <p:tgtEl>
                                          <p:spTgt spid="129036"/>
                                        </p:tgtEl>
                                        <p:attrNameLst>
                                          <p:attrName>ppt_h</p:attrName>
                                        </p:attrNameLst>
                                      </p:cBhvr>
                                      <p:tavLst>
                                        <p:tav tm="0">
                                          <p:val>
                                            <p:fltVal val="0"/>
                                          </p:val>
                                        </p:tav>
                                        <p:tav tm="100000">
                                          <p:val>
                                            <p:strVal val="#ppt_h"/>
                                          </p:val>
                                        </p:tav>
                                      </p:tavLst>
                                    </p:anim>
                                    <p:animEffect transition="in" filter="fade">
                                      <p:cBhvr>
                                        <p:cTn id="86" dur="500"/>
                                        <p:tgtEl>
                                          <p:spTgt spid="129036"/>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53" presetClass="entr" presetSubtype="16" fill="hold" grpId="0" nodeType="clickEffect">
                                  <p:stCondLst>
                                    <p:cond delay="0"/>
                                  </p:stCondLst>
                                  <p:childTnLst>
                                    <p:set>
                                      <p:cBhvr>
                                        <p:cTn id="90" dur="1" fill="hold">
                                          <p:stCondLst>
                                            <p:cond delay="0"/>
                                          </p:stCondLst>
                                        </p:cTn>
                                        <p:tgtEl>
                                          <p:spTgt spid="129040"/>
                                        </p:tgtEl>
                                        <p:attrNameLst>
                                          <p:attrName>style.visibility</p:attrName>
                                        </p:attrNameLst>
                                      </p:cBhvr>
                                      <p:to>
                                        <p:strVal val="visible"/>
                                      </p:to>
                                    </p:set>
                                    <p:anim calcmode="lin" valueType="num">
                                      <p:cBhvr>
                                        <p:cTn id="91" dur="500" fill="hold"/>
                                        <p:tgtEl>
                                          <p:spTgt spid="129040"/>
                                        </p:tgtEl>
                                        <p:attrNameLst>
                                          <p:attrName>ppt_w</p:attrName>
                                        </p:attrNameLst>
                                      </p:cBhvr>
                                      <p:tavLst>
                                        <p:tav tm="0">
                                          <p:val>
                                            <p:fltVal val="0"/>
                                          </p:val>
                                        </p:tav>
                                        <p:tav tm="100000">
                                          <p:val>
                                            <p:strVal val="#ppt_w"/>
                                          </p:val>
                                        </p:tav>
                                      </p:tavLst>
                                    </p:anim>
                                    <p:anim calcmode="lin" valueType="num">
                                      <p:cBhvr>
                                        <p:cTn id="92" dur="500" fill="hold"/>
                                        <p:tgtEl>
                                          <p:spTgt spid="129040"/>
                                        </p:tgtEl>
                                        <p:attrNameLst>
                                          <p:attrName>ppt_h</p:attrName>
                                        </p:attrNameLst>
                                      </p:cBhvr>
                                      <p:tavLst>
                                        <p:tav tm="0">
                                          <p:val>
                                            <p:fltVal val="0"/>
                                          </p:val>
                                        </p:tav>
                                        <p:tav tm="100000">
                                          <p:val>
                                            <p:strVal val="#ppt_h"/>
                                          </p:val>
                                        </p:tav>
                                      </p:tavLst>
                                    </p:anim>
                                    <p:animEffect transition="in" filter="fade">
                                      <p:cBhvr>
                                        <p:cTn id="93" dur="500"/>
                                        <p:tgtEl>
                                          <p:spTgt spid="129040"/>
                                        </p:tgtEl>
                                      </p:cBhvr>
                                    </p:animEffect>
                                  </p:childTnLst>
                                </p:cTn>
                              </p:par>
                              <p:par>
                                <p:cTn id="94" presetID="53" presetClass="entr" presetSubtype="16" fill="hold" grpId="0" nodeType="withEffect">
                                  <p:stCondLst>
                                    <p:cond delay="0"/>
                                  </p:stCondLst>
                                  <p:childTnLst>
                                    <p:set>
                                      <p:cBhvr>
                                        <p:cTn id="95" dur="1" fill="hold">
                                          <p:stCondLst>
                                            <p:cond delay="0"/>
                                          </p:stCondLst>
                                        </p:cTn>
                                        <p:tgtEl>
                                          <p:spTgt spid="129039"/>
                                        </p:tgtEl>
                                        <p:attrNameLst>
                                          <p:attrName>style.visibility</p:attrName>
                                        </p:attrNameLst>
                                      </p:cBhvr>
                                      <p:to>
                                        <p:strVal val="visible"/>
                                      </p:to>
                                    </p:set>
                                    <p:anim calcmode="lin" valueType="num">
                                      <p:cBhvr>
                                        <p:cTn id="96" dur="500" fill="hold"/>
                                        <p:tgtEl>
                                          <p:spTgt spid="129039"/>
                                        </p:tgtEl>
                                        <p:attrNameLst>
                                          <p:attrName>ppt_w</p:attrName>
                                        </p:attrNameLst>
                                      </p:cBhvr>
                                      <p:tavLst>
                                        <p:tav tm="0">
                                          <p:val>
                                            <p:fltVal val="0"/>
                                          </p:val>
                                        </p:tav>
                                        <p:tav tm="100000">
                                          <p:val>
                                            <p:strVal val="#ppt_w"/>
                                          </p:val>
                                        </p:tav>
                                      </p:tavLst>
                                    </p:anim>
                                    <p:anim calcmode="lin" valueType="num">
                                      <p:cBhvr>
                                        <p:cTn id="97" dur="500" fill="hold"/>
                                        <p:tgtEl>
                                          <p:spTgt spid="129039"/>
                                        </p:tgtEl>
                                        <p:attrNameLst>
                                          <p:attrName>ppt_h</p:attrName>
                                        </p:attrNameLst>
                                      </p:cBhvr>
                                      <p:tavLst>
                                        <p:tav tm="0">
                                          <p:val>
                                            <p:fltVal val="0"/>
                                          </p:val>
                                        </p:tav>
                                        <p:tav tm="100000">
                                          <p:val>
                                            <p:strVal val="#ppt_h"/>
                                          </p:val>
                                        </p:tav>
                                      </p:tavLst>
                                    </p:anim>
                                    <p:animEffect transition="in" filter="fade">
                                      <p:cBhvr>
                                        <p:cTn id="98" dur="500"/>
                                        <p:tgtEl>
                                          <p:spTgt spid="129039"/>
                                        </p:tgtEl>
                                      </p:cBhvr>
                                    </p:animEffect>
                                  </p:childTnLst>
                                </p:cTn>
                              </p:par>
                            </p:childTnLst>
                          </p:cTn>
                        </p:par>
                        <p:par>
                          <p:cTn id="99" fill="hold" nodeType="afterGroup">
                            <p:stCondLst>
                              <p:cond delay="500"/>
                            </p:stCondLst>
                            <p:childTnLst>
                              <p:par>
                                <p:cTn id="100" presetID="53" presetClass="entr" presetSubtype="16" fill="hold" grpId="0" nodeType="afterEffect">
                                  <p:stCondLst>
                                    <p:cond delay="0"/>
                                  </p:stCondLst>
                                  <p:childTnLst>
                                    <p:set>
                                      <p:cBhvr>
                                        <p:cTn id="101" dur="1" fill="hold">
                                          <p:stCondLst>
                                            <p:cond delay="0"/>
                                          </p:stCondLst>
                                        </p:cTn>
                                        <p:tgtEl>
                                          <p:spTgt spid="129038">
                                            <p:bg/>
                                          </p:spTgt>
                                        </p:tgtEl>
                                        <p:attrNameLst>
                                          <p:attrName>style.visibility</p:attrName>
                                        </p:attrNameLst>
                                      </p:cBhvr>
                                      <p:to>
                                        <p:strVal val="visible"/>
                                      </p:to>
                                    </p:set>
                                    <p:anim calcmode="lin" valueType="num">
                                      <p:cBhvr>
                                        <p:cTn id="102" dur="500" fill="hold"/>
                                        <p:tgtEl>
                                          <p:spTgt spid="129038">
                                            <p:bg/>
                                          </p:spTgt>
                                        </p:tgtEl>
                                        <p:attrNameLst>
                                          <p:attrName>ppt_w</p:attrName>
                                        </p:attrNameLst>
                                      </p:cBhvr>
                                      <p:tavLst>
                                        <p:tav tm="0">
                                          <p:val>
                                            <p:fltVal val="0"/>
                                          </p:val>
                                        </p:tav>
                                        <p:tav tm="100000">
                                          <p:val>
                                            <p:strVal val="#ppt_w"/>
                                          </p:val>
                                        </p:tav>
                                      </p:tavLst>
                                    </p:anim>
                                    <p:anim calcmode="lin" valueType="num">
                                      <p:cBhvr>
                                        <p:cTn id="103" dur="500" fill="hold"/>
                                        <p:tgtEl>
                                          <p:spTgt spid="129038">
                                            <p:bg/>
                                          </p:spTgt>
                                        </p:tgtEl>
                                        <p:attrNameLst>
                                          <p:attrName>ppt_h</p:attrName>
                                        </p:attrNameLst>
                                      </p:cBhvr>
                                      <p:tavLst>
                                        <p:tav tm="0">
                                          <p:val>
                                            <p:fltVal val="0"/>
                                          </p:val>
                                        </p:tav>
                                        <p:tav tm="100000">
                                          <p:val>
                                            <p:strVal val="#ppt_h"/>
                                          </p:val>
                                        </p:tav>
                                      </p:tavLst>
                                    </p:anim>
                                    <p:animEffect transition="in" filter="fade">
                                      <p:cBhvr>
                                        <p:cTn id="104" dur="500"/>
                                        <p:tgtEl>
                                          <p:spTgt spid="129038">
                                            <p:bg/>
                                          </p:spTgt>
                                        </p:tgtEl>
                                      </p:cBhvr>
                                    </p:animEffect>
                                  </p:childTnLst>
                                </p:cTn>
                              </p:par>
                              <p:par>
                                <p:cTn id="105" presetID="53" presetClass="entr" presetSubtype="16" fill="hold" grpId="0" nodeType="withEffect">
                                  <p:stCondLst>
                                    <p:cond delay="0"/>
                                  </p:stCondLst>
                                  <p:childTnLst>
                                    <p:set>
                                      <p:cBhvr>
                                        <p:cTn id="106" dur="1" fill="hold">
                                          <p:stCondLst>
                                            <p:cond delay="0"/>
                                          </p:stCondLst>
                                        </p:cTn>
                                        <p:tgtEl>
                                          <p:spTgt spid="129038">
                                            <p:txEl>
                                              <p:pRg st="0" end="0"/>
                                            </p:txEl>
                                          </p:spTgt>
                                        </p:tgtEl>
                                        <p:attrNameLst>
                                          <p:attrName>style.visibility</p:attrName>
                                        </p:attrNameLst>
                                      </p:cBhvr>
                                      <p:to>
                                        <p:strVal val="visible"/>
                                      </p:to>
                                    </p:set>
                                    <p:anim calcmode="lin" valueType="num">
                                      <p:cBhvr>
                                        <p:cTn id="107" dur="500" fill="hold"/>
                                        <p:tgtEl>
                                          <p:spTgt spid="129038">
                                            <p:txEl>
                                              <p:pRg st="0" end="0"/>
                                            </p:txEl>
                                          </p:spTgt>
                                        </p:tgtEl>
                                        <p:attrNameLst>
                                          <p:attrName>ppt_w</p:attrName>
                                        </p:attrNameLst>
                                      </p:cBhvr>
                                      <p:tavLst>
                                        <p:tav tm="0">
                                          <p:val>
                                            <p:fltVal val="0"/>
                                          </p:val>
                                        </p:tav>
                                        <p:tav tm="100000">
                                          <p:val>
                                            <p:strVal val="#ppt_w"/>
                                          </p:val>
                                        </p:tav>
                                      </p:tavLst>
                                    </p:anim>
                                    <p:anim calcmode="lin" valueType="num">
                                      <p:cBhvr>
                                        <p:cTn id="108" dur="500" fill="hold"/>
                                        <p:tgtEl>
                                          <p:spTgt spid="129038">
                                            <p:txEl>
                                              <p:pRg st="0" end="0"/>
                                            </p:txEl>
                                          </p:spTgt>
                                        </p:tgtEl>
                                        <p:attrNameLst>
                                          <p:attrName>ppt_h</p:attrName>
                                        </p:attrNameLst>
                                      </p:cBhvr>
                                      <p:tavLst>
                                        <p:tav tm="0">
                                          <p:val>
                                            <p:fltVal val="0"/>
                                          </p:val>
                                        </p:tav>
                                        <p:tav tm="100000">
                                          <p:val>
                                            <p:strVal val="#ppt_h"/>
                                          </p:val>
                                        </p:tav>
                                      </p:tavLst>
                                    </p:anim>
                                    <p:animEffect transition="in" filter="fade">
                                      <p:cBhvr>
                                        <p:cTn id="109" dur="500"/>
                                        <p:tgtEl>
                                          <p:spTgt spid="129038">
                                            <p:txEl>
                                              <p:pRg st="0" end="0"/>
                                            </p:txEl>
                                          </p:spTgt>
                                        </p:tgtEl>
                                      </p:cBhvr>
                                    </p:animEffect>
                                  </p:childTnLst>
                                </p:cTn>
                              </p:par>
                              <p:par>
                                <p:cTn id="110" presetID="53" presetClass="entr" presetSubtype="16" fill="hold" grpId="0" nodeType="withEffect">
                                  <p:stCondLst>
                                    <p:cond delay="0"/>
                                  </p:stCondLst>
                                  <p:childTnLst>
                                    <p:set>
                                      <p:cBhvr>
                                        <p:cTn id="111" dur="1" fill="hold">
                                          <p:stCondLst>
                                            <p:cond delay="0"/>
                                          </p:stCondLst>
                                        </p:cTn>
                                        <p:tgtEl>
                                          <p:spTgt spid="129038">
                                            <p:txEl>
                                              <p:pRg st="1" end="1"/>
                                            </p:txEl>
                                          </p:spTgt>
                                        </p:tgtEl>
                                        <p:attrNameLst>
                                          <p:attrName>style.visibility</p:attrName>
                                        </p:attrNameLst>
                                      </p:cBhvr>
                                      <p:to>
                                        <p:strVal val="visible"/>
                                      </p:to>
                                    </p:set>
                                    <p:anim calcmode="lin" valueType="num">
                                      <p:cBhvr>
                                        <p:cTn id="112" dur="500" fill="hold"/>
                                        <p:tgtEl>
                                          <p:spTgt spid="129038">
                                            <p:txEl>
                                              <p:pRg st="1" end="1"/>
                                            </p:txEl>
                                          </p:spTgt>
                                        </p:tgtEl>
                                        <p:attrNameLst>
                                          <p:attrName>ppt_w</p:attrName>
                                        </p:attrNameLst>
                                      </p:cBhvr>
                                      <p:tavLst>
                                        <p:tav tm="0">
                                          <p:val>
                                            <p:fltVal val="0"/>
                                          </p:val>
                                        </p:tav>
                                        <p:tav tm="100000">
                                          <p:val>
                                            <p:strVal val="#ppt_w"/>
                                          </p:val>
                                        </p:tav>
                                      </p:tavLst>
                                    </p:anim>
                                    <p:anim calcmode="lin" valueType="num">
                                      <p:cBhvr>
                                        <p:cTn id="113" dur="500" fill="hold"/>
                                        <p:tgtEl>
                                          <p:spTgt spid="129038">
                                            <p:txEl>
                                              <p:pRg st="1" end="1"/>
                                            </p:txEl>
                                          </p:spTgt>
                                        </p:tgtEl>
                                        <p:attrNameLst>
                                          <p:attrName>ppt_h</p:attrName>
                                        </p:attrNameLst>
                                      </p:cBhvr>
                                      <p:tavLst>
                                        <p:tav tm="0">
                                          <p:val>
                                            <p:fltVal val="0"/>
                                          </p:val>
                                        </p:tav>
                                        <p:tav tm="100000">
                                          <p:val>
                                            <p:strVal val="#ppt_h"/>
                                          </p:val>
                                        </p:tav>
                                      </p:tavLst>
                                    </p:anim>
                                    <p:animEffect transition="in" filter="fade">
                                      <p:cBhvr>
                                        <p:cTn id="114" dur="500"/>
                                        <p:tgtEl>
                                          <p:spTgt spid="129038">
                                            <p:txEl>
                                              <p:pRg st="1" end="1"/>
                                            </p:txEl>
                                          </p:spTgt>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53" presetClass="entr" presetSubtype="16" fill="hold" grpId="0" nodeType="clickEffect">
                                  <p:stCondLst>
                                    <p:cond delay="0"/>
                                  </p:stCondLst>
                                  <p:childTnLst>
                                    <p:set>
                                      <p:cBhvr>
                                        <p:cTn id="118" dur="1" fill="hold">
                                          <p:stCondLst>
                                            <p:cond delay="0"/>
                                          </p:stCondLst>
                                        </p:cTn>
                                        <p:tgtEl>
                                          <p:spTgt spid="129038">
                                            <p:txEl>
                                              <p:pRg st="2" end="2"/>
                                            </p:txEl>
                                          </p:spTgt>
                                        </p:tgtEl>
                                        <p:attrNameLst>
                                          <p:attrName>style.visibility</p:attrName>
                                        </p:attrNameLst>
                                      </p:cBhvr>
                                      <p:to>
                                        <p:strVal val="visible"/>
                                      </p:to>
                                    </p:set>
                                    <p:anim calcmode="lin" valueType="num">
                                      <p:cBhvr>
                                        <p:cTn id="119" dur="500" fill="hold"/>
                                        <p:tgtEl>
                                          <p:spTgt spid="129038">
                                            <p:txEl>
                                              <p:pRg st="2" end="2"/>
                                            </p:txEl>
                                          </p:spTgt>
                                        </p:tgtEl>
                                        <p:attrNameLst>
                                          <p:attrName>ppt_w</p:attrName>
                                        </p:attrNameLst>
                                      </p:cBhvr>
                                      <p:tavLst>
                                        <p:tav tm="0">
                                          <p:val>
                                            <p:fltVal val="0"/>
                                          </p:val>
                                        </p:tav>
                                        <p:tav tm="100000">
                                          <p:val>
                                            <p:strVal val="#ppt_w"/>
                                          </p:val>
                                        </p:tav>
                                      </p:tavLst>
                                    </p:anim>
                                    <p:anim calcmode="lin" valueType="num">
                                      <p:cBhvr>
                                        <p:cTn id="120" dur="500" fill="hold"/>
                                        <p:tgtEl>
                                          <p:spTgt spid="129038">
                                            <p:txEl>
                                              <p:pRg st="2" end="2"/>
                                            </p:txEl>
                                          </p:spTgt>
                                        </p:tgtEl>
                                        <p:attrNameLst>
                                          <p:attrName>ppt_h</p:attrName>
                                        </p:attrNameLst>
                                      </p:cBhvr>
                                      <p:tavLst>
                                        <p:tav tm="0">
                                          <p:val>
                                            <p:fltVal val="0"/>
                                          </p:val>
                                        </p:tav>
                                        <p:tav tm="100000">
                                          <p:val>
                                            <p:strVal val="#ppt_h"/>
                                          </p:val>
                                        </p:tav>
                                      </p:tavLst>
                                    </p:anim>
                                    <p:animEffect transition="in" filter="fade">
                                      <p:cBhvr>
                                        <p:cTn id="121" dur="500"/>
                                        <p:tgtEl>
                                          <p:spTgt spid="129038">
                                            <p:txEl>
                                              <p:pRg st="2" end="2"/>
                                            </p:txEl>
                                          </p:spTgt>
                                        </p:tgtEl>
                                      </p:cBhvr>
                                    </p:animEffect>
                                  </p:childTnLst>
                                </p:cTn>
                              </p:par>
                            </p:childTnLst>
                          </p:cTn>
                        </p:par>
                      </p:childTnLst>
                    </p:cTn>
                  </p:par>
                  <p:par>
                    <p:cTn id="122" fill="hold" nodeType="clickPar">
                      <p:stCondLst>
                        <p:cond delay="indefinite"/>
                      </p:stCondLst>
                      <p:childTnLst>
                        <p:par>
                          <p:cTn id="123" fill="hold" nodeType="withGroup">
                            <p:stCondLst>
                              <p:cond delay="0"/>
                            </p:stCondLst>
                            <p:childTnLst>
                              <p:par>
                                <p:cTn id="124" presetID="53" presetClass="entr" presetSubtype="16" fill="hold" grpId="0" nodeType="clickEffect">
                                  <p:stCondLst>
                                    <p:cond delay="0"/>
                                  </p:stCondLst>
                                  <p:childTnLst>
                                    <p:set>
                                      <p:cBhvr>
                                        <p:cTn id="125" dur="1" fill="hold">
                                          <p:stCondLst>
                                            <p:cond delay="0"/>
                                          </p:stCondLst>
                                        </p:cTn>
                                        <p:tgtEl>
                                          <p:spTgt spid="129043"/>
                                        </p:tgtEl>
                                        <p:attrNameLst>
                                          <p:attrName>style.visibility</p:attrName>
                                        </p:attrNameLst>
                                      </p:cBhvr>
                                      <p:to>
                                        <p:strVal val="visible"/>
                                      </p:to>
                                    </p:set>
                                    <p:anim calcmode="lin" valueType="num">
                                      <p:cBhvr>
                                        <p:cTn id="126" dur="500" fill="hold"/>
                                        <p:tgtEl>
                                          <p:spTgt spid="129043"/>
                                        </p:tgtEl>
                                        <p:attrNameLst>
                                          <p:attrName>ppt_w</p:attrName>
                                        </p:attrNameLst>
                                      </p:cBhvr>
                                      <p:tavLst>
                                        <p:tav tm="0">
                                          <p:val>
                                            <p:fltVal val="0"/>
                                          </p:val>
                                        </p:tav>
                                        <p:tav tm="100000">
                                          <p:val>
                                            <p:strVal val="#ppt_w"/>
                                          </p:val>
                                        </p:tav>
                                      </p:tavLst>
                                    </p:anim>
                                    <p:anim calcmode="lin" valueType="num">
                                      <p:cBhvr>
                                        <p:cTn id="127" dur="500" fill="hold"/>
                                        <p:tgtEl>
                                          <p:spTgt spid="129043"/>
                                        </p:tgtEl>
                                        <p:attrNameLst>
                                          <p:attrName>ppt_h</p:attrName>
                                        </p:attrNameLst>
                                      </p:cBhvr>
                                      <p:tavLst>
                                        <p:tav tm="0">
                                          <p:val>
                                            <p:fltVal val="0"/>
                                          </p:val>
                                        </p:tav>
                                        <p:tav tm="100000">
                                          <p:val>
                                            <p:strVal val="#ppt_h"/>
                                          </p:val>
                                        </p:tav>
                                      </p:tavLst>
                                    </p:anim>
                                    <p:animEffect transition="in" filter="fade">
                                      <p:cBhvr>
                                        <p:cTn id="128" dur="500"/>
                                        <p:tgtEl>
                                          <p:spTgt spid="129043"/>
                                        </p:tgtEl>
                                      </p:cBhvr>
                                    </p:animEffect>
                                  </p:childTnLst>
                                </p:cTn>
                              </p:par>
                              <p:par>
                                <p:cTn id="129" presetID="53" presetClass="entr" presetSubtype="16" fill="hold" grpId="0" nodeType="withEffect">
                                  <p:stCondLst>
                                    <p:cond delay="0"/>
                                  </p:stCondLst>
                                  <p:childTnLst>
                                    <p:set>
                                      <p:cBhvr>
                                        <p:cTn id="130" dur="1" fill="hold">
                                          <p:stCondLst>
                                            <p:cond delay="0"/>
                                          </p:stCondLst>
                                        </p:cTn>
                                        <p:tgtEl>
                                          <p:spTgt spid="129042"/>
                                        </p:tgtEl>
                                        <p:attrNameLst>
                                          <p:attrName>style.visibility</p:attrName>
                                        </p:attrNameLst>
                                      </p:cBhvr>
                                      <p:to>
                                        <p:strVal val="visible"/>
                                      </p:to>
                                    </p:set>
                                    <p:anim calcmode="lin" valueType="num">
                                      <p:cBhvr>
                                        <p:cTn id="131" dur="500" fill="hold"/>
                                        <p:tgtEl>
                                          <p:spTgt spid="129042"/>
                                        </p:tgtEl>
                                        <p:attrNameLst>
                                          <p:attrName>ppt_w</p:attrName>
                                        </p:attrNameLst>
                                      </p:cBhvr>
                                      <p:tavLst>
                                        <p:tav tm="0">
                                          <p:val>
                                            <p:fltVal val="0"/>
                                          </p:val>
                                        </p:tav>
                                        <p:tav tm="100000">
                                          <p:val>
                                            <p:strVal val="#ppt_w"/>
                                          </p:val>
                                        </p:tav>
                                      </p:tavLst>
                                    </p:anim>
                                    <p:anim calcmode="lin" valueType="num">
                                      <p:cBhvr>
                                        <p:cTn id="132" dur="500" fill="hold"/>
                                        <p:tgtEl>
                                          <p:spTgt spid="129042"/>
                                        </p:tgtEl>
                                        <p:attrNameLst>
                                          <p:attrName>ppt_h</p:attrName>
                                        </p:attrNameLst>
                                      </p:cBhvr>
                                      <p:tavLst>
                                        <p:tav tm="0">
                                          <p:val>
                                            <p:fltVal val="0"/>
                                          </p:val>
                                        </p:tav>
                                        <p:tav tm="100000">
                                          <p:val>
                                            <p:strVal val="#ppt_h"/>
                                          </p:val>
                                        </p:tav>
                                      </p:tavLst>
                                    </p:anim>
                                    <p:animEffect transition="in" filter="fade">
                                      <p:cBhvr>
                                        <p:cTn id="133" dur="500"/>
                                        <p:tgtEl>
                                          <p:spTgt spid="129042"/>
                                        </p:tgtEl>
                                      </p:cBhvr>
                                    </p:animEffect>
                                  </p:childTnLst>
                                </p:cTn>
                              </p:par>
                            </p:childTnLst>
                          </p:cTn>
                        </p:par>
                        <p:par>
                          <p:cTn id="134" fill="hold" nodeType="afterGroup">
                            <p:stCondLst>
                              <p:cond delay="500"/>
                            </p:stCondLst>
                            <p:childTnLst>
                              <p:par>
                                <p:cTn id="135" presetID="53" presetClass="entr" presetSubtype="16" fill="hold" grpId="0" nodeType="afterEffect">
                                  <p:stCondLst>
                                    <p:cond delay="0"/>
                                  </p:stCondLst>
                                  <p:childTnLst>
                                    <p:set>
                                      <p:cBhvr>
                                        <p:cTn id="136" dur="1" fill="hold">
                                          <p:stCondLst>
                                            <p:cond delay="0"/>
                                          </p:stCondLst>
                                        </p:cTn>
                                        <p:tgtEl>
                                          <p:spTgt spid="129041"/>
                                        </p:tgtEl>
                                        <p:attrNameLst>
                                          <p:attrName>style.visibility</p:attrName>
                                        </p:attrNameLst>
                                      </p:cBhvr>
                                      <p:to>
                                        <p:strVal val="visible"/>
                                      </p:to>
                                    </p:set>
                                    <p:anim calcmode="lin" valueType="num">
                                      <p:cBhvr>
                                        <p:cTn id="137" dur="500" fill="hold"/>
                                        <p:tgtEl>
                                          <p:spTgt spid="129041"/>
                                        </p:tgtEl>
                                        <p:attrNameLst>
                                          <p:attrName>ppt_w</p:attrName>
                                        </p:attrNameLst>
                                      </p:cBhvr>
                                      <p:tavLst>
                                        <p:tav tm="0">
                                          <p:val>
                                            <p:fltVal val="0"/>
                                          </p:val>
                                        </p:tav>
                                        <p:tav tm="100000">
                                          <p:val>
                                            <p:strVal val="#ppt_w"/>
                                          </p:val>
                                        </p:tav>
                                      </p:tavLst>
                                    </p:anim>
                                    <p:anim calcmode="lin" valueType="num">
                                      <p:cBhvr>
                                        <p:cTn id="138" dur="500" fill="hold"/>
                                        <p:tgtEl>
                                          <p:spTgt spid="129041"/>
                                        </p:tgtEl>
                                        <p:attrNameLst>
                                          <p:attrName>ppt_h</p:attrName>
                                        </p:attrNameLst>
                                      </p:cBhvr>
                                      <p:tavLst>
                                        <p:tav tm="0">
                                          <p:val>
                                            <p:fltVal val="0"/>
                                          </p:val>
                                        </p:tav>
                                        <p:tav tm="100000">
                                          <p:val>
                                            <p:strVal val="#ppt_h"/>
                                          </p:val>
                                        </p:tav>
                                      </p:tavLst>
                                    </p:anim>
                                    <p:animEffect transition="in" filter="fade">
                                      <p:cBhvr>
                                        <p:cTn id="139" dur="500"/>
                                        <p:tgtEl>
                                          <p:spTgt spid="129041"/>
                                        </p:tgtEl>
                                      </p:cBhvr>
                                    </p:animEffect>
                                  </p:childTnLst>
                                </p:cTn>
                              </p:par>
                            </p:childTnLst>
                          </p:cTn>
                        </p:par>
                      </p:childTnLst>
                    </p:cTn>
                  </p:par>
                  <p:par>
                    <p:cTn id="140" fill="hold" nodeType="clickPar">
                      <p:stCondLst>
                        <p:cond delay="indefinite"/>
                      </p:stCondLst>
                      <p:childTnLst>
                        <p:par>
                          <p:cTn id="141" fill="hold" nodeType="withGroup">
                            <p:stCondLst>
                              <p:cond delay="0"/>
                            </p:stCondLst>
                            <p:childTnLst>
                              <p:par>
                                <p:cTn id="142" presetID="53" presetClass="entr" presetSubtype="16" fill="hold" grpId="0" nodeType="clickEffect">
                                  <p:stCondLst>
                                    <p:cond delay="0"/>
                                  </p:stCondLst>
                                  <p:childTnLst>
                                    <p:set>
                                      <p:cBhvr>
                                        <p:cTn id="143" dur="1" fill="hold">
                                          <p:stCondLst>
                                            <p:cond delay="0"/>
                                          </p:stCondLst>
                                        </p:cTn>
                                        <p:tgtEl>
                                          <p:spTgt spid="129046"/>
                                        </p:tgtEl>
                                        <p:attrNameLst>
                                          <p:attrName>style.visibility</p:attrName>
                                        </p:attrNameLst>
                                      </p:cBhvr>
                                      <p:to>
                                        <p:strVal val="visible"/>
                                      </p:to>
                                    </p:set>
                                    <p:anim calcmode="lin" valueType="num">
                                      <p:cBhvr>
                                        <p:cTn id="144" dur="500" fill="hold"/>
                                        <p:tgtEl>
                                          <p:spTgt spid="129046"/>
                                        </p:tgtEl>
                                        <p:attrNameLst>
                                          <p:attrName>ppt_w</p:attrName>
                                        </p:attrNameLst>
                                      </p:cBhvr>
                                      <p:tavLst>
                                        <p:tav tm="0">
                                          <p:val>
                                            <p:fltVal val="0"/>
                                          </p:val>
                                        </p:tav>
                                        <p:tav tm="100000">
                                          <p:val>
                                            <p:strVal val="#ppt_w"/>
                                          </p:val>
                                        </p:tav>
                                      </p:tavLst>
                                    </p:anim>
                                    <p:anim calcmode="lin" valueType="num">
                                      <p:cBhvr>
                                        <p:cTn id="145" dur="500" fill="hold"/>
                                        <p:tgtEl>
                                          <p:spTgt spid="129046"/>
                                        </p:tgtEl>
                                        <p:attrNameLst>
                                          <p:attrName>ppt_h</p:attrName>
                                        </p:attrNameLst>
                                      </p:cBhvr>
                                      <p:tavLst>
                                        <p:tav tm="0">
                                          <p:val>
                                            <p:fltVal val="0"/>
                                          </p:val>
                                        </p:tav>
                                        <p:tav tm="100000">
                                          <p:val>
                                            <p:strVal val="#ppt_h"/>
                                          </p:val>
                                        </p:tav>
                                      </p:tavLst>
                                    </p:anim>
                                    <p:animEffect transition="in" filter="fade">
                                      <p:cBhvr>
                                        <p:cTn id="146" dur="500"/>
                                        <p:tgtEl>
                                          <p:spTgt spid="129046"/>
                                        </p:tgtEl>
                                      </p:cBhvr>
                                    </p:animEffect>
                                  </p:childTnLst>
                                </p:cTn>
                              </p:par>
                              <p:par>
                                <p:cTn id="147" presetID="53" presetClass="entr" presetSubtype="16" fill="hold" grpId="0" nodeType="withEffect">
                                  <p:stCondLst>
                                    <p:cond delay="0"/>
                                  </p:stCondLst>
                                  <p:childTnLst>
                                    <p:set>
                                      <p:cBhvr>
                                        <p:cTn id="148" dur="1" fill="hold">
                                          <p:stCondLst>
                                            <p:cond delay="0"/>
                                          </p:stCondLst>
                                        </p:cTn>
                                        <p:tgtEl>
                                          <p:spTgt spid="129068"/>
                                        </p:tgtEl>
                                        <p:attrNameLst>
                                          <p:attrName>style.visibility</p:attrName>
                                        </p:attrNameLst>
                                      </p:cBhvr>
                                      <p:to>
                                        <p:strVal val="visible"/>
                                      </p:to>
                                    </p:set>
                                    <p:anim calcmode="lin" valueType="num">
                                      <p:cBhvr>
                                        <p:cTn id="149" dur="500" fill="hold"/>
                                        <p:tgtEl>
                                          <p:spTgt spid="129068"/>
                                        </p:tgtEl>
                                        <p:attrNameLst>
                                          <p:attrName>ppt_w</p:attrName>
                                        </p:attrNameLst>
                                      </p:cBhvr>
                                      <p:tavLst>
                                        <p:tav tm="0">
                                          <p:val>
                                            <p:fltVal val="0"/>
                                          </p:val>
                                        </p:tav>
                                        <p:tav tm="100000">
                                          <p:val>
                                            <p:strVal val="#ppt_w"/>
                                          </p:val>
                                        </p:tav>
                                      </p:tavLst>
                                    </p:anim>
                                    <p:anim calcmode="lin" valueType="num">
                                      <p:cBhvr>
                                        <p:cTn id="150" dur="500" fill="hold"/>
                                        <p:tgtEl>
                                          <p:spTgt spid="129068"/>
                                        </p:tgtEl>
                                        <p:attrNameLst>
                                          <p:attrName>ppt_h</p:attrName>
                                        </p:attrNameLst>
                                      </p:cBhvr>
                                      <p:tavLst>
                                        <p:tav tm="0">
                                          <p:val>
                                            <p:fltVal val="0"/>
                                          </p:val>
                                        </p:tav>
                                        <p:tav tm="100000">
                                          <p:val>
                                            <p:strVal val="#ppt_h"/>
                                          </p:val>
                                        </p:tav>
                                      </p:tavLst>
                                    </p:anim>
                                    <p:animEffect transition="in" filter="fade">
                                      <p:cBhvr>
                                        <p:cTn id="151" dur="500"/>
                                        <p:tgtEl>
                                          <p:spTgt spid="129068"/>
                                        </p:tgtEl>
                                      </p:cBhvr>
                                    </p:animEffect>
                                  </p:childTnLst>
                                </p:cTn>
                              </p:par>
                            </p:childTnLst>
                          </p:cTn>
                        </p:par>
                        <p:par>
                          <p:cTn id="152" fill="hold" nodeType="afterGroup">
                            <p:stCondLst>
                              <p:cond delay="500"/>
                            </p:stCondLst>
                            <p:childTnLst>
                              <p:par>
                                <p:cTn id="153" presetID="53" presetClass="entr" presetSubtype="16" fill="hold" grpId="0" nodeType="afterEffect">
                                  <p:stCondLst>
                                    <p:cond delay="0"/>
                                  </p:stCondLst>
                                  <p:childTnLst>
                                    <p:set>
                                      <p:cBhvr>
                                        <p:cTn id="154" dur="1" fill="hold">
                                          <p:stCondLst>
                                            <p:cond delay="0"/>
                                          </p:stCondLst>
                                        </p:cTn>
                                        <p:tgtEl>
                                          <p:spTgt spid="129044">
                                            <p:bg/>
                                          </p:spTgt>
                                        </p:tgtEl>
                                        <p:attrNameLst>
                                          <p:attrName>style.visibility</p:attrName>
                                        </p:attrNameLst>
                                      </p:cBhvr>
                                      <p:to>
                                        <p:strVal val="visible"/>
                                      </p:to>
                                    </p:set>
                                    <p:anim calcmode="lin" valueType="num">
                                      <p:cBhvr>
                                        <p:cTn id="155" dur="500" fill="hold"/>
                                        <p:tgtEl>
                                          <p:spTgt spid="129044">
                                            <p:bg/>
                                          </p:spTgt>
                                        </p:tgtEl>
                                        <p:attrNameLst>
                                          <p:attrName>ppt_w</p:attrName>
                                        </p:attrNameLst>
                                      </p:cBhvr>
                                      <p:tavLst>
                                        <p:tav tm="0">
                                          <p:val>
                                            <p:fltVal val="0"/>
                                          </p:val>
                                        </p:tav>
                                        <p:tav tm="100000">
                                          <p:val>
                                            <p:strVal val="#ppt_w"/>
                                          </p:val>
                                        </p:tav>
                                      </p:tavLst>
                                    </p:anim>
                                    <p:anim calcmode="lin" valueType="num">
                                      <p:cBhvr>
                                        <p:cTn id="156" dur="500" fill="hold"/>
                                        <p:tgtEl>
                                          <p:spTgt spid="129044">
                                            <p:bg/>
                                          </p:spTgt>
                                        </p:tgtEl>
                                        <p:attrNameLst>
                                          <p:attrName>ppt_h</p:attrName>
                                        </p:attrNameLst>
                                      </p:cBhvr>
                                      <p:tavLst>
                                        <p:tav tm="0">
                                          <p:val>
                                            <p:fltVal val="0"/>
                                          </p:val>
                                        </p:tav>
                                        <p:tav tm="100000">
                                          <p:val>
                                            <p:strVal val="#ppt_h"/>
                                          </p:val>
                                        </p:tav>
                                      </p:tavLst>
                                    </p:anim>
                                    <p:animEffect transition="in" filter="fade">
                                      <p:cBhvr>
                                        <p:cTn id="157" dur="500"/>
                                        <p:tgtEl>
                                          <p:spTgt spid="129044">
                                            <p:bg/>
                                          </p:spTgt>
                                        </p:tgtEl>
                                      </p:cBhvr>
                                    </p:animEffect>
                                  </p:childTnLst>
                                </p:cTn>
                              </p:par>
                            </p:childTnLst>
                          </p:cTn>
                        </p:par>
                        <p:par>
                          <p:cTn id="158" fill="hold" nodeType="afterGroup">
                            <p:stCondLst>
                              <p:cond delay="1000"/>
                            </p:stCondLst>
                            <p:childTnLst>
                              <p:par>
                                <p:cTn id="159" presetID="53" presetClass="entr" presetSubtype="16" fill="hold" grpId="0" nodeType="afterEffect">
                                  <p:stCondLst>
                                    <p:cond delay="0"/>
                                  </p:stCondLst>
                                  <p:childTnLst>
                                    <p:set>
                                      <p:cBhvr>
                                        <p:cTn id="160" dur="1" fill="hold">
                                          <p:stCondLst>
                                            <p:cond delay="0"/>
                                          </p:stCondLst>
                                        </p:cTn>
                                        <p:tgtEl>
                                          <p:spTgt spid="129044">
                                            <p:txEl>
                                              <p:pRg st="0" end="0"/>
                                            </p:txEl>
                                          </p:spTgt>
                                        </p:tgtEl>
                                        <p:attrNameLst>
                                          <p:attrName>style.visibility</p:attrName>
                                        </p:attrNameLst>
                                      </p:cBhvr>
                                      <p:to>
                                        <p:strVal val="visible"/>
                                      </p:to>
                                    </p:set>
                                    <p:anim calcmode="lin" valueType="num">
                                      <p:cBhvr>
                                        <p:cTn id="161" dur="500" fill="hold"/>
                                        <p:tgtEl>
                                          <p:spTgt spid="129044">
                                            <p:txEl>
                                              <p:pRg st="0" end="0"/>
                                            </p:txEl>
                                          </p:spTgt>
                                        </p:tgtEl>
                                        <p:attrNameLst>
                                          <p:attrName>ppt_w</p:attrName>
                                        </p:attrNameLst>
                                      </p:cBhvr>
                                      <p:tavLst>
                                        <p:tav tm="0">
                                          <p:val>
                                            <p:fltVal val="0"/>
                                          </p:val>
                                        </p:tav>
                                        <p:tav tm="100000">
                                          <p:val>
                                            <p:strVal val="#ppt_w"/>
                                          </p:val>
                                        </p:tav>
                                      </p:tavLst>
                                    </p:anim>
                                    <p:anim calcmode="lin" valueType="num">
                                      <p:cBhvr>
                                        <p:cTn id="162" dur="500" fill="hold"/>
                                        <p:tgtEl>
                                          <p:spTgt spid="129044">
                                            <p:txEl>
                                              <p:pRg st="0" end="0"/>
                                            </p:txEl>
                                          </p:spTgt>
                                        </p:tgtEl>
                                        <p:attrNameLst>
                                          <p:attrName>ppt_h</p:attrName>
                                        </p:attrNameLst>
                                      </p:cBhvr>
                                      <p:tavLst>
                                        <p:tav tm="0">
                                          <p:val>
                                            <p:fltVal val="0"/>
                                          </p:val>
                                        </p:tav>
                                        <p:tav tm="100000">
                                          <p:val>
                                            <p:strVal val="#ppt_h"/>
                                          </p:val>
                                        </p:tav>
                                      </p:tavLst>
                                    </p:anim>
                                    <p:animEffect transition="in" filter="fade">
                                      <p:cBhvr>
                                        <p:cTn id="163" dur="500"/>
                                        <p:tgtEl>
                                          <p:spTgt spid="129044">
                                            <p:txEl>
                                              <p:pRg st="0" end="0"/>
                                            </p:txEl>
                                          </p:spTgt>
                                        </p:tgtEl>
                                      </p:cBhvr>
                                    </p:animEffect>
                                  </p:childTnLst>
                                </p:cTn>
                              </p:par>
                            </p:childTnLst>
                          </p:cTn>
                        </p:par>
                        <p:par>
                          <p:cTn id="164" fill="hold" nodeType="afterGroup">
                            <p:stCondLst>
                              <p:cond delay="1500"/>
                            </p:stCondLst>
                            <p:childTnLst>
                              <p:par>
                                <p:cTn id="165" presetID="53" presetClass="entr" presetSubtype="16" fill="hold" grpId="0" nodeType="afterEffect">
                                  <p:stCondLst>
                                    <p:cond delay="0"/>
                                  </p:stCondLst>
                                  <p:childTnLst>
                                    <p:set>
                                      <p:cBhvr>
                                        <p:cTn id="166" dur="1" fill="hold">
                                          <p:stCondLst>
                                            <p:cond delay="0"/>
                                          </p:stCondLst>
                                        </p:cTn>
                                        <p:tgtEl>
                                          <p:spTgt spid="129044">
                                            <p:txEl>
                                              <p:pRg st="1" end="1"/>
                                            </p:txEl>
                                          </p:spTgt>
                                        </p:tgtEl>
                                        <p:attrNameLst>
                                          <p:attrName>style.visibility</p:attrName>
                                        </p:attrNameLst>
                                      </p:cBhvr>
                                      <p:to>
                                        <p:strVal val="visible"/>
                                      </p:to>
                                    </p:set>
                                    <p:anim calcmode="lin" valueType="num">
                                      <p:cBhvr>
                                        <p:cTn id="167" dur="500" fill="hold"/>
                                        <p:tgtEl>
                                          <p:spTgt spid="129044">
                                            <p:txEl>
                                              <p:pRg st="1" end="1"/>
                                            </p:txEl>
                                          </p:spTgt>
                                        </p:tgtEl>
                                        <p:attrNameLst>
                                          <p:attrName>ppt_w</p:attrName>
                                        </p:attrNameLst>
                                      </p:cBhvr>
                                      <p:tavLst>
                                        <p:tav tm="0">
                                          <p:val>
                                            <p:fltVal val="0"/>
                                          </p:val>
                                        </p:tav>
                                        <p:tav tm="100000">
                                          <p:val>
                                            <p:strVal val="#ppt_w"/>
                                          </p:val>
                                        </p:tav>
                                      </p:tavLst>
                                    </p:anim>
                                    <p:anim calcmode="lin" valueType="num">
                                      <p:cBhvr>
                                        <p:cTn id="168" dur="500" fill="hold"/>
                                        <p:tgtEl>
                                          <p:spTgt spid="129044">
                                            <p:txEl>
                                              <p:pRg st="1" end="1"/>
                                            </p:txEl>
                                          </p:spTgt>
                                        </p:tgtEl>
                                        <p:attrNameLst>
                                          <p:attrName>ppt_h</p:attrName>
                                        </p:attrNameLst>
                                      </p:cBhvr>
                                      <p:tavLst>
                                        <p:tav tm="0">
                                          <p:val>
                                            <p:fltVal val="0"/>
                                          </p:val>
                                        </p:tav>
                                        <p:tav tm="100000">
                                          <p:val>
                                            <p:strVal val="#ppt_h"/>
                                          </p:val>
                                        </p:tav>
                                      </p:tavLst>
                                    </p:anim>
                                    <p:animEffect transition="in" filter="fade">
                                      <p:cBhvr>
                                        <p:cTn id="169" dur="500"/>
                                        <p:tgtEl>
                                          <p:spTgt spid="129044">
                                            <p:txEl>
                                              <p:pRg st="1" end="1"/>
                                            </p:txEl>
                                          </p:spTgt>
                                        </p:tgtEl>
                                      </p:cBhvr>
                                    </p:animEffect>
                                  </p:childTnLst>
                                </p:cTn>
                              </p:par>
                            </p:childTnLst>
                          </p:cTn>
                        </p:par>
                        <p:par>
                          <p:cTn id="170" fill="hold" nodeType="afterGroup">
                            <p:stCondLst>
                              <p:cond delay="2000"/>
                            </p:stCondLst>
                            <p:childTnLst>
                              <p:par>
                                <p:cTn id="171" presetID="53" presetClass="entr" presetSubtype="16" fill="hold" grpId="0" nodeType="afterEffect">
                                  <p:stCondLst>
                                    <p:cond delay="0"/>
                                  </p:stCondLst>
                                  <p:childTnLst>
                                    <p:set>
                                      <p:cBhvr>
                                        <p:cTn id="172" dur="1" fill="hold">
                                          <p:stCondLst>
                                            <p:cond delay="0"/>
                                          </p:stCondLst>
                                        </p:cTn>
                                        <p:tgtEl>
                                          <p:spTgt spid="129044">
                                            <p:txEl>
                                              <p:pRg st="2" end="2"/>
                                            </p:txEl>
                                          </p:spTgt>
                                        </p:tgtEl>
                                        <p:attrNameLst>
                                          <p:attrName>style.visibility</p:attrName>
                                        </p:attrNameLst>
                                      </p:cBhvr>
                                      <p:to>
                                        <p:strVal val="visible"/>
                                      </p:to>
                                    </p:set>
                                    <p:anim calcmode="lin" valueType="num">
                                      <p:cBhvr>
                                        <p:cTn id="173" dur="500" fill="hold"/>
                                        <p:tgtEl>
                                          <p:spTgt spid="129044">
                                            <p:txEl>
                                              <p:pRg st="2" end="2"/>
                                            </p:txEl>
                                          </p:spTgt>
                                        </p:tgtEl>
                                        <p:attrNameLst>
                                          <p:attrName>ppt_w</p:attrName>
                                        </p:attrNameLst>
                                      </p:cBhvr>
                                      <p:tavLst>
                                        <p:tav tm="0">
                                          <p:val>
                                            <p:fltVal val="0"/>
                                          </p:val>
                                        </p:tav>
                                        <p:tav tm="100000">
                                          <p:val>
                                            <p:strVal val="#ppt_w"/>
                                          </p:val>
                                        </p:tav>
                                      </p:tavLst>
                                    </p:anim>
                                    <p:anim calcmode="lin" valueType="num">
                                      <p:cBhvr>
                                        <p:cTn id="174" dur="500" fill="hold"/>
                                        <p:tgtEl>
                                          <p:spTgt spid="129044">
                                            <p:txEl>
                                              <p:pRg st="2" end="2"/>
                                            </p:txEl>
                                          </p:spTgt>
                                        </p:tgtEl>
                                        <p:attrNameLst>
                                          <p:attrName>ppt_h</p:attrName>
                                        </p:attrNameLst>
                                      </p:cBhvr>
                                      <p:tavLst>
                                        <p:tav tm="0">
                                          <p:val>
                                            <p:fltVal val="0"/>
                                          </p:val>
                                        </p:tav>
                                        <p:tav tm="100000">
                                          <p:val>
                                            <p:strVal val="#ppt_h"/>
                                          </p:val>
                                        </p:tav>
                                      </p:tavLst>
                                    </p:anim>
                                    <p:animEffect transition="in" filter="fade">
                                      <p:cBhvr>
                                        <p:cTn id="175" dur="500"/>
                                        <p:tgtEl>
                                          <p:spTgt spid="129044">
                                            <p:txEl>
                                              <p:pRg st="2" end="2"/>
                                            </p:txEl>
                                          </p:spTgt>
                                        </p:tgtEl>
                                      </p:cBhvr>
                                    </p:animEffect>
                                  </p:childTnLst>
                                </p:cTn>
                              </p:par>
                            </p:childTnLst>
                          </p:cTn>
                        </p:par>
                      </p:childTnLst>
                    </p:cTn>
                  </p:par>
                  <p:par>
                    <p:cTn id="176" fill="hold" nodeType="clickPar">
                      <p:stCondLst>
                        <p:cond delay="indefinite"/>
                      </p:stCondLst>
                      <p:childTnLst>
                        <p:par>
                          <p:cTn id="177" fill="hold" nodeType="withGroup">
                            <p:stCondLst>
                              <p:cond delay="0"/>
                            </p:stCondLst>
                            <p:childTnLst>
                              <p:par>
                                <p:cTn id="178" presetID="53" presetClass="entr" presetSubtype="16" fill="hold" grpId="0" nodeType="clickEffect">
                                  <p:stCondLst>
                                    <p:cond delay="0"/>
                                  </p:stCondLst>
                                  <p:childTnLst>
                                    <p:set>
                                      <p:cBhvr>
                                        <p:cTn id="179" dur="1" fill="hold">
                                          <p:stCondLst>
                                            <p:cond delay="0"/>
                                          </p:stCondLst>
                                        </p:cTn>
                                        <p:tgtEl>
                                          <p:spTgt spid="129044">
                                            <p:txEl>
                                              <p:pRg st="3" end="3"/>
                                            </p:txEl>
                                          </p:spTgt>
                                        </p:tgtEl>
                                        <p:attrNameLst>
                                          <p:attrName>style.visibility</p:attrName>
                                        </p:attrNameLst>
                                      </p:cBhvr>
                                      <p:to>
                                        <p:strVal val="visible"/>
                                      </p:to>
                                    </p:set>
                                    <p:anim calcmode="lin" valueType="num">
                                      <p:cBhvr>
                                        <p:cTn id="180" dur="500" fill="hold"/>
                                        <p:tgtEl>
                                          <p:spTgt spid="129044">
                                            <p:txEl>
                                              <p:pRg st="3" end="3"/>
                                            </p:txEl>
                                          </p:spTgt>
                                        </p:tgtEl>
                                        <p:attrNameLst>
                                          <p:attrName>ppt_w</p:attrName>
                                        </p:attrNameLst>
                                      </p:cBhvr>
                                      <p:tavLst>
                                        <p:tav tm="0">
                                          <p:val>
                                            <p:fltVal val="0"/>
                                          </p:val>
                                        </p:tav>
                                        <p:tav tm="100000">
                                          <p:val>
                                            <p:strVal val="#ppt_w"/>
                                          </p:val>
                                        </p:tav>
                                      </p:tavLst>
                                    </p:anim>
                                    <p:anim calcmode="lin" valueType="num">
                                      <p:cBhvr>
                                        <p:cTn id="181" dur="500" fill="hold"/>
                                        <p:tgtEl>
                                          <p:spTgt spid="129044">
                                            <p:txEl>
                                              <p:pRg st="3" end="3"/>
                                            </p:txEl>
                                          </p:spTgt>
                                        </p:tgtEl>
                                        <p:attrNameLst>
                                          <p:attrName>ppt_h</p:attrName>
                                        </p:attrNameLst>
                                      </p:cBhvr>
                                      <p:tavLst>
                                        <p:tav tm="0">
                                          <p:val>
                                            <p:fltVal val="0"/>
                                          </p:val>
                                        </p:tav>
                                        <p:tav tm="100000">
                                          <p:val>
                                            <p:strVal val="#ppt_h"/>
                                          </p:val>
                                        </p:tav>
                                      </p:tavLst>
                                    </p:anim>
                                    <p:animEffect transition="in" filter="fade">
                                      <p:cBhvr>
                                        <p:cTn id="182" dur="500"/>
                                        <p:tgtEl>
                                          <p:spTgt spid="129044">
                                            <p:txEl>
                                              <p:pRg st="3" end="3"/>
                                            </p:txEl>
                                          </p:spTgt>
                                        </p:tgtEl>
                                      </p:cBhvr>
                                    </p:animEffect>
                                  </p:childTnLst>
                                </p:cTn>
                              </p:par>
                            </p:childTnLst>
                          </p:cTn>
                        </p:par>
                        <p:par>
                          <p:cTn id="183" fill="hold" nodeType="afterGroup">
                            <p:stCondLst>
                              <p:cond delay="500"/>
                            </p:stCondLst>
                            <p:childTnLst>
                              <p:par>
                                <p:cTn id="184" presetID="53" presetClass="entr" presetSubtype="16" fill="hold" grpId="0" nodeType="afterEffect">
                                  <p:stCondLst>
                                    <p:cond delay="0"/>
                                  </p:stCondLst>
                                  <p:childTnLst>
                                    <p:set>
                                      <p:cBhvr>
                                        <p:cTn id="185" dur="1" fill="hold">
                                          <p:stCondLst>
                                            <p:cond delay="0"/>
                                          </p:stCondLst>
                                        </p:cTn>
                                        <p:tgtEl>
                                          <p:spTgt spid="129044">
                                            <p:txEl>
                                              <p:pRg st="4" end="4"/>
                                            </p:txEl>
                                          </p:spTgt>
                                        </p:tgtEl>
                                        <p:attrNameLst>
                                          <p:attrName>style.visibility</p:attrName>
                                        </p:attrNameLst>
                                      </p:cBhvr>
                                      <p:to>
                                        <p:strVal val="visible"/>
                                      </p:to>
                                    </p:set>
                                    <p:anim calcmode="lin" valueType="num">
                                      <p:cBhvr>
                                        <p:cTn id="186" dur="500" fill="hold"/>
                                        <p:tgtEl>
                                          <p:spTgt spid="129044">
                                            <p:txEl>
                                              <p:pRg st="4" end="4"/>
                                            </p:txEl>
                                          </p:spTgt>
                                        </p:tgtEl>
                                        <p:attrNameLst>
                                          <p:attrName>ppt_w</p:attrName>
                                        </p:attrNameLst>
                                      </p:cBhvr>
                                      <p:tavLst>
                                        <p:tav tm="0">
                                          <p:val>
                                            <p:fltVal val="0"/>
                                          </p:val>
                                        </p:tav>
                                        <p:tav tm="100000">
                                          <p:val>
                                            <p:strVal val="#ppt_w"/>
                                          </p:val>
                                        </p:tav>
                                      </p:tavLst>
                                    </p:anim>
                                    <p:anim calcmode="lin" valueType="num">
                                      <p:cBhvr>
                                        <p:cTn id="187" dur="500" fill="hold"/>
                                        <p:tgtEl>
                                          <p:spTgt spid="129044">
                                            <p:txEl>
                                              <p:pRg st="4" end="4"/>
                                            </p:txEl>
                                          </p:spTgt>
                                        </p:tgtEl>
                                        <p:attrNameLst>
                                          <p:attrName>ppt_h</p:attrName>
                                        </p:attrNameLst>
                                      </p:cBhvr>
                                      <p:tavLst>
                                        <p:tav tm="0">
                                          <p:val>
                                            <p:fltVal val="0"/>
                                          </p:val>
                                        </p:tav>
                                        <p:tav tm="100000">
                                          <p:val>
                                            <p:strVal val="#ppt_h"/>
                                          </p:val>
                                        </p:tav>
                                      </p:tavLst>
                                    </p:anim>
                                    <p:animEffect transition="in" filter="fade">
                                      <p:cBhvr>
                                        <p:cTn id="188" dur="500"/>
                                        <p:tgtEl>
                                          <p:spTgt spid="129044">
                                            <p:txEl>
                                              <p:pRg st="4" end="4"/>
                                            </p:txEl>
                                          </p:spTgt>
                                        </p:tgtEl>
                                      </p:cBhvr>
                                    </p:animEffect>
                                  </p:childTnLst>
                                </p:cTn>
                              </p:par>
                            </p:childTnLst>
                          </p:cTn>
                        </p:par>
                      </p:childTnLst>
                    </p:cTn>
                  </p:par>
                  <p:par>
                    <p:cTn id="189" fill="hold" nodeType="clickPar">
                      <p:stCondLst>
                        <p:cond delay="indefinite"/>
                      </p:stCondLst>
                      <p:childTnLst>
                        <p:par>
                          <p:cTn id="190" fill="hold" nodeType="withGroup">
                            <p:stCondLst>
                              <p:cond delay="0"/>
                            </p:stCondLst>
                            <p:childTnLst>
                              <p:par>
                                <p:cTn id="191" presetID="53" presetClass="entr" presetSubtype="16" fill="hold" grpId="0" nodeType="clickEffect">
                                  <p:stCondLst>
                                    <p:cond delay="0"/>
                                  </p:stCondLst>
                                  <p:childTnLst>
                                    <p:set>
                                      <p:cBhvr>
                                        <p:cTn id="192" dur="1" fill="hold">
                                          <p:stCondLst>
                                            <p:cond delay="0"/>
                                          </p:stCondLst>
                                        </p:cTn>
                                        <p:tgtEl>
                                          <p:spTgt spid="129044">
                                            <p:txEl>
                                              <p:pRg st="5" end="5"/>
                                            </p:txEl>
                                          </p:spTgt>
                                        </p:tgtEl>
                                        <p:attrNameLst>
                                          <p:attrName>style.visibility</p:attrName>
                                        </p:attrNameLst>
                                      </p:cBhvr>
                                      <p:to>
                                        <p:strVal val="visible"/>
                                      </p:to>
                                    </p:set>
                                    <p:anim calcmode="lin" valueType="num">
                                      <p:cBhvr>
                                        <p:cTn id="193" dur="500" fill="hold"/>
                                        <p:tgtEl>
                                          <p:spTgt spid="129044">
                                            <p:txEl>
                                              <p:pRg st="5" end="5"/>
                                            </p:txEl>
                                          </p:spTgt>
                                        </p:tgtEl>
                                        <p:attrNameLst>
                                          <p:attrName>ppt_w</p:attrName>
                                        </p:attrNameLst>
                                      </p:cBhvr>
                                      <p:tavLst>
                                        <p:tav tm="0">
                                          <p:val>
                                            <p:fltVal val="0"/>
                                          </p:val>
                                        </p:tav>
                                        <p:tav tm="100000">
                                          <p:val>
                                            <p:strVal val="#ppt_w"/>
                                          </p:val>
                                        </p:tav>
                                      </p:tavLst>
                                    </p:anim>
                                    <p:anim calcmode="lin" valueType="num">
                                      <p:cBhvr>
                                        <p:cTn id="194" dur="500" fill="hold"/>
                                        <p:tgtEl>
                                          <p:spTgt spid="129044">
                                            <p:txEl>
                                              <p:pRg st="5" end="5"/>
                                            </p:txEl>
                                          </p:spTgt>
                                        </p:tgtEl>
                                        <p:attrNameLst>
                                          <p:attrName>ppt_h</p:attrName>
                                        </p:attrNameLst>
                                      </p:cBhvr>
                                      <p:tavLst>
                                        <p:tav tm="0">
                                          <p:val>
                                            <p:fltVal val="0"/>
                                          </p:val>
                                        </p:tav>
                                        <p:tav tm="100000">
                                          <p:val>
                                            <p:strVal val="#ppt_h"/>
                                          </p:val>
                                        </p:tav>
                                      </p:tavLst>
                                    </p:anim>
                                    <p:animEffect transition="in" filter="fade">
                                      <p:cBhvr>
                                        <p:cTn id="195" dur="500"/>
                                        <p:tgtEl>
                                          <p:spTgt spid="129044">
                                            <p:txEl>
                                              <p:pRg st="5" end="5"/>
                                            </p:txEl>
                                          </p:spTgt>
                                        </p:tgtEl>
                                      </p:cBhvr>
                                    </p:animEffect>
                                  </p:childTnLst>
                                </p:cTn>
                              </p:par>
                            </p:childTnLst>
                          </p:cTn>
                        </p:par>
                        <p:par>
                          <p:cTn id="196" fill="hold" nodeType="afterGroup">
                            <p:stCondLst>
                              <p:cond delay="500"/>
                            </p:stCondLst>
                            <p:childTnLst>
                              <p:par>
                                <p:cTn id="197" presetID="53" presetClass="entr" presetSubtype="16" fill="hold" grpId="0" nodeType="afterEffect">
                                  <p:stCondLst>
                                    <p:cond delay="0"/>
                                  </p:stCondLst>
                                  <p:childTnLst>
                                    <p:set>
                                      <p:cBhvr>
                                        <p:cTn id="198" dur="1" fill="hold">
                                          <p:stCondLst>
                                            <p:cond delay="0"/>
                                          </p:stCondLst>
                                        </p:cTn>
                                        <p:tgtEl>
                                          <p:spTgt spid="129044">
                                            <p:txEl>
                                              <p:pRg st="6" end="6"/>
                                            </p:txEl>
                                          </p:spTgt>
                                        </p:tgtEl>
                                        <p:attrNameLst>
                                          <p:attrName>style.visibility</p:attrName>
                                        </p:attrNameLst>
                                      </p:cBhvr>
                                      <p:to>
                                        <p:strVal val="visible"/>
                                      </p:to>
                                    </p:set>
                                    <p:anim calcmode="lin" valueType="num">
                                      <p:cBhvr>
                                        <p:cTn id="199" dur="500" fill="hold"/>
                                        <p:tgtEl>
                                          <p:spTgt spid="129044">
                                            <p:txEl>
                                              <p:pRg st="6" end="6"/>
                                            </p:txEl>
                                          </p:spTgt>
                                        </p:tgtEl>
                                        <p:attrNameLst>
                                          <p:attrName>ppt_w</p:attrName>
                                        </p:attrNameLst>
                                      </p:cBhvr>
                                      <p:tavLst>
                                        <p:tav tm="0">
                                          <p:val>
                                            <p:fltVal val="0"/>
                                          </p:val>
                                        </p:tav>
                                        <p:tav tm="100000">
                                          <p:val>
                                            <p:strVal val="#ppt_w"/>
                                          </p:val>
                                        </p:tav>
                                      </p:tavLst>
                                    </p:anim>
                                    <p:anim calcmode="lin" valueType="num">
                                      <p:cBhvr>
                                        <p:cTn id="200" dur="500" fill="hold"/>
                                        <p:tgtEl>
                                          <p:spTgt spid="129044">
                                            <p:txEl>
                                              <p:pRg st="6" end="6"/>
                                            </p:txEl>
                                          </p:spTgt>
                                        </p:tgtEl>
                                        <p:attrNameLst>
                                          <p:attrName>ppt_h</p:attrName>
                                        </p:attrNameLst>
                                      </p:cBhvr>
                                      <p:tavLst>
                                        <p:tav tm="0">
                                          <p:val>
                                            <p:fltVal val="0"/>
                                          </p:val>
                                        </p:tav>
                                        <p:tav tm="100000">
                                          <p:val>
                                            <p:strVal val="#ppt_h"/>
                                          </p:val>
                                        </p:tav>
                                      </p:tavLst>
                                    </p:anim>
                                    <p:animEffect transition="in" filter="fade">
                                      <p:cBhvr>
                                        <p:cTn id="201" dur="500"/>
                                        <p:tgtEl>
                                          <p:spTgt spid="129044">
                                            <p:txEl>
                                              <p:pRg st="6" end="6"/>
                                            </p:txEl>
                                          </p:spTgt>
                                        </p:tgtEl>
                                      </p:cBhvr>
                                    </p:animEffect>
                                  </p:childTnLst>
                                </p:cTn>
                              </p:par>
                            </p:childTnLst>
                          </p:cTn>
                        </p:par>
                      </p:childTnLst>
                    </p:cTn>
                  </p:par>
                  <p:par>
                    <p:cTn id="202" fill="hold" nodeType="clickPar">
                      <p:stCondLst>
                        <p:cond delay="indefinite"/>
                      </p:stCondLst>
                      <p:childTnLst>
                        <p:par>
                          <p:cTn id="203" fill="hold" nodeType="withGroup">
                            <p:stCondLst>
                              <p:cond delay="0"/>
                            </p:stCondLst>
                            <p:childTnLst>
                              <p:par>
                                <p:cTn id="204" presetID="53" presetClass="entr" presetSubtype="16" fill="hold" grpId="0" nodeType="clickEffect">
                                  <p:stCondLst>
                                    <p:cond delay="0"/>
                                  </p:stCondLst>
                                  <p:childTnLst>
                                    <p:set>
                                      <p:cBhvr>
                                        <p:cTn id="205" dur="1" fill="hold">
                                          <p:stCondLst>
                                            <p:cond delay="0"/>
                                          </p:stCondLst>
                                        </p:cTn>
                                        <p:tgtEl>
                                          <p:spTgt spid="129044">
                                            <p:txEl>
                                              <p:pRg st="7" end="7"/>
                                            </p:txEl>
                                          </p:spTgt>
                                        </p:tgtEl>
                                        <p:attrNameLst>
                                          <p:attrName>style.visibility</p:attrName>
                                        </p:attrNameLst>
                                      </p:cBhvr>
                                      <p:to>
                                        <p:strVal val="visible"/>
                                      </p:to>
                                    </p:set>
                                    <p:anim calcmode="lin" valueType="num">
                                      <p:cBhvr>
                                        <p:cTn id="206" dur="500" fill="hold"/>
                                        <p:tgtEl>
                                          <p:spTgt spid="129044">
                                            <p:txEl>
                                              <p:pRg st="7" end="7"/>
                                            </p:txEl>
                                          </p:spTgt>
                                        </p:tgtEl>
                                        <p:attrNameLst>
                                          <p:attrName>ppt_w</p:attrName>
                                        </p:attrNameLst>
                                      </p:cBhvr>
                                      <p:tavLst>
                                        <p:tav tm="0">
                                          <p:val>
                                            <p:fltVal val="0"/>
                                          </p:val>
                                        </p:tav>
                                        <p:tav tm="100000">
                                          <p:val>
                                            <p:strVal val="#ppt_w"/>
                                          </p:val>
                                        </p:tav>
                                      </p:tavLst>
                                    </p:anim>
                                    <p:anim calcmode="lin" valueType="num">
                                      <p:cBhvr>
                                        <p:cTn id="207" dur="500" fill="hold"/>
                                        <p:tgtEl>
                                          <p:spTgt spid="129044">
                                            <p:txEl>
                                              <p:pRg st="7" end="7"/>
                                            </p:txEl>
                                          </p:spTgt>
                                        </p:tgtEl>
                                        <p:attrNameLst>
                                          <p:attrName>ppt_h</p:attrName>
                                        </p:attrNameLst>
                                      </p:cBhvr>
                                      <p:tavLst>
                                        <p:tav tm="0">
                                          <p:val>
                                            <p:fltVal val="0"/>
                                          </p:val>
                                        </p:tav>
                                        <p:tav tm="100000">
                                          <p:val>
                                            <p:strVal val="#ppt_h"/>
                                          </p:val>
                                        </p:tav>
                                      </p:tavLst>
                                    </p:anim>
                                    <p:animEffect transition="in" filter="fade">
                                      <p:cBhvr>
                                        <p:cTn id="208" dur="500"/>
                                        <p:tgtEl>
                                          <p:spTgt spid="129044">
                                            <p:txEl>
                                              <p:pRg st="7" end="7"/>
                                            </p:txEl>
                                          </p:spTgt>
                                        </p:tgtEl>
                                      </p:cBhvr>
                                    </p:animEffect>
                                  </p:childTnLst>
                                </p:cTn>
                              </p:par>
                            </p:childTnLst>
                          </p:cTn>
                        </p:par>
                        <p:par>
                          <p:cTn id="209" fill="hold" nodeType="afterGroup">
                            <p:stCondLst>
                              <p:cond delay="500"/>
                            </p:stCondLst>
                            <p:childTnLst>
                              <p:par>
                                <p:cTn id="210" presetID="53" presetClass="entr" presetSubtype="16" fill="hold" grpId="0" nodeType="afterEffect">
                                  <p:stCondLst>
                                    <p:cond delay="0"/>
                                  </p:stCondLst>
                                  <p:childTnLst>
                                    <p:set>
                                      <p:cBhvr>
                                        <p:cTn id="211" dur="1" fill="hold">
                                          <p:stCondLst>
                                            <p:cond delay="0"/>
                                          </p:stCondLst>
                                        </p:cTn>
                                        <p:tgtEl>
                                          <p:spTgt spid="129044">
                                            <p:txEl>
                                              <p:pRg st="8" end="8"/>
                                            </p:txEl>
                                          </p:spTgt>
                                        </p:tgtEl>
                                        <p:attrNameLst>
                                          <p:attrName>style.visibility</p:attrName>
                                        </p:attrNameLst>
                                      </p:cBhvr>
                                      <p:to>
                                        <p:strVal val="visible"/>
                                      </p:to>
                                    </p:set>
                                    <p:anim calcmode="lin" valueType="num">
                                      <p:cBhvr>
                                        <p:cTn id="212" dur="500" fill="hold"/>
                                        <p:tgtEl>
                                          <p:spTgt spid="129044">
                                            <p:txEl>
                                              <p:pRg st="8" end="8"/>
                                            </p:txEl>
                                          </p:spTgt>
                                        </p:tgtEl>
                                        <p:attrNameLst>
                                          <p:attrName>ppt_w</p:attrName>
                                        </p:attrNameLst>
                                      </p:cBhvr>
                                      <p:tavLst>
                                        <p:tav tm="0">
                                          <p:val>
                                            <p:fltVal val="0"/>
                                          </p:val>
                                        </p:tav>
                                        <p:tav tm="100000">
                                          <p:val>
                                            <p:strVal val="#ppt_w"/>
                                          </p:val>
                                        </p:tav>
                                      </p:tavLst>
                                    </p:anim>
                                    <p:anim calcmode="lin" valueType="num">
                                      <p:cBhvr>
                                        <p:cTn id="213" dur="500" fill="hold"/>
                                        <p:tgtEl>
                                          <p:spTgt spid="129044">
                                            <p:txEl>
                                              <p:pRg st="8" end="8"/>
                                            </p:txEl>
                                          </p:spTgt>
                                        </p:tgtEl>
                                        <p:attrNameLst>
                                          <p:attrName>ppt_h</p:attrName>
                                        </p:attrNameLst>
                                      </p:cBhvr>
                                      <p:tavLst>
                                        <p:tav tm="0">
                                          <p:val>
                                            <p:fltVal val="0"/>
                                          </p:val>
                                        </p:tav>
                                        <p:tav tm="100000">
                                          <p:val>
                                            <p:strVal val="#ppt_h"/>
                                          </p:val>
                                        </p:tav>
                                      </p:tavLst>
                                    </p:anim>
                                    <p:animEffect transition="in" filter="fade">
                                      <p:cBhvr>
                                        <p:cTn id="214" dur="500"/>
                                        <p:tgtEl>
                                          <p:spTgt spid="129044">
                                            <p:txEl>
                                              <p:pRg st="8" end="8"/>
                                            </p:txEl>
                                          </p:spTgt>
                                        </p:tgtEl>
                                      </p:cBhvr>
                                    </p:animEffect>
                                  </p:childTnLst>
                                </p:cTn>
                              </p:par>
                            </p:childTnLst>
                          </p:cTn>
                        </p:par>
                      </p:childTnLst>
                    </p:cTn>
                  </p:par>
                  <p:par>
                    <p:cTn id="215" fill="hold" nodeType="clickPar">
                      <p:stCondLst>
                        <p:cond delay="indefinite"/>
                      </p:stCondLst>
                      <p:childTnLst>
                        <p:par>
                          <p:cTn id="216" fill="hold" nodeType="withGroup">
                            <p:stCondLst>
                              <p:cond delay="0"/>
                            </p:stCondLst>
                            <p:childTnLst>
                              <p:par>
                                <p:cTn id="217" presetID="53" presetClass="entr" presetSubtype="16" fill="hold" grpId="0" nodeType="clickEffect">
                                  <p:stCondLst>
                                    <p:cond delay="0"/>
                                  </p:stCondLst>
                                  <p:childTnLst>
                                    <p:set>
                                      <p:cBhvr>
                                        <p:cTn id="218" dur="1" fill="hold">
                                          <p:stCondLst>
                                            <p:cond delay="0"/>
                                          </p:stCondLst>
                                        </p:cTn>
                                        <p:tgtEl>
                                          <p:spTgt spid="129067"/>
                                        </p:tgtEl>
                                        <p:attrNameLst>
                                          <p:attrName>style.visibility</p:attrName>
                                        </p:attrNameLst>
                                      </p:cBhvr>
                                      <p:to>
                                        <p:strVal val="visible"/>
                                      </p:to>
                                    </p:set>
                                    <p:anim calcmode="lin" valueType="num">
                                      <p:cBhvr>
                                        <p:cTn id="219" dur="500" fill="hold"/>
                                        <p:tgtEl>
                                          <p:spTgt spid="129067"/>
                                        </p:tgtEl>
                                        <p:attrNameLst>
                                          <p:attrName>ppt_w</p:attrName>
                                        </p:attrNameLst>
                                      </p:cBhvr>
                                      <p:tavLst>
                                        <p:tav tm="0">
                                          <p:val>
                                            <p:fltVal val="0"/>
                                          </p:val>
                                        </p:tav>
                                        <p:tav tm="100000">
                                          <p:val>
                                            <p:strVal val="#ppt_w"/>
                                          </p:val>
                                        </p:tav>
                                      </p:tavLst>
                                    </p:anim>
                                    <p:anim calcmode="lin" valueType="num">
                                      <p:cBhvr>
                                        <p:cTn id="220" dur="500" fill="hold"/>
                                        <p:tgtEl>
                                          <p:spTgt spid="129067"/>
                                        </p:tgtEl>
                                        <p:attrNameLst>
                                          <p:attrName>ppt_h</p:attrName>
                                        </p:attrNameLst>
                                      </p:cBhvr>
                                      <p:tavLst>
                                        <p:tav tm="0">
                                          <p:val>
                                            <p:fltVal val="0"/>
                                          </p:val>
                                        </p:tav>
                                        <p:tav tm="100000">
                                          <p:val>
                                            <p:strVal val="#ppt_h"/>
                                          </p:val>
                                        </p:tav>
                                      </p:tavLst>
                                    </p:anim>
                                    <p:animEffect transition="in" filter="fade">
                                      <p:cBhvr>
                                        <p:cTn id="221" dur="500"/>
                                        <p:tgtEl>
                                          <p:spTgt spid="129067"/>
                                        </p:tgtEl>
                                      </p:cBhvr>
                                    </p:animEffect>
                                  </p:childTnLst>
                                </p:cTn>
                              </p:par>
                              <p:par>
                                <p:cTn id="222" presetID="53" presetClass="entr" presetSubtype="16" fill="hold" grpId="0" nodeType="withEffect">
                                  <p:stCondLst>
                                    <p:cond delay="0"/>
                                  </p:stCondLst>
                                  <p:childTnLst>
                                    <p:set>
                                      <p:cBhvr>
                                        <p:cTn id="223" dur="1" fill="hold">
                                          <p:stCondLst>
                                            <p:cond delay="0"/>
                                          </p:stCondLst>
                                        </p:cTn>
                                        <p:tgtEl>
                                          <p:spTgt spid="63"/>
                                        </p:tgtEl>
                                        <p:attrNameLst>
                                          <p:attrName>style.visibility</p:attrName>
                                        </p:attrNameLst>
                                      </p:cBhvr>
                                      <p:to>
                                        <p:strVal val="visible"/>
                                      </p:to>
                                    </p:set>
                                    <p:anim calcmode="lin" valueType="num">
                                      <p:cBhvr>
                                        <p:cTn id="224" dur="500" fill="hold"/>
                                        <p:tgtEl>
                                          <p:spTgt spid="63"/>
                                        </p:tgtEl>
                                        <p:attrNameLst>
                                          <p:attrName>ppt_w</p:attrName>
                                        </p:attrNameLst>
                                      </p:cBhvr>
                                      <p:tavLst>
                                        <p:tav tm="0">
                                          <p:val>
                                            <p:fltVal val="0"/>
                                          </p:val>
                                        </p:tav>
                                        <p:tav tm="100000">
                                          <p:val>
                                            <p:strVal val="#ppt_w"/>
                                          </p:val>
                                        </p:tav>
                                      </p:tavLst>
                                    </p:anim>
                                    <p:anim calcmode="lin" valueType="num">
                                      <p:cBhvr>
                                        <p:cTn id="225" dur="500" fill="hold"/>
                                        <p:tgtEl>
                                          <p:spTgt spid="63"/>
                                        </p:tgtEl>
                                        <p:attrNameLst>
                                          <p:attrName>ppt_h</p:attrName>
                                        </p:attrNameLst>
                                      </p:cBhvr>
                                      <p:tavLst>
                                        <p:tav tm="0">
                                          <p:val>
                                            <p:fltVal val="0"/>
                                          </p:val>
                                        </p:tav>
                                        <p:tav tm="100000">
                                          <p:val>
                                            <p:strVal val="#ppt_h"/>
                                          </p:val>
                                        </p:tav>
                                      </p:tavLst>
                                    </p:anim>
                                    <p:animEffect transition="in" filter="fade">
                                      <p:cBhvr>
                                        <p:cTn id="226" dur="500"/>
                                        <p:tgtEl>
                                          <p:spTgt spid="63"/>
                                        </p:tgtEl>
                                      </p:cBhvr>
                                    </p:animEffect>
                                  </p:childTnLst>
                                </p:cTn>
                              </p:par>
                            </p:childTnLst>
                          </p:cTn>
                        </p:par>
                      </p:childTnLst>
                    </p:cTn>
                  </p:par>
                  <p:par>
                    <p:cTn id="227" fill="hold" nodeType="clickPar">
                      <p:stCondLst>
                        <p:cond delay="indefinite"/>
                      </p:stCondLst>
                      <p:childTnLst>
                        <p:par>
                          <p:cTn id="228" fill="hold" nodeType="withGroup">
                            <p:stCondLst>
                              <p:cond delay="0"/>
                            </p:stCondLst>
                            <p:childTnLst>
                              <p:par>
                                <p:cTn id="229" presetID="53" presetClass="entr" presetSubtype="16" fill="hold" grpId="0" nodeType="clickEffect">
                                  <p:stCondLst>
                                    <p:cond delay="0"/>
                                  </p:stCondLst>
                                  <p:childTnLst>
                                    <p:set>
                                      <p:cBhvr>
                                        <p:cTn id="230" dur="1" fill="hold">
                                          <p:stCondLst>
                                            <p:cond delay="0"/>
                                          </p:stCondLst>
                                        </p:cTn>
                                        <p:tgtEl>
                                          <p:spTgt spid="129086"/>
                                        </p:tgtEl>
                                        <p:attrNameLst>
                                          <p:attrName>style.visibility</p:attrName>
                                        </p:attrNameLst>
                                      </p:cBhvr>
                                      <p:to>
                                        <p:strVal val="visible"/>
                                      </p:to>
                                    </p:set>
                                    <p:anim calcmode="lin" valueType="num">
                                      <p:cBhvr>
                                        <p:cTn id="231" dur="500" fill="hold"/>
                                        <p:tgtEl>
                                          <p:spTgt spid="129086"/>
                                        </p:tgtEl>
                                        <p:attrNameLst>
                                          <p:attrName>ppt_w</p:attrName>
                                        </p:attrNameLst>
                                      </p:cBhvr>
                                      <p:tavLst>
                                        <p:tav tm="0">
                                          <p:val>
                                            <p:fltVal val="0"/>
                                          </p:val>
                                        </p:tav>
                                        <p:tav tm="100000">
                                          <p:val>
                                            <p:strVal val="#ppt_w"/>
                                          </p:val>
                                        </p:tav>
                                      </p:tavLst>
                                    </p:anim>
                                    <p:anim calcmode="lin" valueType="num">
                                      <p:cBhvr>
                                        <p:cTn id="232" dur="500" fill="hold"/>
                                        <p:tgtEl>
                                          <p:spTgt spid="129086"/>
                                        </p:tgtEl>
                                        <p:attrNameLst>
                                          <p:attrName>ppt_h</p:attrName>
                                        </p:attrNameLst>
                                      </p:cBhvr>
                                      <p:tavLst>
                                        <p:tav tm="0">
                                          <p:val>
                                            <p:fltVal val="0"/>
                                          </p:val>
                                        </p:tav>
                                        <p:tav tm="100000">
                                          <p:val>
                                            <p:strVal val="#ppt_h"/>
                                          </p:val>
                                        </p:tav>
                                      </p:tavLst>
                                    </p:anim>
                                    <p:animEffect transition="in" filter="fade">
                                      <p:cBhvr>
                                        <p:cTn id="233" dur="500"/>
                                        <p:tgtEl>
                                          <p:spTgt spid="129086"/>
                                        </p:tgtEl>
                                      </p:cBhvr>
                                    </p:animEffect>
                                  </p:childTnLst>
                                </p:cTn>
                              </p:par>
                              <p:par>
                                <p:cTn id="234" presetID="53" presetClass="entr" presetSubtype="16" fill="hold" grpId="0" nodeType="withEffect">
                                  <p:stCondLst>
                                    <p:cond delay="0"/>
                                  </p:stCondLst>
                                  <p:childTnLst>
                                    <p:set>
                                      <p:cBhvr>
                                        <p:cTn id="235" dur="1" fill="hold">
                                          <p:stCondLst>
                                            <p:cond delay="0"/>
                                          </p:stCondLst>
                                        </p:cTn>
                                        <p:tgtEl>
                                          <p:spTgt spid="129047"/>
                                        </p:tgtEl>
                                        <p:attrNameLst>
                                          <p:attrName>style.visibility</p:attrName>
                                        </p:attrNameLst>
                                      </p:cBhvr>
                                      <p:to>
                                        <p:strVal val="visible"/>
                                      </p:to>
                                    </p:set>
                                    <p:anim calcmode="lin" valueType="num">
                                      <p:cBhvr>
                                        <p:cTn id="236" dur="500" fill="hold"/>
                                        <p:tgtEl>
                                          <p:spTgt spid="129047"/>
                                        </p:tgtEl>
                                        <p:attrNameLst>
                                          <p:attrName>ppt_w</p:attrName>
                                        </p:attrNameLst>
                                      </p:cBhvr>
                                      <p:tavLst>
                                        <p:tav tm="0">
                                          <p:val>
                                            <p:fltVal val="0"/>
                                          </p:val>
                                        </p:tav>
                                        <p:tav tm="100000">
                                          <p:val>
                                            <p:strVal val="#ppt_w"/>
                                          </p:val>
                                        </p:tav>
                                      </p:tavLst>
                                    </p:anim>
                                    <p:anim calcmode="lin" valueType="num">
                                      <p:cBhvr>
                                        <p:cTn id="237" dur="500" fill="hold"/>
                                        <p:tgtEl>
                                          <p:spTgt spid="129047"/>
                                        </p:tgtEl>
                                        <p:attrNameLst>
                                          <p:attrName>ppt_h</p:attrName>
                                        </p:attrNameLst>
                                      </p:cBhvr>
                                      <p:tavLst>
                                        <p:tav tm="0">
                                          <p:val>
                                            <p:fltVal val="0"/>
                                          </p:val>
                                        </p:tav>
                                        <p:tav tm="100000">
                                          <p:val>
                                            <p:strVal val="#ppt_h"/>
                                          </p:val>
                                        </p:tav>
                                      </p:tavLst>
                                    </p:anim>
                                    <p:animEffect transition="in" filter="fade">
                                      <p:cBhvr>
                                        <p:cTn id="238" dur="500"/>
                                        <p:tgtEl>
                                          <p:spTgt spid="129047"/>
                                        </p:tgtEl>
                                      </p:cBhvr>
                                    </p:animEffect>
                                  </p:childTnLst>
                                </p:cTn>
                              </p:par>
                              <p:par>
                                <p:cTn id="239" presetID="53" presetClass="entr" presetSubtype="16" fill="hold" grpId="0" nodeType="withEffect">
                                  <p:stCondLst>
                                    <p:cond delay="0"/>
                                  </p:stCondLst>
                                  <p:childTnLst>
                                    <p:set>
                                      <p:cBhvr>
                                        <p:cTn id="240" dur="1" fill="hold">
                                          <p:stCondLst>
                                            <p:cond delay="0"/>
                                          </p:stCondLst>
                                        </p:cTn>
                                        <p:tgtEl>
                                          <p:spTgt spid="129085"/>
                                        </p:tgtEl>
                                        <p:attrNameLst>
                                          <p:attrName>style.visibility</p:attrName>
                                        </p:attrNameLst>
                                      </p:cBhvr>
                                      <p:to>
                                        <p:strVal val="visible"/>
                                      </p:to>
                                    </p:set>
                                    <p:anim calcmode="lin" valueType="num">
                                      <p:cBhvr>
                                        <p:cTn id="241" dur="500" fill="hold"/>
                                        <p:tgtEl>
                                          <p:spTgt spid="129085"/>
                                        </p:tgtEl>
                                        <p:attrNameLst>
                                          <p:attrName>ppt_w</p:attrName>
                                        </p:attrNameLst>
                                      </p:cBhvr>
                                      <p:tavLst>
                                        <p:tav tm="0">
                                          <p:val>
                                            <p:fltVal val="0"/>
                                          </p:val>
                                        </p:tav>
                                        <p:tav tm="100000">
                                          <p:val>
                                            <p:strVal val="#ppt_w"/>
                                          </p:val>
                                        </p:tav>
                                      </p:tavLst>
                                    </p:anim>
                                    <p:anim calcmode="lin" valueType="num">
                                      <p:cBhvr>
                                        <p:cTn id="242" dur="500" fill="hold"/>
                                        <p:tgtEl>
                                          <p:spTgt spid="129085"/>
                                        </p:tgtEl>
                                        <p:attrNameLst>
                                          <p:attrName>ppt_h</p:attrName>
                                        </p:attrNameLst>
                                      </p:cBhvr>
                                      <p:tavLst>
                                        <p:tav tm="0">
                                          <p:val>
                                            <p:fltVal val="0"/>
                                          </p:val>
                                        </p:tav>
                                        <p:tav tm="100000">
                                          <p:val>
                                            <p:strVal val="#ppt_h"/>
                                          </p:val>
                                        </p:tav>
                                      </p:tavLst>
                                    </p:anim>
                                    <p:animEffect transition="in" filter="fade">
                                      <p:cBhvr>
                                        <p:cTn id="243" dur="500"/>
                                        <p:tgtEl>
                                          <p:spTgt spid="129085"/>
                                        </p:tgtEl>
                                      </p:cBhvr>
                                    </p:animEffect>
                                  </p:childTnLst>
                                </p:cTn>
                              </p:par>
                              <p:par>
                                <p:cTn id="244" presetID="53" presetClass="entr" presetSubtype="16" fill="hold" grpId="0" nodeType="withEffect">
                                  <p:stCondLst>
                                    <p:cond delay="0"/>
                                  </p:stCondLst>
                                  <p:childTnLst>
                                    <p:set>
                                      <p:cBhvr>
                                        <p:cTn id="245" dur="1" fill="hold">
                                          <p:stCondLst>
                                            <p:cond delay="0"/>
                                          </p:stCondLst>
                                        </p:cTn>
                                        <p:tgtEl>
                                          <p:spTgt spid="129084"/>
                                        </p:tgtEl>
                                        <p:attrNameLst>
                                          <p:attrName>style.visibility</p:attrName>
                                        </p:attrNameLst>
                                      </p:cBhvr>
                                      <p:to>
                                        <p:strVal val="visible"/>
                                      </p:to>
                                    </p:set>
                                    <p:anim calcmode="lin" valueType="num">
                                      <p:cBhvr>
                                        <p:cTn id="246" dur="500" fill="hold"/>
                                        <p:tgtEl>
                                          <p:spTgt spid="129084"/>
                                        </p:tgtEl>
                                        <p:attrNameLst>
                                          <p:attrName>ppt_w</p:attrName>
                                        </p:attrNameLst>
                                      </p:cBhvr>
                                      <p:tavLst>
                                        <p:tav tm="0">
                                          <p:val>
                                            <p:fltVal val="0"/>
                                          </p:val>
                                        </p:tav>
                                        <p:tav tm="100000">
                                          <p:val>
                                            <p:strVal val="#ppt_w"/>
                                          </p:val>
                                        </p:tav>
                                      </p:tavLst>
                                    </p:anim>
                                    <p:anim calcmode="lin" valueType="num">
                                      <p:cBhvr>
                                        <p:cTn id="247" dur="500" fill="hold"/>
                                        <p:tgtEl>
                                          <p:spTgt spid="129084"/>
                                        </p:tgtEl>
                                        <p:attrNameLst>
                                          <p:attrName>ppt_h</p:attrName>
                                        </p:attrNameLst>
                                      </p:cBhvr>
                                      <p:tavLst>
                                        <p:tav tm="0">
                                          <p:val>
                                            <p:fltVal val="0"/>
                                          </p:val>
                                        </p:tav>
                                        <p:tav tm="100000">
                                          <p:val>
                                            <p:strVal val="#ppt_h"/>
                                          </p:val>
                                        </p:tav>
                                      </p:tavLst>
                                    </p:anim>
                                    <p:animEffect transition="in" filter="fade">
                                      <p:cBhvr>
                                        <p:cTn id="248" dur="500"/>
                                        <p:tgtEl>
                                          <p:spTgt spid="129084"/>
                                        </p:tgtEl>
                                      </p:cBhvr>
                                    </p:animEffect>
                                  </p:childTnLst>
                                </p:cTn>
                              </p:par>
                            </p:childTnLst>
                          </p:cTn>
                        </p:par>
                        <p:par>
                          <p:cTn id="249" fill="hold" nodeType="afterGroup">
                            <p:stCondLst>
                              <p:cond delay="500"/>
                            </p:stCondLst>
                            <p:childTnLst>
                              <p:par>
                                <p:cTn id="250" presetID="53" presetClass="entr" presetSubtype="16" fill="hold" grpId="0" nodeType="afterEffect">
                                  <p:stCondLst>
                                    <p:cond delay="0"/>
                                  </p:stCondLst>
                                  <p:childTnLst>
                                    <p:set>
                                      <p:cBhvr>
                                        <p:cTn id="251" dur="1" fill="hold">
                                          <p:stCondLst>
                                            <p:cond delay="0"/>
                                          </p:stCondLst>
                                        </p:cTn>
                                        <p:tgtEl>
                                          <p:spTgt spid="129045"/>
                                        </p:tgtEl>
                                        <p:attrNameLst>
                                          <p:attrName>style.visibility</p:attrName>
                                        </p:attrNameLst>
                                      </p:cBhvr>
                                      <p:to>
                                        <p:strVal val="visible"/>
                                      </p:to>
                                    </p:set>
                                    <p:anim calcmode="lin" valueType="num">
                                      <p:cBhvr>
                                        <p:cTn id="252" dur="500" fill="hold"/>
                                        <p:tgtEl>
                                          <p:spTgt spid="129045"/>
                                        </p:tgtEl>
                                        <p:attrNameLst>
                                          <p:attrName>ppt_w</p:attrName>
                                        </p:attrNameLst>
                                      </p:cBhvr>
                                      <p:tavLst>
                                        <p:tav tm="0">
                                          <p:val>
                                            <p:fltVal val="0"/>
                                          </p:val>
                                        </p:tav>
                                        <p:tav tm="100000">
                                          <p:val>
                                            <p:strVal val="#ppt_w"/>
                                          </p:val>
                                        </p:tav>
                                      </p:tavLst>
                                    </p:anim>
                                    <p:anim calcmode="lin" valueType="num">
                                      <p:cBhvr>
                                        <p:cTn id="253" dur="500" fill="hold"/>
                                        <p:tgtEl>
                                          <p:spTgt spid="129045"/>
                                        </p:tgtEl>
                                        <p:attrNameLst>
                                          <p:attrName>ppt_h</p:attrName>
                                        </p:attrNameLst>
                                      </p:cBhvr>
                                      <p:tavLst>
                                        <p:tav tm="0">
                                          <p:val>
                                            <p:fltVal val="0"/>
                                          </p:val>
                                        </p:tav>
                                        <p:tav tm="100000">
                                          <p:val>
                                            <p:strVal val="#ppt_h"/>
                                          </p:val>
                                        </p:tav>
                                      </p:tavLst>
                                    </p:anim>
                                    <p:animEffect transition="in" filter="fade">
                                      <p:cBhvr>
                                        <p:cTn id="254" dur="500"/>
                                        <p:tgtEl>
                                          <p:spTgt spid="129045"/>
                                        </p:tgtEl>
                                      </p:cBhvr>
                                    </p:animEffect>
                                  </p:childTnLst>
                                </p:cTn>
                              </p:par>
                            </p:childTnLst>
                          </p:cTn>
                        </p:par>
                      </p:childTnLst>
                    </p:cTn>
                  </p:par>
                  <p:par>
                    <p:cTn id="255" fill="hold" nodeType="clickPar">
                      <p:stCondLst>
                        <p:cond delay="indefinite"/>
                      </p:stCondLst>
                      <p:childTnLst>
                        <p:par>
                          <p:cTn id="256" fill="hold" nodeType="withGroup">
                            <p:stCondLst>
                              <p:cond delay="0"/>
                            </p:stCondLst>
                            <p:childTnLst>
                              <p:par>
                                <p:cTn id="257" presetID="53" presetClass="entr" presetSubtype="16" fill="hold" grpId="0" nodeType="clickEffect">
                                  <p:stCondLst>
                                    <p:cond delay="0"/>
                                  </p:stCondLst>
                                  <p:childTnLst>
                                    <p:set>
                                      <p:cBhvr>
                                        <p:cTn id="258" dur="1" fill="hold">
                                          <p:stCondLst>
                                            <p:cond delay="0"/>
                                          </p:stCondLst>
                                        </p:cTn>
                                        <p:tgtEl>
                                          <p:spTgt spid="129049"/>
                                        </p:tgtEl>
                                        <p:attrNameLst>
                                          <p:attrName>style.visibility</p:attrName>
                                        </p:attrNameLst>
                                      </p:cBhvr>
                                      <p:to>
                                        <p:strVal val="visible"/>
                                      </p:to>
                                    </p:set>
                                    <p:anim calcmode="lin" valueType="num">
                                      <p:cBhvr>
                                        <p:cTn id="259" dur="500" fill="hold"/>
                                        <p:tgtEl>
                                          <p:spTgt spid="129049"/>
                                        </p:tgtEl>
                                        <p:attrNameLst>
                                          <p:attrName>ppt_w</p:attrName>
                                        </p:attrNameLst>
                                      </p:cBhvr>
                                      <p:tavLst>
                                        <p:tav tm="0">
                                          <p:val>
                                            <p:fltVal val="0"/>
                                          </p:val>
                                        </p:tav>
                                        <p:tav tm="100000">
                                          <p:val>
                                            <p:strVal val="#ppt_w"/>
                                          </p:val>
                                        </p:tav>
                                      </p:tavLst>
                                    </p:anim>
                                    <p:anim calcmode="lin" valueType="num">
                                      <p:cBhvr>
                                        <p:cTn id="260" dur="500" fill="hold"/>
                                        <p:tgtEl>
                                          <p:spTgt spid="129049"/>
                                        </p:tgtEl>
                                        <p:attrNameLst>
                                          <p:attrName>ppt_h</p:attrName>
                                        </p:attrNameLst>
                                      </p:cBhvr>
                                      <p:tavLst>
                                        <p:tav tm="0">
                                          <p:val>
                                            <p:fltVal val="0"/>
                                          </p:val>
                                        </p:tav>
                                        <p:tav tm="100000">
                                          <p:val>
                                            <p:strVal val="#ppt_h"/>
                                          </p:val>
                                        </p:tav>
                                      </p:tavLst>
                                    </p:anim>
                                    <p:animEffect transition="in" filter="fade">
                                      <p:cBhvr>
                                        <p:cTn id="261" dur="500"/>
                                        <p:tgtEl>
                                          <p:spTgt spid="129049"/>
                                        </p:tgtEl>
                                      </p:cBhvr>
                                    </p:animEffect>
                                  </p:childTnLst>
                                </p:cTn>
                              </p:par>
                              <p:par>
                                <p:cTn id="262" presetID="53" presetClass="entr" presetSubtype="16" fill="hold" grpId="0" nodeType="withEffect">
                                  <p:stCondLst>
                                    <p:cond delay="0"/>
                                  </p:stCondLst>
                                  <p:childTnLst>
                                    <p:set>
                                      <p:cBhvr>
                                        <p:cTn id="263" dur="1" fill="hold">
                                          <p:stCondLst>
                                            <p:cond delay="0"/>
                                          </p:stCondLst>
                                        </p:cTn>
                                        <p:tgtEl>
                                          <p:spTgt spid="129050"/>
                                        </p:tgtEl>
                                        <p:attrNameLst>
                                          <p:attrName>style.visibility</p:attrName>
                                        </p:attrNameLst>
                                      </p:cBhvr>
                                      <p:to>
                                        <p:strVal val="visible"/>
                                      </p:to>
                                    </p:set>
                                    <p:anim calcmode="lin" valueType="num">
                                      <p:cBhvr>
                                        <p:cTn id="264" dur="500" fill="hold"/>
                                        <p:tgtEl>
                                          <p:spTgt spid="129050"/>
                                        </p:tgtEl>
                                        <p:attrNameLst>
                                          <p:attrName>ppt_w</p:attrName>
                                        </p:attrNameLst>
                                      </p:cBhvr>
                                      <p:tavLst>
                                        <p:tav tm="0">
                                          <p:val>
                                            <p:fltVal val="0"/>
                                          </p:val>
                                        </p:tav>
                                        <p:tav tm="100000">
                                          <p:val>
                                            <p:strVal val="#ppt_w"/>
                                          </p:val>
                                        </p:tav>
                                      </p:tavLst>
                                    </p:anim>
                                    <p:anim calcmode="lin" valueType="num">
                                      <p:cBhvr>
                                        <p:cTn id="265" dur="500" fill="hold"/>
                                        <p:tgtEl>
                                          <p:spTgt spid="129050"/>
                                        </p:tgtEl>
                                        <p:attrNameLst>
                                          <p:attrName>ppt_h</p:attrName>
                                        </p:attrNameLst>
                                      </p:cBhvr>
                                      <p:tavLst>
                                        <p:tav tm="0">
                                          <p:val>
                                            <p:fltVal val="0"/>
                                          </p:val>
                                        </p:tav>
                                        <p:tav tm="100000">
                                          <p:val>
                                            <p:strVal val="#ppt_h"/>
                                          </p:val>
                                        </p:tav>
                                      </p:tavLst>
                                    </p:anim>
                                    <p:animEffect transition="in" filter="fade">
                                      <p:cBhvr>
                                        <p:cTn id="266" dur="500"/>
                                        <p:tgtEl>
                                          <p:spTgt spid="129050"/>
                                        </p:tgtEl>
                                      </p:cBhvr>
                                    </p:animEffect>
                                  </p:childTnLst>
                                </p:cTn>
                              </p:par>
                            </p:childTnLst>
                          </p:cTn>
                        </p:par>
                        <p:par>
                          <p:cTn id="267" fill="hold" nodeType="afterGroup">
                            <p:stCondLst>
                              <p:cond delay="500"/>
                            </p:stCondLst>
                            <p:childTnLst>
                              <p:par>
                                <p:cTn id="268" presetID="53" presetClass="entr" presetSubtype="16" fill="hold" grpId="0" nodeType="afterEffect">
                                  <p:stCondLst>
                                    <p:cond delay="0"/>
                                  </p:stCondLst>
                                  <p:childTnLst>
                                    <p:set>
                                      <p:cBhvr>
                                        <p:cTn id="269" dur="1" fill="hold">
                                          <p:stCondLst>
                                            <p:cond delay="0"/>
                                          </p:stCondLst>
                                        </p:cTn>
                                        <p:tgtEl>
                                          <p:spTgt spid="129048">
                                            <p:bg/>
                                          </p:spTgt>
                                        </p:tgtEl>
                                        <p:attrNameLst>
                                          <p:attrName>style.visibility</p:attrName>
                                        </p:attrNameLst>
                                      </p:cBhvr>
                                      <p:to>
                                        <p:strVal val="visible"/>
                                      </p:to>
                                    </p:set>
                                    <p:anim calcmode="lin" valueType="num">
                                      <p:cBhvr>
                                        <p:cTn id="270" dur="500" fill="hold"/>
                                        <p:tgtEl>
                                          <p:spTgt spid="129048">
                                            <p:bg/>
                                          </p:spTgt>
                                        </p:tgtEl>
                                        <p:attrNameLst>
                                          <p:attrName>ppt_w</p:attrName>
                                        </p:attrNameLst>
                                      </p:cBhvr>
                                      <p:tavLst>
                                        <p:tav tm="0">
                                          <p:val>
                                            <p:fltVal val="0"/>
                                          </p:val>
                                        </p:tav>
                                        <p:tav tm="100000">
                                          <p:val>
                                            <p:strVal val="#ppt_w"/>
                                          </p:val>
                                        </p:tav>
                                      </p:tavLst>
                                    </p:anim>
                                    <p:anim calcmode="lin" valueType="num">
                                      <p:cBhvr>
                                        <p:cTn id="271" dur="500" fill="hold"/>
                                        <p:tgtEl>
                                          <p:spTgt spid="129048">
                                            <p:bg/>
                                          </p:spTgt>
                                        </p:tgtEl>
                                        <p:attrNameLst>
                                          <p:attrName>ppt_h</p:attrName>
                                        </p:attrNameLst>
                                      </p:cBhvr>
                                      <p:tavLst>
                                        <p:tav tm="0">
                                          <p:val>
                                            <p:fltVal val="0"/>
                                          </p:val>
                                        </p:tav>
                                        <p:tav tm="100000">
                                          <p:val>
                                            <p:strVal val="#ppt_h"/>
                                          </p:val>
                                        </p:tav>
                                      </p:tavLst>
                                    </p:anim>
                                    <p:animEffect transition="in" filter="fade">
                                      <p:cBhvr>
                                        <p:cTn id="272" dur="500"/>
                                        <p:tgtEl>
                                          <p:spTgt spid="129048">
                                            <p:bg/>
                                          </p:spTgt>
                                        </p:tgtEl>
                                      </p:cBhvr>
                                    </p:animEffect>
                                  </p:childTnLst>
                                </p:cTn>
                              </p:par>
                            </p:childTnLst>
                          </p:cTn>
                        </p:par>
                        <p:par>
                          <p:cTn id="273" fill="hold" nodeType="afterGroup">
                            <p:stCondLst>
                              <p:cond delay="1000"/>
                            </p:stCondLst>
                            <p:childTnLst>
                              <p:par>
                                <p:cTn id="274" presetID="53" presetClass="entr" presetSubtype="16" fill="hold" grpId="0" nodeType="afterEffect">
                                  <p:stCondLst>
                                    <p:cond delay="0"/>
                                  </p:stCondLst>
                                  <p:childTnLst>
                                    <p:set>
                                      <p:cBhvr>
                                        <p:cTn id="275" dur="1" fill="hold">
                                          <p:stCondLst>
                                            <p:cond delay="0"/>
                                          </p:stCondLst>
                                        </p:cTn>
                                        <p:tgtEl>
                                          <p:spTgt spid="129048">
                                            <p:txEl>
                                              <p:pRg st="0" end="0"/>
                                            </p:txEl>
                                          </p:spTgt>
                                        </p:tgtEl>
                                        <p:attrNameLst>
                                          <p:attrName>style.visibility</p:attrName>
                                        </p:attrNameLst>
                                      </p:cBhvr>
                                      <p:to>
                                        <p:strVal val="visible"/>
                                      </p:to>
                                    </p:set>
                                    <p:anim calcmode="lin" valueType="num">
                                      <p:cBhvr>
                                        <p:cTn id="276" dur="500" fill="hold"/>
                                        <p:tgtEl>
                                          <p:spTgt spid="129048">
                                            <p:txEl>
                                              <p:pRg st="0" end="0"/>
                                            </p:txEl>
                                          </p:spTgt>
                                        </p:tgtEl>
                                        <p:attrNameLst>
                                          <p:attrName>ppt_w</p:attrName>
                                        </p:attrNameLst>
                                      </p:cBhvr>
                                      <p:tavLst>
                                        <p:tav tm="0">
                                          <p:val>
                                            <p:fltVal val="0"/>
                                          </p:val>
                                        </p:tav>
                                        <p:tav tm="100000">
                                          <p:val>
                                            <p:strVal val="#ppt_w"/>
                                          </p:val>
                                        </p:tav>
                                      </p:tavLst>
                                    </p:anim>
                                    <p:anim calcmode="lin" valueType="num">
                                      <p:cBhvr>
                                        <p:cTn id="277" dur="500" fill="hold"/>
                                        <p:tgtEl>
                                          <p:spTgt spid="129048">
                                            <p:txEl>
                                              <p:pRg st="0" end="0"/>
                                            </p:txEl>
                                          </p:spTgt>
                                        </p:tgtEl>
                                        <p:attrNameLst>
                                          <p:attrName>ppt_h</p:attrName>
                                        </p:attrNameLst>
                                      </p:cBhvr>
                                      <p:tavLst>
                                        <p:tav tm="0">
                                          <p:val>
                                            <p:fltVal val="0"/>
                                          </p:val>
                                        </p:tav>
                                        <p:tav tm="100000">
                                          <p:val>
                                            <p:strVal val="#ppt_h"/>
                                          </p:val>
                                        </p:tav>
                                      </p:tavLst>
                                    </p:anim>
                                    <p:animEffect transition="in" filter="fade">
                                      <p:cBhvr>
                                        <p:cTn id="278" dur="500"/>
                                        <p:tgtEl>
                                          <p:spTgt spid="129048">
                                            <p:txEl>
                                              <p:pRg st="0" end="0"/>
                                            </p:txEl>
                                          </p:spTgt>
                                        </p:tgtEl>
                                      </p:cBhvr>
                                    </p:animEffect>
                                  </p:childTnLst>
                                </p:cTn>
                              </p:par>
                            </p:childTnLst>
                          </p:cTn>
                        </p:par>
                        <p:par>
                          <p:cTn id="279" fill="hold" nodeType="afterGroup">
                            <p:stCondLst>
                              <p:cond delay="1500"/>
                            </p:stCondLst>
                            <p:childTnLst>
                              <p:par>
                                <p:cTn id="280" presetID="53" presetClass="entr" presetSubtype="16" fill="hold" grpId="0" nodeType="afterEffect">
                                  <p:stCondLst>
                                    <p:cond delay="0"/>
                                  </p:stCondLst>
                                  <p:childTnLst>
                                    <p:set>
                                      <p:cBhvr>
                                        <p:cTn id="281" dur="1" fill="hold">
                                          <p:stCondLst>
                                            <p:cond delay="0"/>
                                          </p:stCondLst>
                                        </p:cTn>
                                        <p:tgtEl>
                                          <p:spTgt spid="129048">
                                            <p:txEl>
                                              <p:pRg st="1" end="1"/>
                                            </p:txEl>
                                          </p:spTgt>
                                        </p:tgtEl>
                                        <p:attrNameLst>
                                          <p:attrName>style.visibility</p:attrName>
                                        </p:attrNameLst>
                                      </p:cBhvr>
                                      <p:to>
                                        <p:strVal val="visible"/>
                                      </p:to>
                                    </p:set>
                                    <p:anim calcmode="lin" valueType="num">
                                      <p:cBhvr>
                                        <p:cTn id="282" dur="500" fill="hold"/>
                                        <p:tgtEl>
                                          <p:spTgt spid="129048">
                                            <p:txEl>
                                              <p:pRg st="1" end="1"/>
                                            </p:txEl>
                                          </p:spTgt>
                                        </p:tgtEl>
                                        <p:attrNameLst>
                                          <p:attrName>ppt_w</p:attrName>
                                        </p:attrNameLst>
                                      </p:cBhvr>
                                      <p:tavLst>
                                        <p:tav tm="0">
                                          <p:val>
                                            <p:fltVal val="0"/>
                                          </p:val>
                                        </p:tav>
                                        <p:tav tm="100000">
                                          <p:val>
                                            <p:strVal val="#ppt_w"/>
                                          </p:val>
                                        </p:tav>
                                      </p:tavLst>
                                    </p:anim>
                                    <p:anim calcmode="lin" valueType="num">
                                      <p:cBhvr>
                                        <p:cTn id="283" dur="500" fill="hold"/>
                                        <p:tgtEl>
                                          <p:spTgt spid="129048">
                                            <p:txEl>
                                              <p:pRg st="1" end="1"/>
                                            </p:txEl>
                                          </p:spTgt>
                                        </p:tgtEl>
                                        <p:attrNameLst>
                                          <p:attrName>ppt_h</p:attrName>
                                        </p:attrNameLst>
                                      </p:cBhvr>
                                      <p:tavLst>
                                        <p:tav tm="0">
                                          <p:val>
                                            <p:fltVal val="0"/>
                                          </p:val>
                                        </p:tav>
                                        <p:tav tm="100000">
                                          <p:val>
                                            <p:strVal val="#ppt_h"/>
                                          </p:val>
                                        </p:tav>
                                      </p:tavLst>
                                    </p:anim>
                                    <p:animEffect transition="in" filter="fade">
                                      <p:cBhvr>
                                        <p:cTn id="284" dur="500"/>
                                        <p:tgtEl>
                                          <p:spTgt spid="129048">
                                            <p:txEl>
                                              <p:pRg st="1" end="1"/>
                                            </p:txEl>
                                          </p:spTgt>
                                        </p:tgtEl>
                                      </p:cBhvr>
                                    </p:animEffect>
                                  </p:childTnLst>
                                </p:cTn>
                              </p:par>
                            </p:childTnLst>
                          </p:cTn>
                        </p:par>
                      </p:childTnLst>
                    </p:cTn>
                  </p:par>
                  <p:par>
                    <p:cTn id="285" fill="hold" nodeType="clickPar">
                      <p:stCondLst>
                        <p:cond delay="indefinite"/>
                      </p:stCondLst>
                      <p:childTnLst>
                        <p:par>
                          <p:cTn id="286" fill="hold" nodeType="withGroup">
                            <p:stCondLst>
                              <p:cond delay="0"/>
                            </p:stCondLst>
                            <p:childTnLst>
                              <p:par>
                                <p:cTn id="287" presetID="53" presetClass="entr" presetSubtype="16" fill="hold" grpId="0" nodeType="clickEffect">
                                  <p:stCondLst>
                                    <p:cond delay="0"/>
                                  </p:stCondLst>
                                  <p:childTnLst>
                                    <p:set>
                                      <p:cBhvr>
                                        <p:cTn id="288" dur="1" fill="hold">
                                          <p:stCondLst>
                                            <p:cond delay="0"/>
                                          </p:stCondLst>
                                        </p:cTn>
                                        <p:tgtEl>
                                          <p:spTgt spid="129048">
                                            <p:txEl>
                                              <p:pRg st="2" end="2"/>
                                            </p:txEl>
                                          </p:spTgt>
                                        </p:tgtEl>
                                        <p:attrNameLst>
                                          <p:attrName>style.visibility</p:attrName>
                                        </p:attrNameLst>
                                      </p:cBhvr>
                                      <p:to>
                                        <p:strVal val="visible"/>
                                      </p:to>
                                    </p:set>
                                    <p:anim calcmode="lin" valueType="num">
                                      <p:cBhvr>
                                        <p:cTn id="289" dur="500" fill="hold"/>
                                        <p:tgtEl>
                                          <p:spTgt spid="129048">
                                            <p:txEl>
                                              <p:pRg st="2" end="2"/>
                                            </p:txEl>
                                          </p:spTgt>
                                        </p:tgtEl>
                                        <p:attrNameLst>
                                          <p:attrName>ppt_w</p:attrName>
                                        </p:attrNameLst>
                                      </p:cBhvr>
                                      <p:tavLst>
                                        <p:tav tm="0">
                                          <p:val>
                                            <p:fltVal val="0"/>
                                          </p:val>
                                        </p:tav>
                                        <p:tav tm="100000">
                                          <p:val>
                                            <p:strVal val="#ppt_w"/>
                                          </p:val>
                                        </p:tav>
                                      </p:tavLst>
                                    </p:anim>
                                    <p:anim calcmode="lin" valueType="num">
                                      <p:cBhvr>
                                        <p:cTn id="290" dur="500" fill="hold"/>
                                        <p:tgtEl>
                                          <p:spTgt spid="129048">
                                            <p:txEl>
                                              <p:pRg st="2" end="2"/>
                                            </p:txEl>
                                          </p:spTgt>
                                        </p:tgtEl>
                                        <p:attrNameLst>
                                          <p:attrName>ppt_h</p:attrName>
                                        </p:attrNameLst>
                                      </p:cBhvr>
                                      <p:tavLst>
                                        <p:tav tm="0">
                                          <p:val>
                                            <p:fltVal val="0"/>
                                          </p:val>
                                        </p:tav>
                                        <p:tav tm="100000">
                                          <p:val>
                                            <p:strVal val="#ppt_h"/>
                                          </p:val>
                                        </p:tav>
                                      </p:tavLst>
                                    </p:anim>
                                    <p:animEffect transition="in" filter="fade">
                                      <p:cBhvr>
                                        <p:cTn id="291" dur="500"/>
                                        <p:tgtEl>
                                          <p:spTgt spid="129048">
                                            <p:txEl>
                                              <p:pRg st="2" end="2"/>
                                            </p:txEl>
                                          </p:spTgt>
                                        </p:tgtEl>
                                      </p:cBhvr>
                                    </p:animEffect>
                                  </p:childTnLst>
                                </p:cTn>
                              </p:par>
                            </p:childTnLst>
                          </p:cTn>
                        </p:par>
                      </p:childTnLst>
                    </p:cTn>
                  </p:par>
                  <p:par>
                    <p:cTn id="292" fill="hold" nodeType="clickPar">
                      <p:stCondLst>
                        <p:cond delay="indefinite"/>
                      </p:stCondLst>
                      <p:childTnLst>
                        <p:par>
                          <p:cTn id="293" fill="hold" nodeType="withGroup">
                            <p:stCondLst>
                              <p:cond delay="0"/>
                            </p:stCondLst>
                            <p:childTnLst>
                              <p:par>
                                <p:cTn id="294" presetID="53" presetClass="entr" presetSubtype="16" fill="hold" grpId="0" nodeType="clickEffect">
                                  <p:stCondLst>
                                    <p:cond delay="0"/>
                                  </p:stCondLst>
                                  <p:childTnLst>
                                    <p:set>
                                      <p:cBhvr>
                                        <p:cTn id="295" dur="1" fill="hold">
                                          <p:stCondLst>
                                            <p:cond delay="0"/>
                                          </p:stCondLst>
                                        </p:cTn>
                                        <p:tgtEl>
                                          <p:spTgt spid="129048">
                                            <p:txEl>
                                              <p:pRg st="3" end="3"/>
                                            </p:txEl>
                                          </p:spTgt>
                                        </p:tgtEl>
                                        <p:attrNameLst>
                                          <p:attrName>style.visibility</p:attrName>
                                        </p:attrNameLst>
                                      </p:cBhvr>
                                      <p:to>
                                        <p:strVal val="visible"/>
                                      </p:to>
                                    </p:set>
                                    <p:anim calcmode="lin" valueType="num">
                                      <p:cBhvr>
                                        <p:cTn id="296" dur="500" fill="hold"/>
                                        <p:tgtEl>
                                          <p:spTgt spid="129048">
                                            <p:txEl>
                                              <p:pRg st="3" end="3"/>
                                            </p:txEl>
                                          </p:spTgt>
                                        </p:tgtEl>
                                        <p:attrNameLst>
                                          <p:attrName>ppt_w</p:attrName>
                                        </p:attrNameLst>
                                      </p:cBhvr>
                                      <p:tavLst>
                                        <p:tav tm="0">
                                          <p:val>
                                            <p:fltVal val="0"/>
                                          </p:val>
                                        </p:tav>
                                        <p:tav tm="100000">
                                          <p:val>
                                            <p:strVal val="#ppt_w"/>
                                          </p:val>
                                        </p:tav>
                                      </p:tavLst>
                                    </p:anim>
                                    <p:anim calcmode="lin" valueType="num">
                                      <p:cBhvr>
                                        <p:cTn id="297" dur="500" fill="hold"/>
                                        <p:tgtEl>
                                          <p:spTgt spid="129048">
                                            <p:txEl>
                                              <p:pRg st="3" end="3"/>
                                            </p:txEl>
                                          </p:spTgt>
                                        </p:tgtEl>
                                        <p:attrNameLst>
                                          <p:attrName>ppt_h</p:attrName>
                                        </p:attrNameLst>
                                      </p:cBhvr>
                                      <p:tavLst>
                                        <p:tav tm="0">
                                          <p:val>
                                            <p:fltVal val="0"/>
                                          </p:val>
                                        </p:tav>
                                        <p:tav tm="100000">
                                          <p:val>
                                            <p:strVal val="#ppt_h"/>
                                          </p:val>
                                        </p:tav>
                                      </p:tavLst>
                                    </p:anim>
                                    <p:animEffect transition="in" filter="fade">
                                      <p:cBhvr>
                                        <p:cTn id="298" dur="500"/>
                                        <p:tgtEl>
                                          <p:spTgt spid="129048">
                                            <p:txEl>
                                              <p:pRg st="3" end="3"/>
                                            </p:txEl>
                                          </p:spTgt>
                                        </p:tgtEl>
                                      </p:cBhvr>
                                    </p:animEffect>
                                  </p:childTnLst>
                                </p:cTn>
                              </p:par>
                            </p:childTnLst>
                          </p:cTn>
                        </p:par>
                      </p:childTnLst>
                    </p:cTn>
                  </p:par>
                  <p:par>
                    <p:cTn id="299" fill="hold" nodeType="clickPar">
                      <p:stCondLst>
                        <p:cond delay="indefinite"/>
                      </p:stCondLst>
                      <p:childTnLst>
                        <p:par>
                          <p:cTn id="300" fill="hold" nodeType="withGroup">
                            <p:stCondLst>
                              <p:cond delay="0"/>
                            </p:stCondLst>
                            <p:childTnLst>
                              <p:par>
                                <p:cTn id="301" presetID="53" presetClass="entr" presetSubtype="16" fill="hold" grpId="0" nodeType="clickEffect">
                                  <p:stCondLst>
                                    <p:cond delay="0"/>
                                  </p:stCondLst>
                                  <p:childTnLst>
                                    <p:set>
                                      <p:cBhvr>
                                        <p:cTn id="302" dur="1" fill="hold">
                                          <p:stCondLst>
                                            <p:cond delay="0"/>
                                          </p:stCondLst>
                                        </p:cTn>
                                        <p:tgtEl>
                                          <p:spTgt spid="129048">
                                            <p:txEl>
                                              <p:pRg st="4" end="4"/>
                                            </p:txEl>
                                          </p:spTgt>
                                        </p:tgtEl>
                                        <p:attrNameLst>
                                          <p:attrName>style.visibility</p:attrName>
                                        </p:attrNameLst>
                                      </p:cBhvr>
                                      <p:to>
                                        <p:strVal val="visible"/>
                                      </p:to>
                                    </p:set>
                                    <p:anim calcmode="lin" valueType="num">
                                      <p:cBhvr>
                                        <p:cTn id="303" dur="500" fill="hold"/>
                                        <p:tgtEl>
                                          <p:spTgt spid="129048">
                                            <p:txEl>
                                              <p:pRg st="4" end="4"/>
                                            </p:txEl>
                                          </p:spTgt>
                                        </p:tgtEl>
                                        <p:attrNameLst>
                                          <p:attrName>ppt_w</p:attrName>
                                        </p:attrNameLst>
                                      </p:cBhvr>
                                      <p:tavLst>
                                        <p:tav tm="0">
                                          <p:val>
                                            <p:fltVal val="0"/>
                                          </p:val>
                                        </p:tav>
                                        <p:tav tm="100000">
                                          <p:val>
                                            <p:strVal val="#ppt_w"/>
                                          </p:val>
                                        </p:tav>
                                      </p:tavLst>
                                    </p:anim>
                                    <p:anim calcmode="lin" valueType="num">
                                      <p:cBhvr>
                                        <p:cTn id="304" dur="500" fill="hold"/>
                                        <p:tgtEl>
                                          <p:spTgt spid="129048">
                                            <p:txEl>
                                              <p:pRg st="4" end="4"/>
                                            </p:txEl>
                                          </p:spTgt>
                                        </p:tgtEl>
                                        <p:attrNameLst>
                                          <p:attrName>ppt_h</p:attrName>
                                        </p:attrNameLst>
                                      </p:cBhvr>
                                      <p:tavLst>
                                        <p:tav tm="0">
                                          <p:val>
                                            <p:fltVal val="0"/>
                                          </p:val>
                                        </p:tav>
                                        <p:tav tm="100000">
                                          <p:val>
                                            <p:strVal val="#ppt_h"/>
                                          </p:val>
                                        </p:tav>
                                      </p:tavLst>
                                    </p:anim>
                                    <p:animEffect transition="in" filter="fade">
                                      <p:cBhvr>
                                        <p:cTn id="305" dur="500"/>
                                        <p:tgtEl>
                                          <p:spTgt spid="129048">
                                            <p:txEl>
                                              <p:pRg st="4" end="4"/>
                                            </p:txEl>
                                          </p:spTgt>
                                        </p:tgtEl>
                                      </p:cBhvr>
                                    </p:animEffect>
                                  </p:childTnLst>
                                </p:cTn>
                              </p:par>
                            </p:childTnLst>
                          </p:cTn>
                        </p:par>
                      </p:childTnLst>
                    </p:cTn>
                  </p:par>
                  <p:par>
                    <p:cTn id="306" fill="hold" nodeType="clickPar">
                      <p:stCondLst>
                        <p:cond delay="indefinite"/>
                      </p:stCondLst>
                      <p:childTnLst>
                        <p:par>
                          <p:cTn id="307" fill="hold" nodeType="withGroup">
                            <p:stCondLst>
                              <p:cond delay="0"/>
                            </p:stCondLst>
                            <p:childTnLst>
                              <p:par>
                                <p:cTn id="308" presetID="53" presetClass="entr" presetSubtype="16" fill="hold" grpId="0" nodeType="clickEffect">
                                  <p:stCondLst>
                                    <p:cond delay="0"/>
                                  </p:stCondLst>
                                  <p:childTnLst>
                                    <p:set>
                                      <p:cBhvr>
                                        <p:cTn id="309" dur="1" fill="hold">
                                          <p:stCondLst>
                                            <p:cond delay="0"/>
                                          </p:stCondLst>
                                        </p:cTn>
                                        <p:tgtEl>
                                          <p:spTgt spid="129053"/>
                                        </p:tgtEl>
                                        <p:attrNameLst>
                                          <p:attrName>style.visibility</p:attrName>
                                        </p:attrNameLst>
                                      </p:cBhvr>
                                      <p:to>
                                        <p:strVal val="visible"/>
                                      </p:to>
                                    </p:set>
                                    <p:anim calcmode="lin" valueType="num">
                                      <p:cBhvr>
                                        <p:cTn id="310" dur="500" fill="hold"/>
                                        <p:tgtEl>
                                          <p:spTgt spid="129053"/>
                                        </p:tgtEl>
                                        <p:attrNameLst>
                                          <p:attrName>ppt_w</p:attrName>
                                        </p:attrNameLst>
                                      </p:cBhvr>
                                      <p:tavLst>
                                        <p:tav tm="0">
                                          <p:val>
                                            <p:fltVal val="0"/>
                                          </p:val>
                                        </p:tav>
                                        <p:tav tm="100000">
                                          <p:val>
                                            <p:strVal val="#ppt_w"/>
                                          </p:val>
                                        </p:tav>
                                      </p:tavLst>
                                    </p:anim>
                                    <p:anim calcmode="lin" valueType="num">
                                      <p:cBhvr>
                                        <p:cTn id="311" dur="500" fill="hold"/>
                                        <p:tgtEl>
                                          <p:spTgt spid="129053"/>
                                        </p:tgtEl>
                                        <p:attrNameLst>
                                          <p:attrName>ppt_h</p:attrName>
                                        </p:attrNameLst>
                                      </p:cBhvr>
                                      <p:tavLst>
                                        <p:tav tm="0">
                                          <p:val>
                                            <p:fltVal val="0"/>
                                          </p:val>
                                        </p:tav>
                                        <p:tav tm="100000">
                                          <p:val>
                                            <p:strVal val="#ppt_h"/>
                                          </p:val>
                                        </p:tav>
                                      </p:tavLst>
                                    </p:anim>
                                    <p:animEffect transition="in" filter="fade">
                                      <p:cBhvr>
                                        <p:cTn id="312" dur="500"/>
                                        <p:tgtEl>
                                          <p:spTgt spid="129053"/>
                                        </p:tgtEl>
                                      </p:cBhvr>
                                    </p:animEffect>
                                  </p:childTnLst>
                                </p:cTn>
                              </p:par>
                              <p:par>
                                <p:cTn id="313" presetID="53" presetClass="entr" presetSubtype="16" fill="hold" grpId="0" nodeType="withEffect">
                                  <p:stCondLst>
                                    <p:cond delay="0"/>
                                  </p:stCondLst>
                                  <p:childTnLst>
                                    <p:set>
                                      <p:cBhvr>
                                        <p:cTn id="314" dur="1" fill="hold">
                                          <p:stCondLst>
                                            <p:cond delay="0"/>
                                          </p:stCondLst>
                                        </p:cTn>
                                        <p:tgtEl>
                                          <p:spTgt spid="129052"/>
                                        </p:tgtEl>
                                        <p:attrNameLst>
                                          <p:attrName>style.visibility</p:attrName>
                                        </p:attrNameLst>
                                      </p:cBhvr>
                                      <p:to>
                                        <p:strVal val="visible"/>
                                      </p:to>
                                    </p:set>
                                    <p:anim calcmode="lin" valueType="num">
                                      <p:cBhvr>
                                        <p:cTn id="315" dur="500" fill="hold"/>
                                        <p:tgtEl>
                                          <p:spTgt spid="129052"/>
                                        </p:tgtEl>
                                        <p:attrNameLst>
                                          <p:attrName>ppt_w</p:attrName>
                                        </p:attrNameLst>
                                      </p:cBhvr>
                                      <p:tavLst>
                                        <p:tav tm="0">
                                          <p:val>
                                            <p:fltVal val="0"/>
                                          </p:val>
                                        </p:tav>
                                        <p:tav tm="100000">
                                          <p:val>
                                            <p:strVal val="#ppt_w"/>
                                          </p:val>
                                        </p:tav>
                                      </p:tavLst>
                                    </p:anim>
                                    <p:anim calcmode="lin" valueType="num">
                                      <p:cBhvr>
                                        <p:cTn id="316" dur="500" fill="hold"/>
                                        <p:tgtEl>
                                          <p:spTgt spid="129052"/>
                                        </p:tgtEl>
                                        <p:attrNameLst>
                                          <p:attrName>ppt_h</p:attrName>
                                        </p:attrNameLst>
                                      </p:cBhvr>
                                      <p:tavLst>
                                        <p:tav tm="0">
                                          <p:val>
                                            <p:fltVal val="0"/>
                                          </p:val>
                                        </p:tav>
                                        <p:tav tm="100000">
                                          <p:val>
                                            <p:strVal val="#ppt_h"/>
                                          </p:val>
                                        </p:tav>
                                      </p:tavLst>
                                    </p:anim>
                                    <p:animEffect transition="in" filter="fade">
                                      <p:cBhvr>
                                        <p:cTn id="317" dur="500"/>
                                        <p:tgtEl>
                                          <p:spTgt spid="129052"/>
                                        </p:tgtEl>
                                      </p:cBhvr>
                                    </p:animEffect>
                                  </p:childTnLst>
                                </p:cTn>
                              </p:par>
                            </p:childTnLst>
                          </p:cTn>
                        </p:par>
                        <p:par>
                          <p:cTn id="318" fill="hold" nodeType="afterGroup">
                            <p:stCondLst>
                              <p:cond delay="500"/>
                            </p:stCondLst>
                            <p:childTnLst>
                              <p:par>
                                <p:cTn id="319" presetID="53" presetClass="entr" presetSubtype="16" fill="hold" grpId="0" nodeType="afterEffect">
                                  <p:stCondLst>
                                    <p:cond delay="0"/>
                                  </p:stCondLst>
                                  <p:childTnLst>
                                    <p:set>
                                      <p:cBhvr>
                                        <p:cTn id="320" dur="1" fill="hold">
                                          <p:stCondLst>
                                            <p:cond delay="0"/>
                                          </p:stCondLst>
                                        </p:cTn>
                                        <p:tgtEl>
                                          <p:spTgt spid="129051"/>
                                        </p:tgtEl>
                                        <p:attrNameLst>
                                          <p:attrName>style.visibility</p:attrName>
                                        </p:attrNameLst>
                                      </p:cBhvr>
                                      <p:to>
                                        <p:strVal val="visible"/>
                                      </p:to>
                                    </p:set>
                                    <p:anim calcmode="lin" valueType="num">
                                      <p:cBhvr>
                                        <p:cTn id="321" dur="500" fill="hold"/>
                                        <p:tgtEl>
                                          <p:spTgt spid="129051"/>
                                        </p:tgtEl>
                                        <p:attrNameLst>
                                          <p:attrName>ppt_w</p:attrName>
                                        </p:attrNameLst>
                                      </p:cBhvr>
                                      <p:tavLst>
                                        <p:tav tm="0">
                                          <p:val>
                                            <p:fltVal val="0"/>
                                          </p:val>
                                        </p:tav>
                                        <p:tav tm="100000">
                                          <p:val>
                                            <p:strVal val="#ppt_w"/>
                                          </p:val>
                                        </p:tav>
                                      </p:tavLst>
                                    </p:anim>
                                    <p:anim calcmode="lin" valueType="num">
                                      <p:cBhvr>
                                        <p:cTn id="322" dur="500" fill="hold"/>
                                        <p:tgtEl>
                                          <p:spTgt spid="129051"/>
                                        </p:tgtEl>
                                        <p:attrNameLst>
                                          <p:attrName>ppt_h</p:attrName>
                                        </p:attrNameLst>
                                      </p:cBhvr>
                                      <p:tavLst>
                                        <p:tav tm="0">
                                          <p:val>
                                            <p:fltVal val="0"/>
                                          </p:val>
                                        </p:tav>
                                        <p:tav tm="100000">
                                          <p:val>
                                            <p:strVal val="#ppt_h"/>
                                          </p:val>
                                        </p:tav>
                                      </p:tavLst>
                                    </p:anim>
                                    <p:animEffect transition="in" filter="fade">
                                      <p:cBhvr>
                                        <p:cTn id="323" dur="500"/>
                                        <p:tgtEl>
                                          <p:spTgt spid="129051"/>
                                        </p:tgtEl>
                                      </p:cBhvr>
                                    </p:animEffect>
                                  </p:childTnLst>
                                </p:cTn>
                              </p:par>
                            </p:childTnLst>
                          </p:cTn>
                        </p:par>
                      </p:childTnLst>
                    </p:cTn>
                  </p:par>
                  <p:par>
                    <p:cTn id="324" fill="hold" nodeType="clickPar">
                      <p:stCondLst>
                        <p:cond delay="indefinite"/>
                      </p:stCondLst>
                      <p:childTnLst>
                        <p:par>
                          <p:cTn id="325" fill="hold" nodeType="withGroup">
                            <p:stCondLst>
                              <p:cond delay="0"/>
                            </p:stCondLst>
                            <p:childTnLst>
                              <p:par>
                                <p:cTn id="326" presetID="53" presetClass="entr" presetSubtype="16" fill="hold" grpId="0" nodeType="clickEffect">
                                  <p:stCondLst>
                                    <p:cond delay="0"/>
                                  </p:stCondLst>
                                  <p:childTnLst>
                                    <p:set>
                                      <p:cBhvr>
                                        <p:cTn id="327" dur="1" fill="hold">
                                          <p:stCondLst>
                                            <p:cond delay="0"/>
                                          </p:stCondLst>
                                        </p:cTn>
                                        <p:tgtEl>
                                          <p:spTgt spid="129056"/>
                                        </p:tgtEl>
                                        <p:attrNameLst>
                                          <p:attrName>style.visibility</p:attrName>
                                        </p:attrNameLst>
                                      </p:cBhvr>
                                      <p:to>
                                        <p:strVal val="visible"/>
                                      </p:to>
                                    </p:set>
                                    <p:anim calcmode="lin" valueType="num">
                                      <p:cBhvr>
                                        <p:cTn id="328" dur="500" fill="hold"/>
                                        <p:tgtEl>
                                          <p:spTgt spid="129056"/>
                                        </p:tgtEl>
                                        <p:attrNameLst>
                                          <p:attrName>ppt_w</p:attrName>
                                        </p:attrNameLst>
                                      </p:cBhvr>
                                      <p:tavLst>
                                        <p:tav tm="0">
                                          <p:val>
                                            <p:fltVal val="0"/>
                                          </p:val>
                                        </p:tav>
                                        <p:tav tm="100000">
                                          <p:val>
                                            <p:strVal val="#ppt_w"/>
                                          </p:val>
                                        </p:tav>
                                      </p:tavLst>
                                    </p:anim>
                                    <p:anim calcmode="lin" valueType="num">
                                      <p:cBhvr>
                                        <p:cTn id="329" dur="500" fill="hold"/>
                                        <p:tgtEl>
                                          <p:spTgt spid="129056"/>
                                        </p:tgtEl>
                                        <p:attrNameLst>
                                          <p:attrName>ppt_h</p:attrName>
                                        </p:attrNameLst>
                                      </p:cBhvr>
                                      <p:tavLst>
                                        <p:tav tm="0">
                                          <p:val>
                                            <p:fltVal val="0"/>
                                          </p:val>
                                        </p:tav>
                                        <p:tav tm="100000">
                                          <p:val>
                                            <p:strVal val="#ppt_h"/>
                                          </p:val>
                                        </p:tav>
                                      </p:tavLst>
                                    </p:anim>
                                    <p:animEffect transition="in" filter="fade">
                                      <p:cBhvr>
                                        <p:cTn id="330" dur="500"/>
                                        <p:tgtEl>
                                          <p:spTgt spid="129056"/>
                                        </p:tgtEl>
                                      </p:cBhvr>
                                    </p:animEffect>
                                  </p:childTnLst>
                                </p:cTn>
                              </p:par>
                              <p:par>
                                <p:cTn id="331" presetID="53" presetClass="entr" presetSubtype="16" fill="hold" grpId="0" nodeType="withEffect">
                                  <p:stCondLst>
                                    <p:cond delay="0"/>
                                  </p:stCondLst>
                                  <p:childTnLst>
                                    <p:set>
                                      <p:cBhvr>
                                        <p:cTn id="332" dur="1" fill="hold">
                                          <p:stCondLst>
                                            <p:cond delay="0"/>
                                          </p:stCondLst>
                                        </p:cTn>
                                        <p:tgtEl>
                                          <p:spTgt spid="129055"/>
                                        </p:tgtEl>
                                        <p:attrNameLst>
                                          <p:attrName>style.visibility</p:attrName>
                                        </p:attrNameLst>
                                      </p:cBhvr>
                                      <p:to>
                                        <p:strVal val="visible"/>
                                      </p:to>
                                    </p:set>
                                    <p:anim calcmode="lin" valueType="num">
                                      <p:cBhvr>
                                        <p:cTn id="333" dur="500" fill="hold"/>
                                        <p:tgtEl>
                                          <p:spTgt spid="129055"/>
                                        </p:tgtEl>
                                        <p:attrNameLst>
                                          <p:attrName>ppt_w</p:attrName>
                                        </p:attrNameLst>
                                      </p:cBhvr>
                                      <p:tavLst>
                                        <p:tav tm="0">
                                          <p:val>
                                            <p:fltVal val="0"/>
                                          </p:val>
                                        </p:tav>
                                        <p:tav tm="100000">
                                          <p:val>
                                            <p:strVal val="#ppt_w"/>
                                          </p:val>
                                        </p:tav>
                                      </p:tavLst>
                                    </p:anim>
                                    <p:anim calcmode="lin" valueType="num">
                                      <p:cBhvr>
                                        <p:cTn id="334" dur="500" fill="hold"/>
                                        <p:tgtEl>
                                          <p:spTgt spid="129055"/>
                                        </p:tgtEl>
                                        <p:attrNameLst>
                                          <p:attrName>ppt_h</p:attrName>
                                        </p:attrNameLst>
                                      </p:cBhvr>
                                      <p:tavLst>
                                        <p:tav tm="0">
                                          <p:val>
                                            <p:fltVal val="0"/>
                                          </p:val>
                                        </p:tav>
                                        <p:tav tm="100000">
                                          <p:val>
                                            <p:strVal val="#ppt_h"/>
                                          </p:val>
                                        </p:tav>
                                      </p:tavLst>
                                    </p:anim>
                                    <p:animEffect transition="in" filter="fade">
                                      <p:cBhvr>
                                        <p:cTn id="335" dur="500"/>
                                        <p:tgtEl>
                                          <p:spTgt spid="129055"/>
                                        </p:tgtEl>
                                      </p:cBhvr>
                                    </p:animEffect>
                                  </p:childTnLst>
                                </p:cTn>
                              </p:par>
                            </p:childTnLst>
                          </p:cTn>
                        </p:par>
                        <p:par>
                          <p:cTn id="336" fill="hold" nodeType="afterGroup">
                            <p:stCondLst>
                              <p:cond delay="500"/>
                            </p:stCondLst>
                            <p:childTnLst>
                              <p:par>
                                <p:cTn id="337" presetID="53" presetClass="entr" presetSubtype="16" fill="hold" grpId="0" nodeType="afterEffect">
                                  <p:stCondLst>
                                    <p:cond delay="0"/>
                                  </p:stCondLst>
                                  <p:childTnLst>
                                    <p:set>
                                      <p:cBhvr>
                                        <p:cTn id="338" dur="1" fill="hold">
                                          <p:stCondLst>
                                            <p:cond delay="0"/>
                                          </p:stCondLst>
                                        </p:cTn>
                                        <p:tgtEl>
                                          <p:spTgt spid="129054"/>
                                        </p:tgtEl>
                                        <p:attrNameLst>
                                          <p:attrName>style.visibility</p:attrName>
                                        </p:attrNameLst>
                                      </p:cBhvr>
                                      <p:to>
                                        <p:strVal val="visible"/>
                                      </p:to>
                                    </p:set>
                                    <p:anim calcmode="lin" valueType="num">
                                      <p:cBhvr>
                                        <p:cTn id="339" dur="500" fill="hold"/>
                                        <p:tgtEl>
                                          <p:spTgt spid="129054"/>
                                        </p:tgtEl>
                                        <p:attrNameLst>
                                          <p:attrName>ppt_w</p:attrName>
                                        </p:attrNameLst>
                                      </p:cBhvr>
                                      <p:tavLst>
                                        <p:tav tm="0">
                                          <p:val>
                                            <p:fltVal val="0"/>
                                          </p:val>
                                        </p:tav>
                                        <p:tav tm="100000">
                                          <p:val>
                                            <p:strVal val="#ppt_w"/>
                                          </p:val>
                                        </p:tav>
                                      </p:tavLst>
                                    </p:anim>
                                    <p:anim calcmode="lin" valueType="num">
                                      <p:cBhvr>
                                        <p:cTn id="340" dur="500" fill="hold"/>
                                        <p:tgtEl>
                                          <p:spTgt spid="129054"/>
                                        </p:tgtEl>
                                        <p:attrNameLst>
                                          <p:attrName>ppt_h</p:attrName>
                                        </p:attrNameLst>
                                      </p:cBhvr>
                                      <p:tavLst>
                                        <p:tav tm="0">
                                          <p:val>
                                            <p:fltVal val="0"/>
                                          </p:val>
                                        </p:tav>
                                        <p:tav tm="100000">
                                          <p:val>
                                            <p:strVal val="#ppt_h"/>
                                          </p:val>
                                        </p:tav>
                                      </p:tavLst>
                                    </p:anim>
                                    <p:animEffect transition="in" filter="fade">
                                      <p:cBhvr>
                                        <p:cTn id="341" dur="500"/>
                                        <p:tgtEl>
                                          <p:spTgt spid="129054"/>
                                        </p:tgtEl>
                                      </p:cBhvr>
                                    </p:animEffect>
                                  </p:childTnLst>
                                </p:cTn>
                              </p:par>
                            </p:childTnLst>
                          </p:cTn>
                        </p:par>
                      </p:childTnLst>
                    </p:cTn>
                  </p:par>
                  <p:par>
                    <p:cTn id="342" fill="hold" nodeType="clickPar">
                      <p:stCondLst>
                        <p:cond delay="indefinite"/>
                      </p:stCondLst>
                      <p:childTnLst>
                        <p:par>
                          <p:cTn id="343" fill="hold" nodeType="withGroup">
                            <p:stCondLst>
                              <p:cond delay="0"/>
                            </p:stCondLst>
                            <p:childTnLst>
                              <p:par>
                                <p:cTn id="344" presetID="53" presetClass="entr" presetSubtype="16" fill="hold" grpId="0" nodeType="clickEffect">
                                  <p:stCondLst>
                                    <p:cond delay="0"/>
                                  </p:stCondLst>
                                  <p:childTnLst>
                                    <p:set>
                                      <p:cBhvr>
                                        <p:cTn id="345" dur="1" fill="hold">
                                          <p:stCondLst>
                                            <p:cond delay="0"/>
                                          </p:stCondLst>
                                        </p:cTn>
                                        <p:tgtEl>
                                          <p:spTgt spid="129065"/>
                                        </p:tgtEl>
                                        <p:attrNameLst>
                                          <p:attrName>style.visibility</p:attrName>
                                        </p:attrNameLst>
                                      </p:cBhvr>
                                      <p:to>
                                        <p:strVal val="visible"/>
                                      </p:to>
                                    </p:set>
                                    <p:anim calcmode="lin" valueType="num">
                                      <p:cBhvr>
                                        <p:cTn id="346" dur="500" fill="hold"/>
                                        <p:tgtEl>
                                          <p:spTgt spid="129065"/>
                                        </p:tgtEl>
                                        <p:attrNameLst>
                                          <p:attrName>ppt_w</p:attrName>
                                        </p:attrNameLst>
                                      </p:cBhvr>
                                      <p:tavLst>
                                        <p:tav tm="0">
                                          <p:val>
                                            <p:fltVal val="0"/>
                                          </p:val>
                                        </p:tav>
                                        <p:tav tm="100000">
                                          <p:val>
                                            <p:strVal val="#ppt_w"/>
                                          </p:val>
                                        </p:tav>
                                      </p:tavLst>
                                    </p:anim>
                                    <p:anim calcmode="lin" valueType="num">
                                      <p:cBhvr>
                                        <p:cTn id="347" dur="500" fill="hold"/>
                                        <p:tgtEl>
                                          <p:spTgt spid="129065"/>
                                        </p:tgtEl>
                                        <p:attrNameLst>
                                          <p:attrName>ppt_h</p:attrName>
                                        </p:attrNameLst>
                                      </p:cBhvr>
                                      <p:tavLst>
                                        <p:tav tm="0">
                                          <p:val>
                                            <p:fltVal val="0"/>
                                          </p:val>
                                        </p:tav>
                                        <p:tav tm="100000">
                                          <p:val>
                                            <p:strVal val="#ppt_h"/>
                                          </p:val>
                                        </p:tav>
                                      </p:tavLst>
                                    </p:anim>
                                    <p:animEffect transition="in" filter="fade">
                                      <p:cBhvr>
                                        <p:cTn id="348" dur="500"/>
                                        <p:tgtEl>
                                          <p:spTgt spid="129065"/>
                                        </p:tgtEl>
                                      </p:cBhvr>
                                    </p:animEffect>
                                  </p:childTnLst>
                                </p:cTn>
                              </p:par>
                              <p:par>
                                <p:cTn id="349" presetID="53" presetClass="entr" presetSubtype="16" fill="hold" grpId="0" nodeType="withEffect">
                                  <p:stCondLst>
                                    <p:cond delay="0"/>
                                  </p:stCondLst>
                                  <p:childTnLst>
                                    <p:set>
                                      <p:cBhvr>
                                        <p:cTn id="350" dur="1" fill="hold">
                                          <p:stCondLst>
                                            <p:cond delay="0"/>
                                          </p:stCondLst>
                                        </p:cTn>
                                        <p:tgtEl>
                                          <p:spTgt spid="129064"/>
                                        </p:tgtEl>
                                        <p:attrNameLst>
                                          <p:attrName>style.visibility</p:attrName>
                                        </p:attrNameLst>
                                      </p:cBhvr>
                                      <p:to>
                                        <p:strVal val="visible"/>
                                      </p:to>
                                    </p:set>
                                    <p:anim calcmode="lin" valueType="num">
                                      <p:cBhvr>
                                        <p:cTn id="351" dur="500" fill="hold"/>
                                        <p:tgtEl>
                                          <p:spTgt spid="129064"/>
                                        </p:tgtEl>
                                        <p:attrNameLst>
                                          <p:attrName>ppt_w</p:attrName>
                                        </p:attrNameLst>
                                      </p:cBhvr>
                                      <p:tavLst>
                                        <p:tav tm="0">
                                          <p:val>
                                            <p:fltVal val="0"/>
                                          </p:val>
                                        </p:tav>
                                        <p:tav tm="100000">
                                          <p:val>
                                            <p:strVal val="#ppt_w"/>
                                          </p:val>
                                        </p:tav>
                                      </p:tavLst>
                                    </p:anim>
                                    <p:anim calcmode="lin" valueType="num">
                                      <p:cBhvr>
                                        <p:cTn id="352" dur="500" fill="hold"/>
                                        <p:tgtEl>
                                          <p:spTgt spid="129064"/>
                                        </p:tgtEl>
                                        <p:attrNameLst>
                                          <p:attrName>ppt_h</p:attrName>
                                        </p:attrNameLst>
                                      </p:cBhvr>
                                      <p:tavLst>
                                        <p:tav tm="0">
                                          <p:val>
                                            <p:fltVal val="0"/>
                                          </p:val>
                                        </p:tav>
                                        <p:tav tm="100000">
                                          <p:val>
                                            <p:strVal val="#ppt_h"/>
                                          </p:val>
                                        </p:tav>
                                      </p:tavLst>
                                    </p:anim>
                                    <p:animEffect transition="in" filter="fade">
                                      <p:cBhvr>
                                        <p:cTn id="353" dur="500"/>
                                        <p:tgtEl>
                                          <p:spTgt spid="129064"/>
                                        </p:tgtEl>
                                      </p:cBhvr>
                                    </p:animEffect>
                                  </p:childTnLst>
                                </p:cTn>
                              </p:par>
                            </p:childTnLst>
                          </p:cTn>
                        </p:par>
                      </p:childTnLst>
                    </p:cTn>
                  </p:par>
                  <p:par>
                    <p:cTn id="354" fill="hold" nodeType="clickPar">
                      <p:stCondLst>
                        <p:cond delay="indefinite"/>
                      </p:stCondLst>
                      <p:childTnLst>
                        <p:par>
                          <p:cTn id="355" fill="hold" nodeType="withGroup">
                            <p:stCondLst>
                              <p:cond delay="0"/>
                            </p:stCondLst>
                            <p:childTnLst>
                              <p:par>
                                <p:cTn id="356" presetID="53" presetClass="entr" presetSubtype="16" fill="hold" grpId="0" nodeType="clickEffect">
                                  <p:stCondLst>
                                    <p:cond delay="0"/>
                                  </p:stCondLst>
                                  <p:childTnLst>
                                    <p:set>
                                      <p:cBhvr>
                                        <p:cTn id="357" dur="1" fill="hold">
                                          <p:stCondLst>
                                            <p:cond delay="0"/>
                                          </p:stCondLst>
                                        </p:cTn>
                                        <p:tgtEl>
                                          <p:spTgt spid="129058"/>
                                        </p:tgtEl>
                                        <p:attrNameLst>
                                          <p:attrName>style.visibility</p:attrName>
                                        </p:attrNameLst>
                                      </p:cBhvr>
                                      <p:to>
                                        <p:strVal val="visible"/>
                                      </p:to>
                                    </p:set>
                                    <p:anim calcmode="lin" valueType="num">
                                      <p:cBhvr>
                                        <p:cTn id="358" dur="500" fill="hold"/>
                                        <p:tgtEl>
                                          <p:spTgt spid="129058"/>
                                        </p:tgtEl>
                                        <p:attrNameLst>
                                          <p:attrName>ppt_w</p:attrName>
                                        </p:attrNameLst>
                                      </p:cBhvr>
                                      <p:tavLst>
                                        <p:tav tm="0">
                                          <p:val>
                                            <p:fltVal val="0"/>
                                          </p:val>
                                        </p:tav>
                                        <p:tav tm="100000">
                                          <p:val>
                                            <p:strVal val="#ppt_w"/>
                                          </p:val>
                                        </p:tav>
                                      </p:tavLst>
                                    </p:anim>
                                    <p:anim calcmode="lin" valueType="num">
                                      <p:cBhvr>
                                        <p:cTn id="359" dur="500" fill="hold"/>
                                        <p:tgtEl>
                                          <p:spTgt spid="129058"/>
                                        </p:tgtEl>
                                        <p:attrNameLst>
                                          <p:attrName>ppt_h</p:attrName>
                                        </p:attrNameLst>
                                      </p:cBhvr>
                                      <p:tavLst>
                                        <p:tav tm="0">
                                          <p:val>
                                            <p:fltVal val="0"/>
                                          </p:val>
                                        </p:tav>
                                        <p:tav tm="100000">
                                          <p:val>
                                            <p:strVal val="#ppt_h"/>
                                          </p:val>
                                        </p:tav>
                                      </p:tavLst>
                                    </p:anim>
                                    <p:animEffect transition="in" filter="fade">
                                      <p:cBhvr>
                                        <p:cTn id="360" dur="500"/>
                                        <p:tgtEl>
                                          <p:spTgt spid="129058"/>
                                        </p:tgtEl>
                                      </p:cBhvr>
                                    </p:animEffect>
                                  </p:childTnLst>
                                </p:cTn>
                              </p:par>
                              <p:par>
                                <p:cTn id="361" presetID="53" presetClass="entr" presetSubtype="16" fill="hold" grpId="0" nodeType="withEffect">
                                  <p:stCondLst>
                                    <p:cond delay="0"/>
                                  </p:stCondLst>
                                  <p:childTnLst>
                                    <p:set>
                                      <p:cBhvr>
                                        <p:cTn id="362" dur="1" fill="hold">
                                          <p:stCondLst>
                                            <p:cond delay="0"/>
                                          </p:stCondLst>
                                        </p:cTn>
                                        <p:tgtEl>
                                          <p:spTgt spid="129059"/>
                                        </p:tgtEl>
                                        <p:attrNameLst>
                                          <p:attrName>style.visibility</p:attrName>
                                        </p:attrNameLst>
                                      </p:cBhvr>
                                      <p:to>
                                        <p:strVal val="visible"/>
                                      </p:to>
                                    </p:set>
                                    <p:anim calcmode="lin" valueType="num">
                                      <p:cBhvr>
                                        <p:cTn id="363" dur="500" fill="hold"/>
                                        <p:tgtEl>
                                          <p:spTgt spid="129059"/>
                                        </p:tgtEl>
                                        <p:attrNameLst>
                                          <p:attrName>ppt_w</p:attrName>
                                        </p:attrNameLst>
                                      </p:cBhvr>
                                      <p:tavLst>
                                        <p:tav tm="0">
                                          <p:val>
                                            <p:fltVal val="0"/>
                                          </p:val>
                                        </p:tav>
                                        <p:tav tm="100000">
                                          <p:val>
                                            <p:strVal val="#ppt_w"/>
                                          </p:val>
                                        </p:tav>
                                      </p:tavLst>
                                    </p:anim>
                                    <p:anim calcmode="lin" valueType="num">
                                      <p:cBhvr>
                                        <p:cTn id="364" dur="500" fill="hold"/>
                                        <p:tgtEl>
                                          <p:spTgt spid="129059"/>
                                        </p:tgtEl>
                                        <p:attrNameLst>
                                          <p:attrName>ppt_h</p:attrName>
                                        </p:attrNameLst>
                                      </p:cBhvr>
                                      <p:tavLst>
                                        <p:tav tm="0">
                                          <p:val>
                                            <p:fltVal val="0"/>
                                          </p:val>
                                        </p:tav>
                                        <p:tav tm="100000">
                                          <p:val>
                                            <p:strVal val="#ppt_h"/>
                                          </p:val>
                                        </p:tav>
                                      </p:tavLst>
                                    </p:anim>
                                    <p:animEffect transition="in" filter="fade">
                                      <p:cBhvr>
                                        <p:cTn id="365" dur="500"/>
                                        <p:tgtEl>
                                          <p:spTgt spid="129059"/>
                                        </p:tgtEl>
                                      </p:cBhvr>
                                    </p:animEffect>
                                  </p:childTnLst>
                                </p:cTn>
                              </p:par>
                            </p:childTnLst>
                          </p:cTn>
                        </p:par>
                        <p:par>
                          <p:cTn id="366" fill="hold" nodeType="afterGroup">
                            <p:stCondLst>
                              <p:cond delay="500"/>
                            </p:stCondLst>
                            <p:childTnLst>
                              <p:par>
                                <p:cTn id="367" presetID="53" presetClass="entr" presetSubtype="16" fill="hold" grpId="0" nodeType="afterEffect">
                                  <p:stCondLst>
                                    <p:cond delay="0"/>
                                  </p:stCondLst>
                                  <p:childTnLst>
                                    <p:set>
                                      <p:cBhvr>
                                        <p:cTn id="368" dur="1" fill="hold">
                                          <p:stCondLst>
                                            <p:cond delay="0"/>
                                          </p:stCondLst>
                                        </p:cTn>
                                        <p:tgtEl>
                                          <p:spTgt spid="129057"/>
                                        </p:tgtEl>
                                        <p:attrNameLst>
                                          <p:attrName>style.visibility</p:attrName>
                                        </p:attrNameLst>
                                      </p:cBhvr>
                                      <p:to>
                                        <p:strVal val="visible"/>
                                      </p:to>
                                    </p:set>
                                    <p:anim calcmode="lin" valueType="num">
                                      <p:cBhvr>
                                        <p:cTn id="369" dur="500" fill="hold"/>
                                        <p:tgtEl>
                                          <p:spTgt spid="129057"/>
                                        </p:tgtEl>
                                        <p:attrNameLst>
                                          <p:attrName>ppt_w</p:attrName>
                                        </p:attrNameLst>
                                      </p:cBhvr>
                                      <p:tavLst>
                                        <p:tav tm="0">
                                          <p:val>
                                            <p:fltVal val="0"/>
                                          </p:val>
                                        </p:tav>
                                        <p:tav tm="100000">
                                          <p:val>
                                            <p:strVal val="#ppt_w"/>
                                          </p:val>
                                        </p:tav>
                                      </p:tavLst>
                                    </p:anim>
                                    <p:anim calcmode="lin" valueType="num">
                                      <p:cBhvr>
                                        <p:cTn id="370" dur="500" fill="hold"/>
                                        <p:tgtEl>
                                          <p:spTgt spid="129057"/>
                                        </p:tgtEl>
                                        <p:attrNameLst>
                                          <p:attrName>ppt_h</p:attrName>
                                        </p:attrNameLst>
                                      </p:cBhvr>
                                      <p:tavLst>
                                        <p:tav tm="0">
                                          <p:val>
                                            <p:fltVal val="0"/>
                                          </p:val>
                                        </p:tav>
                                        <p:tav tm="100000">
                                          <p:val>
                                            <p:strVal val="#ppt_h"/>
                                          </p:val>
                                        </p:tav>
                                      </p:tavLst>
                                    </p:anim>
                                    <p:animEffect transition="in" filter="fade">
                                      <p:cBhvr>
                                        <p:cTn id="371" dur="500"/>
                                        <p:tgtEl>
                                          <p:spTgt spid="129057"/>
                                        </p:tgtEl>
                                      </p:cBhvr>
                                    </p:animEffect>
                                  </p:childTnLst>
                                </p:cTn>
                              </p:par>
                            </p:childTnLst>
                          </p:cTn>
                        </p:par>
                      </p:childTnLst>
                    </p:cTn>
                  </p:par>
                  <p:par>
                    <p:cTn id="372" fill="hold" nodeType="clickPar">
                      <p:stCondLst>
                        <p:cond delay="indefinite"/>
                      </p:stCondLst>
                      <p:childTnLst>
                        <p:par>
                          <p:cTn id="373" fill="hold" nodeType="withGroup">
                            <p:stCondLst>
                              <p:cond delay="0"/>
                            </p:stCondLst>
                            <p:childTnLst>
                              <p:par>
                                <p:cTn id="374" presetID="53" presetClass="entr" presetSubtype="16" fill="hold" grpId="0" nodeType="clickEffect">
                                  <p:stCondLst>
                                    <p:cond delay="0"/>
                                  </p:stCondLst>
                                  <p:childTnLst>
                                    <p:set>
                                      <p:cBhvr>
                                        <p:cTn id="375" dur="1" fill="hold">
                                          <p:stCondLst>
                                            <p:cond delay="0"/>
                                          </p:stCondLst>
                                        </p:cTn>
                                        <p:tgtEl>
                                          <p:spTgt spid="129071"/>
                                        </p:tgtEl>
                                        <p:attrNameLst>
                                          <p:attrName>style.visibility</p:attrName>
                                        </p:attrNameLst>
                                      </p:cBhvr>
                                      <p:to>
                                        <p:strVal val="visible"/>
                                      </p:to>
                                    </p:set>
                                    <p:anim calcmode="lin" valueType="num">
                                      <p:cBhvr>
                                        <p:cTn id="376" dur="500" fill="hold"/>
                                        <p:tgtEl>
                                          <p:spTgt spid="129071"/>
                                        </p:tgtEl>
                                        <p:attrNameLst>
                                          <p:attrName>ppt_w</p:attrName>
                                        </p:attrNameLst>
                                      </p:cBhvr>
                                      <p:tavLst>
                                        <p:tav tm="0">
                                          <p:val>
                                            <p:fltVal val="0"/>
                                          </p:val>
                                        </p:tav>
                                        <p:tav tm="100000">
                                          <p:val>
                                            <p:strVal val="#ppt_w"/>
                                          </p:val>
                                        </p:tav>
                                      </p:tavLst>
                                    </p:anim>
                                    <p:anim calcmode="lin" valueType="num">
                                      <p:cBhvr>
                                        <p:cTn id="377" dur="500" fill="hold"/>
                                        <p:tgtEl>
                                          <p:spTgt spid="129071"/>
                                        </p:tgtEl>
                                        <p:attrNameLst>
                                          <p:attrName>ppt_h</p:attrName>
                                        </p:attrNameLst>
                                      </p:cBhvr>
                                      <p:tavLst>
                                        <p:tav tm="0">
                                          <p:val>
                                            <p:fltVal val="0"/>
                                          </p:val>
                                        </p:tav>
                                        <p:tav tm="100000">
                                          <p:val>
                                            <p:strVal val="#ppt_h"/>
                                          </p:val>
                                        </p:tav>
                                      </p:tavLst>
                                    </p:anim>
                                    <p:animEffect transition="in" filter="fade">
                                      <p:cBhvr>
                                        <p:cTn id="378" dur="500"/>
                                        <p:tgtEl>
                                          <p:spTgt spid="129071"/>
                                        </p:tgtEl>
                                      </p:cBhvr>
                                    </p:animEffect>
                                  </p:childTnLst>
                                </p:cTn>
                              </p:par>
                              <p:par>
                                <p:cTn id="379" presetID="53" presetClass="entr" presetSubtype="16" fill="hold" grpId="0" nodeType="withEffect">
                                  <p:stCondLst>
                                    <p:cond delay="0"/>
                                  </p:stCondLst>
                                  <p:childTnLst>
                                    <p:set>
                                      <p:cBhvr>
                                        <p:cTn id="380" dur="1" fill="hold">
                                          <p:stCondLst>
                                            <p:cond delay="0"/>
                                          </p:stCondLst>
                                        </p:cTn>
                                        <p:tgtEl>
                                          <p:spTgt spid="129070"/>
                                        </p:tgtEl>
                                        <p:attrNameLst>
                                          <p:attrName>style.visibility</p:attrName>
                                        </p:attrNameLst>
                                      </p:cBhvr>
                                      <p:to>
                                        <p:strVal val="visible"/>
                                      </p:to>
                                    </p:set>
                                    <p:anim calcmode="lin" valueType="num">
                                      <p:cBhvr>
                                        <p:cTn id="381" dur="500" fill="hold"/>
                                        <p:tgtEl>
                                          <p:spTgt spid="129070"/>
                                        </p:tgtEl>
                                        <p:attrNameLst>
                                          <p:attrName>ppt_w</p:attrName>
                                        </p:attrNameLst>
                                      </p:cBhvr>
                                      <p:tavLst>
                                        <p:tav tm="0">
                                          <p:val>
                                            <p:fltVal val="0"/>
                                          </p:val>
                                        </p:tav>
                                        <p:tav tm="100000">
                                          <p:val>
                                            <p:strVal val="#ppt_w"/>
                                          </p:val>
                                        </p:tav>
                                      </p:tavLst>
                                    </p:anim>
                                    <p:anim calcmode="lin" valueType="num">
                                      <p:cBhvr>
                                        <p:cTn id="382" dur="500" fill="hold"/>
                                        <p:tgtEl>
                                          <p:spTgt spid="129070"/>
                                        </p:tgtEl>
                                        <p:attrNameLst>
                                          <p:attrName>ppt_h</p:attrName>
                                        </p:attrNameLst>
                                      </p:cBhvr>
                                      <p:tavLst>
                                        <p:tav tm="0">
                                          <p:val>
                                            <p:fltVal val="0"/>
                                          </p:val>
                                        </p:tav>
                                        <p:tav tm="100000">
                                          <p:val>
                                            <p:strVal val="#ppt_h"/>
                                          </p:val>
                                        </p:tav>
                                      </p:tavLst>
                                    </p:anim>
                                    <p:animEffect transition="in" filter="fade">
                                      <p:cBhvr>
                                        <p:cTn id="383" dur="500"/>
                                        <p:tgtEl>
                                          <p:spTgt spid="129070"/>
                                        </p:tgtEl>
                                      </p:cBhvr>
                                    </p:animEffect>
                                  </p:childTnLst>
                                </p:cTn>
                              </p:par>
                            </p:childTnLst>
                          </p:cTn>
                        </p:par>
                        <p:par>
                          <p:cTn id="384" fill="hold" nodeType="afterGroup">
                            <p:stCondLst>
                              <p:cond delay="500"/>
                            </p:stCondLst>
                            <p:childTnLst>
                              <p:par>
                                <p:cTn id="385" presetID="53" presetClass="entr" presetSubtype="16" fill="hold" grpId="0" nodeType="afterEffect">
                                  <p:stCondLst>
                                    <p:cond delay="0"/>
                                  </p:stCondLst>
                                  <p:childTnLst>
                                    <p:set>
                                      <p:cBhvr>
                                        <p:cTn id="386" dur="1" fill="hold">
                                          <p:stCondLst>
                                            <p:cond delay="0"/>
                                          </p:stCondLst>
                                        </p:cTn>
                                        <p:tgtEl>
                                          <p:spTgt spid="129069"/>
                                        </p:tgtEl>
                                        <p:attrNameLst>
                                          <p:attrName>style.visibility</p:attrName>
                                        </p:attrNameLst>
                                      </p:cBhvr>
                                      <p:to>
                                        <p:strVal val="visible"/>
                                      </p:to>
                                    </p:set>
                                    <p:anim calcmode="lin" valueType="num">
                                      <p:cBhvr>
                                        <p:cTn id="387" dur="500" fill="hold"/>
                                        <p:tgtEl>
                                          <p:spTgt spid="129069"/>
                                        </p:tgtEl>
                                        <p:attrNameLst>
                                          <p:attrName>ppt_w</p:attrName>
                                        </p:attrNameLst>
                                      </p:cBhvr>
                                      <p:tavLst>
                                        <p:tav tm="0">
                                          <p:val>
                                            <p:fltVal val="0"/>
                                          </p:val>
                                        </p:tav>
                                        <p:tav tm="100000">
                                          <p:val>
                                            <p:strVal val="#ppt_w"/>
                                          </p:val>
                                        </p:tav>
                                      </p:tavLst>
                                    </p:anim>
                                    <p:anim calcmode="lin" valueType="num">
                                      <p:cBhvr>
                                        <p:cTn id="388" dur="500" fill="hold"/>
                                        <p:tgtEl>
                                          <p:spTgt spid="129069"/>
                                        </p:tgtEl>
                                        <p:attrNameLst>
                                          <p:attrName>ppt_h</p:attrName>
                                        </p:attrNameLst>
                                      </p:cBhvr>
                                      <p:tavLst>
                                        <p:tav tm="0">
                                          <p:val>
                                            <p:fltVal val="0"/>
                                          </p:val>
                                        </p:tav>
                                        <p:tav tm="100000">
                                          <p:val>
                                            <p:strVal val="#ppt_h"/>
                                          </p:val>
                                        </p:tav>
                                      </p:tavLst>
                                    </p:anim>
                                    <p:animEffect transition="in" filter="fade">
                                      <p:cBhvr>
                                        <p:cTn id="389" dur="500"/>
                                        <p:tgtEl>
                                          <p:spTgt spid="129069"/>
                                        </p:tgtEl>
                                      </p:cBhvr>
                                    </p:animEffect>
                                  </p:childTnLst>
                                </p:cTn>
                              </p:par>
                            </p:childTnLst>
                          </p:cTn>
                        </p:par>
                      </p:childTnLst>
                    </p:cTn>
                  </p:par>
                  <p:par>
                    <p:cTn id="390" fill="hold" nodeType="clickPar">
                      <p:stCondLst>
                        <p:cond delay="indefinite"/>
                      </p:stCondLst>
                      <p:childTnLst>
                        <p:par>
                          <p:cTn id="391" fill="hold" nodeType="withGroup">
                            <p:stCondLst>
                              <p:cond delay="0"/>
                            </p:stCondLst>
                            <p:childTnLst>
                              <p:par>
                                <p:cTn id="392" presetID="53" presetClass="entr" presetSubtype="16" fill="hold" grpId="0" nodeType="clickEffect">
                                  <p:stCondLst>
                                    <p:cond delay="0"/>
                                  </p:stCondLst>
                                  <p:childTnLst>
                                    <p:set>
                                      <p:cBhvr>
                                        <p:cTn id="393" dur="1" fill="hold">
                                          <p:stCondLst>
                                            <p:cond delay="0"/>
                                          </p:stCondLst>
                                        </p:cTn>
                                        <p:tgtEl>
                                          <p:spTgt spid="129073"/>
                                        </p:tgtEl>
                                        <p:attrNameLst>
                                          <p:attrName>style.visibility</p:attrName>
                                        </p:attrNameLst>
                                      </p:cBhvr>
                                      <p:to>
                                        <p:strVal val="visible"/>
                                      </p:to>
                                    </p:set>
                                    <p:anim calcmode="lin" valueType="num">
                                      <p:cBhvr>
                                        <p:cTn id="394" dur="500" fill="hold"/>
                                        <p:tgtEl>
                                          <p:spTgt spid="129073"/>
                                        </p:tgtEl>
                                        <p:attrNameLst>
                                          <p:attrName>ppt_w</p:attrName>
                                        </p:attrNameLst>
                                      </p:cBhvr>
                                      <p:tavLst>
                                        <p:tav tm="0">
                                          <p:val>
                                            <p:fltVal val="0"/>
                                          </p:val>
                                        </p:tav>
                                        <p:tav tm="100000">
                                          <p:val>
                                            <p:strVal val="#ppt_w"/>
                                          </p:val>
                                        </p:tav>
                                      </p:tavLst>
                                    </p:anim>
                                    <p:anim calcmode="lin" valueType="num">
                                      <p:cBhvr>
                                        <p:cTn id="395" dur="500" fill="hold"/>
                                        <p:tgtEl>
                                          <p:spTgt spid="129073"/>
                                        </p:tgtEl>
                                        <p:attrNameLst>
                                          <p:attrName>ppt_h</p:attrName>
                                        </p:attrNameLst>
                                      </p:cBhvr>
                                      <p:tavLst>
                                        <p:tav tm="0">
                                          <p:val>
                                            <p:fltVal val="0"/>
                                          </p:val>
                                        </p:tav>
                                        <p:tav tm="100000">
                                          <p:val>
                                            <p:strVal val="#ppt_h"/>
                                          </p:val>
                                        </p:tav>
                                      </p:tavLst>
                                    </p:anim>
                                    <p:animEffect transition="in" filter="fade">
                                      <p:cBhvr>
                                        <p:cTn id="396" dur="500"/>
                                        <p:tgtEl>
                                          <p:spTgt spid="129073"/>
                                        </p:tgtEl>
                                      </p:cBhvr>
                                    </p:animEffect>
                                  </p:childTnLst>
                                </p:cTn>
                              </p:par>
                              <p:par>
                                <p:cTn id="397" presetID="53" presetClass="entr" presetSubtype="16" fill="hold" grpId="0" nodeType="withEffect">
                                  <p:stCondLst>
                                    <p:cond delay="0"/>
                                  </p:stCondLst>
                                  <p:childTnLst>
                                    <p:set>
                                      <p:cBhvr>
                                        <p:cTn id="398" dur="1" fill="hold">
                                          <p:stCondLst>
                                            <p:cond delay="0"/>
                                          </p:stCondLst>
                                        </p:cTn>
                                        <p:tgtEl>
                                          <p:spTgt spid="129074"/>
                                        </p:tgtEl>
                                        <p:attrNameLst>
                                          <p:attrName>style.visibility</p:attrName>
                                        </p:attrNameLst>
                                      </p:cBhvr>
                                      <p:to>
                                        <p:strVal val="visible"/>
                                      </p:to>
                                    </p:set>
                                    <p:anim calcmode="lin" valueType="num">
                                      <p:cBhvr>
                                        <p:cTn id="399" dur="500" fill="hold"/>
                                        <p:tgtEl>
                                          <p:spTgt spid="129074"/>
                                        </p:tgtEl>
                                        <p:attrNameLst>
                                          <p:attrName>ppt_w</p:attrName>
                                        </p:attrNameLst>
                                      </p:cBhvr>
                                      <p:tavLst>
                                        <p:tav tm="0">
                                          <p:val>
                                            <p:fltVal val="0"/>
                                          </p:val>
                                        </p:tav>
                                        <p:tav tm="100000">
                                          <p:val>
                                            <p:strVal val="#ppt_w"/>
                                          </p:val>
                                        </p:tav>
                                      </p:tavLst>
                                    </p:anim>
                                    <p:anim calcmode="lin" valueType="num">
                                      <p:cBhvr>
                                        <p:cTn id="400" dur="500" fill="hold"/>
                                        <p:tgtEl>
                                          <p:spTgt spid="129074"/>
                                        </p:tgtEl>
                                        <p:attrNameLst>
                                          <p:attrName>ppt_h</p:attrName>
                                        </p:attrNameLst>
                                      </p:cBhvr>
                                      <p:tavLst>
                                        <p:tav tm="0">
                                          <p:val>
                                            <p:fltVal val="0"/>
                                          </p:val>
                                        </p:tav>
                                        <p:tav tm="100000">
                                          <p:val>
                                            <p:strVal val="#ppt_h"/>
                                          </p:val>
                                        </p:tav>
                                      </p:tavLst>
                                    </p:anim>
                                    <p:animEffect transition="in" filter="fade">
                                      <p:cBhvr>
                                        <p:cTn id="401" dur="500"/>
                                        <p:tgtEl>
                                          <p:spTgt spid="129074"/>
                                        </p:tgtEl>
                                      </p:cBhvr>
                                    </p:animEffect>
                                  </p:childTnLst>
                                </p:cTn>
                              </p:par>
                            </p:childTnLst>
                          </p:cTn>
                        </p:par>
                        <p:par>
                          <p:cTn id="402" fill="hold" nodeType="afterGroup">
                            <p:stCondLst>
                              <p:cond delay="500"/>
                            </p:stCondLst>
                            <p:childTnLst>
                              <p:par>
                                <p:cTn id="403" presetID="53" presetClass="entr" presetSubtype="16" fill="hold" grpId="0" nodeType="afterEffect">
                                  <p:stCondLst>
                                    <p:cond delay="0"/>
                                  </p:stCondLst>
                                  <p:childTnLst>
                                    <p:set>
                                      <p:cBhvr>
                                        <p:cTn id="404" dur="1" fill="hold">
                                          <p:stCondLst>
                                            <p:cond delay="0"/>
                                          </p:stCondLst>
                                        </p:cTn>
                                        <p:tgtEl>
                                          <p:spTgt spid="129072">
                                            <p:bg/>
                                          </p:spTgt>
                                        </p:tgtEl>
                                        <p:attrNameLst>
                                          <p:attrName>style.visibility</p:attrName>
                                        </p:attrNameLst>
                                      </p:cBhvr>
                                      <p:to>
                                        <p:strVal val="visible"/>
                                      </p:to>
                                    </p:set>
                                    <p:anim calcmode="lin" valueType="num">
                                      <p:cBhvr>
                                        <p:cTn id="405" dur="500" fill="hold"/>
                                        <p:tgtEl>
                                          <p:spTgt spid="129072">
                                            <p:bg/>
                                          </p:spTgt>
                                        </p:tgtEl>
                                        <p:attrNameLst>
                                          <p:attrName>ppt_w</p:attrName>
                                        </p:attrNameLst>
                                      </p:cBhvr>
                                      <p:tavLst>
                                        <p:tav tm="0">
                                          <p:val>
                                            <p:fltVal val="0"/>
                                          </p:val>
                                        </p:tav>
                                        <p:tav tm="100000">
                                          <p:val>
                                            <p:strVal val="#ppt_w"/>
                                          </p:val>
                                        </p:tav>
                                      </p:tavLst>
                                    </p:anim>
                                    <p:anim calcmode="lin" valueType="num">
                                      <p:cBhvr>
                                        <p:cTn id="406" dur="500" fill="hold"/>
                                        <p:tgtEl>
                                          <p:spTgt spid="129072">
                                            <p:bg/>
                                          </p:spTgt>
                                        </p:tgtEl>
                                        <p:attrNameLst>
                                          <p:attrName>ppt_h</p:attrName>
                                        </p:attrNameLst>
                                      </p:cBhvr>
                                      <p:tavLst>
                                        <p:tav tm="0">
                                          <p:val>
                                            <p:fltVal val="0"/>
                                          </p:val>
                                        </p:tav>
                                        <p:tav tm="100000">
                                          <p:val>
                                            <p:strVal val="#ppt_h"/>
                                          </p:val>
                                        </p:tav>
                                      </p:tavLst>
                                    </p:anim>
                                    <p:animEffect transition="in" filter="fade">
                                      <p:cBhvr>
                                        <p:cTn id="407" dur="500"/>
                                        <p:tgtEl>
                                          <p:spTgt spid="129072">
                                            <p:bg/>
                                          </p:spTgt>
                                        </p:tgtEl>
                                      </p:cBhvr>
                                    </p:animEffect>
                                  </p:childTnLst>
                                </p:cTn>
                              </p:par>
                            </p:childTnLst>
                          </p:cTn>
                        </p:par>
                        <p:par>
                          <p:cTn id="408" fill="hold" nodeType="afterGroup">
                            <p:stCondLst>
                              <p:cond delay="1000"/>
                            </p:stCondLst>
                            <p:childTnLst>
                              <p:par>
                                <p:cTn id="409" presetID="53" presetClass="entr" presetSubtype="16" fill="hold" grpId="0" nodeType="afterEffect">
                                  <p:stCondLst>
                                    <p:cond delay="0"/>
                                  </p:stCondLst>
                                  <p:childTnLst>
                                    <p:set>
                                      <p:cBhvr>
                                        <p:cTn id="410" dur="1" fill="hold">
                                          <p:stCondLst>
                                            <p:cond delay="0"/>
                                          </p:stCondLst>
                                        </p:cTn>
                                        <p:tgtEl>
                                          <p:spTgt spid="129072">
                                            <p:txEl>
                                              <p:pRg st="0" end="0"/>
                                            </p:txEl>
                                          </p:spTgt>
                                        </p:tgtEl>
                                        <p:attrNameLst>
                                          <p:attrName>style.visibility</p:attrName>
                                        </p:attrNameLst>
                                      </p:cBhvr>
                                      <p:to>
                                        <p:strVal val="visible"/>
                                      </p:to>
                                    </p:set>
                                    <p:anim calcmode="lin" valueType="num">
                                      <p:cBhvr>
                                        <p:cTn id="411" dur="500" fill="hold"/>
                                        <p:tgtEl>
                                          <p:spTgt spid="129072">
                                            <p:txEl>
                                              <p:pRg st="0" end="0"/>
                                            </p:txEl>
                                          </p:spTgt>
                                        </p:tgtEl>
                                        <p:attrNameLst>
                                          <p:attrName>ppt_w</p:attrName>
                                        </p:attrNameLst>
                                      </p:cBhvr>
                                      <p:tavLst>
                                        <p:tav tm="0">
                                          <p:val>
                                            <p:fltVal val="0"/>
                                          </p:val>
                                        </p:tav>
                                        <p:tav tm="100000">
                                          <p:val>
                                            <p:strVal val="#ppt_w"/>
                                          </p:val>
                                        </p:tav>
                                      </p:tavLst>
                                    </p:anim>
                                    <p:anim calcmode="lin" valueType="num">
                                      <p:cBhvr>
                                        <p:cTn id="412" dur="500" fill="hold"/>
                                        <p:tgtEl>
                                          <p:spTgt spid="129072">
                                            <p:txEl>
                                              <p:pRg st="0" end="0"/>
                                            </p:txEl>
                                          </p:spTgt>
                                        </p:tgtEl>
                                        <p:attrNameLst>
                                          <p:attrName>ppt_h</p:attrName>
                                        </p:attrNameLst>
                                      </p:cBhvr>
                                      <p:tavLst>
                                        <p:tav tm="0">
                                          <p:val>
                                            <p:fltVal val="0"/>
                                          </p:val>
                                        </p:tav>
                                        <p:tav tm="100000">
                                          <p:val>
                                            <p:strVal val="#ppt_h"/>
                                          </p:val>
                                        </p:tav>
                                      </p:tavLst>
                                    </p:anim>
                                    <p:animEffect transition="in" filter="fade">
                                      <p:cBhvr>
                                        <p:cTn id="413" dur="500"/>
                                        <p:tgtEl>
                                          <p:spTgt spid="129072">
                                            <p:txEl>
                                              <p:pRg st="0" end="0"/>
                                            </p:txEl>
                                          </p:spTgt>
                                        </p:tgtEl>
                                      </p:cBhvr>
                                    </p:animEffect>
                                  </p:childTnLst>
                                </p:cTn>
                              </p:par>
                            </p:childTnLst>
                          </p:cTn>
                        </p:par>
                        <p:par>
                          <p:cTn id="414" fill="hold" nodeType="afterGroup">
                            <p:stCondLst>
                              <p:cond delay="1500"/>
                            </p:stCondLst>
                            <p:childTnLst>
                              <p:par>
                                <p:cTn id="415" presetID="53" presetClass="entr" presetSubtype="16" fill="hold" grpId="0" nodeType="afterEffect">
                                  <p:stCondLst>
                                    <p:cond delay="0"/>
                                  </p:stCondLst>
                                  <p:childTnLst>
                                    <p:set>
                                      <p:cBhvr>
                                        <p:cTn id="416" dur="1" fill="hold">
                                          <p:stCondLst>
                                            <p:cond delay="0"/>
                                          </p:stCondLst>
                                        </p:cTn>
                                        <p:tgtEl>
                                          <p:spTgt spid="129072">
                                            <p:txEl>
                                              <p:pRg st="1" end="1"/>
                                            </p:txEl>
                                          </p:spTgt>
                                        </p:tgtEl>
                                        <p:attrNameLst>
                                          <p:attrName>style.visibility</p:attrName>
                                        </p:attrNameLst>
                                      </p:cBhvr>
                                      <p:to>
                                        <p:strVal val="visible"/>
                                      </p:to>
                                    </p:set>
                                    <p:anim calcmode="lin" valueType="num">
                                      <p:cBhvr>
                                        <p:cTn id="417" dur="500" fill="hold"/>
                                        <p:tgtEl>
                                          <p:spTgt spid="129072">
                                            <p:txEl>
                                              <p:pRg st="1" end="1"/>
                                            </p:txEl>
                                          </p:spTgt>
                                        </p:tgtEl>
                                        <p:attrNameLst>
                                          <p:attrName>ppt_w</p:attrName>
                                        </p:attrNameLst>
                                      </p:cBhvr>
                                      <p:tavLst>
                                        <p:tav tm="0">
                                          <p:val>
                                            <p:fltVal val="0"/>
                                          </p:val>
                                        </p:tav>
                                        <p:tav tm="100000">
                                          <p:val>
                                            <p:strVal val="#ppt_w"/>
                                          </p:val>
                                        </p:tav>
                                      </p:tavLst>
                                    </p:anim>
                                    <p:anim calcmode="lin" valueType="num">
                                      <p:cBhvr>
                                        <p:cTn id="418" dur="500" fill="hold"/>
                                        <p:tgtEl>
                                          <p:spTgt spid="129072">
                                            <p:txEl>
                                              <p:pRg st="1" end="1"/>
                                            </p:txEl>
                                          </p:spTgt>
                                        </p:tgtEl>
                                        <p:attrNameLst>
                                          <p:attrName>ppt_h</p:attrName>
                                        </p:attrNameLst>
                                      </p:cBhvr>
                                      <p:tavLst>
                                        <p:tav tm="0">
                                          <p:val>
                                            <p:fltVal val="0"/>
                                          </p:val>
                                        </p:tav>
                                        <p:tav tm="100000">
                                          <p:val>
                                            <p:strVal val="#ppt_h"/>
                                          </p:val>
                                        </p:tav>
                                      </p:tavLst>
                                    </p:anim>
                                    <p:animEffect transition="in" filter="fade">
                                      <p:cBhvr>
                                        <p:cTn id="419" dur="500"/>
                                        <p:tgtEl>
                                          <p:spTgt spid="129072">
                                            <p:txEl>
                                              <p:pRg st="1" end="1"/>
                                            </p:txEl>
                                          </p:spTgt>
                                        </p:tgtEl>
                                      </p:cBhvr>
                                    </p:animEffect>
                                  </p:childTnLst>
                                </p:cTn>
                              </p:par>
                            </p:childTnLst>
                          </p:cTn>
                        </p:par>
                      </p:childTnLst>
                    </p:cTn>
                  </p:par>
                  <p:par>
                    <p:cTn id="420" fill="hold" nodeType="clickPar">
                      <p:stCondLst>
                        <p:cond delay="indefinite"/>
                      </p:stCondLst>
                      <p:childTnLst>
                        <p:par>
                          <p:cTn id="421" fill="hold" nodeType="withGroup">
                            <p:stCondLst>
                              <p:cond delay="0"/>
                            </p:stCondLst>
                            <p:childTnLst>
                              <p:par>
                                <p:cTn id="422" presetID="53" presetClass="entr" presetSubtype="16" fill="hold" grpId="0" nodeType="clickEffect">
                                  <p:stCondLst>
                                    <p:cond delay="0"/>
                                  </p:stCondLst>
                                  <p:childTnLst>
                                    <p:set>
                                      <p:cBhvr>
                                        <p:cTn id="423" dur="1" fill="hold">
                                          <p:stCondLst>
                                            <p:cond delay="0"/>
                                          </p:stCondLst>
                                        </p:cTn>
                                        <p:tgtEl>
                                          <p:spTgt spid="129072">
                                            <p:txEl>
                                              <p:pRg st="2" end="2"/>
                                            </p:txEl>
                                          </p:spTgt>
                                        </p:tgtEl>
                                        <p:attrNameLst>
                                          <p:attrName>style.visibility</p:attrName>
                                        </p:attrNameLst>
                                      </p:cBhvr>
                                      <p:to>
                                        <p:strVal val="visible"/>
                                      </p:to>
                                    </p:set>
                                    <p:anim calcmode="lin" valueType="num">
                                      <p:cBhvr>
                                        <p:cTn id="424" dur="500" fill="hold"/>
                                        <p:tgtEl>
                                          <p:spTgt spid="129072">
                                            <p:txEl>
                                              <p:pRg st="2" end="2"/>
                                            </p:txEl>
                                          </p:spTgt>
                                        </p:tgtEl>
                                        <p:attrNameLst>
                                          <p:attrName>ppt_w</p:attrName>
                                        </p:attrNameLst>
                                      </p:cBhvr>
                                      <p:tavLst>
                                        <p:tav tm="0">
                                          <p:val>
                                            <p:fltVal val="0"/>
                                          </p:val>
                                        </p:tav>
                                        <p:tav tm="100000">
                                          <p:val>
                                            <p:strVal val="#ppt_w"/>
                                          </p:val>
                                        </p:tav>
                                      </p:tavLst>
                                    </p:anim>
                                    <p:anim calcmode="lin" valueType="num">
                                      <p:cBhvr>
                                        <p:cTn id="425" dur="500" fill="hold"/>
                                        <p:tgtEl>
                                          <p:spTgt spid="129072">
                                            <p:txEl>
                                              <p:pRg st="2" end="2"/>
                                            </p:txEl>
                                          </p:spTgt>
                                        </p:tgtEl>
                                        <p:attrNameLst>
                                          <p:attrName>ppt_h</p:attrName>
                                        </p:attrNameLst>
                                      </p:cBhvr>
                                      <p:tavLst>
                                        <p:tav tm="0">
                                          <p:val>
                                            <p:fltVal val="0"/>
                                          </p:val>
                                        </p:tav>
                                        <p:tav tm="100000">
                                          <p:val>
                                            <p:strVal val="#ppt_h"/>
                                          </p:val>
                                        </p:tav>
                                      </p:tavLst>
                                    </p:anim>
                                    <p:animEffect transition="in" filter="fade">
                                      <p:cBhvr>
                                        <p:cTn id="426" dur="500"/>
                                        <p:tgtEl>
                                          <p:spTgt spid="129072">
                                            <p:txEl>
                                              <p:pRg st="2" end="2"/>
                                            </p:txEl>
                                          </p:spTgt>
                                        </p:tgtEl>
                                      </p:cBhvr>
                                    </p:animEffect>
                                  </p:childTnLst>
                                </p:cTn>
                              </p:par>
                            </p:childTnLst>
                          </p:cTn>
                        </p:par>
                      </p:childTnLst>
                    </p:cTn>
                  </p:par>
                  <p:par>
                    <p:cTn id="427" fill="hold" nodeType="clickPar">
                      <p:stCondLst>
                        <p:cond delay="indefinite"/>
                      </p:stCondLst>
                      <p:childTnLst>
                        <p:par>
                          <p:cTn id="428" fill="hold" nodeType="withGroup">
                            <p:stCondLst>
                              <p:cond delay="0"/>
                            </p:stCondLst>
                            <p:childTnLst>
                              <p:par>
                                <p:cTn id="429" presetID="53" presetClass="entr" presetSubtype="16" fill="hold" grpId="0" nodeType="clickEffect">
                                  <p:stCondLst>
                                    <p:cond delay="0"/>
                                  </p:stCondLst>
                                  <p:childTnLst>
                                    <p:set>
                                      <p:cBhvr>
                                        <p:cTn id="430" dur="1" fill="hold">
                                          <p:stCondLst>
                                            <p:cond delay="0"/>
                                          </p:stCondLst>
                                        </p:cTn>
                                        <p:tgtEl>
                                          <p:spTgt spid="129072">
                                            <p:txEl>
                                              <p:pRg st="3" end="3"/>
                                            </p:txEl>
                                          </p:spTgt>
                                        </p:tgtEl>
                                        <p:attrNameLst>
                                          <p:attrName>style.visibility</p:attrName>
                                        </p:attrNameLst>
                                      </p:cBhvr>
                                      <p:to>
                                        <p:strVal val="visible"/>
                                      </p:to>
                                    </p:set>
                                    <p:anim calcmode="lin" valueType="num">
                                      <p:cBhvr>
                                        <p:cTn id="431" dur="500" fill="hold"/>
                                        <p:tgtEl>
                                          <p:spTgt spid="129072">
                                            <p:txEl>
                                              <p:pRg st="3" end="3"/>
                                            </p:txEl>
                                          </p:spTgt>
                                        </p:tgtEl>
                                        <p:attrNameLst>
                                          <p:attrName>ppt_w</p:attrName>
                                        </p:attrNameLst>
                                      </p:cBhvr>
                                      <p:tavLst>
                                        <p:tav tm="0">
                                          <p:val>
                                            <p:fltVal val="0"/>
                                          </p:val>
                                        </p:tav>
                                        <p:tav tm="100000">
                                          <p:val>
                                            <p:strVal val="#ppt_w"/>
                                          </p:val>
                                        </p:tav>
                                      </p:tavLst>
                                    </p:anim>
                                    <p:anim calcmode="lin" valueType="num">
                                      <p:cBhvr>
                                        <p:cTn id="432" dur="500" fill="hold"/>
                                        <p:tgtEl>
                                          <p:spTgt spid="129072">
                                            <p:txEl>
                                              <p:pRg st="3" end="3"/>
                                            </p:txEl>
                                          </p:spTgt>
                                        </p:tgtEl>
                                        <p:attrNameLst>
                                          <p:attrName>ppt_h</p:attrName>
                                        </p:attrNameLst>
                                      </p:cBhvr>
                                      <p:tavLst>
                                        <p:tav tm="0">
                                          <p:val>
                                            <p:fltVal val="0"/>
                                          </p:val>
                                        </p:tav>
                                        <p:tav tm="100000">
                                          <p:val>
                                            <p:strVal val="#ppt_h"/>
                                          </p:val>
                                        </p:tav>
                                      </p:tavLst>
                                    </p:anim>
                                    <p:animEffect transition="in" filter="fade">
                                      <p:cBhvr>
                                        <p:cTn id="433" dur="500"/>
                                        <p:tgtEl>
                                          <p:spTgt spid="129072">
                                            <p:txEl>
                                              <p:pRg st="3" end="3"/>
                                            </p:txEl>
                                          </p:spTgt>
                                        </p:tgtEl>
                                      </p:cBhvr>
                                    </p:animEffect>
                                  </p:childTnLst>
                                </p:cTn>
                              </p:par>
                            </p:childTnLst>
                          </p:cTn>
                        </p:par>
                      </p:childTnLst>
                    </p:cTn>
                  </p:par>
                  <p:par>
                    <p:cTn id="434" fill="hold" nodeType="clickPar">
                      <p:stCondLst>
                        <p:cond delay="indefinite"/>
                      </p:stCondLst>
                      <p:childTnLst>
                        <p:par>
                          <p:cTn id="435" fill="hold" nodeType="withGroup">
                            <p:stCondLst>
                              <p:cond delay="0"/>
                            </p:stCondLst>
                            <p:childTnLst>
                              <p:par>
                                <p:cTn id="436" presetID="53" presetClass="entr" presetSubtype="16" fill="hold" grpId="0" nodeType="clickEffect">
                                  <p:stCondLst>
                                    <p:cond delay="0"/>
                                  </p:stCondLst>
                                  <p:childTnLst>
                                    <p:set>
                                      <p:cBhvr>
                                        <p:cTn id="437" dur="1" fill="hold">
                                          <p:stCondLst>
                                            <p:cond delay="0"/>
                                          </p:stCondLst>
                                        </p:cTn>
                                        <p:tgtEl>
                                          <p:spTgt spid="129072">
                                            <p:txEl>
                                              <p:pRg st="4" end="4"/>
                                            </p:txEl>
                                          </p:spTgt>
                                        </p:tgtEl>
                                        <p:attrNameLst>
                                          <p:attrName>style.visibility</p:attrName>
                                        </p:attrNameLst>
                                      </p:cBhvr>
                                      <p:to>
                                        <p:strVal val="visible"/>
                                      </p:to>
                                    </p:set>
                                    <p:anim calcmode="lin" valueType="num">
                                      <p:cBhvr>
                                        <p:cTn id="438" dur="500" fill="hold"/>
                                        <p:tgtEl>
                                          <p:spTgt spid="129072">
                                            <p:txEl>
                                              <p:pRg st="4" end="4"/>
                                            </p:txEl>
                                          </p:spTgt>
                                        </p:tgtEl>
                                        <p:attrNameLst>
                                          <p:attrName>ppt_w</p:attrName>
                                        </p:attrNameLst>
                                      </p:cBhvr>
                                      <p:tavLst>
                                        <p:tav tm="0">
                                          <p:val>
                                            <p:fltVal val="0"/>
                                          </p:val>
                                        </p:tav>
                                        <p:tav tm="100000">
                                          <p:val>
                                            <p:strVal val="#ppt_w"/>
                                          </p:val>
                                        </p:tav>
                                      </p:tavLst>
                                    </p:anim>
                                    <p:anim calcmode="lin" valueType="num">
                                      <p:cBhvr>
                                        <p:cTn id="439" dur="500" fill="hold"/>
                                        <p:tgtEl>
                                          <p:spTgt spid="129072">
                                            <p:txEl>
                                              <p:pRg st="4" end="4"/>
                                            </p:txEl>
                                          </p:spTgt>
                                        </p:tgtEl>
                                        <p:attrNameLst>
                                          <p:attrName>ppt_h</p:attrName>
                                        </p:attrNameLst>
                                      </p:cBhvr>
                                      <p:tavLst>
                                        <p:tav tm="0">
                                          <p:val>
                                            <p:fltVal val="0"/>
                                          </p:val>
                                        </p:tav>
                                        <p:tav tm="100000">
                                          <p:val>
                                            <p:strVal val="#ppt_h"/>
                                          </p:val>
                                        </p:tav>
                                      </p:tavLst>
                                    </p:anim>
                                    <p:animEffect transition="in" filter="fade">
                                      <p:cBhvr>
                                        <p:cTn id="440" dur="500"/>
                                        <p:tgtEl>
                                          <p:spTgt spid="129072">
                                            <p:txEl>
                                              <p:pRg st="4" end="4"/>
                                            </p:txEl>
                                          </p:spTgt>
                                        </p:tgtEl>
                                      </p:cBhvr>
                                    </p:animEffect>
                                  </p:childTnLst>
                                </p:cTn>
                              </p:par>
                            </p:childTnLst>
                          </p:cTn>
                        </p:par>
                      </p:childTnLst>
                    </p:cTn>
                  </p:par>
                  <p:par>
                    <p:cTn id="441" fill="hold" nodeType="clickPar">
                      <p:stCondLst>
                        <p:cond delay="indefinite"/>
                      </p:stCondLst>
                      <p:childTnLst>
                        <p:par>
                          <p:cTn id="442" fill="hold" nodeType="withGroup">
                            <p:stCondLst>
                              <p:cond delay="0"/>
                            </p:stCondLst>
                            <p:childTnLst>
                              <p:par>
                                <p:cTn id="443" presetID="53" presetClass="entr" presetSubtype="16" fill="hold" grpId="0" nodeType="clickEffect">
                                  <p:stCondLst>
                                    <p:cond delay="0"/>
                                  </p:stCondLst>
                                  <p:childTnLst>
                                    <p:set>
                                      <p:cBhvr>
                                        <p:cTn id="444" dur="1" fill="hold">
                                          <p:stCondLst>
                                            <p:cond delay="0"/>
                                          </p:stCondLst>
                                        </p:cTn>
                                        <p:tgtEl>
                                          <p:spTgt spid="129076"/>
                                        </p:tgtEl>
                                        <p:attrNameLst>
                                          <p:attrName>style.visibility</p:attrName>
                                        </p:attrNameLst>
                                      </p:cBhvr>
                                      <p:to>
                                        <p:strVal val="visible"/>
                                      </p:to>
                                    </p:set>
                                    <p:anim calcmode="lin" valueType="num">
                                      <p:cBhvr>
                                        <p:cTn id="445" dur="500" fill="hold"/>
                                        <p:tgtEl>
                                          <p:spTgt spid="129076"/>
                                        </p:tgtEl>
                                        <p:attrNameLst>
                                          <p:attrName>ppt_w</p:attrName>
                                        </p:attrNameLst>
                                      </p:cBhvr>
                                      <p:tavLst>
                                        <p:tav tm="0">
                                          <p:val>
                                            <p:fltVal val="0"/>
                                          </p:val>
                                        </p:tav>
                                        <p:tav tm="100000">
                                          <p:val>
                                            <p:strVal val="#ppt_w"/>
                                          </p:val>
                                        </p:tav>
                                      </p:tavLst>
                                    </p:anim>
                                    <p:anim calcmode="lin" valueType="num">
                                      <p:cBhvr>
                                        <p:cTn id="446" dur="500" fill="hold"/>
                                        <p:tgtEl>
                                          <p:spTgt spid="129076"/>
                                        </p:tgtEl>
                                        <p:attrNameLst>
                                          <p:attrName>ppt_h</p:attrName>
                                        </p:attrNameLst>
                                      </p:cBhvr>
                                      <p:tavLst>
                                        <p:tav tm="0">
                                          <p:val>
                                            <p:fltVal val="0"/>
                                          </p:val>
                                        </p:tav>
                                        <p:tav tm="100000">
                                          <p:val>
                                            <p:strVal val="#ppt_h"/>
                                          </p:val>
                                        </p:tav>
                                      </p:tavLst>
                                    </p:anim>
                                    <p:animEffect transition="in" filter="fade">
                                      <p:cBhvr>
                                        <p:cTn id="447" dur="500"/>
                                        <p:tgtEl>
                                          <p:spTgt spid="129076"/>
                                        </p:tgtEl>
                                      </p:cBhvr>
                                    </p:animEffect>
                                  </p:childTnLst>
                                </p:cTn>
                              </p:par>
                              <p:par>
                                <p:cTn id="448" presetID="53" presetClass="entr" presetSubtype="16" fill="hold" grpId="0" nodeType="withEffect">
                                  <p:stCondLst>
                                    <p:cond delay="0"/>
                                  </p:stCondLst>
                                  <p:childTnLst>
                                    <p:set>
                                      <p:cBhvr>
                                        <p:cTn id="449" dur="1" fill="hold">
                                          <p:stCondLst>
                                            <p:cond delay="0"/>
                                          </p:stCondLst>
                                        </p:cTn>
                                        <p:tgtEl>
                                          <p:spTgt spid="129062"/>
                                        </p:tgtEl>
                                        <p:attrNameLst>
                                          <p:attrName>style.visibility</p:attrName>
                                        </p:attrNameLst>
                                      </p:cBhvr>
                                      <p:to>
                                        <p:strVal val="visible"/>
                                      </p:to>
                                    </p:set>
                                    <p:anim calcmode="lin" valueType="num">
                                      <p:cBhvr>
                                        <p:cTn id="450" dur="500" fill="hold"/>
                                        <p:tgtEl>
                                          <p:spTgt spid="129062"/>
                                        </p:tgtEl>
                                        <p:attrNameLst>
                                          <p:attrName>ppt_w</p:attrName>
                                        </p:attrNameLst>
                                      </p:cBhvr>
                                      <p:tavLst>
                                        <p:tav tm="0">
                                          <p:val>
                                            <p:fltVal val="0"/>
                                          </p:val>
                                        </p:tav>
                                        <p:tav tm="100000">
                                          <p:val>
                                            <p:strVal val="#ppt_w"/>
                                          </p:val>
                                        </p:tav>
                                      </p:tavLst>
                                    </p:anim>
                                    <p:anim calcmode="lin" valueType="num">
                                      <p:cBhvr>
                                        <p:cTn id="451" dur="500" fill="hold"/>
                                        <p:tgtEl>
                                          <p:spTgt spid="129062"/>
                                        </p:tgtEl>
                                        <p:attrNameLst>
                                          <p:attrName>ppt_h</p:attrName>
                                        </p:attrNameLst>
                                      </p:cBhvr>
                                      <p:tavLst>
                                        <p:tav tm="0">
                                          <p:val>
                                            <p:fltVal val="0"/>
                                          </p:val>
                                        </p:tav>
                                        <p:tav tm="100000">
                                          <p:val>
                                            <p:strVal val="#ppt_h"/>
                                          </p:val>
                                        </p:tav>
                                      </p:tavLst>
                                    </p:anim>
                                    <p:animEffect transition="in" filter="fade">
                                      <p:cBhvr>
                                        <p:cTn id="452" dur="500"/>
                                        <p:tgtEl>
                                          <p:spTgt spid="129062"/>
                                        </p:tgtEl>
                                      </p:cBhvr>
                                    </p:animEffect>
                                  </p:childTnLst>
                                </p:cTn>
                              </p:par>
                            </p:childTnLst>
                          </p:cTn>
                        </p:par>
                        <p:par>
                          <p:cTn id="453" fill="hold" nodeType="afterGroup">
                            <p:stCondLst>
                              <p:cond delay="500"/>
                            </p:stCondLst>
                            <p:childTnLst>
                              <p:par>
                                <p:cTn id="454" presetID="53" presetClass="entr" presetSubtype="16" fill="hold" grpId="0" nodeType="afterEffect">
                                  <p:stCondLst>
                                    <p:cond delay="0"/>
                                  </p:stCondLst>
                                  <p:childTnLst>
                                    <p:set>
                                      <p:cBhvr>
                                        <p:cTn id="455" dur="1" fill="hold">
                                          <p:stCondLst>
                                            <p:cond delay="0"/>
                                          </p:stCondLst>
                                        </p:cTn>
                                        <p:tgtEl>
                                          <p:spTgt spid="129075"/>
                                        </p:tgtEl>
                                        <p:attrNameLst>
                                          <p:attrName>style.visibility</p:attrName>
                                        </p:attrNameLst>
                                      </p:cBhvr>
                                      <p:to>
                                        <p:strVal val="visible"/>
                                      </p:to>
                                    </p:set>
                                    <p:anim calcmode="lin" valueType="num">
                                      <p:cBhvr>
                                        <p:cTn id="456" dur="500" fill="hold"/>
                                        <p:tgtEl>
                                          <p:spTgt spid="129075"/>
                                        </p:tgtEl>
                                        <p:attrNameLst>
                                          <p:attrName>ppt_w</p:attrName>
                                        </p:attrNameLst>
                                      </p:cBhvr>
                                      <p:tavLst>
                                        <p:tav tm="0">
                                          <p:val>
                                            <p:fltVal val="0"/>
                                          </p:val>
                                        </p:tav>
                                        <p:tav tm="100000">
                                          <p:val>
                                            <p:strVal val="#ppt_w"/>
                                          </p:val>
                                        </p:tav>
                                      </p:tavLst>
                                    </p:anim>
                                    <p:anim calcmode="lin" valueType="num">
                                      <p:cBhvr>
                                        <p:cTn id="457" dur="500" fill="hold"/>
                                        <p:tgtEl>
                                          <p:spTgt spid="129075"/>
                                        </p:tgtEl>
                                        <p:attrNameLst>
                                          <p:attrName>ppt_h</p:attrName>
                                        </p:attrNameLst>
                                      </p:cBhvr>
                                      <p:tavLst>
                                        <p:tav tm="0">
                                          <p:val>
                                            <p:fltVal val="0"/>
                                          </p:val>
                                        </p:tav>
                                        <p:tav tm="100000">
                                          <p:val>
                                            <p:strVal val="#ppt_h"/>
                                          </p:val>
                                        </p:tav>
                                      </p:tavLst>
                                    </p:anim>
                                    <p:animEffect transition="in" filter="fade">
                                      <p:cBhvr>
                                        <p:cTn id="458" dur="500"/>
                                        <p:tgtEl>
                                          <p:spTgt spid="129075"/>
                                        </p:tgtEl>
                                      </p:cBhvr>
                                    </p:animEffect>
                                  </p:childTnLst>
                                </p:cTn>
                              </p:par>
                            </p:childTnLst>
                          </p:cTn>
                        </p:par>
                      </p:childTnLst>
                    </p:cTn>
                  </p:par>
                  <p:par>
                    <p:cTn id="459" fill="hold" nodeType="clickPar">
                      <p:stCondLst>
                        <p:cond delay="indefinite"/>
                      </p:stCondLst>
                      <p:childTnLst>
                        <p:par>
                          <p:cTn id="460" fill="hold" nodeType="withGroup">
                            <p:stCondLst>
                              <p:cond delay="0"/>
                            </p:stCondLst>
                            <p:childTnLst>
                              <p:par>
                                <p:cTn id="461" presetID="53" presetClass="entr" presetSubtype="16" fill="hold" grpId="0" nodeType="clickEffect">
                                  <p:stCondLst>
                                    <p:cond delay="0"/>
                                  </p:stCondLst>
                                  <p:childTnLst>
                                    <p:set>
                                      <p:cBhvr>
                                        <p:cTn id="462" dur="1" fill="hold">
                                          <p:stCondLst>
                                            <p:cond delay="0"/>
                                          </p:stCondLst>
                                        </p:cTn>
                                        <p:tgtEl>
                                          <p:spTgt spid="129078"/>
                                        </p:tgtEl>
                                        <p:attrNameLst>
                                          <p:attrName>style.visibility</p:attrName>
                                        </p:attrNameLst>
                                      </p:cBhvr>
                                      <p:to>
                                        <p:strVal val="visible"/>
                                      </p:to>
                                    </p:set>
                                    <p:anim calcmode="lin" valueType="num">
                                      <p:cBhvr>
                                        <p:cTn id="463" dur="500" fill="hold"/>
                                        <p:tgtEl>
                                          <p:spTgt spid="129078"/>
                                        </p:tgtEl>
                                        <p:attrNameLst>
                                          <p:attrName>ppt_w</p:attrName>
                                        </p:attrNameLst>
                                      </p:cBhvr>
                                      <p:tavLst>
                                        <p:tav tm="0">
                                          <p:val>
                                            <p:fltVal val="0"/>
                                          </p:val>
                                        </p:tav>
                                        <p:tav tm="100000">
                                          <p:val>
                                            <p:strVal val="#ppt_w"/>
                                          </p:val>
                                        </p:tav>
                                      </p:tavLst>
                                    </p:anim>
                                    <p:anim calcmode="lin" valueType="num">
                                      <p:cBhvr>
                                        <p:cTn id="464" dur="500" fill="hold"/>
                                        <p:tgtEl>
                                          <p:spTgt spid="129078"/>
                                        </p:tgtEl>
                                        <p:attrNameLst>
                                          <p:attrName>ppt_h</p:attrName>
                                        </p:attrNameLst>
                                      </p:cBhvr>
                                      <p:tavLst>
                                        <p:tav tm="0">
                                          <p:val>
                                            <p:fltVal val="0"/>
                                          </p:val>
                                        </p:tav>
                                        <p:tav tm="100000">
                                          <p:val>
                                            <p:strVal val="#ppt_h"/>
                                          </p:val>
                                        </p:tav>
                                      </p:tavLst>
                                    </p:anim>
                                    <p:animEffect transition="in" filter="fade">
                                      <p:cBhvr>
                                        <p:cTn id="465" dur="500"/>
                                        <p:tgtEl>
                                          <p:spTgt spid="129078"/>
                                        </p:tgtEl>
                                      </p:cBhvr>
                                    </p:animEffect>
                                  </p:childTnLst>
                                </p:cTn>
                              </p:par>
                              <p:par>
                                <p:cTn id="466" presetID="53" presetClass="entr" presetSubtype="16" fill="hold" grpId="0" nodeType="withEffect">
                                  <p:stCondLst>
                                    <p:cond delay="0"/>
                                  </p:stCondLst>
                                  <p:childTnLst>
                                    <p:set>
                                      <p:cBhvr>
                                        <p:cTn id="467" dur="1" fill="hold">
                                          <p:stCondLst>
                                            <p:cond delay="0"/>
                                          </p:stCondLst>
                                        </p:cTn>
                                        <p:tgtEl>
                                          <p:spTgt spid="127023"/>
                                        </p:tgtEl>
                                        <p:attrNameLst>
                                          <p:attrName>style.visibility</p:attrName>
                                        </p:attrNameLst>
                                      </p:cBhvr>
                                      <p:to>
                                        <p:strVal val="visible"/>
                                      </p:to>
                                    </p:set>
                                    <p:anim calcmode="lin" valueType="num">
                                      <p:cBhvr>
                                        <p:cTn id="468" dur="500" fill="hold"/>
                                        <p:tgtEl>
                                          <p:spTgt spid="127023"/>
                                        </p:tgtEl>
                                        <p:attrNameLst>
                                          <p:attrName>ppt_w</p:attrName>
                                        </p:attrNameLst>
                                      </p:cBhvr>
                                      <p:tavLst>
                                        <p:tav tm="0">
                                          <p:val>
                                            <p:fltVal val="0"/>
                                          </p:val>
                                        </p:tav>
                                        <p:tav tm="100000">
                                          <p:val>
                                            <p:strVal val="#ppt_w"/>
                                          </p:val>
                                        </p:tav>
                                      </p:tavLst>
                                    </p:anim>
                                    <p:anim calcmode="lin" valueType="num">
                                      <p:cBhvr>
                                        <p:cTn id="469" dur="500" fill="hold"/>
                                        <p:tgtEl>
                                          <p:spTgt spid="127023"/>
                                        </p:tgtEl>
                                        <p:attrNameLst>
                                          <p:attrName>ppt_h</p:attrName>
                                        </p:attrNameLst>
                                      </p:cBhvr>
                                      <p:tavLst>
                                        <p:tav tm="0">
                                          <p:val>
                                            <p:fltVal val="0"/>
                                          </p:val>
                                        </p:tav>
                                        <p:tav tm="100000">
                                          <p:val>
                                            <p:strVal val="#ppt_h"/>
                                          </p:val>
                                        </p:tav>
                                      </p:tavLst>
                                    </p:anim>
                                    <p:animEffect transition="in" filter="fade">
                                      <p:cBhvr>
                                        <p:cTn id="470" dur="500"/>
                                        <p:tgtEl>
                                          <p:spTgt spid="127023"/>
                                        </p:tgtEl>
                                      </p:cBhvr>
                                    </p:animEffect>
                                  </p:childTnLst>
                                </p:cTn>
                              </p:par>
                            </p:childTnLst>
                          </p:cTn>
                        </p:par>
                        <p:par>
                          <p:cTn id="471" fill="hold" nodeType="afterGroup">
                            <p:stCondLst>
                              <p:cond delay="500"/>
                            </p:stCondLst>
                            <p:childTnLst>
                              <p:par>
                                <p:cTn id="472" presetID="53" presetClass="entr" presetSubtype="16" fill="hold" grpId="0" nodeType="afterEffect">
                                  <p:stCondLst>
                                    <p:cond delay="0"/>
                                  </p:stCondLst>
                                  <p:childTnLst>
                                    <p:set>
                                      <p:cBhvr>
                                        <p:cTn id="473" dur="1" fill="hold">
                                          <p:stCondLst>
                                            <p:cond delay="0"/>
                                          </p:stCondLst>
                                        </p:cTn>
                                        <p:tgtEl>
                                          <p:spTgt spid="129077"/>
                                        </p:tgtEl>
                                        <p:attrNameLst>
                                          <p:attrName>style.visibility</p:attrName>
                                        </p:attrNameLst>
                                      </p:cBhvr>
                                      <p:to>
                                        <p:strVal val="visible"/>
                                      </p:to>
                                    </p:set>
                                    <p:anim calcmode="lin" valueType="num">
                                      <p:cBhvr>
                                        <p:cTn id="474" dur="500" fill="hold"/>
                                        <p:tgtEl>
                                          <p:spTgt spid="129077"/>
                                        </p:tgtEl>
                                        <p:attrNameLst>
                                          <p:attrName>ppt_w</p:attrName>
                                        </p:attrNameLst>
                                      </p:cBhvr>
                                      <p:tavLst>
                                        <p:tav tm="0">
                                          <p:val>
                                            <p:fltVal val="0"/>
                                          </p:val>
                                        </p:tav>
                                        <p:tav tm="100000">
                                          <p:val>
                                            <p:strVal val="#ppt_w"/>
                                          </p:val>
                                        </p:tav>
                                      </p:tavLst>
                                    </p:anim>
                                    <p:anim calcmode="lin" valueType="num">
                                      <p:cBhvr>
                                        <p:cTn id="475" dur="500" fill="hold"/>
                                        <p:tgtEl>
                                          <p:spTgt spid="129077"/>
                                        </p:tgtEl>
                                        <p:attrNameLst>
                                          <p:attrName>ppt_h</p:attrName>
                                        </p:attrNameLst>
                                      </p:cBhvr>
                                      <p:tavLst>
                                        <p:tav tm="0">
                                          <p:val>
                                            <p:fltVal val="0"/>
                                          </p:val>
                                        </p:tav>
                                        <p:tav tm="100000">
                                          <p:val>
                                            <p:strVal val="#ppt_h"/>
                                          </p:val>
                                        </p:tav>
                                      </p:tavLst>
                                    </p:anim>
                                    <p:animEffect transition="in" filter="fade">
                                      <p:cBhvr>
                                        <p:cTn id="476" dur="500"/>
                                        <p:tgtEl>
                                          <p:spTgt spid="129077"/>
                                        </p:tgtEl>
                                      </p:cBhvr>
                                    </p:animEffect>
                                  </p:childTnLst>
                                </p:cTn>
                              </p:par>
                            </p:childTnLst>
                          </p:cTn>
                        </p:par>
                      </p:childTnLst>
                    </p:cTn>
                  </p:par>
                  <p:par>
                    <p:cTn id="477" fill="hold" nodeType="clickPar">
                      <p:stCondLst>
                        <p:cond delay="indefinite"/>
                      </p:stCondLst>
                      <p:childTnLst>
                        <p:par>
                          <p:cTn id="478" fill="hold" nodeType="withGroup">
                            <p:stCondLst>
                              <p:cond delay="0"/>
                            </p:stCondLst>
                            <p:childTnLst>
                              <p:par>
                                <p:cTn id="479" presetID="53" presetClass="entr" presetSubtype="16" fill="hold" grpId="0" nodeType="clickEffect">
                                  <p:stCondLst>
                                    <p:cond delay="0"/>
                                  </p:stCondLst>
                                  <p:childTnLst>
                                    <p:set>
                                      <p:cBhvr>
                                        <p:cTn id="480" dur="1" fill="hold">
                                          <p:stCondLst>
                                            <p:cond delay="0"/>
                                          </p:stCondLst>
                                        </p:cTn>
                                        <p:tgtEl>
                                          <p:spTgt spid="129082"/>
                                        </p:tgtEl>
                                        <p:attrNameLst>
                                          <p:attrName>style.visibility</p:attrName>
                                        </p:attrNameLst>
                                      </p:cBhvr>
                                      <p:to>
                                        <p:strVal val="visible"/>
                                      </p:to>
                                    </p:set>
                                    <p:anim calcmode="lin" valueType="num">
                                      <p:cBhvr>
                                        <p:cTn id="481" dur="500" fill="hold"/>
                                        <p:tgtEl>
                                          <p:spTgt spid="129082"/>
                                        </p:tgtEl>
                                        <p:attrNameLst>
                                          <p:attrName>ppt_w</p:attrName>
                                        </p:attrNameLst>
                                      </p:cBhvr>
                                      <p:tavLst>
                                        <p:tav tm="0">
                                          <p:val>
                                            <p:fltVal val="0"/>
                                          </p:val>
                                        </p:tav>
                                        <p:tav tm="100000">
                                          <p:val>
                                            <p:strVal val="#ppt_w"/>
                                          </p:val>
                                        </p:tav>
                                      </p:tavLst>
                                    </p:anim>
                                    <p:anim calcmode="lin" valueType="num">
                                      <p:cBhvr>
                                        <p:cTn id="482" dur="500" fill="hold"/>
                                        <p:tgtEl>
                                          <p:spTgt spid="129082"/>
                                        </p:tgtEl>
                                        <p:attrNameLst>
                                          <p:attrName>ppt_h</p:attrName>
                                        </p:attrNameLst>
                                      </p:cBhvr>
                                      <p:tavLst>
                                        <p:tav tm="0">
                                          <p:val>
                                            <p:fltVal val="0"/>
                                          </p:val>
                                        </p:tav>
                                        <p:tav tm="100000">
                                          <p:val>
                                            <p:strVal val="#ppt_h"/>
                                          </p:val>
                                        </p:tav>
                                      </p:tavLst>
                                    </p:anim>
                                    <p:animEffect transition="in" filter="fade">
                                      <p:cBhvr>
                                        <p:cTn id="483" dur="500"/>
                                        <p:tgtEl>
                                          <p:spTgt spid="129082"/>
                                        </p:tgtEl>
                                      </p:cBhvr>
                                    </p:animEffect>
                                  </p:childTnLst>
                                </p:cTn>
                              </p:par>
                              <p:par>
                                <p:cTn id="484" presetID="53" presetClass="entr" presetSubtype="16" fill="hold" grpId="0" nodeType="withEffect">
                                  <p:stCondLst>
                                    <p:cond delay="0"/>
                                  </p:stCondLst>
                                  <p:childTnLst>
                                    <p:set>
                                      <p:cBhvr>
                                        <p:cTn id="485" dur="1" fill="hold">
                                          <p:stCondLst>
                                            <p:cond delay="0"/>
                                          </p:stCondLst>
                                        </p:cTn>
                                        <p:tgtEl>
                                          <p:spTgt spid="129083"/>
                                        </p:tgtEl>
                                        <p:attrNameLst>
                                          <p:attrName>style.visibility</p:attrName>
                                        </p:attrNameLst>
                                      </p:cBhvr>
                                      <p:to>
                                        <p:strVal val="visible"/>
                                      </p:to>
                                    </p:set>
                                    <p:anim calcmode="lin" valueType="num">
                                      <p:cBhvr>
                                        <p:cTn id="486" dur="500" fill="hold"/>
                                        <p:tgtEl>
                                          <p:spTgt spid="129083"/>
                                        </p:tgtEl>
                                        <p:attrNameLst>
                                          <p:attrName>ppt_w</p:attrName>
                                        </p:attrNameLst>
                                      </p:cBhvr>
                                      <p:tavLst>
                                        <p:tav tm="0">
                                          <p:val>
                                            <p:fltVal val="0"/>
                                          </p:val>
                                        </p:tav>
                                        <p:tav tm="100000">
                                          <p:val>
                                            <p:strVal val="#ppt_w"/>
                                          </p:val>
                                        </p:tav>
                                      </p:tavLst>
                                    </p:anim>
                                    <p:anim calcmode="lin" valueType="num">
                                      <p:cBhvr>
                                        <p:cTn id="487" dur="500" fill="hold"/>
                                        <p:tgtEl>
                                          <p:spTgt spid="129083"/>
                                        </p:tgtEl>
                                        <p:attrNameLst>
                                          <p:attrName>ppt_h</p:attrName>
                                        </p:attrNameLst>
                                      </p:cBhvr>
                                      <p:tavLst>
                                        <p:tav tm="0">
                                          <p:val>
                                            <p:fltVal val="0"/>
                                          </p:val>
                                        </p:tav>
                                        <p:tav tm="100000">
                                          <p:val>
                                            <p:strVal val="#ppt_h"/>
                                          </p:val>
                                        </p:tav>
                                      </p:tavLst>
                                    </p:anim>
                                    <p:animEffect transition="in" filter="fade">
                                      <p:cBhvr>
                                        <p:cTn id="488" dur="500"/>
                                        <p:tgtEl>
                                          <p:spTgt spid="129083"/>
                                        </p:tgtEl>
                                      </p:cBhvr>
                                    </p:animEffect>
                                  </p:childTnLst>
                                </p:cTn>
                              </p:par>
                            </p:childTnLst>
                          </p:cTn>
                        </p:par>
                      </p:childTnLst>
                    </p:cTn>
                  </p:par>
                  <p:par>
                    <p:cTn id="489" fill="hold" nodeType="clickPar">
                      <p:stCondLst>
                        <p:cond delay="indefinite"/>
                      </p:stCondLst>
                      <p:childTnLst>
                        <p:par>
                          <p:cTn id="490" fill="hold" nodeType="withGroup">
                            <p:stCondLst>
                              <p:cond delay="0"/>
                            </p:stCondLst>
                            <p:childTnLst>
                              <p:par>
                                <p:cTn id="491" presetID="53" presetClass="entr" presetSubtype="16" fill="hold" grpId="0" nodeType="clickEffect">
                                  <p:stCondLst>
                                    <p:cond delay="0"/>
                                  </p:stCondLst>
                                  <p:childTnLst>
                                    <p:set>
                                      <p:cBhvr>
                                        <p:cTn id="492" dur="1" fill="hold">
                                          <p:stCondLst>
                                            <p:cond delay="0"/>
                                          </p:stCondLst>
                                        </p:cTn>
                                        <p:tgtEl>
                                          <p:spTgt spid="129080"/>
                                        </p:tgtEl>
                                        <p:attrNameLst>
                                          <p:attrName>style.visibility</p:attrName>
                                        </p:attrNameLst>
                                      </p:cBhvr>
                                      <p:to>
                                        <p:strVal val="visible"/>
                                      </p:to>
                                    </p:set>
                                    <p:anim calcmode="lin" valueType="num">
                                      <p:cBhvr>
                                        <p:cTn id="493" dur="500" fill="hold"/>
                                        <p:tgtEl>
                                          <p:spTgt spid="129080"/>
                                        </p:tgtEl>
                                        <p:attrNameLst>
                                          <p:attrName>ppt_w</p:attrName>
                                        </p:attrNameLst>
                                      </p:cBhvr>
                                      <p:tavLst>
                                        <p:tav tm="0">
                                          <p:val>
                                            <p:fltVal val="0"/>
                                          </p:val>
                                        </p:tav>
                                        <p:tav tm="100000">
                                          <p:val>
                                            <p:strVal val="#ppt_w"/>
                                          </p:val>
                                        </p:tav>
                                      </p:tavLst>
                                    </p:anim>
                                    <p:anim calcmode="lin" valueType="num">
                                      <p:cBhvr>
                                        <p:cTn id="494" dur="500" fill="hold"/>
                                        <p:tgtEl>
                                          <p:spTgt spid="129080"/>
                                        </p:tgtEl>
                                        <p:attrNameLst>
                                          <p:attrName>ppt_h</p:attrName>
                                        </p:attrNameLst>
                                      </p:cBhvr>
                                      <p:tavLst>
                                        <p:tav tm="0">
                                          <p:val>
                                            <p:fltVal val="0"/>
                                          </p:val>
                                        </p:tav>
                                        <p:tav tm="100000">
                                          <p:val>
                                            <p:strVal val="#ppt_h"/>
                                          </p:val>
                                        </p:tav>
                                      </p:tavLst>
                                    </p:anim>
                                    <p:animEffect transition="in" filter="fade">
                                      <p:cBhvr>
                                        <p:cTn id="495" dur="500"/>
                                        <p:tgtEl>
                                          <p:spTgt spid="129080"/>
                                        </p:tgtEl>
                                      </p:cBhvr>
                                    </p:animEffect>
                                  </p:childTnLst>
                                </p:cTn>
                              </p:par>
                              <p:par>
                                <p:cTn id="496" presetID="53" presetClass="entr" presetSubtype="16" fill="hold" grpId="0" nodeType="withEffect">
                                  <p:stCondLst>
                                    <p:cond delay="0"/>
                                  </p:stCondLst>
                                  <p:childTnLst>
                                    <p:set>
                                      <p:cBhvr>
                                        <p:cTn id="497" dur="1" fill="hold">
                                          <p:stCondLst>
                                            <p:cond delay="0"/>
                                          </p:stCondLst>
                                        </p:cTn>
                                        <p:tgtEl>
                                          <p:spTgt spid="129081"/>
                                        </p:tgtEl>
                                        <p:attrNameLst>
                                          <p:attrName>style.visibility</p:attrName>
                                        </p:attrNameLst>
                                      </p:cBhvr>
                                      <p:to>
                                        <p:strVal val="visible"/>
                                      </p:to>
                                    </p:set>
                                    <p:anim calcmode="lin" valueType="num">
                                      <p:cBhvr>
                                        <p:cTn id="498" dur="500" fill="hold"/>
                                        <p:tgtEl>
                                          <p:spTgt spid="129081"/>
                                        </p:tgtEl>
                                        <p:attrNameLst>
                                          <p:attrName>ppt_w</p:attrName>
                                        </p:attrNameLst>
                                      </p:cBhvr>
                                      <p:tavLst>
                                        <p:tav tm="0">
                                          <p:val>
                                            <p:fltVal val="0"/>
                                          </p:val>
                                        </p:tav>
                                        <p:tav tm="100000">
                                          <p:val>
                                            <p:strVal val="#ppt_w"/>
                                          </p:val>
                                        </p:tav>
                                      </p:tavLst>
                                    </p:anim>
                                    <p:anim calcmode="lin" valueType="num">
                                      <p:cBhvr>
                                        <p:cTn id="499" dur="500" fill="hold"/>
                                        <p:tgtEl>
                                          <p:spTgt spid="129081"/>
                                        </p:tgtEl>
                                        <p:attrNameLst>
                                          <p:attrName>ppt_h</p:attrName>
                                        </p:attrNameLst>
                                      </p:cBhvr>
                                      <p:tavLst>
                                        <p:tav tm="0">
                                          <p:val>
                                            <p:fltVal val="0"/>
                                          </p:val>
                                        </p:tav>
                                        <p:tav tm="100000">
                                          <p:val>
                                            <p:strVal val="#ppt_h"/>
                                          </p:val>
                                        </p:tav>
                                      </p:tavLst>
                                    </p:anim>
                                    <p:animEffect transition="in" filter="fade">
                                      <p:cBhvr>
                                        <p:cTn id="500" dur="500"/>
                                        <p:tgtEl>
                                          <p:spTgt spid="129081"/>
                                        </p:tgtEl>
                                      </p:cBhvr>
                                    </p:animEffect>
                                  </p:childTnLst>
                                </p:cTn>
                              </p:par>
                            </p:childTnLst>
                          </p:cTn>
                        </p:par>
                      </p:childTnLst>
                    </p:cTn>
                  </p:par>
                  <p:par>
                    <p:cTn id="501" fill="hold" nodeType="clickPar">
                      <p:stCondLst>
                        <p:cond delay="indefinite"/>
                      </p:stCondLst>
                      <p:childTnLst>
                        <p:par>
                          <p:cTn id="502" fill="hold" nodeType="withGroup">
                            <p:stCondLst>
                              <p:cond delay="0"/>
                            </p:stCondLst>
                            <p:childTnLst>
                              <p:par>
                                <p:cTn id="503" presetID="53" presetClass="entr" presetSubtype="16" fill="hold" grpId="0" nodeType="clickEffect">
                                  <p:stCondLst>
                                    <p:cond delay="0"/>
                                  </p:stCondLst>
                                  <p:childTnLst>
                                    <p:set>
                                      <p:cBhvr>
                                        <p:cTn id="504" dur="1" fill="hold">
                                          <p:stCondLst>
                                            <p:cond delay="0"/>
                                          </p:stCondLst>
                                        </p:cTn>
                                        <p:tgtEl>
                                          <p:spTgt spid="61"/>
                                        </p:tgtEl>
                                        <p:attrNameLst>
                                          <p:attrName>style.visibility</p:attrName>
                                        </p:attrNameLst>
                                      </p:cBhvr>
                                      <p:to>
                                        <p:strVal val="visible"/>
                                      </p:to>
                                    </p:set>
                                    <p:anim calcmode="lin" valueType="num">
                                      <p:cBhvr>
                                        <p:cTn id="505" dur="500" fill="hold"/>
                                        <p:tgtEl>
                                          <p:spTgt spid="61"/>
                                        </p:tgtEl>
                                        <p:attrNameLst>
                                          <p:attrName>ppt_w</p:attrName>
                                        </p:attrNameLst>
                                      </p:cBhvr>
                                      <p:tavLst>
                                        <p:tav tm="0">
                                          <p:val>
                                            <p:fltVal val="0"/>
                                          </p:val>
                                        </p:tav>
                                        <p:tav tm="100000">
                                          <p:val>
                                            <p:strVal val="#ppt_w"/>
                                          </p:val>
                                        </p:tav>
                                      </p:tavLst>
                                    </p:anim>
                                    <p:anim calcmode="lin" valueType="num">
                                      <p:cBhvr>
                                        <p:cTn id="506" dur="500" fill="hold"/>
                                        <p:tgtEl>
                                          <p:spTgt spid="61"/>
                                        </p:tgtEl>
                                        <p:attrNameLst>
                                          <p:attrName>ppt_h</p:attrName>
                                        </p:attrNameLst>
                                      </p:cBhvr>
                                      <p:tavLst>
                                        <p:tav tm="0">
                                          <p:val>
                                            <p:fltVal val="0"/>
                                          </p:val>
                                        </p:tav>
                                        <p:tav tm="100000">
                                          <p:val>
                                            <p:strVal val="#ppt_h"/>
                                          </p:val>
                                        </p:tav>
                                      </p:tavLst>
                                    </p:anim>
                                    <p:animEffect transition="in" filter="fade">
                                      <p:cBhvr>
                                        <p:cTn id="507" dur="500"/>
                                        <p:tgtEl>
                                          <p:spTgt spid="61"/>
                                        </p:tgtEl>
                                      </p:cBhvr>
                                    </p:animEffect>
                                  </p:childTnLst>
                                </p:cTn>
                              </p:par>
                              <p:par>
                                <p:cTn id="508" presetID="53" presetClass="entr" presetSubtype="16" fill="hold" grpId="0" nodeType="withEffect">
                                  <p:stCondLst>
                                    <p:cond delay="0"/>
                                  </p:stCondLst>
                                  <p:childTnLst>
                                    <p:set>
                                      <p:cBhvr>
                                        <p:cTn id="509" dur="1" fill="hold">
                                          <p:stCondLst>
                                            <p:cond delay="0"/>
                                          </p:stCondLst>
                                        </p:cTn>
                                        <p:tgtEl>
                                          <p:spTgt spid="60"/>
                                        </p:tgtEl>
                                        <p:attrNameLst>
                                          <p:attrName>style.visibility</p:attrName>
                                        </p:attrNameLst>
                                      </p:cBhvr>
                                      <p:to>
                                        <p:strVal val="visible"/>
                                      </p:to>
                                    </p:set>
                                    <p:anim calcmode="lin" valueType="num">
                                      <p:cBhvr>
                                        <p:cTn id="510" dur="500" fill="hold"/>
                                        <p:tgtEl>
                                          <p:spTgt spid="60"/>
                                        </p:tgtEl>
                                        <p:attrNameLst>
                                          <p:attrName>ppt_w</p:attrName>
                                        </p:attrNameLst>
                                      </p:cBhvr>
                                      <p:tavLst>
                                        <p:tav tm="0">
                                          <p:val>
                                            <p:fltVal val="0"/>
                                          </p:val>
                                        </p:tav>
                                        <p:tav tm="100000">
                                          <p:val>
                                            <p:strVal val="#ppt_w"/>
                                          </p:val>
                                        </p:tav>
                                      </p:tavLst>
                                    </p:anim>
                                    <p:anim calcmode="lin" valueType="num">
                                      <p:cBhvr>
                                        <p:cTn id="511" dur="500" fill="hold"/>
                                        <p:tgtEl>
                                          <p:spTgt spid="60"/>
                                        </p:tgtEl>
                                        <p:attrNameLst>
                                          <p:attrName>ppt_h</p:attrName>
                                        </p:attrNameLst>
                                      </p:cBhvr>
                                      <p:tavLst>
                                        <p:tav tm="0">
                                          <p:val>
                                            <p:fltVal val="0"/>
                                          </p:val>
                                        </p:tav>
                                        <p:tav tm="100000">
                                          <p:val>
                                            <p:strVal val="#ppt_h"/>
                                          </p:val>
                                        </p:tav>
                                      </p:tavLst>
                                    </p:anim>
                                    <p:animEffect transition="in" filter="fade">
                                      <p:cBhvr>
                                        <p:cTn id="512"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44" grpId="0" build="allAtOnce" animBg="1"/>
      <p:bldP spid="129035" grpId="0" build="allAtOnce" animBg="1"/>
      <p:bldP spid="129036" grpId="0" animBg="1"/>
      <p:bldP spid="129037" grpId="0" animBg="1"/>
      <p:bldP spid="129038" grpId="0" build="allAtOnce" animBg="1"/>
      <p:bldP spid="129039" grpId="0" animBg="1"/>
      <p:bldP spid="129040" grpId="0"/>
      <p:bldP spid="129041" grpId="0" animBg="1"/>
      <p:bldP spid="129042" grpId="0" animBg="1"/>
      <p:bldP spid="129043" grpId="0"/>
      <p:bldP spid="129045" grpId="0" animBg="1"/>
      <p:bldP spid="129046" grpId="0"/>
      <p:bldP spid="129047" grpId="0"/>
      <p:bldP spid="129048" grpId="0" build="allAtOnce" animBg="1"/>
      <p:bldP spid="129049" grpId="0" animBg="1"/>
      <p:bldP spid="129050" grpId="0"/>
      <p:bldP spid="129051" grpId="0" animBg="1"/>
      <p:bldP spid="129052" grpId="0" animBg="1"/>
      <p:bldP spid="129053" grpId="0"/>
      <p:bldP spid="129054" grpId="0" animBg="1"/>
      <p:bldP spid="129055" grpId="0" animBg="1"/>
      <p:bldP spid="129056" grpId="0"/>
      <p:bldP spid="129057" grpId="0" animBg="1"/>
      <p:bldP spid="129058" grpId="0" animBg="1"/>
      <p:bldP spid="129059" grpId="0"/>
      <p:bldP spid="129062" grpId="0"/>
      <p:bldP spid="129063" grpId="0"/>
      <p:bldP spid="129064" grpId="0" animBg="1"/>
      <p:bldP spid="129065" grpId="0"/>
      <p:bldP spid="129067" grpId="0"/>
      <p:bldP spid="129068" grpId="0" animBg="1"/>
      <p:bldP spid="129069" grpId="0" animBg="1"/>
      <p:bldP spid="129070" grpId="0" animBg="1"/>
      <p:bldP spid="129071" grpId="0"/>
      <p:bldP spid="129072" grpId="0" build="allAtOnce" animBg="1"/>
      <p:bldP spid="129073" grpId="0"/>
      <p:bldP spid="129074" grpId="0" animBg="1"/>
      <p:bldP spid="129075" grpId="0" animBg="1"/>
      <p:bldP spid="129076" grpId="0" animBg="1"/>
      <p:bldP spid="129077" grpId="0" animBg="1"/>
      <p:bldP spid="129078" grpId="0" animBg="1"/>
      <p:bldP spid="127023" grpId="0"/>
      <p:bldP spid="129080" grpId="0" animBg="1"/>
      <p:bldP spid="129081" grpId="0"/>
      <p:bldP spid="129082" grpId="0"/>
      <p:bldP spid="129083" grpId="0" animBg="1"/>
      <p:bldP spid="129084" grpId="0" animBg="1"/>
      <p:bldP spid="129085" grpId="0" animBg="1"/>
      <p:bldP spid="129086" grpId="0" animBg="1"/>
      <p:bldP spid="60" grpId="0" animBg="1"/>
      <p:bldP spid="61" grpId="0"/>
      <p:bldP spid="6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1506" name="内容占位符 2"/>
              <p:cNvSpPr>
                <a:spLocks noGrp="1" noChangeArrowheads="1"/>
              </p:cNvSpPr>
              <p:nvPr>
                <p:ph idx="1"/>
              </p:nvPr>
            </p:nvSpPr>
            <p:spPr>
              <a:xfrm>
                <a:off x="323528" y="684213"/>
                <a:ext cx="8712968" cy="4263801"/>
              </a:xfrm>
            </p:spPr>
            <p:txBody>
              <a:bodyPr/>
              <a:lstStyle/>
              <a:p>
                <a:pPr marL="0" indent="0" algn="ctr" eaLnBrk="1" hangingPunct="1">
                  <a:spcBef>
                    <a:spcPts val="0"/>
                  </a:spcBef>
                  <a:buClr>
                    <a:schemeClr val="tx1"/>
                  </a:buClr>
                  <a:buNone/>
                  <a:defRPr/>
                </a:pPr>
                <a:r>
                  <a:rPr lang="zh-CN" altLang="en-US" sz="2800" b="1" dirty="0">
                    <a:solidFill>
                      <a:schemeClr val="tx1"/>
                    </a:solidFill>
                  </a:rPr>
                  <a:t>形如</a:t>
                </a:r>
                <a:r>
                  <a:rPr lang="en-US" altLang="zh-CN" sz="2800" b="1" dirty="0">
                    <a:solidFill>
                      <a:schemeClr val="tx1"/>
                    </a:solidFill>
                  </a:rPr>
                  <a:t> </a:t>
                </a:r>
                <a:r>
                  <a:rPr lang="en-US" altLang="zh-CN" sz="2800" b="1" dirty="0">
                    <a:solidFill>
                      <a:srgbClr val="FF0000"/>
                    </a:solidFill>
                    <a:ea typeface="宋体" pitchFamily="2" charset="-122"/>
                  </a:rPr>
                  <a:t>[</a:t>
                </a:r>
                <a:r>
                  <a:rPr lang="en-US" altLang="zh-CN" sz="2800" b="1" i="1" dirty="0">
                    <a:solidFill>
                      <a:srgbClr val="FF0000"/>
                    </a:solidFill>
                    <a:latin typeface="Times New Roman" panose="02020603050405020304" pitchFamily="18" charset="0"/>
                    <a:ea typeface="宋体" pitchFamily="2" charset="-122"/>
                    <a:cs typeface="Times New Roman" panose="02020603050405020304" pitchFamily="18" charset="0"/>
                  </a:rPr>
                  <a:t>A</a:t>
                </a:r>
                <a:r>
                  <a:rPr lang="en-US" altLang="zh-CN" sz="2800" b="1" dirty="0">
                    <a:solidFill>
                      <a:srgbClr val="FF0000"/>
                    </a:solidFill>
                    <a:latin typeface="Times New Roman" panose="02020603050405020304" pitchFamily="18" charset="0"/>
                    <a:ea typeface="宋体" pitchFamily="2" charset="-122"/>
                    <a:cs typeface="Times New Roman" panose="02020603050405020304" pitchFamily="18" charset="0"/>
                  </a:rPr>
                  <a:t>→</a:t>
                </a:r>
                <a:r>
                  <a:rPr lang="en-US" altLang="zh-CN" sz="2800" b="1" i="1" dirty="0">
                    <a:solidFill>
                      <a:srgbClr val="FF0000"/>
                    </a:solidFill>
                    <a:latin typeface="Times New Roman" panose="02020603050405020304" pitchFamily="18" charset="0"/>
                    <a:ea typeface="宋体" pitchFamily="2" charset="-122"/>
                    <a:cs typeface="Times New Roman" panose="02020603050405020304" pitchFamily="18" charset="0"/>
                  </a:rPr>
                  <a:t>α</a:t>
                </a:r>
                <a:r>
                  <a:rPr lang="en-US" altLang="zh-CN" sz="3200" b="1" i="1" dirty="0">
                    <a:solidFill>
                      <a:srgbClr val="FF0000"/>
                    </a:solidFill>
                    <a:latin typeface="Times New Roman" panose="02020603050405020304" pitchFamily="18" charset="0"/>
                    <a:ea typeface="宋体" pitchFamily="2" charset="-122"/>
                    <a:cs typeface="Times New Roman" panose="02020603050405020304" pitchFamily="18" charset="0"/>
                  </a:rPr>
                  <a:t>·</a:t>
                </a:r>
                <a:r>
                  <a:rPr lang="en-US" altLang="zh-CN" sz="2800" b="1" i="1" dirty="0">
                    <a:solidFill>
                      <a:srgbClr val="FF0000"/>
                    </a:solidFill>
                    <a:latin typeface="Times New Roman" panose="02020603050405020304" pitchFamily="18" charset="0"/>
                    <a:ea typeface="宋体" pitchFamily="2" charset="-122"/>
                    <a:cs typeface="Times New Roman" panose="02020603050405020304" pitchFamily="18" charset="0"/>
                  </a:rPr>
                  <a:t>β</a:t>
                </a:r>
                <a:r>
                  <a:rPr lang="en-US" altLang="zh-CN" sz="2800" b="1" dirty="0">
                    <a:solidFill>
                      <a:srgbClr val="FF0000"/>
                    </a:solidFill>
                    <a:latin typeface="Times New Roman" panose="02020603050405020304" pitchFamily="18" charset="0"/>
                    <a:ea typeface="宋体" pitchFamily="2" charset="-122"/>
                    <a:cs typeface="Times New Roman" panose="02020603050405020304" pitchFamily="18" charset="0"/>
                  </a:rPr>
                  <a:t>, </a:t>
                </a:r>
                <a:r>
                  <a:rPr lang="en-US" altLang="zh-CN" sz="2800" b="1" i="1" dirty="0">
                    <a:solidFill>
                      <a:srgbClr val="FF0000"/>
                    </a:solidFill>
                    <a:latin typeface="Times New Roman" panose="02020603050405020304" pitchFamily="18" charset="0"/>
                    <a:ea typeface="宋体" pitchFamily="2" charset="-122"/>
                    <a:cs typeface="Times New Roman" panose="02020603050405020304" pitchFamily="18" charset="0"/>
                  </a:rPr>
                  <a:t>a</a:t>
                </a:r>
                <a:r>
                  <a:rPr lang="en-US" altLang="zh-CN" sz="2800" b="1" dirty="0">
                    <a:solidFill>
                      <a:srgbClr val="FF0000"/>
                    </a:solidFill>
                    <a:latin typeface="Times New Roman" panose="02020603050405020304" pitchFamily="18" charset="0"/>
                    <a:ea typeface="宋体" pitchFamily="2" charset="-122"/>
                    <a:cs typeface="Times New Roman" panose="02020603050405020304" pitchFamily="18" charset="0"/>
                  </a:rPr>
                  <a:t>]</a:t>
                </a:r>
                <a:r>
                  <a:rPr lang="zh-CN" altLang="en-US" sz="2800" b="1" dirty="0">
                    <a:solidFill>
                      <a:schemeClr val="tx1"/>
                    </a:solidFill>
                    <a:latin typeface="Times New Roman" panose="02020603050405020304" pitchFamily="18" charset="0"/>
                    <a:cs typeface="Times New Roman" panose="02020603050405020304" pitchFamily="18" charset="0"/>
                  </a:rPr>
                  <a:t>的</a:t>
                </a:r>
                <a:r>
                  <a:rPr lang="zh-CN" altLang="en-US" sz="2800" b="1" dirty="0">
                    <a:solidFill>
                      <a:schemeClr val="tx1"/>
                    </a:solidFill>
                  </a:rPr>
                  <a:t>项称为</a:t>
                </a:r>
                <a:r>
                  <a:rPr lang="en-US" altLang="zh-CN" sz="2800" b="1" dirty="0">
                    <a:solidFill>
                      <a:schemeClr val="tx1"/>
                    </a:solidFill>
                  </a:rPr>
                  <a:t> </a:t>
                </a:r>
                <a:r>
                  <a:rPr lang="en-US" altLang="zh-CN" sz="2800" b="1" i="1" dirty="0">
                    <a:solidFill>
                      <a:srgbClr val="FF0000"/>
                    </a:solidFill>
                    <a:ea typeface="宋体" pitchFamily="2" charset="-122"/>
                  </a:rPr>
                  <a:t>LR</a:t>
                </a:r>
                <a:r>
                  <a:rPr lang="en-US" altLang="zh-CN" sz="2800" b="1" dirty="0">
                    <a:solidFill>
                      <a:srgbClr val="FF0000"/>
                    </a:solidFill>
                    <a:ea typeface="宋体" pitchFamily="2" charset="-122"/>
                  </a:rPr>
                  <a:t>(1)</a:t>
                </a:r>
                <a:r>
                  <a:rPr lang="en-US" altLang="zh-CN" sz="2800" b="1" i="1" dirty="0">
                    <a:solidFill>
                      <a:schemeClr val="tx1"/>
                    </a:solidFill>
                    <a:ea typeface="宋体" pitchFamily="2" charset="-122"/>
                  </a:rPr>
                  <a:t> </a:t>
                </a:r>
                <a:r>
                  <a:rPr lang="zh-CN" altLang="en-US" sz="2800" b="1" dirty="0">
                    <a:solidFill>
                      <a:srgbClr val="FF0000"/>
                    </a:solidFill>
                  </a:rPr>
                  <a:t>项</a:t>
                </a:r>
                <a:endParaRPr lang="en-US" altLang="zh-CN" sz="2800" b="1" dirty="0">
                  <a:solidFill>
                    <a:schemeClr val="tx1"/>
                  </a:solidFill>
                </a:endParaRPr>
              </a:p>
              <a:p>
                <a:pPr marL="0" indent="0" eaLnBrk="1" hangingPunct="1">
                  <a:lnSpc>
                    <a:spcPts val="3200"/>
                  </a:lnSpc>
                  <a:spcBef>
                    <a:spcPts val="600"/>
                  </a:spcBef>
                  <a:buClr>
                    <a:schemeClr val="tx1"/>
                  </a:buClr>
                  <a:buNone/>
                  <a:defRPr/>
                </a:pPr>
                <a:r>
                  <a:rPr lang="zh-CN" altLang="en-US" sz="2500" b="1" dirty="0">
                    <a:solidFill>
                      <a:schemeClr val="tx1"/>
                    </a:solidFill>
                    <a:latin typeface="+mn-ea"/>
                  </a:rPr>
                  <a:t>其中</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A</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αβ</a:t>
                </a:r>
                <a14:m>
                  <m:oMath xmlns:m="http://schemas.openxmlformats.org/officeDocument/2006/math">
                    <m:r>
                      <a:rPr lang="en-US" altLang="zh-CN" sz="2500"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500" b="1" i="1">
                        <a:latin typeface="Cambria Math" panose="02040503050406030204" pitchFamily="18" charset="0"/>
                        <a:ea typeface="Cambria Math" panose="02040503050406030204" pitchFamily="18" charset="0"/>
                        <a:cs typeface="Times New Roman" panose="02020603050405020304" pitchFamily="18" charset="0"/>
                      </a:rPr>
                      <m:t>𝑷</m:t>
                    </m:r>
                  </m:oMath>
                </a14:m>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 </a:t>
                </a:r>
                <a:r>
                  <a:rPr lang="zh-CN" altLang="en-US" sz="2500" b="1" dirty="0">
                    <a:solidFill>
                      <a:schemeClr val="tx1"/>
                    </a:solidFill>
                    <a:latin typeface="+mn-ea"/>
                  </a:rPr>
                  <a:t>，</a:t>
                </a:r>
                <a:r>
                  <a:rPr lang="en-US" altLang="zh-CN" sz="2500" b="1" i="1" dirty="0">
                    <a:solidFill>
                      <a:srgbClr val="0070C0"/>
                    </a:solidFill>
                    <a:latin typeface="Times New Roman" panose="02020603050405020304" pitchFamily="18" charset="0"/>
                    <a:ea typeface="宋体" pitchFamily="2" charset="-122"/>
                    <a:cs typeface="Times New Roman" panose="02020603050405020304" pitchFamily="18" charset="0"/>
                  </a:rPr>
                  <a:t>a</a:t>
                </a:r>
                <a14:m>
                  <m:oMath xmlns:m="http://schemas.openxmlformats.org/officeDocument/2006/math">
                    <m:r>
                      <a:rPr lang="en-US" altLang="zh-CN" sz="2500" b="1" i="1"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sz="2500" b="1" i="1"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500" b="1"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𝑽</m:t>
                        </m:r>
                      </m:e>
                      <m:sub>
                        <m:r>
                          <a:rPr lang="en-US" altLang="zh-CN" sz="2500" b="1"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𝑻</m:t>
                        </m:r>
                      </m:sub>
                    </m:sSub>
                    <m:r>
                      <a:rPr lang="en-US" altLang="zh-CN" sz="2500" b="1" i="1"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CN" sz="2500" b="1" i="1" dirty="0">
                    <a:solidFill>
                      <a:srgbClr val="0070C0"/>
                    </a:solidFill>
                    <a:ea typeface="宋体" pitchFamily="2" charset="-122"/>
                  </a:rPr>
                  <a:t> </a:t>
                </a:r>
                <a:r>
                  <a:rPr lang="en-US" altLang="zh-CN" sz="2500" b="1" dirty="0">
                    <a:solidFill>
                      <a:srgbClr val="2D83F4"/>
                    </a:solidFill>
                  </a:rPr>
                  <a:t>,</a:t>
                </a:r>
                <a:r>
                  <a:rPr lang="en-US" altLang="zh-CN" sz="2500" b="1" i="1" dirty="0">
                    <a:solidFill>
                      <a:srgbClr val="2D83F4"/>
                    </a:solidFill>
                    <a:latin typeface="Times New Roman" panose="02020603050405020304" pitchFamily="18" charset="0"/>
                    <a:ea typeface="宋体" pitchFamily="2" charset="-122"/>
                    <a:cs typeface="Times New Roman" panose="02020603050405020304" pitchFamily="18" charset="0"/>
                  </a:rPr>
                  <a:t> </a:t>
                </a:r>
                <a:r>
                  <a:rPr lang="en-US" altLang="zh-CN" sz="2500" b="1" i="1" dirty="0">
                    <a:solidFill>
                      <a:srgbClr val="FF0000"/>
                    </a:solidFill>
                    <a:latin typeface="Times New Roman" panose="02020603050405020304" pitchFamily="18" charset="0"/>
                    <a:ea typeface="宋体" pitchFamily="2" charset="-122"/>
                    <a:cs typeface="Times New Roman" panose="02020603050405020304" pitchFamily="18" charset="0"/>
                  </a:rPr>
                  <a:t>a</a:t>
                </a:r>
                <a:r>
                  <a:rPr lang="zh-CN" altLang="en-US" sz="2500" b="1" dirty="0">
                    <a:solidFill>
                      <a:schemeClr val="tx1"/>
                    </a:solidFill>
                    <a:latin typeface="+mn-ea"/>
                  </a:rPr>
                  <a:t>称为该项的</a:t>
                </a:r>
                <a:r>
                  <a:rPr lang="zh-CN" altLang="en-US" sz="2500" b="1" dirty="0">
                    <a:solidFill>
                      <a:srgbClr val="FF0000"/>
                    </a:solidFill>
                    <a:latin typeface="+mn-ea"/>
                  </a:rPr>
                  <a:t>展望符</a:t>
                </a:r>
                <a:r>
                  <a:rPr lang="en-US" altLang="zh-CN" sz="2500" b="1" dirty="0">
                    <a:solidFill>
                      <a:schemeClr val="tx1"/>
                    </a:solidFill>
                    <a:ea typeface="宋体" pitchFamily="2" charset="-122"/>
                  </a:rPr>
                  <a:t>(</a:t>
                </a:r>
                <a:r>
                  <a:rPr lang="en-US" altLang="zh-CN" sz="2500" b="1" i="1" dirty="0">
                    <a:solidFill>
                      <a:schemeClr val="tx1"/>
                    </a:solidFill>
                    <a:ea typeface="宋体" pitchFamily="2" charset="-122"/>
                  </a:rPr>
                  <a:t>lookahead</a:t>
                </a:r>
                <a:r>
                  <a:rPr lang="en-US" altLang="zh-CN" sz="2500" b="1" i="1" dirty="0">
                    <a:ea typeface="宋体" pitchFamily="2" charset="-122"/>
                  </a:rPr>
                  <a:t>,</a:t>
                </a:r>
                <a:r>
                  <a:rPr lang="en-US" altLang="zh-CN" sz="2500" b="1" dirty="0"/>
                  <a:t> </a:t>
                </a:r>
                <a:r>
                  <a:rPr lang="zh-CN" altLang="en-US" sz="2500" b="1" dirty="0">
                    <a:solidFill>
                      <a:srgbClr val="0070C0"/>
                    </a:solidFill>
                  </a:rPr>
                  <a:t>向前看符号</a:t>
                </a:r>
                <a:r>
                  <a:rPr lang="en-US" altLang="zh-CN" sz="2500" b="1" dirty="0">
                    <a:solidFill>
                      <a:schemeClr val="tx1"/>
                    </a:solidFill>
                    <a:ea typeface="宋体" pitchFamily="2" charset="-122"/>
                  </a:rPr>
                  <a:t>)</a:t>
                </a:r>
                <a:r>
                  <a:rPr lang="zh-CN" altLang="en-US" sz="2500" b="1" dirty="0">
                    <a:ea typeface="宋体" pitchFamily="2" charset="-122"/>
                  </a:rPr>
                  <a:t>，</a:t>
                </a:r>
                <a:r>
                  <a:rPr lang="zh-CN" altLang="en-US" sz="2500" b="1" dirty="0">
                    <a:latin typeface="华文楷体" panose="02010600040101010101" pitchFamily="2" charset="-122"/>
                    <a:ea typeface="华文楷体" panose="02010600040101010101" pitchFamily="2" charset="-122"/>
                  </a:rPr>
                  <a:t>也称为</a:t>
                </a:r>
                <a:r>
                  <a:rPr lang="zh-CN" altLang="en-US" sz="2500" b="1" dirty="0">
                    <a:solidFill>
                      <a:srgbClr val="0070C0"/>
                    </a:solidFill>
                    <a:latin typeface="华文楷体" panose="02010600040101010101" pitchFamily="2" charset="-122"/>
                    <a:ea typeface="华文楷体" panose="02010600040101010101" pitchFamily="2" charset="-122"/>
                  </a:rPr>
                  <a:t>搜索符</a:t>
                </a:r>
                <a:r>
                  <a:rPr lang="zh-CN" altLang="en-US" sz="2500" b="1" dirty="0">
                    <a:ea typeface="宋体" pitchFamily="2" charset="-122"/>
                  </a:rPr>
                  <a:t>。</a:t>
                </a:r>
                <a:endParaRPr lang="en-US" altLang="zh-CN" sz="2500" b="1" dirty="0">
                  <a:solidFill>
                    <a:schemeClr val="tx1"/>
                  </a:solidFill>
                  <a:ea typeface="宋体" pitchFamily="2" charset="-122"/>
                </a:endParaRPr>
              </a:p>
              <a:p>
                <a:pPr marL="273050" lvl="1" eaLnBrk="1" hangingPunct="1">
                  <a:spcBef>
                    <a:spcPts val="600"/>
                  </a:spcBef>
                  <a:buClr>
                    <a:schemeClr val="tx1"/>
                  </a:buClr>
                  <a:defRPr/>
                </a:pPr>
                <a:r>
                  <a:rPr lang="zh-CN" altLang="en-US" sz="2400" b="1" dirty="0">
                    <a:latin typeface="Times New Roman" panose="02020603050405020304" pitchFamily="18" charset="0"/>
                    <a:cs typeface="Times New Roman" panose="02020603050405020304" pitchFamily="18" charset="0"/>
                  </a:rPr>
                  <a:t>对于形如</a:t>
                </a:r>
                <a:r>
                  <a:rPr lang="en-US" altLang="zh-CN" sz="2400" b="1" dirty="0">
                    <a:solidFill>
                      <a:srgbClr val="0070C0"/>
                    </a:solidFill>
                    <a:latin typeface="Times New Roman" panose="02020603050405020304" pitchFamily="18" charset="0"/>
                    <a:ea typeface="宋体" pitchFamily="2" charset="-122"/>
                    <a:cs typeface="Times New Roman" panose="02020603050405020304" pitchFamily="18" charset="0"/>
                  </a:rPr>
                  <a:t>[</a:t>
                </a:r>
                <a:r>
                  <a:rPr lang="en-US" altLang="zh-CN" sz="2400" b="1" i="1" dirty="0">
                    <a:solidFill>
                      <a:srgbClr val="0070C0"/>
                    </a:solidFill>
                    <a:latin typeface="Times New Roman" panose="02020603050405020304" pitchFamily="18" charset="0"/>
                    <a:ea typeface="宋体" pitchFamily="2" charset="-122"/>
                    <a:cs typeface="Times New Roman" panose="02020603050405020304" pitchFamily="18" charset="0"/>
                  </a:rPr>
                  <a:t>A</a:t>
                </a:r>
                <a:r>
                  <a:rPr lang="en-US" altLang="zh-CN" sz="2400" b="1" dirty="0">
                    <a:solidFill>
                      <a:srgbClr val="0070C0"/>
                    </a:solidFill>
                    <a:latin typeface="Times New Roman" panose="02020603050405020304" pitchFamily="18" charset="0"/>
                    <a:ea typeface="宋体" pitchFamily="2" charset="-122"/>
                    <a:cs typeface="Times New Roman" panose="02020603050405020304" pitchFamily="18" charset="0"/>
                  </a:rPr>
                  <a:t>→</a:t>
                </a:r>
                <a:r>
                  <a:rPr lang="en-US" altLang="zh-CN" sz="2400" b="1" i="1" dirty="0">
                    <a:solidFill>
                      <a:srgbClr val="0070C0"/>
                    </a:solidFill>
                    <a:latin typeface="Times New Roman" panose="02020603050405020304" pitchFamily="18" charset="0"/>
                    <a:ea typeface="宋体" pitchFamily="2" charset="-122"/>
                    <a:cs typeface="Times New Roman" panose="02020603050405020304" pitchFamily="18" charset="0"/>
                  </a:rPr>
                  <a:t>α·</a:t>
                </a:r>
                <a:r>
                  <a:rPr lang="en-US" altLang="zh-CN" sz="2400" b="1" dirty="0">
                    <a:solidFill>
                      <a:srgbClr val="0070C0"/>
                    </a:solidFill>
                    <a:latin typeface="Times New Roman" panose="02020603050405020304" pitchFamily="18" charset="0"/>
                    <a:ea typeface="宋体" pitchFamily="2" charset="-122"/>
                    <a:cs typeface="Times New Roman" panose="02020603050405020304" pitchFamily="18" charset="0"/>
                  </a:rPr>
                  <a:t>, </a:t>
                </a:r>
                <a:r>
                  <a:rPr lang="en-US" altLang="zh-CN" sz="2400" b="1" i="1" dirty="0">
                    <a:solidFill>
                      <a:srgbClr val="0070C0"/>
                    </a:solidFill>
                    <a:latin typeface="Times New Roman" panose="02020603050405020304" pitchFamily="18" charset="0"/>
                    <a:ea typeface="宋体" pitchFamily="2" charset="-122"/>
                    <a:cs typeface="Times New Roman" panose="02020603050405020304" pitchFamily="18" charset="0"/>
                  </a:rPr>
                  <a:t>a</a:t>
                </a:r>
                <a:r>
                  <a:rPr lang="en-US" altLang="zh-CN" sz="2400" b="1" dirty="0">
                    <a:solidFill>
                      <a:srgbClr val="0070C0"/>
                    </a:solidFill>
                    <a:latin typeface="Times New Roman" panose="02020603050405020304" pitchFamily="18" charset="0"/>
                    <a:ea typeface="宋体" pitchFamily="2" charset="-122"/>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的归约项，当前</a:t>
                </a:r>
                <a:r>
                  <a:rPr lang="zh-CN" altLang="en-US" sz="2400" b="1" u="sng" dirty="0">
                    <a:solidFill>
                      <a:srgbClr val="0070C0"/>
                    </a:solidFill>
                    <a:latin typeface="Times New Roman" panose="02020603050405020304" pitchFamily="18" charset="0"/>
                    <a:cs typeface="Times New Roman" panose="02020603050405020304" pitchFamily="18" charset="0"/>
                  </a:rPr>
                  <a:t>输入符号为</a:t>
                </a:r>
                <a:r>
                  <a:rPr lang="en-US" altLang="zh-CN" sz="2400" b="1" i="1" u="sng" dirty="0">
                    <a:solidFill>
                      <a:srgbClr val="0070C0"/>
                    </a:solidFill>
                    <a:latin typeface="Times New Roman" panose="02020603050405020304" pitchFamily="18" charset="0"/>
                    <a:ea typeface="宋体" pitchFamily="2" charset="-122"/>
                    <a:cs typeface="Times New Roman" panose="02020603050405020304" pitchFamily="18" charset="0"/>
                  </a:rPr>
                  <a:t>a</a:t>
                </a:r>
                <a:r>
                  <a:rPr lang="zh-CN" altLang="en-US" sz="2400" b="1" u="sng" dirty="0">
                    <a:solidFill>
                      <a:srgbClr val="0070C0"/>
                    </a:solidFill>
                    <a:latin typeface="Times New Roman" panose="02020603050405020304" pitchFamily="18" charset="0"/>
                    <a:cs typeface="Times New Roman" panose="02020603050405020304" pitchFamily="18" charset="0"/>
                  </a:rPr>
                  <a:t>时</a:t>
                </a:r>
                <a:r>
                  <a:rPr lang="zh-CN" altLang="en-US" sz="2400" b="1" u="sng" dirty="0">
                    <a:latin typeface="Times New Roman" panose="02020603050405020304" pitchFamily="18" charset="0"/>
                    <a:cs typeface="Times New Roman" panose="02020603050405020304" pitchFamily="18" charset="0"/>
                  </a:rPr>
                  <a:t>才能</a:t>
                </a:r>
                <a:r>
                  <a:rPr lang="zh-CN" altLang="en-US" sz="2400" b="1" u="sng" dirty="0">
                    <a:solidFill>
                      <a:srgbClr val="0070C0"/>
                    </a:solidFill>
                    <a:latin typeface="Times New Roman" panose="02020603050405020304" pitchFamily="18" charset="0"/>
                    <a:cs typeface="Times New Roman" panose="02020603050405020304" pitchFamily="18" charset="0"/>
                  </a:rPr>
                  <a:t>归约</a:t>
                </a:r>
                <a:endParaRPr lang="en-US" altLang="zh-CN" sz="2400" b="1" i="1" u="sng" dirty="0">
                  <a:solidFill>
                    <a:srgbClr val="0070C0"/>
                  </a:solidFill>
                  <a:ea typeface="宋体" pitchFamily="2" charset="-122"/>
                </a:endParaRPr>
              </a:p>
              <a:p>
                <a:pPr marL="273050" lvl="1" eaLnBrk="1" hangingPunct="1">
                  <a:spcBef>
                    <a:spcPts val="600"/>
                  </a:spcBef>
                  <a:buClr>
                    <a:schemeClr val="tx1"/>
                  </a:buClr>
                  <a:buFont typeface="Wingdings" pitchFamily="2" charset="2"/>
                  <a:buChar char="Ø"/>
                  <a:defRPr/>
                </a:pPr>
                <a:r>
                  <a:rPr lang="zh-CN" altLang="en-US" sz="2400" b="1" dirty="0">
                    <a:solidFill>
                      <a:schemeClr val="tx1"/>
                    </a:solidFill>
                  </a:rPr>
                  <a:t>对于形如</a:t>
                </a:r>
                <a:r>
                  <a:rPr lang="en-US" altLang="zh-CN" sz="2400" b="1" dirty="0">
                    <a:solidFill>
                      <a:srgbClr val="0070C0"/>
                    </a:solidFill>
                    <a:latin typeface="Times New Roman" panose="02020603050405020304" pitchFamily="18" charset="0"/>
                    <a:ea typeface="宋体" pitchFamily="2" charset="-122"/>
                    <a:cs typeface="Times New Roman" panose="02020603050405020304" pitchFamily="18" charset="0"/>
                  </a:rPr>
                  <a:t>[</a:t>
                </a:r>
                <a:r>
                  <a:rPr lang="en-US" altLang="zh-CN" sz="2400" b="1" i="1" dirty="0" err="1">
                    <a:solidFill>
                      <a:srgbClr val="0070C0"/>
                    </a:solidFill>
                    <a:latin typeface="Times New Roman" panose="02020603050405020304" pitchFamily="18" charset="0"/>
                    <a:ea typeface="宋体" pitchFamily="2" charset="-122"/>
                    <a:cs typeface="Times New Roman" panose="02020603050405020304" pitchFamily="18" charset="0"/>
                  </a:rPr>
                  <a:t>A</a:t>
                </a:r>
                <a:r>
                  <a:rPr lang="en-US" altLang="zh-CN" sz="2400" b="1" dirty="0" err="1">
                    <a:solidFill>
                      <a:srgbClr val="0070C0"/>
                    </a:solidFill>
                    <a:latin typeface="Times New Roman" panose="02020603050405020304" pitchFamily="18" charset="0"/>
                    <a:ea typeface="宋体" pitchFamily="2" charset="-122"/>
                    <a:cs typeface="Times New Roman" panose="02020603050405020304" pitchFamily="18" charset="0"/>
                  </a:rPr>
                  <a:t>→</a:t>
                </a:r>
                <a:r>
                  <a:rPr lang="en-US" altLang="zh-CN" sz="2400" b="1" i="1" dirty="0" err="1">
                    <a:solidFill>
                      <a:srgbClr val="0070C0"/>
                    </a:solidFill>
                    <a:latin typeface="Times New Roman" panose="02020603050405020304" pitchFamily="18" charset="0"/>
                    <a:ea typeface="宋体" pitchFamily="2" charset="-122"/>
                    <a:cs typeface="Times New Roman" panose="02020603050405020304" pitchFamily="18" charset="0"/>
                  </a:rPr>
                  <a:t>α·β</a:t>
                </a:r>
                <a:r>
                  <a:rPr lang="en-US" altLang="zh-CN" sz="2400" b="1" dirty="0">
                    <a:solidFill>
                      <a:srgbClr val="0070C0"/>
                    </a:solidFill>
                    <a:latin typeface="Times New Roman" panose="02020603050405020304" pitchFamily="18" charset="0"/>
                    <a:ea typeface="宋体" pitchFamily="2" charset="-122"/>
                    <a:cs typeface="Times New Roman" panose="02020603050405020304" pitchFamily="18" charset="0"/>
                  </a:rPr>
                  <a:t>, </a:t>
                </a:r>
                <a:r>
                  <a:rPr lang="en-US" altLang="zh-CN" sz="2400" b="1" i="1" dirty="0">
                    <a:solidFill>
                      <a:srgbClr val="0070C0"/>
                    </a:solidFill>
                    <a:latin typeface="Times New Roman" panose="02020603050405020304" pitchFamily="18" charset="0"/>
                    <a:ea typeface="宋体" pitchFamily="2" charset="-122"/>
                    <a:cs typeface="Times New Roman" panose="02020603050405020304" pitchFamily="18" charset="0"/>
                  </a:rPr>
                  <a:t>a</a:t>
                </a:r>
                <a:r>
                  <a:rPr lang="en-US" altLang="zh-CN" sz="2400" b="1" dirty="0">
                    <a:solidFill>
                      <a:srgbClr val="0070C0"/>
                    </a:solidFill>
                    <a:latin typeface="Times New Roman" panose="02020603050405020304" pitchFamily="18" charset="0"/>
                    <a:ea typeface="宋体" pitchFamily="2" charset="-122"/>
                    <a:cs typeface="Times New Roman" panose="02020603050405020304" pitchFamily="18" charset="0"/>
                  </a:rPr>
                  <a:t>]</a:t>
                </a:r>
                <a:r>
                  <a:rPr lang="zh-CN" altLang="en-US" sz="2400" b="1" dirty="0">
                    <a:solidFill>
                      <a:schemeClr val="tx1"/>
                    </a:solidFill>
                    <a:latin typeface="Times New Roman" panose="02020603050405020304" pitchFamily="18" charset="0"/>
                    <a:cs typeface="Times New Roman" panose="02020603050405020304" pitchFamily="18" charset="0"/>
                  </a:rPr>
                  <a:t>且</a:t>
                </a:r>
                <a:r>
                  <a:rPr lang="en-US" altLang="zh-CN" sz="2400" b="1" i="1" dirty="0">
                    <a:solidFill>
                      <a:srgbClr val="0070C0"/>
                    </a:solidFill>
                    <a:latin typeface="Times New Roman" panose="02020603050405020304" pitchFamily="18" charset="0"/>
                    <a:ea typeface="宋体" pitchFamily="2" charset="-122"/>
                    <a:cs typeface="Times New Roman" panose="02020603050405020304" pitchFamily="18" charset="0"/>
                  </a:rPr>
                  <a:t>β</a:t>
                </a:r>
                <a:r>
                  <a:rPr lang="en-US" altLang="zh-CN" sz="2400" b="1" dirty="0">
                    <a:solidFill>
                      <a:srgbClr val="0070C0"/>
                    </a:solidFill>
                    <a:latin typeface="Times New Roman" panose="02020603050405020304" pitchFamily="18" charset="0"/>
                    <a:ea typeface="宋体" pitchFamily="2" charset="-122"/>
                    <a:cs typeface="Times New Roman" panose="02020603050405020304" pitchFamily="18" charset="0"/>
                  </a:rPr>
                  <a:t> ≠ ε</a:t>
                </a:r>
                <a:r>
                  <a:rPr lang="zh-CN" altLang="en-US" sz="2400" b="1" dirty="0">
                    <a:solidFill>
                      <a:schemeClr val="tx1"/>
                    </a:solidFill>
                    <a:latin typeface="Times New Roman" panose="02020603050405020304" pitchFamily="18" charset="0"/>
                    <a:cs typeface="Times New Roman" panose="02020603050405020304" pitchFamily="18" charset="0"/>
                  </a:rPr>
                  <a:t>的</a:t>
                </a:r>
                <a:r>
                  <a:rPr lang="zh-CN" altLang="en-US" sz="2400" b="1" u="sng" dirty="0">
                    <a:solidFill>
                      <a:schemeClr val="tx1"/>
                    </a:solidFill>
                    <a:latin typeface="Times New Roman" panose="02020603050405020304" pitchFamily="18" charset="0"/>
                    <a:cs typeface="Times New Roman" panose="02020603050405020304" pitchFamily="18" charset="0"/>
                  </a:rPr>
                  <a:t>非归约项</a:t>
                </a:r>
                <a:r>
                  <a:rPr lang="zh-CN" altLang="en-US" sz="2400" b="1" dirty="0">
                    <a:solidFill>
                      <a:schemeClr val="tx1"/>
                    </a:solidFill>
                    <a:latin typeface="Times New Roman" panose="02020603050405020304" pitchFamily="18" charset="0"/>
                    <a:cs typeface="Times New Roman" panose="02020603050405020304" pitchFamily="18" charset="0"/>
                  </a:rPr>
                  <a:t>，</a:t>
                </a:r>
                <a:r>
                  <a:rPr lang="zh-CN" altLang="en-US" sz="2400" b="1" u="sng" dirty="0">
                    <a:solidFill>
                      <a:schemeClr val="tx1"/>
                    </a:solidFill>
                    <a:latin typeface="Times New Roman" panose="02020603050405020304" pitchFamily="18" charset="0"/>
                    <a:cs typeface="Times New Roman" panose="02020603050405020304" pitchFamily="18" charset="0"/>
                  </a:rPr>
                  <a:t>展望符</a:t>
                </a:r>
                <a:r>
                  <a:rPr lang="en-US" altLang="zh-CN" sz="2400" b="1" i="1" u="sng" dirty="0">
                    <a:solidFill>
                      <a:schemeClr val="tx1"/>
                    </a:solidFill>
                    <a:latin typeface="Times New Roman" panose="02020603050405020304" pitchFamily="18" charset="0"/>
                    <a:ea typeface="宋体" pitchFamily="2" charset="-122"/>
                    <a:cs typeface="Times New Roman" panose="02020603050405020304" pitchFamily="18" charset="0"/>
                  </a:rPr>
                  <a:t>a</a:t>
                </a:r>
                <a:r>
                  <a:rPr lang="zh-CN" altLang="en-US" sz="2400" b="1" u="sng"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不起</a:t>
                </a:r>
                <a:r>
                  <a:rPr lang="zh-CN" altLang="en-US" sz="2400" b="1" u="sng" dirty="0">
                    <a:solidFill>
                      <a:srgbClr val="2D83F4"/>
                    </a:solidFill>
                    <a:latin typeface="Times New Roman" panose="02020603050405020304" pitchFamily="18" charset="0"/>
                    <a:cs typeface="Times New Roman" panose="02020603050405020304" pitchFamily="18" charset="0"/>
                  </a:rPr>
                  <a:t>作用</a:t>
                </a:r>
                <a:endParaRPr lang="en-US" altLang="zh-CN" sz="2400" b="1" u="sng" dirty="0">
                  <a:solidFill>
                    <a:srgbClr val="2D83F4"/>
                  </a:solidFill>
                  <a:latin typeface="Times New Roman" panose="02020603050405020304" pitchFamily="18" charset="0"/>
                  <a:cs typeface="Times New Roman" panose="02020603050405020304" pitchFamily="18" charset="0"/>
                </a:endParaRPr>
              </a:p>
              <a:p>
                <a:pPr marL="273050" lvl="1" eaLnBrk="1" hangingPunct="1">
                  <a:spcBef>
                    <a:spcPts val="600"/>
                  </a:spcBef>
                  <a:buClr>
                    <a:schemeClr val="tx1"/>
                  </a:buClr>
                  <a:defRPr/>
                </a:pPr>
                <a:r>
                  <a:rPr lang="zh-CN" altLang="en-US" sz="2400" b="1" dirty="0">
                    <a:latin typeface="Times New Roman" panose="02020603050405020304" pitchFamily="18" charset="0"/>
                    <a:cs typeface="Times New Roman" panose="02020603050405020304" pitchFamily="18" charset="0"/>
                  </a:rPr>
                  <a:t>具有相同第一分量的所有项的展望符</a:t>
                </a:r>
                <a:r>
                  <a:rPr lang="en-US" altLang="zh-CN" sz="2400" b="1" i="1" dirty="0">
                    <a:solidFill>
                      <a:srgbClr val="2D83F4"/>
                    </a:solidFill>
                    <a:latin typeface="Times New Roman" panose="02020603050405020304" pitchFamily="18" charset="0"/>
                    <a:ea typeface="宋体" pitchFamily="2" charset="-122"/>
                    <a:cs typeface="Times New Roman" panose="02020603050405020304" pitchFamily="18" charset="0"/>
                  </a:rPr>
                  <a:t>a</a:t>
                </a:r>
                <a:r>
                  <a:rPr lang="zh-CN" altLang="en-US" sz="2400" b="1" dirty="0">
                    <a:latin typeface="Times New Roman" panose="02020603050405020304" pitchFamily="18" charset="0"/>
                    <a:cs typeface="Times New Roman" panose="02020603050405020304" pitchFamily="18" charset="0"/>
                  </a:rPr>
                  <a:t>的</a:t>
                </a:r>
                <a:r>
                  <a:rPr lang="zh-CN" altLang="en-US" sz="2400" b="1" dirty="0">
                    <a:solidFill>
                      <a:schemeClr val="tx1"/>
                    </a:solidFill>
                    <a:latin typeface="Times New Roman" panose="02020603050405020304" pitchFamily="18" charset="0"/>
                    <a:cs typeface="Times New Roman" panose="02020603050405020304" pitchFamily="18" charset="0"/>
                  </a:rPr>
                  <a:t>集合总是</a:t>
                </a:r>
                <a:r>
                  <a:rPr lang="en-US" altLang="zh-CN" sz="2400" b="1" i="1" dirty="0">
                    <a:solidFill>
                      <a:srgbClr val="0070C0"/>
                    </a:solidFill>
                    <a:latin typeface="Times New Roman" panose="02020603050405020304" pitchFamily="18" charset="0"/>
                    <a:ea typeface="宋体" pitchFamily="2" charset="-122"/>
                    <a:cs typeface="Times New Roman" panose="02020603050405020304" pitchFamily="18" charset="0"/>
                  </a:rPr>
                  <a:t>FOLLOW</a:t>
                </a:r>
                <a:r>
                  <a:rPr lang="en-US" altLang="zh-CN" sz="2400" b="1" dirty="0">
                    <a:solidFill>
                      <a:srgbClr val="0070C0"/>
                    </a:solidFill>
                    <a:latin typeface="Times New Roman" panose="02020603050405020304" pitchFamily="18" charset="0"/>
                    <a:ea typeface="宋体" pitchFamily="2" charset="-122"/>
                    <a:cs typeface="Times New Roman" panose="02020603050405020304" pitchFamily="18" charset="0"/>
                  </a:rPr>
                  <a:t>(</a:t>
                </a:r>
                <a:r>
                  <a:rPr lang="en-US" altLang="zh-CN" sz="2400" b="1" i="1" dirty="0">
                    <a:solidFill>
                      <a:srgbClr val="0070C0"/>
                    </a:solidFill>
                    <a:latin typeface="Times New Roman" panose="02020603050405020304" pitchFamily="18" charset="0"/>
                    <a:ea typeface="宋体" pitchFamily="2" charset="-122"/>
                    <a:cs typeface="Times New Roman" panose="02020603050405020304" pitchFamily="18" charset="0"/>
                  </a:rPr>
                  <a:t>A</a:t>
                </a:r>
                <a:r>
                  <a:rPr lang="en-US" altLang="zh-CN" sz="2400" b="1" dirty="0">
                    <a:solidFill>
                      <a:srgbClr val="0070C0"/>
                    </a:solidFill>
                    <a:latin typeface="Times New Roman" panose="02020603050405020304" pitchFamily="18" charset="0"/>
                    <a:ea typeface="宋体" pitchFamily="2" charset="-122"/>
                    <a:cs typeface="Times New Roman" panose="02020603050405020304" pitchFamily="18" charset="0"/>
                  </a:rPr>
                  <a:t>)</a:t>
                </a:r>
                <a:r>
                  <a:rPr lang="zh-CN" altLang="en-US" sz="2400" b="1" dirty="0">
                    <a:solidFill>
                      <a:schemeClr val="tx1"/>
                    </a:solidFill>
                    <a:latin typeface="Times New Roman" panose="02020603050405020304" pitchFamily="18" charset="0"/>
                    <a:cs typeface="Times New Roman" panose="02020603050405020304" pitchFamily="18" charset="0"/>
                  </a:rPr>
                  <a:t>的</a:t>
                </a:r>
                <a:r>
                  <a:rPr lang="zh-CN" altLang="en-US" sz="2400" b="1" dirty="0">
                    <a:solidFill>
                      <a:srgbClr val="2D83F4"/>
                    </a:solidFill>
                    <a:latin typeface="Times New Roman" panose="02020603050405020304" pitchFamily="18" charset="0"/>
                    <a:cs typeface="Times New Roman" panose="02020603050405020304" pitchFamily="18" charset="0"/>
                  </a:rPr>
                  <a:t>子集</a:t>
                </a:r>
                <a:r>
                  <a:rPr lang="zh-CN" altLang="en-US" sz="2400" b="1" dirty="0">
                    <a:solidFill>
                      <a:schemeClr val="tx1"/>
                    </a:solidFill>
                    <a:latin typeface="Times New Roman" panose="02020603050405020304" pitchFamily="18" charset="0"/>
                    <a:cs typeface="Times New Roman" panose="02020603050405020304" pitchFamily="18" charset="0"/>
                  </a:rPr>
                  <a:t>，而且通常是真子集。</a:t>
                </a:r>
                <a:endParaRPr lang="en-US" altLang="zh-CN" sz="2400" b="1" dirty="0">
                  <a:solidFill>
                    <a:schemeClr val="tx1"/>
                  </a:solidFill>
                  <a:latin typeface="Times New Roman" panose="02020603050405020304" pitchFamily="18" charset="0"/>
                  <a:cs typeface="Times New Roman" panose="02020603050405020304" pitchFamily="18" charset="0"/>
                </a:endParaRPr>
              </a:p>
              <a:p>
                <a:pPr marL="273050" lvl="1" eaLnBrk="1" hangingPunct="1">
                  <a:spcBef>
                    <a:spcPts val="600"/>
                  </a:spcBef>
                  <a:buClr>
                    <a:schemeClr val="tx1"/>
                  </a:buClr>
                  <a:defRPr/>
                </a:pPr>
                <a:r>
                  <a:rPr lang="en-US" altLang="zh-CN" sz="2400" b="1" i="1" dirty="0">
                    <a:latin typeface="Times New Roman" panose="02020603050405020304" pitchFamily="18" charset="0"/>
                    <a:ea typeface="宋体" pitchFamily="2" charset="-122"/>
                    <a:cs typeface="Times New Roman" panose="02020603050405020304" pitchFamily="18" charset="0"/>
                  </a:rPr>
                  <a:t>LR</a:t>
                </a:r>
                <a:r>
                  <a:rPr lang="en-US" altLang="zh-CN" sz="2400" b="1" dirty="0">
                    <a:latin typeface="Times New Roman" panose="02020603050405020304" pitchFamily="18" charset="0"/>
                    <a:ea typeface="宋体" pitchFamily="2" charset="-122"/>
                    <a:cs typeface="Times New Roman" panose="02020603050405020304" pitchFamily="18" charset="0"/>
                  </a:rPr>
                  <a:t>(1) </a:t>
                </a:r>
                <a:r>
                  <a:rPr lang="zh-CN" altLang="en-US" sz="2400" b="1" dirty="0">
                    <a:latin typeface="Times New Roman" panose="02020603050405020304" pitchFamily="18" charset="0"/>
                    <a:cs typeface="Times New Roman" panose="02020603050405020304" pitchFamily="18" charset="0"/>
                  </a:rPr>
                  <a:t>中</a:t>
                </a:r>
                <a:r>
                  <a:rPr lang="zh-CN" altLang="en-US" sz="2400" b="1" dirty="0"/>
                  <a:t>的</a:t>
                </a:r>
                <a:r>
                  <a:rPr lang="en-US" altLang="zh-CN" sz="2400" b="1" dirty="0">
                    <a:solidFill>
                      <a:srgbClr val="0070C0"/>
                    </a:solidFill>
                    <a:ea typeface="宋体" pitchFamily="2" charset="-122"/>
                  </a:rPr>
                  <a:t>1</a:t>
                </a:r>
                <a:r>
                  <a:rPr lang="zh-CN" altLang="en-US" sz="2400" b="1" dirty="0"/>
                  <a:t>指的是项的</a:t>
                </a:r>
                <a:r>
                  <a:rPr lang="zh-CN" altLang="en-US" sz="2400" b="1" dirty="0">
                    <a:solidFill>
                      <a:srgbClr val="0070C0"/>
                    </a:solidFill>
                  </a:rPr>
                  <a:t>第二个分量的长度</a:t>
                </a:r>
                <a:r>
                  <a:rPr lang="en-US" altLang="zh-CN" sz="2400" b="1" dirty="0">
                    <a:solidFill>
                      <a:srgbClr val="0070C0"/>
                    </a:solidFill>
                  </a:rPr>
                  <a:t>, </a:t>
                </a:r>
                <a:r>
                  <a:rPr lang="zh-CN" altLang="en-US" sz="2400" b="1" dirty="0">
                    <a:solidFill>
                      <a:srgbClr val="0070C0"/>
                    </a:solidFill>
                  </a:rPr>
                  <a:t>也是归约时向前看符号的个数。</a:t>
                </a:r>
                <a:endParaRPr lang="en-US" altLang="zh-CN" sz="2400" b="1" dirty="0">
                  <a:solidFill>
                    <a:srgbClr val="0070C0"/>
                  </a:solidFill>
                </a:endParaRPr>
              </a:p>
            </p:txBody>
          </p:sp>
        </mc:Choice>
        <mc:Fallback>
          <p:sp>
            <p:nvSpPr>
              <p:cNvPr id="21506" name="内容占位符 2"/>
              <p:cNvSpPr>
                <a:spLocks noGrp="1" noRot="1" noChangeAspect="1" noMove="1" noResize="1" noEditPoints="1" noAdjustHandles="1" noChangeArrowheads="1" noChangeShapeType="1" noTextEdit="1"/>
              </p:cNvSpPr>
              <p:nvPr>
                <p:ph idx="1"/>
              </p:nvPr>
            </p:nvSpPr>
            <p:spPr>
              <a:xfrm>
                <a:off x="323528" y="684213"/>
                <a:ext cx="8712968" cy="4263801"/>
              </a:xfrm>
              <a:blipFill>
                <a:blip r:embed="rId3"/>
                <a:stretch>
                  <a:fillRect l="-1120" t="-2000" r="-1120"/>
                </a:stretch>
              </a:blipFill>
            </p:spPr>
            <p:txBody>
              <a:bodyPr/>
              <a:lstStyle/>
              <a:p>
                <a:r>
                  <a:rPr lang="zh-CN" altLang="en-US">
                    <a:noFill/>
                  </a:rPr>
                  <a:t> </a:t>
                </a:r>
              </a:p>
            </p:txBody>
          </p:sp>
        </mc:Fallback>
      </mc:AlternateContent>
      <p:sp>
        <p:nvSpPr>
          <p:cNvPr id="34819" name="标题 1"/>
          <p:cNvSpPr>
            <a:spLocks noGrp="1" noChangeArrowheads="1"/>
          </p:cNvSpPr>
          <p:nvPr>
            <p:ph type="title"/>
          </p:nvPr>
        </p:nvSpPr>
        <p:spPr>
          <a:xfrm>
            <a:off x="755650" y="268288"/>
            <a:ext cx="7931150"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rPr>
              <a:t>规范</a:t>
            </a:r>
            <a:r>
              <a:rPr lang="en-US" altLang="zh-CN" sz="3000" i="1">
                <a:solidFill>
                  <a:schemeClr val="tx1"/>
                </a:solidFill>
                <a:ea typeface="黑体" panose="02010609060101010101" pitchFamily="49" charset="-122"/>
                <a:cs typeface="Times New Roman" panose="02020603050405020304" pitchFamily="18" charset="0"/>
              </a:rPr>
              <a:t>LR</a:t>
            </a:r>
            <a:r>
              <a:rPr lang="en-US" altLang="zh-CN" sz="3000">
                <a:solidFill>
                  <a:schemeClr val="tx1"/>
                </a:solidFill>
                <a:ea typeface="黑体" panose="02010609060101010101" pitchFamily="49" charset="-122"/>
                <a:cs typeface="Times New Roman" panose="02020603050405020304" pitchFamily="18" charset="0"/>
              </a:rPr>
              <a:t>(1)</a:t>
            </a:r>
            <a:r>
              <a:rPr lang="zh-CN" altLang="en-US" sz="3000">
                <a:solidFill>
                  <a:schemeClr val="tx1"/>
                </a:solidFill>
                <a:latin typeface="微软雅黑" panose="020B0503020204020204" pitchFamily="34" charset="-122"/>
                <a:ea typeface="微软雅黑" panose="020B0503020204020204" pitchFamily="34" charset="-122"/>
              </a:rPr>
              <a:t>项目</a:t>
            </a:r>
          </a:p>
        </p:txBody>
      </p:sp>
      <p:sp>
        <p:nvSpPr>
          <p:cNvPr id="2" name="灯片编号占位符 1">
            <a:extLst>
              <a:ext uri="{FF2B5EF4-FFF2-40B4-BE49-F238E27FC236}">
                <a16:creationId xmlns:a16="http://schemas.microsoft.com/office/drawing/2014/main" id="{9EC1D493-303B-4FD2-9CAB-088F3953732E}"/>
              </a:ext>
            </a:extLst>
          </p:cNvPr>
          <p:cNvSpPr>
            <a:spLocks noGrp="1"/>
          </p:cNvSpPr>
          <p:nvPr>
            <p:ph type="sldNum" sz="quarter" idx="12"/>
          </p:nvPr>
        </p:nvSpPr>
        <p:spPr/>
        <p:txBody>
          <a:bodyPr/>
          <a:lstStyle/>
          <a:p>
            <a:pPr>
              <a:defRPr/>
            </a:pPr>
            <a:fld id="{76D20AB1-C80E-44EB-B890-88EEF3B3DC08}" type="slidenum">
              <a:rPr lang="zh-CN" altLang="en-US" smtClean="0"/>
              <a:pPr>
                <a:defRPr/>
              </a:pPr>
              <a:t>12</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1506">
                                            <p:txEl>
                                              <p:pRg st="0" end="0"/>
                                            </p:txEl>
                                          </p:spTgt>
                                        </p:tgtEl>
                                        <p:attrNameLst>
                                          <p:attrName>style.visibility</p:attrName>
                                        </p:attrNameLst>
                                      </p:cBhvr>
                                      <p:to>
                                        <p:strVal val="visible"/>
                                      </p:to>
                                    </p:set>
                                    <p:animEffect transition="in" filter="wipe(down)">
                                      <p:cBhvr>
                                        <p:cTn id="7" dur="500"/>
                                        <p:tgtEl>
                                          <p:spTgt spid="2150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1506">
                                            <p:txEl>
                                              <p:pRg st="1" end="1"/>
                                            </p:txEl>
                                          </p:spTgt>
                                        </p:tgtEl>
                                        <p:attrNameLst>
                                          <p:attrName>style.visibility</p:attrName>
                                        </p:attrNameLst>
                                      </p:cBhvr>
                                      <p:to>
                                        <p:strVal val="visible"/>
                                      </p:to>
                                    </p:set>
                                    <p:animEffect transition="in" filter="wipe(down)">
                                      <p:cBhvr>
                                        <p:cTn id="12" dur="500"/>
                                        <p:tgtEl>
                                          <p:spTgt spid="2150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1506">
                                            <p:txEl>
                                              <p:pRg st="2" end="2"/>
                                            </p:txEl>
                                          </p:spTgt>
                                        </p:tgtEl>
                                        <p:attrNameLst>
                                          <p:attrName>style.visibility</p:attrName>
                                        </p:attrNameLst>
                                      </p:cBhvr>
                                      <p:to>
                                        <p:strVal val="visible"/>
                                      </p:to>
                                    </p:set>
                                    <p:animEffect transition="in" filter="wipe(down)">
                                      <p:cBhvr>
                                        <p:cTn id="17" dur="500"/>
                                        <p:tgtEl>
                                          <p:spTgt spid="2150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1506">
                                            <p:txEl>
                                              <p:pRg st="3" end="3"/>
                                            </p:txEl>
                                          </p:spTgt>
                                        </p:tgtEl>
                                        <p:attrNameLst>
                                          <p:attrName>style.visibility</p:attrName>
                                        </p:attrNameLst>
                                      </p:cBhvr>
                                      <p:to>
                                        <p:strVal val="visible"/>
                                      </p:to>
                                    </p:set>
                                    <p:animEffect transition="in" filter="wipe(down)">
                                      <p:cBhvr>
                                        <p:cTn id="22" dur="500"/>
                                        <p:tgtEl>
                                          <p:spTgt spid="2150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21506">
                                            <p:txEl>
                                              <p:pRg st="4" end="4"/>
                                            </p:txEl>
                                          </p:spTgt>
                                        </p:tgtEl>
                                        <p:attrNameLst>
                                          <p:attrName>style.visibility</p:attrName>
                                        </p:attrNameLst>
                                      </p:cBhvr>
                                      <p:to>
                                        <p:strVal val="visible"/>
                                      </p:to>
                                    </p:set>
                                    <p:animEffect transition="in" filter="wipe(down)">
                                      <p:cBhvr>
                                        <p:cTn id="27" dur="500"/>
                                        <p:tgtEl>
                                          <p:spTgt spid="2150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21506">
                                            <p:txEl>
                                              <p:pRg st="5" end="5"/>
                                            </p:txEl>
                                          </p:spTgt>
                                        </p:tgtEl>
                                        <p:attrNameLst>
                                          <p:attrName>style.visibility</p:attrName>
                                        </p:attrNameLst>
                                      </p:cBhvr>
                                      <p:to>
                                        <p:strVal val="visible"/>
                                      </p:to>
                                    </p:set>
                                    <p:animEffect transition="in" filter="wipe(down)">
                                      <p:cBhvr>
                                        <p:cTn id="32" dur="500"/>
                                        <p:tgtEl>
                                          <p:spTgt spid="2150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6"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4" name="Rectangle 16"/>
          <p:cNvSpPr>
            <a:spLocks noGrp="1" noChangeArrowheads="1"/>
          </p:cNvSpPr>
          <p:nvPr>
            <p:ph type="title"/>
          </p:nvPr>
        </p:nvSpPr>
        <p:spPr>
          <a:xfrm>
            <a:off x="755650" y="268288"/>
            <a:ext cx="7931150" cy="358775"/>
          </a:xfrm>
        </p:spPr>
        <p:txBody>
          <a:bodyPr/>
          <a:lstStyle/>
          <a:p>
            <a:pPr eaLnBrk="1" hangingPunct="1"/>
            <a:r>
              <a:rPr lang="en-US" altLang="zh-CN" sz="3000" i="1" dirty="0">
                <a:solidFill>
                  <a:schemeClr val="tx1"/>
                </a:solidFill>
                <a:ea typeface="黑体" panose="02010609060101010101" pitchFamily="49" charset="-122"/>
              </a:rPr>
              <a:t>LR</a:t>
            </a:r>
            <a:r>
              <a:rPr lang="en-US" altLang="zh-CN" sz="3000" dirty="0">
                <a:solidFill>
                  <a:schemeClr val="tx1"/>
                </a:solidFill>
                <a:ea typeface="黑体" panose="02010609060101010101" pitchFamily="49" charset="-122"/>
              </a:rPr>
              <a:t>(1)</a:t>
            </a:r>
            <a:r>
              <a:rPr lang="zh-CN" altLang="en-US" sz="3000" dirty="0">
                <a:solidFill>
                  <a:schemeClr val="tx1"/>
                </a:solidFill>
                <a:latin typeface="微软雅黑" panose="020B0503020204020204" pitchFamily="34" charset="-122"/>
                <a:ea typeface="微软雅黑" panose="020B0503020204020204" pitchFamily="34" charset="-122"/>
              </a:rPr>
              <a:t>项目展望符的确定</a:t>
            </a:r>
          </a:p>
        </p:txBody>
      </p:sp>
      <p:sp>
        <p:nvSpPr>
          <p:cNvPr id="38916" name="矩形 2"/>
          <p:cNvSpPr>
            <a:spLocks noChangeArrowheads="1"/>
          </p:cNvSpPr>
          <p:nvPr/>
        </p:nvSpPr>
        <p:spPr bwMode="auto">
          <a:xfrm>
            <a:off x="5590307" y="1707654"/>
            <a:ext cx="20589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 typeface="Arial" panose="020B0604020202020204" pitchFamily="34" charset="0"/>
              <a:buNone/>
            </a:pPr>
            <a:r>
              <a:rPr lang="en-US" altLang="zh-CN" sz="2500" b="1" dirty="0">
                <a:solidFill>
                  <a:srgbClr val="000000"/>
                </a:solidFill>
                <a:latin typeface="Times New Roman" panose="02020603050405020304" pitchFamily="18" charset="0"/>
                <a:cs typeface="Times New Roman" panose="02020603050405020304" pitchFamily="18" charset="0"/>
              </a:rPr>
              <a:t>[ </a:t>
            </a:r>
            <a:r>
              <a:rPr lang="en-US" altLang="zh-CN" sz="2500" b="1" i="1" dirty="0">
                <a:solidFill>
                  <a:srgbClr val="000000"/>
                </a:solidFill>
                <a:latin typeface="Times New Roman" panose="02020603050405020304" pitchFamily="18" charset="0"/>
                <a:cs typeface="Times New Roman" panose="02020603050405020304" pitchFamily="18" charset="0"/>
              </a:rPr>
              <a:t>A</a:t>
            </a:r>
            <a:r>
              <a:rPr lang="en-US" altLang="zh-CN" sz="2500" b="1" dirty="0">
                <a:solidFill>
                  <a:srgbClr val="000000"/>
                </a:solidFill>
                <a:latin typeface="Times New Roman" panose="02020603050405020304" pitchFamily="18" charset="0"/>
                <a:cs typeface="Times New Roman" panose="02020603050405020304" pitchFamily="18" charset="0"/>
              </a:rPr>
              <a:t>→</a:t>
            </a:r>
            <a:r>
              <a:rPr lang="en-US" altLang="zh-CN" sz="2500" b="1" i="1" dirty="0">
                <a:solidFill>
                  <a:srgbClr val="000000"/>
                </a:solidFill>
                <a:latin typeface="Times New Roman" panose="02020603050405020304" pitchFamily="18" charset="0"/>
                <a:cs typeface="Times New Roman" panose="02020603050405020304" pitchFamily="18" charset="0"/>
              </a:rPr>
              <a:t>α</a:t>
            </a:r>
            <a:r>
              <a:rPr lang="en-US" altLang="zh-CN" sz="2800" b="1" i="1" dirty="0">
                <a:solidFill>
                  <a:srgbClr val="000000"/>
                </a:solidFill>
                <a:latin typeface="Times New Roman" panose="02020603050405020304" pitchFamily="18" charset="0"/>
                <a:cs typeface="Times New Roman" panose="02020603050405020304" pitchFamily="18" charset="0"/>
              </a:rPr>
              <a:t>·</a:t>
            </a:r>
            <a:r>
              <a:rPr lang="en-US" altLang="zh-CN" sz="2500" b="1" i="1" dirty="0">
                <a:solidFill>
                  <a:srgbClr val="0070C0"/>
                </a:solidFill>
                <a:latin typeface="Times New Roman" panose="02020603050405020304" pitchFamily="18" charset="0"/>
                <a:cs typeface="Times New Roman" panose="02020603050405020304" pitchFamily="18" charset="0"/>
              </a:rPr>
              <a:t>B</a:t>
            </a:r>
            <a:r>
              <a:rPr lang="en-US" altLang="zh-CN" sz="2500" b="1" i="1" dirty="0">
                <a:solidFill>
                  <a:srgbClr val="FF0000"/>
                </a:solidFill>
                <a:latin typeface="Times New Roman" panose="02020603050405020304" pitchFamily="18" charset="0"/>
                <a:cs typeface="Times New Roman" panose="02020603050405020304" pitchFamily="18" charset="0"/>
              </a:rPr>
              <a:t>β</a:t>
            </a:r>
            <a:r>
              <a:rPr lang="en-US" altLang="zh-CN" sz="2500" b="1" dirty="0">
                <a:solidFill>
                  <a:srgbClr val="000000"/>
                </a:solidFill>
                <a:latin typeface="Times New Roman" panose="02020603050405020304" pitchFamily="18" charset="0"/>
                <a:cs typeface="Times New Roman" panose="02020603050405020304" pitchFamily="18" charset="0"/>
              </a:rPr>
              <a:t>, </a:t>
            </a:r>
            <a:r>
              <a:rPr lang="en-US" altLang="zh-CN" sz="2500" b="1" i="1" dirty="0">
                <a:solidFill>
                  <a:srgbClr val="FF0000"/>
                </a:solidFill>
                <a:latin typeface="Times New Roman" panose="02020603050405020304" pitchFamily="18" charset="0"/>
                <a:cs typeface="Times New Roman" panose="02020603050405020304" pitchFamily="18" charset="0"/>
              </a:rPr>
              <a:t>a</a:t>
            </a:r>
            <a:r>
              <a:rPr lang="en-US" altLang="zh-CN" sz="2500" b="1" dirty="0">
                <a:solidFill>
                  <a:srgbClr val="FF0000"/>
                </a:solidFill>
                <a:latin typeface="Times New Roman" panose="02020603050405020304" pitchFamily="18" charset="0"/>
                <a:cs typeface="Times New Roman" panose="02020603050405020304" pitchFamily="18" charset="0"/>
              </a:rPr>
              <a:t> </a:t>
            </a:r>
            <a:r>
              <a:rPr lang="en-US" altLang="zh-CN" sz="2500" b="1" dirty="0">
                <a:solidFill>
                  <a:srgbClr val="000000"/>
                </a:solidFill>
                <a:latin typeface="Times New Roman" panose="02020603050405020304" pitchFamily="18" charset="0"/>
                <a:cs typeface="Times New Roman" panose="02020603050405020304" pitchFamily="18" charset="0"/>
              </a:rPr>
              <a:t>]</a:t>
            </a:r>
            <a:endParaRPr lang="zh-CN" altLang="en-US" sz="2500" b="1" dirty="0">
              <a:solidFill>
                <a:srgbClr val="000000"/>
              </a:solidFill>
              <a:latin typeface="Times New Roman" panose="02020603050405020304" pitchFamily="18" charset="0"/>
              <a:cs typeface="Times New Roman" panose="02020603050405020304" pitchFamily="18" charset="0"/>
            </a:endParaRPr>
          </a:p>
        </p:txBody>
      </p:sp>
      <p:sp>
        <p:nvSpPr>
          <p:cNvPr id="6" name="矩形 5"/>
          <p:cNvSpPr>
            <a:spLocks noChangeArrowheads="1"/>
          </p:cNvSpPr>
          <p:nvPr/>
        </p:nvSpPr>
        <p:spPr bwMode="auto">
          <a:xfrm>
            <a:off x="5520800" y="3452141"/>
            <a:ext cx="2084225" cy="124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gn="ctr" eaLnBrk="1" hangingPunct="1">
              <a:lnSpc>
                <a:spcPct val="150000"/>
              </a:lnSpc>
              <a:spcBef>
                <a:spcPct val="0"/>
              </a:spcBef>
              <a:buClrTx/>
              <a:buSzTx/>
              <a:buFont typeface="Arial" panose="020B0604020202020204" pitchFamily="34" charset="0"/>
              <a:buNone/>
            </a:pPr>
            <a:r>
              <a:rPr lang="en-US" altLang="zh-CN" sz="2500" b="1" dirty="0">
                <a:solidFill>
                  <a:srgbClr val="000000"/>
                </a:solidFill>
                <a:latin typeface="Times New Roman" panose="02020603050405020304" pitchFamily="18" charset="0"/>
                <a:cs typeface="Times New Roman" panose="02020603050405020304" pitchFamily="18" charset="0"/>
              </a:rPr>
              <a:t>[</a:t>
            </a:r>
            <a:r>
              <a:rPr lang="en-US" altLang="zh-CN" sz="2500" b="1" i="1" dirty="0">
                <a:solidFill>
                  <a:srgbClr val="000000"/>
                </a:solidFill>
                <a:latin typeface="Times New Roman" panose="02020603050405020304" pitchFamily="18" charset="0"/>
                <a:cs typeface="Times New Roman" panose="02020603050405020304" pitchFamily="18" charset="0"/>
              </a:rPr>
              <a:t> </a:t>
            </a:r>
            <a:r>
              <a:rPr lang="en-US" altLang="zh-CN" sz="2500" b="1" i="1" dirty="0">
                <a:solidFill>
                  <a:srgbClr val="0070C0"/>
                </a:solidFill>
                <a:latin typeface="Times New Roman" panose="02020603050405020304" pitchFamily="18" charset="0"/>
                <a:cs typeface="Times New Roman" panose="02020603050405020304" pitchFamily="18" charset="0"/>
              </a:rPr>
              <a:t>B</a:t>
            </a:r>
            <a:r>
              <a:rPr lang="en-US" altLang="zh-CN" sz="2500" b="1" dirty="0">
                <a:solidFill>
                  <a:srgbClr val="0070C0"/>
                </a:solidFill>
                <a:latin typeface="Times New Roman" panose="02020603050405020304" pitchFamily="18" charset="0"/>
                <a:cs typeface="Times New Roman" panose="02020603050405020304" pitchFamily="18" charset="0"/>
              </a:rPr>
              <a:t>→</a:t>
            </a:r>
            <a:r>
              <a:rPr lang="en-US" altLang="zh-CN" sz="2800" b="1" i="1" dirty="0">
                <a:solidFill>
                  <a:srgbClr val="0070C0"/>
                </a:solidFill>
                <a:latin typeface="Times New Roman" panose="02020603050405020304" pitchFamily="18" charset="0"/>
                <a:cs typeface="Times New Roman" panose="02020603050405020304" pitchFamily="18" charset="0"/>
              </a:rPr>
              <a:t>·</a:t>
            </a:r>
            <a:r>
              <a:rPr lang="el-GR" altLang="zh-CN" sz="2500" b="1" i="1" dirty="0">
                <a:solidFill>
                  <a:srgbClr val="0070C0"/>
                </a:solidFill>
                <a:latin typeface="Times New Roman" panose="02020603050405020304" pitchFamily="18" charset="0"/>
                <a:cs typeface="Times New Roman" panose="02020603050405020304" pitchFamily="18" charset="0"/>
              </a:rPr>
              <a:t>γ</a:t>
            </a:r>
            <a:r>
              <a:rPr lang="en-US" altLang="zh-CN" sz="2500" b="1" dirty="0">
                <a:solidFill>
                  <a:srgbClr val="000000"/>
                </a:solidFill>
                <a:latin typeface="Times New Roman" panose="02020603050405020304" pitchFamily="18" charset="0"/>
                <a:cs typeface="Times New Roman" panose="02020603050405020304" pitchFamily="18" charset="0"/>
              </a:rPr>
              <a:t>, </a:t>
            </a:r>
            <a:r>
              <a:rPr lang="el-GR" altLang="zh-CN" sz="2500" b="1" i="1" dirty="0">
                <a:solidFill>
                  <a:srgbClr val="FF0000"/>
                </a:solidFill>
                <a:latin typeface="Times New Roman" panose="02020603050405020304" pitchFamily="18" charset="0"/>
                <a:cs typeface="Times New Roman" panose="02020603050405020304" pitchFamily="18" charset="0"/>
              </a:rPr>
              <a:t>b</a:t>
            </a:r>
            <a:r>
              <a:rPr lang="en-US" altLang="zh-CN" sz="2500" b="1" i="1" dirty="0">
                <a:solidFill>
                  <a:schemeClr val="tx1"/>
                </a:solidFill>
                <a:latin typeface="Times New Roman" panose="02020603050405020304" pitchFamily="18" charset="0"/>
                <a:cs typeface="Times New Roman" panose="02020603050405020304" pitchFamily="18" charset="0"/>
              </a:rPr>
              <a:t> </a:t>
            </a:r>
            <a:r>
              <a:rPr lang="en-US" altLang="zh-CN" sz="2500" b="1" dirty="0">
                <a:solidFill>
                  <a:srgbClr val="000000"/>
                </a:solidFill>
                <a:latin typeface="Times New Roman" panose="02020603050405020304" pitchFamily="18" charset="0"/>
                <a:cs typeface="Times New Roman" panose="02020603050405020304" pitchFamily="18" charset="0"/>
              </a:rPr>
              <a:t>]</a:t>
            </a:r>
            <a:r>
              <a:rPr lang="zh-CN" altLang="en-US" sz="2500" b="1" dirty="0">
                <a:solidFill>
                  <a:srgbClr val="000000"/>
                </a:solidFill>
                <a:latin typeface="Times New Roman" panose="02020603050405020304" pitchFamily="18" charset="0"/>
                <a:cs typeface="Times New Roman" panose="02020603050405020304" pitchFamily="18" charset="0"/>
              </a:rPr>
              <a:t> </a:t>
            </a:r>
            <a:endParaRPr lang="en-US" altLang="zh-CN" sz="2500" b="1" dirty="0">
              <a:solidFill>
                <a:srgbClr val="000000"/>
              </a:solidFill>
              <a:latin typeface="Times New Roman" panose="02020603050405020304" pitchFamily="18" charset="0"/>
              <a:cs typeface="Times New Roman" panose="02020603050405020304" pitchFamily="18" charset="0"/>
            </a:endParaRPr>
          </a:p>
          <a:p>
            <a:pPr algn="ctr" eaLnBrk="1" hangingPunct="1">
              <a:lnSpc>
                <a:spcPct val="150000"/>
              </a:lnSpc>
              <a:spcBef>
                <a:spcPct val="0"/>
              </a:spcBef>
              <a:buClrTx/>
              <a:buSzTx/>
              <a:buFont typeface="Arial" panose="020B0604020202020204" pitchFamily="34" charset="0"/>
              <a:buNone/>
            </a:pPr>
            <a:r>
              <a:rPr lang="el-GR" altLang="zh-CN" sz="2500" b="1" i="1" dirty="0">
                <a:solidFill>
                  <a:srgbClr val="FF0000"/>
                </a:solidFill>
                <a:latin typeface="Times New Roman" panose="02020603050405020304" pitchFamily="18" charset="0"/>
                <a:cs typeface="Times New Roman" panose="02020603050405020304" pitchFamily="18" charset="0"/>
              </a:rPr>
              <a:t>b</a:t>
            </a:r>
            <a:r>
              <a:rPr lang="el-GR" altLang="zh-CN" sz="2500" b="1" dirty="0">
                <a:solidFill>
                  <a:srgbClr val="FF0000"/>
                </a:solidFill>
                <a:latin typeface="Times New Roman" panose="02020603050405020304" pitchFamily="18" charset="0"/>
                <a:cs typeface="Times New Roman" panose="02020603050405020304" pitchFamily="18" charset="0"/>
              </a:rPr>
              <a:t>∈</a:t>
            </a:r>
            <a:r>
              <a:rPr lang="el-GR" altLang="zh-CN" sz="2500" b="1" i="1" dirty="0">
                <a:solidFill>
                  <a:srgbClr val="FF0000"/>
                </a:solidFill>
                <a:latin typeface="Times New Roman" panose="02020603050405020304" pitchFamily="18" charset="0"/>
                <a:cs typeface="Times New Roman" panose="02020603050405020304" pitchFamily="18" charset="0"/>
              </a:rPr>
              <a:t>FIRST</a:t>
            </a:r>
            <a:r>
              <a:rPr lang="en-US" altLang="zh-CN" sz="2500" b="1" i="1" dirty="0">
                <a:solidFill>
                  <a:srgbClr val="FF0000"/>
                </a:solidFill>
                <a:latin typeface="Times New Roman" panose="02020603050405020304" pitchFamily="18" charset="0"/>
                <a:cs typeface="Times New Roman" panose="02020603050405020304" pitchFamily="18" charset="0"/>
              </a:rPr>
              <a:t> </a:t>
            </a:r>
            <a:r>
              <a:rPr lang="en-US" altLang="zh-CN" sz="2500" b="1" dirty="0">
                <a:solidFill>
                  <a:srgbClr val="FF0000"/>
                </a:solidFill>
                <a:latin typeface="Times New Roman" panose="02020603050405020304" pitchFamily="18" charset="0"/>
                <a:cs typeface="Times New Roman" panose="02020603050405020304" pitchFamily="18" charset="0"/>
              </a:rPr>
              <a:t>(</a:t>
            </a:r>
            <a:r>
              <a:rPr lang="en-US" altLang="zh-CN" sz="2500" b="1" i="1" dirty="0">
                <a:solidFill>
                  <a:srgbClr val="FF0000"/>
                </a:solidFill>
                <a:latin typeface="Times New Roman" panose="02020603050405020304" pitchFamily="18" charset="0"/>
                <a:cs typeface="Times New Roman" panose="02020603050405020304" pitchFamily="18" charset="0"/>
              </a:rPr>
              <a:t>βa</a:t>
            </a:r>
            <a:r>
              <a:rPr lang="en-US" altLang="zh-CN" sz="2500" b="1" dirty="0">
                <a:solidFill>
                  <a:srgbClr val="FF0000"/>
                </a:solidFill>
                <a:latin typeface="Times New Roman" panose="02020603050405020304" pitchFamily="18" charset="0"/>
                <a:cs typeface="Times New Roman" panose="02020603050405020304" pitchFamily="18" charset="0"/>
              </a:rPr>
              <a:t>)</a:t>
            </a:r>
            <a:endParaRPr lang="zh-CN" altLang="en-US" sz="2500" b="1" dirty="0">
              <a:solidFill>
                <a:srgbClr val="FF0000"/>
              </a:solidFill>
              <a:latin typeface="Times New Roman" panose="02020603050405020304" pitchFamily="18" charset="0"/>
              <a:cs typeface="Times New Roman" panose="02020603050405020304" pitchFamily="18" charset="0"/>
            </a:endParaRPr>
          </a:p>
        </p:txBody>
      </p:sp>
      <p:grpSp>
        <p:nvGrpSpPr>
          <p:cNvPr id="7" name="组合 6">
            <a:extLst>
              <a:ext uri="{FF2B5EF4-FFF2-40B4-BE49-F238E27FC236}">
                <a16:creationId xmlns:a16="http://schemas.microsoft.com/office/drawing/2014/main" id="{02C9C858-A942-4FA8-8BB7-F40BDB6E39FB}"/>
              </a:ext>
            </a:extLst>
          </p:cNvPr>
          <p:cNvGrpSpPr/>
          <p:nvPr/>
        </p:nvGrpSpPr>
        <p:grpSpPr>
          <a:xfrm>
            <a:off x="5015681" y="2462502"/>
            <a:ext cx="1911300" cy="947738"/>
            <a:chOff x="5015681" y="2462502"/>
            <a:chExt cx="1911300" cy="947738"/>
          </a:xfrm>
        </p:grpSpPr>
        <p:sp>
          <p:nvSpPr>
            <p:cNvPr id="4" name="上下箭头 3"/>
            <p:cNvSpPr/>
            <p:nvPr/>
          </p:nvSpPr>
          <p:spPr>
            <a:xfrm>
              <a:off x="6350719" y="2462502"/>
              <a:ext cx="576262" cy="947738"/>
            </a:xfrm>
            <a:prstGeom prst="upDownArrow">
              <a:avLst/>
            </a:prstGeom>
            <a:solidFill>
              <a:schemeClr val="tx2">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2400">
                <a:latin typeface="Times New Roman" panose="02020603050405020304" pitchFamily="18" charset="0"/>
                <a:cs typeface="Times New Roman" panose="02020603050405020304" pitchFamily="18" charset="0"/>
              </a:endParaRPr>
            </a:p>
          </p:txBody>
        </p:sp>
        <p:sp>
          <p:nvSpPr>
            <p:cNvPr id="38919" name="矩形 6"/>
            <p:cNvSpPr>
              <a:spLocks noChangeArrowheads="1"/>
            </p:cNvSpPr>
            <p:nvPr/>
          </p:nvSpPr>
          <p:spPr bwMode="auto">
            <a:xfrm>
              <a:off x="5015681" y="2635110"/>
              <a:ext cx="1498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 typeface="Arial" panose="020B0604020202020204" pitchFamily="34" charset="0"/>
                <a:buNone/>
              </a:pPr>
              <a:r>
                <a:rPr lang="en-US" altLang="zh-CN" sz="2500" b="1" i="1" dirty="0">
                  <a:solidFill>
                    <a:srgbClr val="0070C0"/>
                  </a:solidFill>
                  <a:latin typeface="Times New Roman" panose="02020603050405020304" pitchFamily="18" charset="0"/>
                  <a:cs typeface="Times New Roman" panose="02020603050405020304" pitchFamily="18" charset="0"/>
                </a:rPr>
                <a:t>B</a:t>
              </a:r>
              <a:r>
                <a:rPr lang="en-US" altLang="zh-CN" sz="2500" b="1" dirty="0">
                  <a:solidFill>
                    <a:srgbClr val="0070C0"/>
                  </a:solidFill>
                  <a:latin typeface="Times New Roman" panose="02020603050405020304" pitchFamily="18" charset="0"/>
                  <a:cs typeface="Times New Roman" panose="02020603050405020304" pitchFamily="18" charset="0"/>
                </a:rPr>
                <a:t>→</a:t>
              </a:r>
              <a:r>
                <a:rPr lang="el-GR" altLang="zh-CN" sz="2500" b="1" i="1" dirty="0">
                  <a:solidFill>
                    <a:srgbClr val="0070C0"/>
                  </a:solidFill>
                  <a:latin typeface="Times New Roman" panose="02020603050405020304" pitchFamily="18" charset="0"/>
                  <a:cs typeface="Times New Roman" panose="02020603050405020304" pitchFamily="18" charset="0"/>
                </a:rPr>
                <a:t>γ</a:t>
              </a:r>
              <a:r>
                <a:rPr lang="el-GR" altLang="zh-CN" sz="2500" b="1" dirty="0">
                  <a:solidFill>
                    <a:srgbClr val="000000"/>
                  </a:solidFill>
                  <a:latin typeface="Times New Roman" panose="02020603050405020304" pitchFamily="18" charset="0"/>
                  <a:cs typeface="Times New Roman" panose="02020603050405020304" pitchFamily="18" charset="0"/>
                </a:rPr>
                <a:t>∈</a:t>
              </a:r>
              <a:r>
                <a:rPr lang="en-US" altLang="zh-CN" sz="2500" b="1" i="1" dirty="0">
                  <a:solidFill>
                    <a:srgbClr val="000000"/>
                  </a:solidFill>
                  <a:latin typeface="Times New Roman" panose="02020603050405020304" pitchFamily="18" charset="0"/>
                  <a:cs typeface="Times New Roman" panose="02020603050405020304" pitchFamily="18" charset="0"/>
                </a:rPr>
                <a:t>P</a:t>
              </a:r>
              <a:endParaRPr lang="zh-CN" altLang="en-US" sz="2500" b="1" i="1" dirty="0">
                <a:solidFill>
                  <a:schemeClr val="tx1"/>
                </a:solidFill>
                <a:latin typeface="Times New Roman" panose="02020603050405020304" pitchFamily="18" charset="0"/>
                <a:cs typeface="Times New Roman" panose="02020603050405020304" pitchFamily="18" charset="0"/>
              </a:endParaRPr>
            </a:p>
          </p:txBody>
        </p:sp>
      </p:grpSp>
      <p:sp>
        <p:nvSpPr>
          <p:cNvPr id="2" name="灯片编号占位符 1">
            <a:extLst>
              <a:ext uri="{FF2B5EF4-FFF2-40B4-BE49-F238E27FC236}">
                <a16:creationId xmlns:a16="http://schemas.microsoft.com/office/drawing/2014/main" id="{CA5C0048-A83A-4649-A130-00730D01B5F6}"/>
              </a:ext>
            </a:extLst>
          </p:cNvPr>
          <p:cNvSpPr>
            <a:spLocks noGrp="1"/>
          </p:cNvSpPr>
          <p:nvPr>
            <p:ph type="sldNum" sz="quarter" idx="12"/>
          </p:nvPr>
        </p:nvSpPr>
        <p:spPr/>
        <p:txBody>
          <a:bodyPr/>
          <a:lstStyle/>
          <a:p>
            <a:pPr>
              <a:defRPr/>
            </a:pPr>
            <a:fld id="{76D20AB1-C80E-44EB-B890-88EEF3B3DC08}" type="slidenum">
              <a:rPr lang="zh-CN" altLang="en-US" smtClean="0"/>
              <a:pPr>
                <a:defRPr/>
              </a:pPr>
              <a:t>13</a:t>
            </a:fld>
            <a:endParaRPr lang="en-US" altLang="zh-CN"/>
          </a:p>
        </p:txBody>
      </p:sp>
      <mc:AlternateContent xmlns:mc="http://schemas.openxmlformats.org/markup-compatibility/2006">
        <mc:Choice xmlns:a14="http://schemas.microsoft.com/office/drawing/2010/main" Requires="a14">
          <p:sp>
            <p:nvSpPr>
              <p:cNvPr id="3" name="矩形 2"/>
              <p:cNvSpPr/>
              <p:nvPr/>
            </p:nvSpPr>
            <p:spPr>
              <a:xfrm>
                <a:off x="347136" y="2956178"/>
                <a:ext cx="4008840" cy="1415772"/>
              </a:xfrm>
              <a:prstGeom prst="rect">
                <a:avLst/>
              </a:prstGeom>
            </p:spPr>
            <p:txBody>
              <a:bodyPr wrap="square">
                <a:spAutoFit/>
              </a:bodyPr>
              <a:lstStyle/>
              <a:p>
                <a:pPr marL="273050" lvl="1" eaLnBrk="1" hangingPunct="1">
                  <a:spcBef>
                    <a:spcPts val="600"/>
                  </a:spcBef>
                  <a:buClr>
                    <a:schemeClr val="tx1"/>
                  </a:buClr>
                  <a:defRPr/>
                </a:pPr>
                <a:r>
                  <a:rPr lang="zh-CN" altLang="en-US" sz="2400" b="1" dirty="0">
                    <a:latin typeface="Times New Roman" panose="02020603050405020304" pitchFamily="18" charset="0"/>
                    <a:ea typeface="+mn-ea"/>
                    <a:cs typeface="Times New Roman" panose="02020603050405020304" pitchFamily="18" charset="0"/>
                  </a:rPr>
                  <a:t>若存在</a:t>
                </a:r>
                <a:r>
                  <a:rPr lang="en-US" altLang="zh-CN" sz="2400" b="1" dirty="0">
                    <a:latin typeface="Times New Roman" panose="02020603050405020304" pitchFamily="18" charset="0"/>
                    <a:ea typeface="+mn-ea"/>
                    <a:cs typeface="Times New Roman" panose="02020603050405020304" pitchFamily="18" charset="0"/>
                  </a:rPr>
                  <a:t>[ </a:t>
                </a:r>
                <a:r>
                  <a:rPr lang="en-US" altLang="zh-CN" sz="2400" b="1" i="1" dirty="0">
                    <a:latin typeface="Times New Roman" panose="02020603050405020304" pitchFamily="18" charset="0"/>
                    <a:ea typeface="+mn-ea"/>
                    <a:cs typeface="Times New Roman" panose="02020603050405020304" pitchFamily="18" charset="0"/>
                  </a:rPr>
                  <a:t>A</a:t>
                </a:r>
                <a:r>
                  <a:rPr lang="en-US" altLang="zh-CN" sz="2400" b="1" dirty="0">
                    <a:latin typeface="Times New Roman" panose="02020603050405020304" pitchFamily="18" charset="0"/>
                    <a:ea typeface="+mn-ea"/>
                    <a:cs typeface="Times New Roman" panose="02020603050405020304" pitchFamily="18" charset="0"/>
                  </a:rPr>
                  <a:t>→</a:t>
                </a:r>
                <a:r>
                  <a:rPr lang="en-US" altLang="zh-CN" sz="2400" b="1" i="1" dirty="0">
                    <a:latin typeface="Times New Roman" panose="02020603050405020304" pitchFamily="18" charset="0"/>
                    <a:ea typeface="+mn-ea"/>
                    <a:cs typeface="Times New Roman" panose="02020603050405020304" pitchFamily="18" charset="0"/>
                  </a:rPr>
                  <a:t>α</a:t>
                </a:r>
                <a:r>
                  <a:rPr lang="en-US" altLang="zh-CN" sz="2800" b="1" i="1" dirty="0">
                    <a:solidFill>
                      <a:srgbClr val="000000"/>
                    </a:solidFill>
                    <a:latin typeface="Times New Roman" panose="02020603050405020304" pitchFamily="18" charset="0"/>
                    <a:ea typeface="+mn-ea"/>
                    <a:cs typeface="Times New Roman" panose="02020603050405020304" pitchFamily="18" charset="0"/>
                  </a:rPr>
                  <a:t>·</a:t>
                </a:r>
                <a:r>
                  <a:rPr lang="en-US" altLang="zh-CN" sz="2400" b="1" i="1" dirty="0">
                    <a:latin typeface="Times New Roman" panose="02020603050405020304" pitchFamily="18" charset="0"/>
                    <a:ea typeface="+mn-ea"/>
                    <a:cs typeface="Times New Roman" panose="02020603050405020304" pitchFamily="18" charset="0"/>
                  </a:rPr>
                  <a:t>Xβ</a:t>
                </a:r>
                <a:r>
                  <a:rPr lang="en-US" altLang="zh-CN" sz="2400" b="1" dirty="0">
                    <a:latin typeface="Times New Roman" panose="02020603050405020304" pitchFamily="18" charset="0"/>
                    <a:ea typeface="+mn-ea"/>
                    <a:cs typeface="Times New Roman" panose="02020603050405020304" pitchFamily="18" charset="0"/>
                  </a:rPr>
                  <a:t>, </a:t>
                </a:r>
                <a:r>
                  <a:rPr lang="en-US" altLang="zh-CN" sz="2400" b="1" i="1" dirty="0">
                    <a:solidFill>
                      <a:srgbClr val="0070C0"/>
                    </a:solidFill>
                    <a:latin typeface="Times New Roman" panose="02020603050405020304" pitchFamily="18" charset="0"/>
                    <a:ea typeface="+mn-ea"/>
                    <a:cs typeface="Times New Roman" panose="02020603050405020304" pitchFamily="18" charset="0"/>
                  </a:rPr>
                  <a:t>a </a:t>
                </a:r>
                <a:r>
                  <a:rPr lang="en-US" altLang="zh-CN" sz="2400" b="1" dirty="0">
                    <a:latin typeface="Times New Roman" panose="02020603050405020304" pitchFamily="18" charset="0"/>
                    <a:ea typeface="+mn-ea"/>
                    <a:cs typeface="Times New Roman" panose="02020603050405020304" pitchFamily="18" charset="0"/>
                  </a:rPr>
                  <a:t>]</a:t>
                </a:r>
                <a14:m>
                  <m:oMath xmlns:m="http://schemas.openxmlformats.org/officeDocument/2006/math">
                    <m:r>
                      <a:rPr lang="en-US" altLang="zh-CN" sz="2400" b="1"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CN" sz="2400" b="1" i="1" dirty="0">
                    <a:latin typeface="Times New Roman" panose="02020603050405020304" pitchFamily="18" charset="0"/>
                    <a:ea typeface="+mn-ea"/>
                    <a:cs typeface="Times New Roman" panose="02020603050405020304" pitchFamily="18" charset="0"/>
                  </a:rPr>
                  <a:t>I</a:t>
                </a:r>
                <a:r>
                  <a:rPr lang="en-US" altLang="zh-CN" sz="2400" b="1" i="1" baseline="-25000" dirty="0">
                    <a:latin typeface="Times New Roman" panose="02020603050405020304" pitchFamily="18" charset="0"/>
                    <a:ea typeface="+mn-ea"/>
                    <a:cs typeface="Times New Roman" panose="02020603050405020304" pitchFamily="18" charset="0"/>
                  </a:rPr>
                  <a:t>i</a:t>
                </a:r>
                <a:r>
                  <a:rPr lang="zh-CN" altLang="en-US" sz="2400" b="1" dirty="0">
                    <a:latin typeface="Times New Roman" panose="02020603050405020304" pitchFamily="18" charset="0"/>
                    <a:ea typeface="+mn-ea"/>
                    <a:cs typeface="Times New Roman" panose="02020603050405020304" pitchFamily="18" charset="0"/>
                  </a:rPr>
                  <a:t>，</a:t>
                </a:r>
                <a:endParaRPr lang="en-US" altLang="zh-CN" sz="2400" b="1" i="1" dirty="0">
                  <a:solidFill>
                    <a:srgbClr val="0070C0"/>
                  </a:solidFill>
                  <a:latin typeface="Times New Roman" panose="02020603050405020304" pitchFamily="18" charset="0"/>
                  <a:ea typeface="+mn-ea"/>
                  <a:cs typeface="Times New Roman" panose="02020603050405020304" pitchFamily="18" charset="0"/>
                </a:endParaRPr>
              </a:p>
              <a:p>
                <a:pPr marL="273050" lvl="1" eaLnBrk="1" hangingPunct="1">
                  <a:spcBef>
                    <a:spcPts val="600"/>
                  </a:spcBef>
                  <a:buClr>
                    <a:schemeClr val="tx1"/>
                  </a:buClr>
                  <a:defRPr/>
                </a:pPr>
                <a:r>
                  <a:rPr lang="zh-CN" altLang="en-US" sz="2400" b="1" dirty="0">
                    <a:latin typeface="Times New Roman" panose="02020603050405020304" pitchFamily="18" charset="0"/>
                    <a:ea typeface="+mn-ea"/>
                    <a:cs typeface="Times New Roman" panose="02020603050405020304" pitchFamily="18" charset="0"/>
                  </a:rPr>
                  <a:t>则其后继项目为：</a:t>
                </a:r>
                <a:endParaRPr lang="en-US" altLang="zh-CN" sz="2400" b="1" dirty="0">
                  <a:latin typeface="Times New Roman" panose="02020603050405020304" pitchFamily="18" charset="0"/>
                  <a:ea typeface="+mn-ea"/>
                  <a:cs typeface="Times New Roman" panose="02020603050405020304" pitchFamily="18" charset="0"/>
                </a:endParaRPr>
              </a:p>
              <a:p>
                <a:pPr marL="273050" lvl="1" algn="ctr" eaLnBrk="1" hangingPunct="1">
                  <a:spcBef>
                    <a:spcPts val="600"/>
                  </a:spcBef>
                  <a:buClr>
                    <a:schemeClr val="tx1"/>
                  </a:buClr>
                  <a:defRPr/>
                </a:pPr>
                <a:r>
                  <a:rPr lang="en-US" altLang="zh-CN" sz="2400" b="1" dirty="0">
                    <a:latin typeface="Times New Roman" panose="02020603050405020304" pitchFamily="18" charset="0"/>
                    <a:ea typeface="+mn-ea"/>
                    <a:cs typeface="Times New Roman" panose="02020603050405020304" pitchFamily="18" charset="0"/>
                  </a:rPr>
                  <a:t>[ </a:t>
                </a:r>
                <a:r>
                  <a:rPr lang="en-US" altLang="zh-CN" sz="2400" b="1" i="1" dirty="0">
                    <a:latin typeface="Times New Roman" panose="02020603050405020304" pitchFamily="18" charset="0"/>
                    <a:ea typeface="+mn-ea"/>
                    <a:cs typeface="Times New Roman" panose="02020603050405020304" pitchFamily="18" charset="0"/>
                  </a:rPr>
                  <a:t>A</a:t>
                </a:r>
                <a:r>
                  <a:rPr lang="en-US" altLang="zh-CN" sz="2400" b="1" dirty="0">
                    <a:latin typeface="Times New Roman" panose="02020603050405020304" pitchFamily="18" charset="0"/>
                    <a:ea typeface="+mn-ea"/>
                    <a:cs typeface="Times New Roman" panose="02020603050405020304" pitchFamily="18" charset="0"/>
                  </a:rPr>
                  <a:t>→</a:t>
                </a:r>
                <a:r>
                  <a:rPr lang="en-US" altLang="zh-CN" sz="2400" b="1" i="1" dirty="0">
                    <a:latin typeface="Times New Roman" panose="02020603050405020304" pitchFamily="18" charset="0"/>
                    <a:ea typeface="+mn-ea"/>
                    <a:cs typeface="Times New Roman" panose="02020603050405020304" pitchFamily="18" charset="0"/>
                  </a:rPr>
                  <a:t>αX</a:t>
                </a:r>
                <a:r>
                  <a:rPr lang="en-US" altLang="zh-CN" sz="2400" b="1" i="1" dirty="0">
                    <a:solidFill>
                      <a:srgbClr val="000000"/>
                    </a:solidFill>
                    <a:latin typeface="Times New Roman" panose="02020603050405020304" pitchFamily="18" charset="0"/>
                    <a:ea typeface="+mn-ea"/>
                    <a:cs typeface="Times New Roman" panose="02020603050405020304" pitchFamily="18" charset="0"/>
                  </a:rPr>
                  <a:t>·</a:t>
                </a:r>
                <a:r>
                  <a:rPr lang="en-US" altLang="zh-CN" sz="2400" b="1" i="1" dirty="0">
                    <a:latin typeface="Times New Roman" panose="02020603050405020304" pitchFamily="18" charset="0"/>
                    <a:ea typeface="+mn-ea"/>
                    <a:cs typeface="Times New Roman" panose="02020603050405020304" pitchFamily="18" charset="0"/>
                  </a:rPr>
                  <a:t>β</a:t>
                </a:r>
                <a:r>
                  <a:rPr lang="en-US" altLang="zh-CN" sz="2400" b="1" dirty="0">
                    <a:latin typeface="Times New Roman" panose="02020603050405020304" pitchFamily="18" charset="0"/>
                    <a:ea typeface="+mn-ea"/>
                    <a:cs typeface="Times New Roman" panose="02020603050405020304" pitchFamily="18" charset="0"/>
                  </a:rPr>
                  <a:t>, </a:t>
                </a:r>
                <a:r>
                  <a:rPr lang="en-US" altLang="zh-CN" sz="2400" b="1" i="1" dirty="0">
                    <a:solidFill>
                      <a:srgbClr val="0070C0"/>
                    </a:solidFill>
                    <a:latin typeface="Times New Roman" panose="02020603050405020304" pitchFamily="18" charset="0"/>
                    <a:ea typeface="+mn-ea"/>
                    <a:cs typeface="Times New Roman" panose="02020603050405020304" pitchFamily="18" charset="0"/>
                  </a:rPr>
                  <a:t>a </a:t>
                </a:r>
                <a:r>
                  <a:rPr lang="en-US" altLang="zh-CN" sz="2400" b="1" dirty="0">
                    <a:latin typeface="Times New Roman" panose="02020603050405020304" pitchFamily="18" charset="0"/>
                    <a:ea typeface="+mn-ea"/>
                    <a:cs typeface="Times New Roman" panose="02020603050405020304" pitchFamily="18" charset="0"/>
                  </a:rPr>
                  <a:t>]</a:t>
                </a:r>
              </a:p>
            </p:txBody>
          </p:sp>
        </mc:Choice>
        <mc:Fallback>
          <p:sp>
            <p:nvSpPr>
              <p:cNvPr id="3" name="矩形 2"/>
              <p:cNvSpPr>
                <a:spLocks noRot="1" noChangeAspect="1" noMove="1" noResize="1" noEditPoints="1" noAdjustHandles="1" noChangeArrowheads="1" noChangeShapeType="1" noTextEdit="1"/>
              </p:cNvSpPr>
              <p:nvPr/>
            </p:nvSpPr>
            <p:spPr>
              <a:xfrm>
                <a:off x="347136" y="2956178"/>
                <a:ext cx="4008840" cy="1415772"/>
              </a:xfrm>
              <a:prstGeom prst="rect">
                <a:avLst/>
              </a:prstGeom>
              <a:blipFill>
                <a:blip r:embed="rId3"/>
                <a:stretch>
                  <a:fillRect t="-4741" b="-9052"/>
                </a:stretch>
              </a:blipFill>
            </p:spPr>
            <p:txBody>
              <a:bodyPr/>
              <a:lstStyle/>
              <a:p>
                <a:r>
                  <a:rPr lang="zh-CN" altLang="en-US">
                    <a:noFill/>
                  </a:rPr>
                  <a:t> </a:t>
                </a:r>
              </a:p>
            </p:txBody>
          </p:sp>
        </mc:Fallback>
      </mc:AlternateContent>
      <p:sp>
        <p:nvSpPr>
          <p:cNvPr id="5" name="矩形 4"/>
          <p:cNvSpPr/>
          <p:nvPr/>
        </p:nvSpPr>
        <p:spPr>
          <a:xfrm>
            <a:off x="430579" y="2028785"/>
            <a:ext cx="4429453" cy="830997"/>
          </a:xfrm>
          <a:prstGeom prst="rect">
            <a:avLst/>
          </a:prstGeom>
          <a:solidFill>
            <a:schemeClr val="accent2">
              <a:lumMod val="20000"/>
              <a:lumOff val="80000"/>
            </a:schemeClr>
          </a:solidFill>
          <a:ln>
            <a:solidFill>
              <a:schemeClr val="tx1"/>
            </a:solidFill>
          </a:ln>
        </p:spPr>
        <p:txBody>
          <a:bodyPr wrap="square">
            <a:spAutoFit/>
          </a:bodyPr>
          <a:lstStyle/>
          <a:p>
            <a:pPr algn="ctr"/>
            <a:r>
              <a:rPr lang="en-US" altLang="zh-CN" sz="2400" dirty="0">
                <a:ea typeface="黑体" panose="02010609060101010101" pitchFamily="49" charset="-122"/>
              </a:rPr>
              <a:t>3.</a:t>
            </a:r>
            <a:r>
              <a:rPr lang="zh-CN" altLang="en-US" sz="2400" dirty="0">
                <a:ea typeface="黑体" panose="02010609060101010101" pitchFamily="49" charset="-122"/>
              </a:rPr>
              <a:t>后继项目</a:t>
            </a:r>
            <a:r>
              <a:rPr lang="zh-CN" altLang="en-US" sz="2400" dirty="0">
                <a:solidFill>
                  <a:srgbClr val="0070C0"/>
                </a:solidFill>
                <a:ea typeface="黑体" panose="02010609060101010101" pitchFamily="49" charset="-122"/>
              </a:rPr>
              <a:t>继承</a:t>
            </a:r>
            <a:r>
              <a:rPr lang="zh-CN" altLang="en-US" sz="2400" dirty="0">
                <a:ea typeface="黑体" panose="02010609060101010101" pitchFamily="49" charset="-122"/>
              </a:rPr>
              <a:t>原项目的展望符，亦称为</a:t>
            </a:r>
            <a:r>
              <a:rPr lang="zh-CN" altLang="en-US" sz="2400" dirty="0">
                <a:solidFill>
                  <a:srgbClr val="0070C0"/>
                </a:solidFill>
                <a:ea typeface="黑体" panose="02010609060101010101" pitchFamily="49" charset="-122"/>
              </a:rPr>
              <a:t>传播的</a:t>
            </a:r>
            <a:endParaRPr lang="zh-CN" altLang="en-US" sz="2400" dirty="0">
              <a:solidFill>
                <a:srgbClr val="0070C0"/>
              </a:solidFill>
            </a:endParaRPr>
          </a:p>
        </p:txBody>
      </p:sp>
      <p:sp>
        <p:nvSpPr>
          <p:cNvPr id="11" name="矩形 10"/>
          <p:cNvSpPr/>
          <p:nvPr/>
        </p:nvSpPr>
        <p:spPr>
          <a:xfrm>
            <a:off x="4283968" y="897849"/>
            <a:ext cx="4608512" cy="830997"/>
          </a:xfrm>
          <a:prstGeom prst="rect">
            <a:avLst/>
          </a:prstGeom>
          <a:solidFill>
            <a:schemeClr val="accent2">
              <a:lumMod val="20000"/>
              <a:lumOff val="80000"/>
            </a:schemeClr>
          </a:solidFill>
          <a:ln>
            <a:solidFill>
              <a:schemeClr val="tx1"/>
            </a:solidFill>
          </a:ln>
        </p:spPr>
        <p:txBody>
          <a:bodyPr wrap="square">
            <a:spAutoFit/>
          </a:bodyPr>
          <a:lstStyle/>
          <a:p>
            <a:pPr algn="ctr" eaLnBrk="1" hangingPunct="1"/>
            <a:r>
              <a:rPr lang="en-US" altLang="zh-CN" sz="2400" dirty="0">
                <a:latin typeface="微软雅黑" panose="020B0503020204020204" pitchFamily="34" charset="-122"/>
                <a:ea typeface="微软雅黑" panose="020B0503020204020204" pitchFamily="34" charset="-122"/>
              </a:rPr>
              <a:t>2. </a:t>
            </a:r>
            <a:r>
              <a:rPr lang="zh-CN" altLang="en-US" sz="2400" dirty="0">
                <a:latin typeface="微软雅黑" panose="020B0503020204020204" pitchFamily="34" charset="-122"/>
                <a:ea typeface="微软雅黑" panose="020B0503020204020204" pitchFamily="34" charset="-122"/>
              </a:rPr>
              <a:t>闭包运算中新加入项的展望符</a:t>
            </a:r>
            <a:endParaRPr lang="en-US" altLang="zh-CN" sz="2400" dirty="0">
              <a:latin typeface="微软雅黑" panose="020B0503020204020204" pitchFamily="34" charset="-122"/>
              <a:ea typeface="微软雅黑" panose="020B0503020204020204" pitchFamily="34" charset="-122"/>
            </a:endParaRPr>
          </a:p>
          <a:p>
            <a:pPr algn="ctr" eaLnBrk="1" hangingPunct="1"/>
            <a:r>
              <a:rPr lang="zh-CN" altLang="en-US" sz="2400" dirty="0">
                <a:latin typeface="微软雅黑" panose="020B0503020204020204" pitchFamily="34" charset="-122"/>
                <a:ea typeface="微软雅黑" panose="020B0503020204020204" pitchFamily="34" charset="-122"/>
              </a:rPr>
              <a:t>是</a:t>
            </a:r>
            <a:r>
              <a:rPr lang="zh-CN" altLang="en-US" sz="2400" dirty="0">
                <a:solidFill>
                  <a:srgbClr val="0070C0"/>
                </a:solidFill>
                <a:latin typeface="微软雅黑" panose="020B0503020204020204" pitchFamily="34" charset="-122"/>
                <a:ea typeface="微软雅黑" panose="020B0503020204020204" pitchFamily="34" charset="-122"/>
              </a:rPr>
              <a:t>自生的</a:t>
            </a:r>
            <a:r>
              <a:rPr lang="zh-CN" altLang="en-US" sz="2400" b="1" dirty="0">
                <a:latin typeface="Times New Roman" panose="02020603050405020304" pitchFamily="18" charset="0"/>
                <a:cs typeface="Times New Roman" panose="02020603050405020304" pitchFamily="18" charset="0"/>
              </a:rPr>
              <a:t>：</a:t>
            </a:r>
            <a:r>
              <a:rPr lang="el-GR" altLang="zh-CN" sz="2400" b="1" i="1" dirty="0">
                <a:solidFill>
                  <a:srgbClr val="FF0000"/>
                </a:solidFill>
                <a:latin typeface="Times New Roman" panose="02020603050405020304" pitchFamily="18" charset="0"/>
                <a:cs typeface="Times New Roman" panose="02020603050405020304" pitchFamily="18" charset="0"/>
              </a:rPr>
              <a:t>FIRST</a:t>
            </a:r>
            <a:r>
              <a:rPr lang="en-US" altLang="zh-CN" sz="2400" b="1" i="1" dirty="0">
                <a:solidFill>
                  <a:srgbClr val="FF0000"/>
                </a:solidFill>
                <a:latin typeface="Times New Roman" panose="02020603050405020304" pitchFamily="18" charset="0"/>
                <a:cs typeface="Times New Roman" panose="02020603050405020304" pitchFamily="18" charset="0"/>
              </a:rPr>
              <a:t> </a:t>
            </a:r>
            <a:r>
              <a:rPr lang="en-US" altLang="zh-CN" sz="2400" b="1" dirty="0">
                <a:solidFill>
                  <a:srgbClr val="FF0000"/>
                </a:solidFill>
                <a:latin typeface="Times New Roman" panose="02020603050405020304" pitchFamily="18" charset="0"/>
                <a:cs typeface="Times New Roman" panose="02020603050405020304" pitchFamily="18" charset="0"/>
              </a:rPr>
              <a:t>(</a:t>
            </a:r>
            <a:r>
              <a:rPr lang="en-US" altLang="zh-CN" sz="2400" b="1" i="1" dirty="0">
                <a:solidFill>
                  <a:srgbClr val="FF0000"/>
                </a:solidFill>
                <a:latin typeface="Times New Roman" panose="02020603050405020304" pitchFamily="18" charset="0"/>
                <a:cs typeface="Times New Roman" panose="02020603050405020304" pitchFamily="18" charset="0"/>
              </a:rPr>
              <a:t>βa</a:t>
            </a:r>
            <a:r>
              <a:rPr lang="en-US" altLang="zh-CN" sz="2400" b="1" dirty="0">
                <a:solidFill>
                  <a:srgbClr val="FF0000"/>
                </a:solidFill>
                <a:latin typeface="Times New Roman" panose="02020603050405020304" pitchFamily="18" charset="0"/>
                <a:cs typeface="Times New Roman" panose="02020603050405020304" pitchFamily="18" charset="0"/>
              </a:rPr>
              <a:t>)</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sp>
        <p:nvSpPr>
          <p:cNvPr id="12" name="矩形 11"/>
          <p:cNvSpPr/>
          <p:nvPr/>
        </p:nvSpPr>
        <p:spPr>
          <a:xfrm>
            <a:off x="430579" y="890445"/>
            <a:ext cx="3565431" cy="830997"/>
          </a:xfrm>
          <a:prstGeom prst="rect">
            <a:avLst/>
          </a:prstGeom>
          <a:solidFill>
            <a:schemeClr val="accent2">
              <a:lumMod val="20000"/>
              <a:lumOff val="80000"/>
            </a:schemeClr>
          </a:solidFill>
          <a:ln>
            <a:solidFill>
              <a:schemeClr val="tx1"/>
            </a:solidFill>
          </a:ln>
        </p:spPr>
        <p:txBody>
          <a:bodyPr wrap="square">
            <a:spAutoFit/>
          </a:bodyPr>
          <a:lstStyle/>
          <a:p>
            <a:pPr algn="ctr"/>
            <a:r>
              <a:rPr lang="en-US" altLang="zh-CN" sz="2400" dirty="0">
                <a:ea typeface="黑体" panose="02010609060101010101" pitchFamily="49" charset="-122"/>
              </a:rPr>
              <a:t>1</a:t>
            </a:r>
            <a:r>
              <a:rPr lang="zh-CN" altLang="en-US" sz="2400" dirty="0">
                <a:ea typeface="黑体" panose="02010609060101010101" pitchFamily="49" charset="-122"/>
              </a:rPr>
              <a:t>、初始项目展望符是</a:t>
            </a:r>
            <a:r>
              <a:rPr lang="en-US" altLang="zh-CN" sz="2400" dirty="0">
                <a:ea typeface="黑体" panose="02010609060101010101" pitchFamily="49" charset="-122"/>
              </a:rPr>
              <a:t>:$</a:t>
            </a:r>
          </a:p>
          <a:p>
            <a:pPr algn="ctr"/>
            <a:r>
              <a:rPr lang="en-US" altLang="zh-CN" sz="2400" dirty="0"/>
              <a:t>[</a:t>
            </a:r>
            <a:r>
              <a:rPr lang="en-US" altLang="zh-CN" sz="2400" b="1" i="1" dirty="0">
                <a:latin typeface="Times New Roman" panose="02020603050405020304" pitchFamily="18" charset="0"/>
              </a:rPr>
              <a:t>S</a:t>
            </a:r>
            <a:r>
              <a:rPr lang="en-US" altLang="zh-CN" sz="2400" b="1" i="1" dirty="0">
                <a:latin typeface="Times New Roman" panose="02020603050405020304" pitchFamily="18" charset="0"/>
                <a:cs typeface="Times New Roman" panose="02020603050405020304" pitchFamily="18" charset="0"/>
              </a:rPr>
              <a:t>′ </a:t>
            </a:r>
            <a:r>
              <a:rPr lang="en-US" altLang="zh-CN" sz="2400" b="1" i="1" dirty="0">
                <a:latin typeface="Times New Roman" panose="02020603050405020304" pitchFamily="18" charset="0"/>
              </a:rPr>
              <a:t>→</a:t>
            </a:r>
            <a:r>
              <a:rPr lang="en-US" altLang="zh-CN" sz="2400" b="1" i="1" dirty="0">
                <a:solidFill>
                  <a:srgbClr val="000000"/>
                </a:solidFill>
                <a:latin typeface="Times New Roman" panose="02020603050405020304" pitchFamily="18" charset="0"/>
              </a:rPr>
              <a:t> · </a:t>
            </a:r>
            <a:r>
              <a:rPr lang="en-US" altLang="zh-CN" sz="2400" b="1" i="1" dirty="0">
                <a:latin typeface="Times New Roman" panose="02020603050405020304" pitchFamily="18" charset="0"/>
              </a:rPr>
              <a:t>S , </a:t>
            </a:r>
            <a:r>
              <a:rPr lang="en-US" altLang="zh-CN" sz="2400" b="1" dirty="0">
                <a:latin typeface="华文楷体" panose="02010600040101010101" pitchFamily="2" charset="-122"/>
                <a:ea typeface="华文楷体" panose="02010600040101010101" pitchFamily="2" charset="-122"/>
              </a:rPr>
              <a:t>$ </a:t>
            </a:r>
            <a:r>
              <a:rPr lang="en-US" altLang="zh-CN" sz="2400" dirty="0"/>
              <a:t>]</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down)">
                                      <p:cBhvr>
                                        <p:cTn id="12" dur="500"/>
                                        <p:tgtEl>
                                          <p:spTgt spid="11"/>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38916"/>
                                        </p:tgtEl>
                                        <p:attrNameLst>
                                          <p:attrName>style.visibility</p:attrName>
                                        </p:attrNameLst>
                                      </p:cBhvr>
                                      <p:to>
                                        <p:strVal val="visible"/>
                                      </p:to>
                                    </p:set>
                                    <p:animEffect transition="in" filter="wipe(up)">
                                      <p:cBhvr>
                                        <p:cTn id="15" dur="500"/>
                                        <p:tgtEl>
                                          <p:spTgt spid="38916"/>
                                        </p:tgtEl>
                                      </p:cBhvr>
                                    </p:animEffect>
                                  </p:childTnLst>
                                </p:cTn>
                              </p:par>
                              <p:par>
                                <p:cTn id="16" presetID="53" presetClass="entr" presetSubtype="16" fill="hold" nodeType="withEffect">
                                  <p:stCondLst>
                                    <p:cond delay="0"/>
                                  </p:stCondLst>
                                  <p:childTnLst>
                                    <p:set>
                                      <p:cBhvr>
                                        <p:cTn id="17" dur="1" fill="hold">
                                          <p:stCondLst>
                                            <p:cond delay="0"/>
                                          </p:stCondLst>
                                        </p:cTn>
                                        <p:tgtEl>
                                          <p:spTgt spid="6">
                                            <p:txEl>
                                              <p:pRg st="0" end="0"/>
                                            </p:txEl>
                                          </p:spTgt>
                                        </p:tgtEl>
                                        <p:attrNameLst>
                                          <p:attrName>style.visibility</p:attrName>
                                        </p:attrNameLst>
                                      </p:cBhvr>
                                      <p:to>
                                        <p:strVal val="visible"/>
                                      </p:to>
                                    </p:set>
                                    <p:anim calcmode="lin" valueType="num">
                                      <p:cBhvr>
                                        <p:cTn id="18" dur="500" fill="hold"/>
                                        <p:tgtEl>
                                          <p:spTgt spid="6">
                                            <p:txEl>
                                              <p:pRg st="0" end="0"/>
                                            </p:txEl>
                                          </p:spTgt>
                                        </p:tgtEl>
                                        <p:attrNameLst>
                                          <p:attrName>ppt_w</p:attrName>
                                        </p:attrNameLst>
                                      </p:cBhvr>
                                      <p:tavLst>
                                        <p:tav tm="0">
                                          <p:val>
                                            <p:fltVal val="0"/>
                                          </p:val>
                                        </p:tav>
                                        <p:tav tm="100000">
                                          <p:val>
                                            <p:strVal val="#ppt_w"/>
                                          </p:val>
                                        </p:tav>
                                      </p:tavLst>
                                    </p:anim>
                                    <p:anim calcmode="lin" valueType="num">
                                      <p:cBhvr>
                                        <p:cTn id="19" dur="500" fill="hold"/>
                                        <p:tgtEl>
                                          <p:spTgt spid="6">
                                            <p:txEl>
                                              <p:pRg st="0" end="0"/>
                                            </p:txEl>
                                          </p:spTgt>
                                        </p:tgtEl>
                                        <p:attrNameLst>
                                          <p:attrName>ppt_h</p:attrName>
                                        </p:attrNameLst>
                                      </p:cBhvr>
                                      <p:tavLst>
                                        <p:tav tm="0">
                                          <p:val>
                                            <p:fltVal val="0"/>
                                          </p:val>
                                        </p:tav>
                                        <p:tav tm="100000">
                                          <p:val>
                                            <p:strVal val="#ppt_h"/>
                                          </p:val>
                                        </p:tav>
                                      </p:tavLst>
                                    </p:anim>
                                    <p:animEffect transition="in" filter="fade">
                                      <p:cBhvr>
                                        <p:cTn id="20" dur="500"/>
                                        <p:tgtEl>
                                          <p:spTgt spid="6">
                                            <p:txEl>
                                              <p:pRg st="0" end="0"/>
                                            </p:txEl>
                                          </p:spTgt>
                                        </p:tgtEl>
                                      </p:cBhvr>
                                    </p:animEffect>
                                  </p:childTnLst>
                                </p:cTn>
                              </p:par>
                              <p:par>
                                <p:cTn id="21" presetID="53" presetClass="entr" presetSubtype="16" fill="hold" nodeType="withEffect">
                                  <p:stCondLst>
                                    <p:cond delay="0"/>
                                  </p:stCondLst>
                                  <p:childTnLst>
                                    <p:set>
                                      <p:cBhvr>
                                        <p:cTn id="22" dur="1" fill="hold">
                                          <p:stCondLst>
                                            <p:cond delay="0"/>
                                          </p:stCondLst>
                                        </p:cTn>
                                        <p:tgtEl>
                                          <p:spTgt spid="6">
                                            <p:txEl>
                                              <p:pRg st="1" end="1"/>
                                            </p:txEl>
                                          </p:spTgt>
                                        </p:tgtEl>
                                        <p:attrNameLst>
                                          <p:attrName>style.visibility</p:attrName>
                                        </p:attrNameLst>
                                      </p:cBhvr>
                                      <p:to>
                                        <p:strVal val="visible"/>
                                      </p:to>
                                    </p:set>
                                    <p:anim calcmode="lin" valueType="num">
                                      <p:cBhvr>
                                        <p:cTn id="23" dur="500" fill="hold"/>
                                        <p:tgtEl>
                                          <p:spTgt spid="6">
                                            <p:txEl>
                                              <p:pRg st="1" end="1"/>
                                            </p:txEl>
                                          </p:spTgt>
                                        </p:tgtEl>
                                        <p:attrNameLst>
                                          <p:attrName>ppt_w</p:attrName>
                                        </p:attrNameLst>
                                      </p:cBhvr>
                                      <p:tavLst>
                                        <p:tav tm="0">
                                          <p:val>
                                            <p:fltVal val="0"/>
                                          </p:val>
                                        </p:tav>
                                        <p:tav tm="100000">
                                          <p:val>
                                            <p:strVal val="#ppt_w"/>
                                          </p:val>
                                        </p:tav>
                                      </p:tavLst>
                                    </p:anim>
                                    <p:anim calcmode="lin" valueType="num">
                                      <p:cBhvr>
                                        <p:cTn id="24" dur="500" fill="hold"/>
                                        <p:tgtEl>
                                          <p:spTgt spid="6">
                                            <p:txEl>
                                              <p:pRg st="1" end="1"/>
                                            </p:txEl>
                                          </p:spTgt>
                                        </p:tgtEl>
                                        <p:attrNameLst>
                                          <p:attrName>ppt_h</p:attrName>
                                        </p:attrNameLst>
                                      </p:cBhvr>
                                      <p:tavLst>
                                        <p:tav tm="0">
                                          <p:val>
                                            <p:fltVal val="0"/>
                                          </p:val>
                                        </p:tav>
                                        <p:tav tm="100000">
                                          <p:val>
                                            <p:strVal val="#ppt_h"/>
                                          </p:val>
                                        </p:tav>
                                      </p:tavLst>
                                    </p:anim>
                                    <p:animEffect transition="in" filter="fade">
                                      <p:cBhvr>
                                        <p:cTn id="25" dur="500"/>
                                        <p:tgtEl>
                                          <p:spTgt spid="6">
                                            <p:txEl>
                                              <p:pRg st="1" end="1"/>
                                            </p:txEl>
                                          </p:spTgt>
                                        </p:tgtEl>
                                      </p:cBhvr>
                                    </p:animEffect>
                                  </p:childTnLst>
                                </p:cTn>
                              </p:par>
                              <p:par>
                                <p:cTn id="26" presetID="22" presetClass="entr" presetSubtype="1" fill="hold"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up)">
                                      <p:cBhvr>
                                        <p:cTn id="28" dur="500"/>
                                        <p:tgtEl>
                                          <p:spTgt spid="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wipe(down)">
                                      <p:cBhvr>
                                        <p:cTn id="33" dur="500"/>
                                        <p:tgtEl>
                                          <p:spTgt spid="5"/>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wipe(down)">
                                      <p:cBhvr>
                                        <p:cTn id="3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6" grpId="0"/>
      <p:bldP spid="3" grpId="0"/>
      <p:bldP spid="5" grpId="0" animBg="1"/>
      <p:bldP spid="11" grpId="0" animBg="1"/>
      <p:bldP spid="1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noChangeArrowheads="1"/>
          </p:cNvSpPr>
          <p:nvPr>
            <p:ph type="title"/>
          </p:nvPr>
        </p:nvSpPr>
        <p:spPr>
          <a:xfrm>
            <a:off x="755650" y="484188"/>
            <a:ext cx="7931150"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rPr>
              <a:t>赋值语句文法的</a:t>
            </a:r>
            <a:br>
              <a:rPr lang="zh-CN" altLang="en-US" sz="3000">
                <a:solidFill>
                  <a:schemeClr val="tx1"/>
                </a:solidFill>
                <a:latin typeface="微软雅黑" panose="020B0503020204020204" pitchFamily="34" charset="-122"/>
                <a:ea typeface="微软雅黑" panose="020B0503020204020204" pitchFamily="34" charset="-122"/>
              </a:rPr>
            </a:br>
            <a:r>
              <a:rPr lang="en-US" altLang="zh-CN" sz="3000" i="1">
                <a:solidFill>
                  <a:schemeClr val="tx1"/>
                </a:solidFill>
                <a:ea typeface="黑体" panose="02010609060101010101" pitchFamily="49" charset="-122"/>
              </a:rPr>
              <a:t>LR</a:t>
            </a:r>
            <a:r>
              <a:rPr lang="en-US" altLang="zh-CN" sz="3000">
                <a:solidFill>
                  <a:schemeClr val="tx1"/>
                </a:solidFill>
                <a:ea typeface="黑体" panose="02010609060101010101" pitchFamily="49" charset="-122"/>
              </a:rPr>
              <a:t>(1)</a:t>
            </a:r>
            <a:r>
              <a:rPr lang="zh-CN" altLang="en-US" sz="3000">
                <a:solidFill>
                  <a:schemeClr val="tx1"/>
                </a:solidFill>
                <a:latin typeface="微软雅黑" panose="020B0503020204020204" pitchFamily="34" charset="-122"/>
                <a:ea typeface="微软雅黑" panose="020B0503020204020204" pitchFamily="34" charset="-122"/>
              </a:rPr>
              <a:t>分析表</a:t>
            </a:r>
          </a:p>
        </p:txBody>
      </p:sp>
      <p:graphicFrame>
        <p:nvGraphicFramePr>
          <p:cNvPr id="77826" name="表格 77825"/>
          <p:cNvGraphicFramePr/>
          <p:nvPr>
            <p:extLst>
              <p:ext uri="{D42A27DB-BD31-4B8C-83A1-F6EECF244321}">
                <p14:modId xmlns:p14="http://schemas.microsoft.com/office/powerpoint/2010/main" val="994276175"/>
              </p:ext>
            </p:extLst>
          </p:nvPr>
        </p:nvGraphicFramePr>
        <p:xfrm>
          <a:off x="3986213" y="93663"/>
          <a:ext cx="4618038" cy="5003800"/>
        </p:xfrm>
        <a:graphic>
          <a:graphicData uri="http://schemas.openxmlformats.org/drawingml/2006/table">
            <a:tbl>
              <a:tblPr/>
              <a:tblGrid>
                <a:gridCol w="681038">
                  <a:extLst>
                    <a:ext uri="{9D8B030D-6E8A-4147-A177-3AD203B41FA5}">
                      <a16:colId xmlns:a16="http://schemas.microsoft.com/office/drawing/2014/main" val="20000"/>
                    </a:ext>
                  </a:extLst>
                </a:gridCol>
                <a:gridCol w="519112">
                  <a:extLst>
                    <a:ext uri="{9D8B030D-6E8A-4147-A177-3AD203B41FA5}">
                      <a16:colId xmlns:a16="http://schemas.microsoft.com/office/drawing/2014/main" val="20001"/>
                    </a:ext>
                  </a:extLst>
                </a:gridCol>
                <a:gridCol w="523875">
                  <a:extLst>
                    <a:ext uri="{9D8B030D-6E8A-4147-A177-3AD203B41FA5}">
                      <a16:colId xmlns:a16="http://schemas.microsoft.com/office/drawing/2014/main" val="20002"/>
                    </a:ext>
                  </a:extLst>
                </a:gridCol>
                <a:gridCol w="581025">
                  <a:extLst>
                    <a:ext uri="{9D8B030D-6E8A-4147-A177-3AD203B41FA5}">
                      <a16:colId xmlns:a16="http://schemas.microsoft.com/office/drawing/2014/main" val="20003"/>
                    </a:ext>
                  </a:extLst>
                </a:gridCol>
                <a:gridCol w="523875">
                  <a:extLst>
                    <a:ext uri="{9D8B030D-6E8A-4147-A177-3AD203B41FA5}">
                      <a16:colId xmlns:a16="http://schemas.microsoft.com/office/drawing/2014/main" val="20004"/>
                    </a:ext>
                  </a:extLst>
                </a:gridCol>
                <a:gridCol w="565150">
                  <a:extLst>
                    <a:ext uri="{9D8B030D-6E8A-4147-A177-3AD203B41FA5}">
                      <a16:colId xmlns:a16="http://schemas.microsoft.com/office/drawing/2014/main" val="20005"/>
                    </a:ext>
                  </a:extLst>
                </a:gridCol>
                <a:gridCol w="647700">
                  <a:extLst>
                    <a:ext uri="{9D8B030D-6E8A-4147-A177-3AD203B41FA5}">
                      <a16:colId xmlns:a16="http://schemas.microsoft.com/office/drawing/2014/main" val="20006"/>
                    </a:ext>
                  </a:extLst>
                </a:gridCol>
                <a:gridCol w="576263">
                  <a:extLst>
                    <a:ext uri="{9D8B030D-6E8A-4147-A177-3AD203B41FA5}">
                      <a16:colId xmlns:a16="http://schemas.microsoft.com/office/drawing/2014/main" val="20007"/>
                    </a:ext>
                  </a:extLst>
                </a:gridCol>
              </a:tblGrid>
              <a:tr h="312738">
                <a:tc rowSpan="2">
                  <a:txBody>
                    <a:bodyPr/>
                    <a:lstStyle/>
                    <a:p>
                      <a:pPr lvl="0" algn="ctr" eaLnBrk="1" hangingPunct="1">
                        <a:buNone/>
                      </a:pPr>
                      <a:r>
                        <a:rPr lang="zh-CN" altLang="en-US" b="1">
                          <a:solidFill>
                            <a:srgbClr val="000000"/>
                          </a:solidFill>
                          <a:latin typeface="华文楷体" panose="02010600040101010101" pitchFamily="2" charset="-122"/>
                          <a:ea typeface="华文楷体" panose="02010600040101010101" pitchFamily="2" charset="-122"/>
                        </a:rPr>
                        <a:t>状态</a:t>
                      </a:r>
                    </a:p>
                  </a:txBody>
                  <a:tcPr marL="91444" marR="91444" marT="34291" marB="34291"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gridSpan="4">
                  <a:txBody>
                    <a:bodyPr/>
                    <a:lstStyle/>
                    <a:p>
                      <a:pPr lvl="0" algn="ctr" eaLnBrk="1" hangingPunct="1">
                        <a:buNone/>
                      </a:pPr>
                      <a:r>
                        <a:rPr lang="en-US" altLang="zh-CN" sz="1600" b="1" i="1">
                          <a:latin typeface="Times New Roman" panose="02020603050405020304" pitchFamily="18" charset="0"/>
                          <a:ea typeface="楷体" panose="02010609060101010101" pitchFamily="49" charset="-122"/>
                        </a:rPr>
                        <a:t>ACTION</a:t>
                      </a:r>
                      <a:endParaRPr lang="zh-CN" altLang="en-US" sz="1600" b="1" i="1">
                        <a:latin typeface="Times New Roman" panose="02020603050405020304" pitchFamily="18" charset="0"/>
                        <a:ea typeface="楷体" panose="02010609060101010101" pitchFamily="49" charset="-122"/>
                      </a:endParaRPr>
                    </a:p>
                  </a:txBody>
                  <a:tcPr marL="91444" marR="91444" marT="34291" marB="34291">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3">
                  <a:txBody>
                    <a:bodyPr/>
                    <a:lstStyle/>
                    <a:p>
                      <a:pPr lvl="0" algn="ctr" eaLnBrk="1" hangingPunct="1">
                        <a:buNone/>
                      </a:pPr>
                      <a:r>
                        <a:rPr lang="en-US" altLang="zh-CN" sz="1600" b="1" i="1">
                          <a:latin typeface="Times New Roman" panose="02020603050405020304" pitchFamily="18" charset="0"/>
                          <a:ea typeface="楷体" panose="02010609060101010101" pitchFamily="49" charset="-122"/>
                        </a:rPr>
                        <a:t>GOTO</a:t>
                      </a:r>
                      <a:endParaRPr lang="zh-CN" altLang="en-US" sz="1600" b="1" i="1">
                        <a:latin typeface="Times New Roman" panose="02020603050405020304" pitchFamily="18" charset="0"/>
                        <a:ea typeface="楷体" panose="02010609060101010101" pitchFamily="49" charset="-122"/>
                      </a:endParaRPr>
                    </a:p>
                  </a:txBody>
                  <a:tcPr marL="91444" marR="91444" marT="34291" marB="34291">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extLst>
                  <a:ext uri="{0D108BD9-81ED-4DB2-BD59-A6C34878D82A}">
                    <a16:rowId xmlns:a16="http://schemas.microsoft.com/office/drawing/2014/main" val="10000"/>
                  </a:ext>
                </a:extLst>
              </a:tr>
              <a:tr h="312737">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id</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500" b="1">
                          <a:latin typeface="华文楷体" panose="02010600040101010101" pitchFamily="2" charset="-122"/>
                          <a:ea typeface="Times New Roman" panose="02020603050405020304" pitchFamily="18" charset="0"/>
                        </a:rPr>
                        <a:t>$</a:t>
                      </a:r>
                      <a:endParaRPr lang="zh-CN" altLang="en-US" sz="1500" b="1">
                        <a:latin typeface="华文楷体" panose="02010600040101010101" pitchFamily="2" charset="-122"/>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500" b="1" i="1">
                          <a:latin typeface="Times New Roman" panose="02020603050405020304" pitchFamily="18" charset="0"/>
                          <a:ea typeface="Times New Roman" panose="02020603050405020304" pitchFamily="18" charset="0"/>
                        </a:rPr>
                        <a:t>S</a:t>
                      </a:r>
                      <a:endParaRPr lang="zh-CN" altLang="en-US" sz="1500" b="1" i="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500" b="1" i="1">
                          <a:latin typeface="Times New Roman" panose="02020603050405020304" pitchFamily="18" charset="0"/>
                          <a:ea typeface="Times New Roman" panose="02020603050405020304" pitchFamily="18" charset="0"/>
                        </a:rPr>
                        <a:t>L</a:t>
                      </a:r>
                      <a:endParaRPr lang="zh-CN" altLang="en-US" sz="1500" b="1" i="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500" b="1" i="1">
                          <a:latin typeface="Times New Roman" panose="02020603050405020304" pitchFamily="18" charset="0"/>
                          <a:ea typeface="Times New Roman" panose="02020603050405020304" pitchFamily="18" charset="0"/>
                        </a:rPr>
                        <a:t>R</a:t>
                      </a:r>
                      <a:endParaRPr lang="zh-CN" altLang="en-US" sz="1500" b="1" i="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1"/>
                  </a:ext>
                </a:extLst>
              </a:tr>
              <a:tr h="312738">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0</a:t>
                      </a:r>
                      <a:endParaRPr lang="zh-CN" altLang="en-US" sz="1600" b="1">
                        <a:solidFill>
                          <a:srgbClr val="000000"/>
                        </a:solidFill>
                        <a:latin typeface="Times New Roman" panose="02020603050405020304" pitchFamily="18" charset="0"/>
                        <a:ea typeface="宋体" panose="02010600030101010101" pitchFamily="2" charset="-122"/>
                      </a:endParaRPr>
                    </a:p>
                  </a:txBody>
                  <a:tcPr marL="91444" marR="91444" marT="34291" marB="34291">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s4</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s5</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1</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2</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3</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2737">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1</a:t>
                      </a:r>
                      <a:endParaRPr lang="zh-CN" altLang="en-US" sz="1600" b="1">
                        <a:solidFill>
                          <a:srgbClr val="000000"/>
                        </a:solidFill>
                        <a:latin typeface="Times New Roman" panose="02020603050405020304" pitchFamily="18" charset="0"/>
                        <a:ea typeface="宋体" panose="02010600030101010101" pitchFamily="2" charset="-122"/>
                      </a:endParaRPr>
                    </a:p>
                  </a:txBody>
                  <a:tcPr marL="91444" marR="91444" marT="34291" marB="34291">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acc</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2738">
                <a:tc>
                  <a:txBody>
                    <a:bodyPr/>
                    <a:lstStyle/>
                    <a:p>
                      <a:pPr lvl="0" algn="ctr" eaLnBrk="1" hangingPunct="1">
                        <a:buNone/>
                      </a:pPr>
                      <a:r>
                        <a:rPr lang="en-US" altLang="zh-CN" sz="1600" b="1" dirty="0">
                          <a:solidFill>
                            <a:srgbClr val="FF0000"/>
                          </a:solidFill>
                          <a:latin typeface="Times New Roman" panose="02020603050405020304" pitchFamily="18" charset="0"/>
                          <a:ea typeface="宋体" panose="02010600030101010101" pitchFamily="2" charset="-122"/>
                        </a:rPr>
                        <a:t>2</a:t>
                      </a:r>
                      <a:endParaRPr lang="zh-CN" altLang="en-US" sz="1600" b="1" dirty="0">
                        <a:solidFill>
                          <a:srgbClr val="FF0000"/>
                        </a:solidFill>
                        <a:latin typeface="Times New Roman" panose="02020603050405020304" pitchFamily="18" charset="0"/>
                        <a:ea typeface="宋体" panose="02010600030101010101" pitchFamily="2" charset="-122"/>
                      </a:endParaRPr>
                    </a:p>
                  </a:txBody>
                  <a:tcPr marL="91444" marR="91444" marT="34291" marB="34291">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tc>
                  <a:txBody>
                    <a:bodyPr/>
                    <a:lstStyle/>
                    <a:p>
                      <a:pPr lvl="0" algn="ctr" eaLnBrk="1" hangingPunct="1">
                        <a:buNone/>
                      </a:pPr>
                      <a:r>
                        <a:rPr lang="en-US" altLang="zh-CN" sz="1500" b="1" dirty="0">
                          <a:solidFill>
                            <a:schemeClr val="tx1"/>
                          </a:solidFill>
                          <a:latin typeface="Times New Roman" panose="02020603050405020304" pitchFamily="18" charset="0"/>
                          <a:ea typeface="Times New Roman" panose="02020603050405020304" pitchFamily="18" charset="0"/>
                        </a:rPr>
                        <a:t>s6</a:t>
                      </a:r>
                      <a:endParaRPr lang="zh-CN" altLang="en-US" sz="1500" b="1" dirty="0">
                        <a:solidFill>
                          <a:schemeClr val="tx1"/>
                        </a:solidFill>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tc>
                  <a:txBody>
                    <a:bodyPr/>
                    <a:lstStyle/>
                    <a:p>
                      <a:pPr lvl="0" algn="ctr" eaLnBrk="1" hangingPunct="1">
                        <a:buNone/>
                      </a:pPr>
                      <a:r>
                        <a:rPr lang="en-US" altLang="zh-CN" sz="1500" b="1">
                          <a:solidFill>
                            <a:srgbClr val="FF0000"/>
                          </a:solidFill>
                          <a:latin typeface="Times New Roman" panose="02020603050405020304" pitchFamily="18" charset="0"/>
                          <a:ea typeface="Times New Roman" panose="02020603050405020304" pitchFamily="18" charset="0"/>
                        </a:rPr>
                        <a:t>r5</a:t>
                      </a:r>
                      <a:endParaRPr lang="zh-CN" altLang="en-US" sz="1500" b="1">
                        <a:solidFill>
                          <a:srgbClr val="FF0000"/>
                        </a:solidFill>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tc>
                  <a:txBody>
                    <a:bodyPr/>
                    <a:lstStyle/>
                    <a:p>
                      <a:pPr lvl="0" algn="ctr" eaLnBrk="1" hangingPunct="1">
                        <a:buNone/>
                      </a:pPr>
                      <a:endParaRPr lang="zh-CN" altLang="en-US" sz="1500" b="1">
                        <a:solidFill>
                          <a:srgbClr val="FF0000"/>
                        </a:solidFill>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extLst>
                  <a:ext uri="{0D108BD9-81ED-4DB2-BD59-A6C34878D82A}">
                    <a16:rowId xmlns:a16="http://schemas.microsoft.com/office/drawing/2014/main" val="10004"/>
                  </a:ext>
                </a:extLst>
              </a:tr>
              <a:tr h="312737">
                <a:tc>
                  <a:txBody>
                    <a:bodyPr/>
                    <a:lstStyle/>
                    <a:p>
                      <a:pPr lvl="0" algn="ctr" eaLnBrk="1" hangingPunct="1">
                        <a:buNone/>
                      </a:pPr>
                      <a:r>
                        <a:rPr lang="en-US" altLang="zh-CN" sz="1600" b="1">
                          <a:solidFill>
                            <a:srgbClr val="FF0000"/>
                          </a:solidFill>
                          <a:latin typeface="Times New Roman" panose="02020603050405020304" pitchFamily="18" charset="0"/>
                          <a:ea typeface="宋体" panose="02010600030101010101" pitchFamily="2" charset="-122"/>
                        </a:rPr>
                        <a:t>3</a:t>
                      </a:r>
                      <a:endParaRPr lang="zh-CN" altLang="en-US" sz="1600" b="1" dirty="0">
                        <a:solidFill>
                          <a:srgbClr val="FF0000"/>
                        </a:solidFill>
                        <a:latin typeface="Times New Roman" panose="02020603050405020304" pitchFamily="18" charset="0"/>
                        <a:ea typeface="宋体" panose="02010600030101010101" pitchFamily="2" charset="-122"/>
                      </a:endParaRPr>
                    </a:p>
                  </a:txBody>
                  <a:tcPr marL="91444" marR="91444" marT="34291" marB="34291">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dirty="0">
                        <a:solidFill>
                          <a:srgbClr val="FF0000"/>
                        </a:solidFill>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dirty="0">
                        <a:solidFill>
                          <a:srgbClr val="FF0000"/>
                        </a:solidFill>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dirty="0">
                        <a:solidFill>
                          <a:srgbClr val="FF0000"/>
                        </a:solidFill>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dirty="0">
                          <a:solidFill>
                            <a:srgbClr val="FF0000"/>
                          </a:solidFill>
                          <a:latin typeface="Times New Roman" panose="02020603050405020304" pitchFamily="18" charset="0"/>
                          <a:ea typeface="Times New Roman" panose="02020603050405020304" pitchFamily="18" charset="0"/>
                        </a:rPr>
                        <a:t>r2</a:t>
                      </a:r>
                      <a:endParaRPr lang="zh-CN" altLang="en-US" sz="1500" b="1" dirty="0">
                        <a:solidFill>
                          <a:srgbClr val="FF0000"/>
                        </a:solidFill>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2738">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4</a:t>
                      </a:r>
                      <a:endParaRPr lang="zh-CN" altLang="en-US" sz="1600" b="1">
                        <a:solidFill>
                          <a:srgbClr val="000000"/>
                        </a:solidFill>
                        <a:latin typeface="Times New Roman" panose="02020603050405020304" pitchFamily="18" charset="0"/>
                        <a:ea typeface="宋体" panose="02010600030101010101" pitchFamily="2" charset="-122"/>
                      </a:endParaRPr>
                    </a:p>
                  </a:txBody>
                  <a:tcPr marL="91444" marR="91444" marT="34291" marB="34291">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s4</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s5</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8</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7</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12737">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5</a:t>
                      </a:r>
                      <a:endParaRPr lang="zh-CN" altLang="en-US" sz="1600" b="1">
                        <a:solidFill>
                          <a:srgbClr val="000000"/>
                        </a:solidFill>
                        <a:latin typeface="Times New Roman" panose="02020603050405020304" pitchFamily="18" charset="0"/>
                        <a:ea typeface="宋体" panose="02010600030101010101" pitchFamily="2" charset="-122"/>
                      </a:endParaRPr>
                    </a:p>
                  </a:txBody>
                  <a:tcPr marL="91444" marR="91444" marT="34291" marB="34291">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r4</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r4</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12738">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6</a:t>
                      </a:r>
                      <a:endParaRPr lang="zh-CN" altLang="en-US" sz="1600" b="1">
                        <a:solidFill>
                          <a:srgbClr val="000000"/>
                        </a:solidFill>
                        <a:latin typeface="Times New Roman" panose="02020603050405020304" pitchFamily="18" charset="0"/>
                        <a:ea typeface="宋体" panose="02010600030101010101" pitchFamily="2" charset="-122"/>
                      </a:endParaRPr>
                    </a:p>
                  </a:txBody>
                  <a:tcPr marL="91444" marR="91444" marT="34291" marB="34291">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s11</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s12</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10</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9</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12737">
                <a:tc>
                  <a:txBody>
                    <a:bodyPr/>
                    <a:lstStyle/>
                    <a:p>
                      <a:pPr lvl="0" algn="ctr" eaLnBrk="1" hangingPunct="1">
                        <a:buNone/>
                      </a:pPr>
                      <a:r>
                        <a:rPr lang="en-US" altLang="zh-CN" sz="1600" b="1" dirty="0">
                          <a:solidFill>
                            <a:srgbClr val="FF0000"/>
                          </a:solidFill>
                          <a:latin typeface="Times New Roman" panose="02020603050405020304" pitchFamily="18" charset="0"/>
                          <a:ea typeface="宋体" panose="02010600030101010101" pitchFamily="2" charset="-122"/>
                        </a:rPr>
                        <a:t>7</a:t>
                      </a:r>
                      <a:endParaRPr lang="zh-CN" altLang="en-US" sz="1600" b="1" dirty="0">
                        <a:solidFill>
                          <a:srgbClr val="FF0000"/>
                        </a:solidFill>
                        <a:latin typeface="Times New Roman" panose="02020603050405020304" pitchFamily="18" charset="0"/>
                        <a:ea typeface="宋体" panose="02010600030101010101" pitchFamily="2" charset="-122"/>
                      </a:endParaRPr>
                    </a:p>
                  </a:txBody>
                  <a:tcPr marL="91444" marR="91444" marT="34291" marB="34291">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dirty="0">
                        <a:solidFill>
                          <a:srgbClr val="FF0000"/>
                        </a:solidFill>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dirty="0">
                        <a:solidFill>
                          <a:srgbClr val="FF0000"/>
                        </a:solidFill>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dirty="0">
                          <a:solidFill>
                            <a:srgbClr val="FF0000"/>
                          </a:solidFill>
                          <a:latin typeface="Times New Roman" panose="02020603050405020304" pitchFamily="18" charset="0"/>
                          <a:ea typeface="Times New Roman" panose="02020603050405020304" pitchFamily="18" charset="0"/>
                        </a:rPr>
                        <a:t>r3</a:t>
                      </a:r>
                      <a:endParaRPr lang="zh-CN" altLang="en-US" sz="1500" b="1" dirty="0">
                        <a:solidFill>
                          <a:srgbClr val="FF0000"/>
                        </a:solidFill>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dirty="0">
                          <a:solidFill>
                            <a:srgbClr val="FF0000"/>
                          </a:solidFill>
                          <a:latin typeface="Times New Roman" panose="02020603050405020304" pitchFamily="18" charset="0"/>
                          <a:ea typeface="Times New Roman" panose="02020603050405020304" pitchFamily="18" charset="0"/>
                        </a:rPr>
                        <a:t>r3</a:t>
                      </a:r>
                      <a:endParaRPr lang="zh-CN" altLang="en-US" sz="1500" b="1" dirty="0">
                        <a:solidFill>
                          <a:srgbClr val="FF0000"/>
                        </a:solidFill>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12738">
                <a:tc>
                  <a:txBody>
                    <a:bodyPr/>
                    <a:lstStyle/>
                    <a:p>
                      <a:pPr lvl="0" algn="ctr" eaLnBrk="1" hangingPunct="1">
                        <a:buNone/>
                      </a:pPr>
                      <a:r>
                        <a:rPr lang="en-US" altLang="zh-CN" sz="1600" b="1" dirty="0">
                          <a:solidFill>
                            <a:srgbClr val="FF0000"/>
                          </a:solidFill>
                          <a:latin typeface="Times New Roman" panose="02020603050405020304" pitchFamily="18" charset="0"/>
                          <a:ea typeface="宋体" panose="02010600030101010101" pitchFamily="2" charset="-122"/>
                        </a:rPr>
                        <a:t>8</a:t>
                      </a:r>
                      <a:endParaRPr lang="zh-CN" altLang="en-US" sz="1600" b="1" dirty="0">
                        <a:solidFill>
                          <a:srgbClr val="FF0000"/>
                        </a:solidFill>
                        <a:latin typeface="Times New Roman" panose="02020603050405020304" pitchFamily="18" charset="0"/>
                        <a:ea typeface="宋体" panose="02010600030101010101" pitchFamily="2" charset="-122"/>
                      </a:endParaRPr>
                    </a:p>
                  </a:txBody>
                  <a:tcPr marL="91444" marR="91444" marT="34291" marB="34291">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dirty="0">
                        <a:solidFill>
                          <a:srgbClr val="FF0000"/>
                        </a:solidFill>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dirty="0">
                        <a:solidFill>
                          <a:srgbClr val="FF0000"/>
                        </a:solidFill>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dirty="0">
                          <a:solidFill>
                            <a:srgbClr val="FF0000"/>
                          </a:solidFill>
                          <a:latin typeface="Times New Roman" panose="02020603050405020304" pitchFamily="18" charset="0"/>
                          <a:ea typeface="Times New Roman" panose="02020603050405020304" pitchFamily="18" charset="0"/>
                        </a:rPr>
                        <a:t>r5</a:t>
                      </a:r>
                      <a:endParaRPr lang="zh-CN" altLang="en-US" sz="1500" b="1" dirty="0">
                        <a:solidFill>
                          <a:srgbClr val="FF0000"/>
                        </a:solidFill>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dirty="0">
                          <a:solidFill>
                            <a:srgbClr val="FF0000"/>
                          </a:solidFill>
                          <a:latin typeface="Times New Roman" panose="02020603050405020304" pitchFamily="18" charset="0"/>
                          <a:ea typeface="Times New Roman" panose="02020603050405020304" pitchFamily="18" charset="0"/>
                        </a:rPr>
                        <a:t>r5</a:t>
                      </a:r>
                      <a:endParaRPr lang="zh-CN" altLang="en-US" sz="1500" b="1" dirty="0">
                        <a:solidFill>
                          <a:srgbClr val="FF0000"/>
                        </a:solidFill>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12737">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9</a:t>
                      </a:r>
                      <a:endParaRPr lang="zh-CN" altLang="en-US" sz="1600" b="1">
                        <a:solidFill>
                          <a:srgbClr val="000000"/>
                        </a:solidFill>
                        <a:latin typeface="Times New Roman" panose="02020603050405020304" pitchFamily="18" charset="0"/>
                        <a:ea typeface="宋体" panose="02010600030101010101" pitchFamily="2" charset="-122"/>
                      </a:endParaRPr>
                    </a:p>
                  </a:txBody>
                  <a:tcPr marL="91444" marR="91444" marT="34291" marB="34291">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r1</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12738">
                <a:tc>
                  <a:txBody>
                    <a:bodyPr/>
                    <a:lstStyle/>
                    <a:p>
                      <a:pPr lvl="0" algn="ctr" eaLnBrk="1" hangingPunct="1">
                        <a:buNone/>
                      </a:pPr>
                      <a:r>
                        <a:rPr lang="en-US" altLang="zh-CN" sz="1600" b="1" dirty="0">
                          <a:solidFill>
                            <a:srgbClr val="FF0000"/>
                          </a:solidFill>
                          <a:latin typeface="Times New Roman" panose="02020603050405020304" pitchFamily="18" charset="0"/>
                          <a:ea typeface="宋体" panose="02010600030101010101" pitchFamily="2" charset="-122"/>
                        </a:rPr>
                        <a:t>10</a:t>
                      </a:r>
                      <a:endParaRPr lang="zh-CN" altLang="en-US" sz="1600" b="1" dirty="0">
                        <a:solidFill>
                          <a:srgbClr val="FF0000"/>
                        </a:solidFill>
                        <a:latin typeface="Times New Roman" panose="02020603050405020304" pitchFamily="18" charset="0"/>
                        <a:ea typeface="宋体" panose="02010600030101010101" pitchFamily="2" charset="-122"/>
                      </a:endParaRPr>
                    </a:p>
                  </a:txBody>
                  <a:tcPr marL="91444" marR="91444" marT="34291" marB="34291">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dirty="0">
                          <a:solidFill>
                            <a:srgbClr val="FF0000"/>
                          </a:solidFill>
                          <a:latin typeface="Times New Roman" panose="02020603050405020304" pitchFamily="18" charset="0"/>
                          <a:ea typeface="Times New Roman" panose="02020603050405020304" pitchFamily="18" charset="0"/>
                        </a:rPr>
                        <a:t>r5</a:t>
                      </a:r>
                      <a:endParaRPr lang="zh-CN" altLang="en-US" sz="1500" b="1" dirty="0">
                        <a:solidFill>
                          <a:srgbClr val="FF0000"/>
                        </a:solidFill>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12737">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11</a:t>
                      </a:r>
                      <a:endParaRPr lang="zh-CN" altLang="en-US" sz="1600" b="1">
                        <a:solidFill>
                          <a:srgbClr val="000000"/>
                        </a:solidFill>
                        <a:latin typeface="Times New Roman" panose="02020603050405020304" pitchFamily="18" charset="0"/>
                        <a:ea typeface="宋体" panose="02010600030101010101" pitchFamily="2" charset="-122"/>
                      </a:endParaRPr>
                    </a:p>
                  </a:txBody>
                  <a:tcPr marL="91444" marR="91444" marT="34291" marB="34291">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s11</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s12</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solidFill>
                          <a:srgbClr val="FF0000"/>
                        </a:solidFill>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10</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13</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312738">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12</a:t>
                      </a:r>
                      <a:endParaRPr lang="zh-CN" altLang="en-US" sz="1600" b="1">
                        <a:solidFill>
                          <a:srgbClr val="000000"/>
                        </a:solidFill>
                        <a:latin typeface="Times New Roman" panose="02020603050405020304" pitchFamily="18" charset="0"/>
                        <a:ea typeface="宋体" panose="02010600030101010101" pitchFamily="2" charset="-122"/>
                      </a:endParaRPr>
                    </a:p>
                  </a:txBody>
                  <a:tcPr marL="91444" marR="91444" marT="34291" marB="34291">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solidFill>
                            <a:srgbClr val="FF0000"/>
                          </a:solidFill>
                          <a:latin typeface="Times New Roman" panose="02020603050405020304" pitchFamily="18" charset="0"/>
                          <a:ea typeface="Times New Roman" panose="02020603050405020304" pitchFamily="18" charset="0"/>
                        </a:rPr>
                        <a:t>r4</a:t>
                      </a:r>
                      <a:endParaRPr lang="zh-CN" altLang="en-US" sz="1500" b="1">
                        <a:solidFill>
                          <a:srgbClr val="FF0000"/>
                        </a:solidFill>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312737">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13</a:t>
                      </a:r>
                      <a:endParaRPr lang="zh-CN" altLang="en-US" sz="1600" b="1">
                        <a:solidFill>
                          <a:srgbClr val="000000"/>
                        </a:solidFill>
                        <a:latin typeface="Times New Roman" panose="02020603050405020304" pitchFamily="18" charset="0"/>
                        <a:ea typeface="宋体" panose="02010600030101010101" pitchFamily="2" charset="-122"/>
                      </a:endParaRPr>
                    </a:p>
                  </a:txBody>
                  <a:tcPr marL="91444" marR="91444" marT="34291" marB="34291">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solidFill>
                            <a:srgbClr val="FF0000"/>
                          </a:solidFill>
                          <a:latin typeface="Times New Roman" panose="02020603050405020304" pitchFamily="18" charset="0"/>
                          <a:ea typeface="Times New Roman" panose="02020603050405020304" pitchFamily="18" charset="0"/>
                        </a:rPr>
                        <a:t>r3</a:t>
                      </a:r>
                      <a:endParaRPr lang="zh-CN" altLang="en-US" sz="1500" b="1">
                        <a:solidFill>
                          <a:srgbClr val="FF0000"/>
                        </a:solidFill>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dirty="0">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bl>
          </a:graphicData>
        </a:graphic>
      </p:graphicFrame>
      <p:sp>
        <p:nvSpPr>
          <p:cNvPr id="4" name="Rectangle 37"/>
          <p:cNvSpPr>
            <a:spLocks noChangeArrowheads="1"/>
          </p:cNvSpPr>
          <p:nvPr/>
        </p:nvSpPr>
        <p:spPr bwMode="auto">
          <a:xfrm>
            <a:off x="1244600" y="1392238"/>
            <a:ext cx="1290638" cy="2220912"/>
          </a:xfrm>
          <a:prstGeom prst="rect">
            <a:avLst/>
          </a:prstGeom>
          <a:solidFill>
            <a:schemeClr val="accent5">
              <a:lumMod val="60000"/>
              <a:lumOff val="40000"/>
            </a:schemeClr>
          </a:solidFill>
          <a:ln w="12700">
            <a:solidFill>
              <a:schemeClr val="tx1"/>
            </a:solidFill>
          </a:ln>
        </p:spPr>
        <p:txBody>
          <a:bodyPr>
            <a:spAutoFit/>
          </a:bodyPr>
          <a:lstStyle/>
          <a:p>
            <a:pPr marL="609600" indent="-609600" eaLnBrk="1" hangingPunct="1">
              <a:lnSpc>
                <a:spcPts val="2000"/>
              </a:lnSpc>
              <a:spcBef>
                <a:spcPct val="20000"/>
              </a:spcBef>
              <a:buFont typeface="Wingdings" pitchFamily="2" charset="2"/>
              <a:buNone/>
              <a:defRPr/>
            </a:pPr>
            <a:r>
              <a:rPr lang="zh-CN" altLang="en-US" b="1" noProof="1">
                <a:latin typeface="华文楷体" pitchFamily="2" charset="-122"/>
                <a:ea typeface="华文楷体" pitchFamily="2" charset="-122"/>
              </a:rPr>
              <a:t>文法</a:t>
            </a:r>
            <a:endParaRPr lang="zh-CN" altLang="zh-CN" b="1" noProof="1">
              <a:latin typeface="华文楷体" pitchFamily="2" charset="-122"/>
              <a:cs typeface="Times New Roman" pitchFamily="18" charset="0"/>
            </a:endParaRPr>
          </a:p>
          <a:p>
            <a:pPr marL="609600" indent="-609600" eaLnBrk="1" hangingPunct="1">
              <a:lnSpc>
                <a:spcPts val="2000"/>
              </a:lnSpc>
              <a:spcBef>
                <a:spcPct val="20000"/>
              </a:spcBef>
              <a:buFont typeface="Wingdings" pitchFamily="2" charset="2"/>
              <a:buNone/>
              <a:defRPr/>
            </a:pPr>
            <a:r>
              <a:rPr lang="zh-CN" altLang="zh-CN" b="1" noProof="1">
                <a:latin typeface="Times New Roman" pitchFamily="18" charset="0"/>
                <a:ea typeface="Times New Roman" pitchFamily="18" charset="0"/>
                <a:cs typeface="华文楷体" pitchFamily="2" charset="-122"/>
              </a:rPr>
              <a:t>0) </a:t>
            </a:r>
            <a:r>
              <a:rPr lang="en-US" altLang="zh-CN" b="1" i="1" noProof="1">
                <a:latin typeface="Times New Roman" pitchFamily="18" charset="0"/>
                <a:ea typeface="Times New Roman" pitchFamily="18" charset="0"/>
                <a:cs typeface="华文楷体" pitchFamily="2" charset="-122"/>
              </a:rPr>
              <a:t>S</a:t>
            </a:r>
            <a:r>
              <a:rPr lang="en-US" altLang="zh-CN" sz="1600" b="1" i="1" noProof="1">
                <a:latin typeface="Times New Roman" pitchFamily="18" charset="0"/>
                <a:ea typeface="Times New Roman" pitchFamily="18" charset="0"/>
                <a:cs typeface="华文楷体" pitchFamily="2" charset="-122"/>
              </a:rPr>
              <a:t>′ </a:t>
            </a:r>
            <a:r>
              <a:rPr lang="en-US" altLang="zh-CN" b="1" i="1" noProof="1">
                <a:latin typeface="Times New Roman" pitchFamily="18" charset="0"/>
                <a:ea typeface="Times New Roman" pitchFamily="18" charset="0"/>
                <a:cs typeface="华文楷体" pitchFamily="2" charset="-122"/>
              </a:rPr>
              <a:t>→S</a:t>
            </a:r>
            <a:endParaRPr lang="en-US" altLang="zh-CN" b="1" i="1" noProof="1">
              <a:latin typeface="Times New Roman" pitchFamily="18" charset="0"/>
              <a:cs typeface="Times New Roman" pitchFamily="18" charset="0"/>
            </a:endParaRPr>
          </a:p>
          <a:p>
            <a:pPr marL="609600" indent="-609600" eaLnBrk="1" hangingPunct="1">
              <a:lnSpc>
                <a:spcPts val="2000"/>
              </a:lnSpc>
              <a:spcBef>
                <a:spcPct val="20000"/>
              </a:spcBef>
              <a:buFont typeface="Wingdings" pitchFamily="2" charset="2"/>
              <a:buNone/>
              <a:defRPr/>
            </a:pPr>
            <a:r>
              <a:rPr lang="en-US" altLang="zh-CN" b="1" noProof="1">
                <a:latin typeface="Times New Roman" pitchFamily="18" charset="0"/>
                <a:cs typeface="Times New Roman" pitchFamily="18" charset="0"/>
              </a:rPr>
              <a:t>1) </a:t>
            </a:r>
            <a:r>
              <a:rPr lang="en-US" altLang="zh-CN" b="1" i="1" noProof="1">
                <a:latin typeface="Times New Roman" pitchFamily="18" charset="0"/>
                <a:cs typeface="Times New Roman" pitchFamily="18" charset="0"/>
              </a:rPr>
              <a:t>S→L=R</a:t>
            </a:r>
          </a:p>
          <a:p>
            <a:pPr marL="609600" indent="-609600" eaLnBrk="1" hangingPunct="1">
              <a:lnSpc>
                <a:spcPts val="2000"/>
              </a:lnSpc>
              <a:spcBef>
                <a:spcPct val="20000"/>
              </a:spcBef>
              <a:buFont typeface="Wingdings" pitchFamily="2" charset="2"/>
              <a:buNone/>
              <a:defRPr/>
            </a:pPr>
            <a:r>
              <a:rPr lang="en-US" altLang="zh-CN" b="1" noProof="1">
                <a:latin typeface="Times New Roman" pitchFamily="18" charset="0"/>
                <a:cs typeface="Times New Roman" pitchFamily="18" charset="0"/>
              </a:rPr>
              <a:t>2) </a:t>
            </a:r>
            <a:r>
              <a:rPr lang="en-US" altLang="zh-CN" b="1" i="1" noProof="1">
                <a:latin typeface="Times New Roman" pitchFamily="18" charset="0"/>
                <a:cs typeface="Times New Roman" pitchFamily="18" charset="0"/>
              </a:rPr>
              <a:t>S→R</a:t>
            </a:r>
          </a:p>
          <a:p>
            <a:pPr marL="609600" indent="-609600" eaLnBrk="1" hangingPunct="1">
              <a:lnSpc>
                <a:spcPts val="2000"/>
              </a:lnSpc>
              <a:spcBef>
                <a:spcPct val="20000"/>
              </a:spcBef>
              <a:buFont typeface="Wingdings" pitchFamily="2" charset="2"/>
              <a:buNone/>
              <a:defRPr/>
            </a:pPr>
            <a:r>
              <a:rPr lang="en-US" altLang="zh-CN" b="1" noProof="1">
                <a:latin typeface="Times New Roman" pitchFamily="18" charset="0"/>
                <a:cs typeface="Times New Roman" pitchFamily="18" charset="0"/>
              </a:rPr>
              <a:t>3) </a:t>
            </a:r>
            <a:r>
              <a:rPr lang="en-US" altLang="zh-CN" b="1" i="1" noProof="1">
                <a:latin typeface="Times New Roman" pitchFamily="18" charset="0"/>
                <a:cs typeface="Times New Roman" pitchFamily="18" charset="0"/>
              </a:rPr>
              <a:t>L→*R</a:t>
            </a:r>
          </a:p>
          <a:p>
            <a:pPr marL="609600" indent="-609600" eaLnBrk="1" hangingPunct="1">
              <a:lnSpc>
                <a:spcPts val="2000"/>
              </a:lnSpc>
              <a:spcBef>
                <a:spcPct val="20000"/>
              </a:spcBef>
              <a:buFont typeface="Wingdings" pitchFamily="2" charset="2"/>
              <a:buNone/>
              <a:defRPr/>
            </a:pPr>
            <a:r>
              <a:rPr lang="en-US" altLang="zh-CN" b="1" noProof="1">
                <a:latin typeface="Times New Roman" pitchFamily="18" charset="0"/>
                <a:cs typeface="Times New Roman" pitchFamily="18" charset="0"/>
              </a:rPr>
              <a:t>4) </a:t>
            </a:r>
            <a:r>
              <a:rPr lang="en-US" altLang="zh-CN" b="1" i="1" noProof="1">
                <a:latin typeface="Times New Roman" pitchFamily="18" charset="0"/>
                <a:cs typeface="Times New Roman" pitchFamily="18" charset="0"/>
              </a:rPr>
              <a:t>L→</a:t>
            </a:r>
            <a:r>
              <a:rPr lang="en-US" altLang="zh-CN" b="1" noProof="1">
                <a:latin typeface="Times New Roman" pitchFamily="18" charset="0"/>
                <a:cs typeface="Times New Roman" pitchFamily="18" charset="0"/>
              </a:rPr>
              <a:t>id</a:t>
            </a:r>
          </a:p>
          <a:p>
            <a:pPr marL="609600" indent="-609600" eaLnBrk="1" hangingPunct="1">
              <a:lnSpc>
                <a:spcPts val="2000"/>
              </a:lnSpc>
              <a:spcBef>
                <a:spcPct val="20000"/>
              </a:spcBef>
              <a:buFont typeface="Wingdings" pitchFamily="2" charset="2"/>
              <a:buNone/>
              <a:defRPr/>
            </a:pPr>
            <a:r>
              <a:rPr lang="en-US" altLang="zh-CN" b="1" noProof="1">
                <a:latin typeface="Times New Roman" pitchFamily="18" charset="0"/>
                <a:cs typeface="Times New Roman" pitchFamily="18" charset="0"/>
              </a:rPr>
              <a:t>5) </a:t>
            </a:r>
            <a:r>
              <a:rPr lang="en-US" altLang="zh-CN" b="1" i="1" noProof="1">
                <a:latin typeface="Times New Roman" pitchFamily="18" charset="0"/>
                <a:cs typeface="Times New Roman" pitchFamily="18" charset="0"/>
              </a:rPr>
              <a:t>R→L</a:t>
            </a:r>
          </a:p>
        </p:txBody>
      </p:sp>
      <p:sp>
        <p:nvSpPr>
          <p:cNvPr id="2" name="灯片编号占位符 1">
            <a:extLst>
              <a:ext uri="{FF2B5EF4-FFF2-40B4-BE49-F238E27FC236}">
                <a16:creationId xmlns:a16="http://schemas.microsoft.com/office/drawing/2014/main" id="{2C7F3DB9-098B-4DAC-B785-15574D7836C0}"/>
              </a:ext>
            </a:extLst>
          </p:cNvPr>
          <p:cNvSpPr>
            <a:spLocks noGrp="1"/>
          </p:cNvSpPr>
          <p:nvPr>
            <p:ph type="sldNum" sz="quarter" idx="12"/>
          </p:nvPr>
        </p:nvSpPr>
        <p:spPr/>
        <p:txBody>
          <a:bodyPr/>
          <a:lstStyle/>
          <a:p>
            <a:pPr>
              <a:defRPr/>
            </a:pPr>
            <a:fld id="{76D20AB1-C80E-44EB-B890-88EEF3B3DC08}" type="slidenum">
              <a:rPr lang="zh-CN" altLang="en-US" smtClean="0"/>
              <a:pPr>
                <a:defRPr/>
              </a:pPr>
              <a:t>14</a:t>
            </a:fld>
            <a:endParaRPr lang="en-US" altLang="zh-C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44" name="Text Box 14"/>
          <p:cNvSpPr txBox="1">
            <a:spLocks noChangeArrowheads="1"/>
          </p:cNvSpPr>
          <p:nvPr/>
        </p:nvSpPr>
        <p:spPr bwMode="auto">
          <a:xfrm>
            <a:off x="3722688" y="2519363"/>
            <a:ext cx="1223962" cy="240030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000"/>
              </a:lnSpc>
              <a:defRPr/>
            </a:pPr>
            <a:r>
              <a:rPr kumimoji="1" lang="en-US" altLang="zh-CN" b="1" i="1">
                <a:latin typeface="Times New Roman" panose="02020603050405020304" pitchFamily="18" charset="0"/>
              </a:rPr>
              <a:t>I</a:t>
            </a:r>
            <a:r>
              <a:rPr kumimoji="1" lang="en-US" altLang="zh-CN" b="1" i="1" baseline="-25000">
                <a:latin typeface="Times New Roman" panose="02020603050405020304" pitchFamily="18" charset="0"/>
              </a:rPr>
              <a:t>4</a:t>
            </a:r>
            <a:r>
              <a:rPr kumimoji="1" lang="en-US" altLang="zh-CN" b="1">
                <a:latin typeface="Times New Roman" panose="02020603050405020304" pitchFamily="18" charset="0"/>
              </a:rPr>
              <a:t>:</a:t>
            </a:r>
          </a:p>
          <a:p>
            <a:pPr>
              <a:lnSpc>
                <a:spcPts val="2000"/>
              </a:lnSpc>
              <a:defRPr/>
            </a:pPr>
            <a:r>
              <a:rPr kumimoji="1" lang="en-US" altLang="zh-CN" b="1" i="1">
                <a:latin typeface="Times New Roman" panose="02020603050405020304" pitchFamily="18" charset="0"/>
              </a:rPr>
              <a:t>L→*</a:t>
            </a:r>
            <a:r>
              <a:rPr lang="en-US" altLang="zh-CN" b="1" i="1">
                <a:solidFill>
                  <a:srgbClr val="000000"/>
                </a:solidFill>
                <a:latin typeface="Times New Roman" panose="02020603050405020304" pitchFamily="18" charset="0"/>
                <a:cs typeface="Times New Roman" panose="02020603050405020304" pitchFamily="18" charset="0"/>
              </a:rPr>
              <a:t>·</a:t>
            </a:r>
            <a:r>
              <a:rPr kumimoji="1" lang="en-US" altLang="zh-CN" b="1" i="1">
                <a:latin typeface="Times New Roman" panose="02020603050405020304" pitchFamily="18" charset="0"/>
              </a:rPr>
              <a:t>R</a:t>
            </a:r>
            <a:r>
              <a:rPr kumimoji="1" lang="zh-CN" altLang="en-US" b="1" i="1">
                <a:latin typeface="Times New Roman" panose="02020603050405020304" pitchFamily="18" charset="0"/>
              </a:rPr>
              <a:t> </a:t>
            </a:r>
            <a:r>
              <a:rPr kumimoji="1" lang="en-US" altLang="zh-CN" b="1" i="1">
                <a:latin typeface="Times New Roman" panose="02020603050405020304" pitchFamily="18" charset="0"/>
              </a:rPr>
              <a:t>, =</a:t>
            </a:r>
          </a:p>
          <a:p>
            <a:pPr>
              <a:lnSpc>
                <a:spcPts val="2000"/>
              </a:lnSpc>
              <a:defRPr/>
            </a:pPr>
            <a:r>
              <a:rPr kumimoji="1" lang="en-US" altLang="zh-CN" b="1" i="1">
                <a:latin typeface="Times New Roman" panose="02020603050405020304" pitchFamily="18" charset="0"/>
              </a:rPr>
              <a:t>L→*</a:t>
            </a:r>
            <a:r>
              <a:rPr lang="en-US" altLang="zh-CN" b="1" i="1">
                <a:solidFill>
                  <a:srgbClr val="000000"/>
                </a:solidFill>
                <a:latin typeface="Times New Roman" panose="02020603050405020304" pitchFamily="18" charset="0"/>
                <a:cs typeface="Times New Roman" panose="02020603050405020304" pitchFamily="18" charset="0"/>
              </a:rPr>
              <a:t>·</a:t>
            </a:r>
            <a:r>
              <a:rPr kumimoji="1" lang="en-US" altLang="zh-CN" b="1" i="1">
                <a:latin typeface="Times New Roman" panose="02020603050405020304" pitchFamily="18" charset="0"/>
              </a:rPr>
              <a:t>R , </a:t>
            </a:r>
            <a:r>
              <a:rPr kumimoji="1" lang="en-US" altLang="zh-CN" b="1">
                <a:latin typeface="华文楷体" panose="02010600040101010101" pitchFamily="2" charset="-122"/>
              </a:rPr>
              <a:t>$</a:t>
            </a:r>
            <a:endParaRPr kumimoji="1" lang="zh-CN" altLang="en-US" b="1" i="1">
              <a:latin typeface="Times New Roman" panose="02020603050405020304" pitchFamily="18" charset="0"/>
            </a:endParaRPr>
          </a:p>
          <a:p>
            <a:pPr>
              <a:lnSpc>
                <a:spcPts val="2000"/>
              </a:lnSpc>
              <a:defRPr/>
            </a:pPr>
            <a:r>
              <a:rPr kumimoji="1" lang="en-US" altLang="zh-CN" b="1" i="1">
                <a:latin typeface="Times New Roman" panose="02020603050405020304" pitchFamily="18" charset="0"/>
              </a:rPr>
              <a:t>R→</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i="1">
                <a:latin typeface="Times New Roman" panose="02020603050405020304" pitchFamily="18" charset="0"/>
              </a:rPr>
              <a:t>L</a:t>
            </a:r>
            <a:r>
              <a:rPr kumimoji="1" lang="zh-CN" altLang="en-US" b="1" i="1">
                <a:latin typeface="Times New Roman" panose="02020603050405020304" pitchFamily="18" charset="0"/>
              </a:rPr>
              <a:t> </a:t>
            </a:r>
            <a:r>
              <a:rPr kumimoji="1" lang="en-US" altLang="zh-CN" b="1" i="1">
                <a:latin typeface="Times New Roman" panose="02020603050405020304" pitchFamily="18" charset="0"/>
              </a:rPr>
              <a:t>, =</a:t>
            </a:r>
          </a:p>
          <a:p>
            <a:pPr>
              <a:lnSpc>
                <a:spcPts val="2000"/>
              </a:lnSpc>
              <a:defRPr/>
            </a:pPr>
            <a:r>
              <a:rPr kumimoji="1" lang="en-US" altLang="zh-CN" b="1" i="1">
                <a:latin typeface="Times New Roman" panose="02020603050405020304" pitchFamily="18" charset="0"/>
              </a:rPr>
              <a:t>R→</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i="1">
                <a:latin typeface="Times New Roman" panose="02020603050405020304" pitchFamily="18" charset="0"/>
              </a:rPr>
              <a:t>L , </a:t>
            </a:r>
            <a:r>
              <a:rPr kumimoji="1" lang="en-US" altLang="zh-CN" b="1">
                <a:latin typeface="华文楷体" panose="02010600040101010101" pitchFamily="2" charset="-122"/>
              </a:rPr>
              <a:t>$</a:t>
            </a:r>
            <a:endParaRPr kumimoji="1" lang="en-US" altLang="zh-CN" b="1" i="1">
              <a:latin typeface="Times New Roman" panose="02020603050405020304" pitchFamily="18" charset="0"/>
            </a:endParaRPr>
          </a:p>
          <a:p>
            <a:pPr>
              <a:lnSpc>
                <a:spcPts val="2000"/>
              </a:lnSpc>
              <a:defRPr/>
            </a:pPr>
            <a:r>
              <a:rPr kumimoji="1" lang="en-US" altLang="zh-CN" b="1" i="1">
                <a:latin typeface="Times New Roman" panose="02020603050405020304" pitchFamily="18" charset="0"/>
              </a:rPr>
              <a:t>L→</a:t>
            </a:r>
            <a:r>
              <a:rPr lang="en-US" altLang="zh-CN" b="1" i="1">
                <a:solidFill>
                  <a:srgbClr val="000000"/>
                </a:solidFill>
                <a:latin typeface="Times New Roman" panose="02020603050405020304" pitchFamily="18" charset="0"/>
                <a:cs typeface="Times New Roman" panose="02020603050405020304" pitchFamily="18" charset="0"/>
              </a:rPr>
              <a:t>·</a:t>
            </a:r>
            <a:r>
              <a:rPr kumimoji="1" lang="en-US" altLang="zh-CN" b="1" i="1">
                <a:latin typeface="Times New Roman" panose="02020603050405020304" pitchFamily="18" charset="0"/>
              </a:rPr>
              <a:t>*R</a:t>
            </a:r>
            <a:r>
              <a:rPr kumimoji="1" lang="zh-CN" altLang="en-US" b="1" i="1">
                <a:latin typeface="Times New Roman" panose="02020603050405020304" pitchFamily="18" charset="0"/>
              </a:rPr>
              <a:t> </a:t>
            </a:r>
            <a:r>
              <a:rPr kumimoji="1" lang="en-US" altLang="zh-CN" b="1" i="1">
                <a:latin typeface="Times New Roman" panose="02020603050405020304" pitchFamily="18" charset="0"/>
              </a:rPr>
              <a:t>, =</a:t>
            </a:r>
          </a:p>
          <a:p>
            <a:pPr>
              <a:lnSpc>
                <a:spcPts val="2000"/>
              </a:lnSpc>
              <a:defRPr/>
            </a:pPr>
            <a:r>
              <a:rPr kumimoji="1" lang="en-US" altLang="zh-CN" b="1" i="1">
                <a:latin typeface="Times New Roman" panose="02020603050405020304" pitchFamily="18" charset="0"/>
              </a:rPr>
              <a:t>L→</a:t>
            </a:r>
            <a:r>
              <a:rPr lang="en-US" altLang="zh-CN" b="1" i="1">
                <a:solidFill>
                  <a:srgbClr val="000000"/>
                </a:solidFill>
                <a:latin typeface="Times New Roman" panose="02020603050405020304" pitchFamily="18" charset="0"/>
                <a:cs typeface="Times New Roman" panose="02020603050405020304" pitchFamily="18" charset="0"/>
              </a:rPr>
              <a:t> ·</a:t>
            </a:r>
            <a:r>
              <a:rPr kumimoji="1" lang="en-US" altLang="zh-CN" b="1" i="1">
                <a:latin typeface="Times New Roman" panose="02020603050405020304" pitchFamily="18" charset="0"/>
              </a:rPr>
              <a:t>*R , </a:t>
            </a:r>
            <a:r>
              <a:rPr kumimoji="1" lang="en-US" altLang="zh-CN" b="1">
                <a:latin typeface="华文楷体" panose="02010600040101010101" pitchFamily="2" charset="-122"/>
              </a:rPr>
              <a:t>$</a:t>
            </a:r>
            <a:endParaRPr kumimoji="1" lang="en-US" altLang="zh-CN" b="1" i="1">
              <a:latin typeface="Times New Roman" panose="02020603050405020304" pitchFamily="18" charset="0"/>
            </a:endParaRPr>
          </a:p>
          <a:p>
            <a:pPr>
              <a:lnSpc>
                <a:spcPts val="2000"/>
              </a:lnSpc>
              <a:defRPr/>
            </a:pPr>
            <a:r>
              <a:rPr kumimoji="1" lang="en-US" altLang="zh-CN" b="1" i="1">
                <a:latin typeface="Times New Roman" panose="02020603050405020304" pitchFamily="18" charset="0"/>
              </a:rPr>
              <a:t>L→</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a:latin typeface="Times New Roman" panose="02020603050405020304" pitchFamily="18" charset="0"/>
              </a:rPr>
              <a:t>id</a:t>
            </a:r>
            <a:r>
              <a:rPr kumimoji="1" lang="zh-CN" altLang="en-US" b="1" i="1">
                <a:latin typeface="Times New Roman" panose="02020603050405020304" pitchFamily="18" charset="0"/>
              </a:rPr>
              <a:t> </a:t>
            </a:r>
            <a:r>
              <a:rPr kumimoji="1" lang="en-US" altLang="zh-CN" b="1" i="1">
                <a:latin typeface="Times New Roman" panose="02020603050405020304" pitchFamily="18" charset="0"/>
              </a:rPr>
              <a:t>, =</a:t>
            </a:r>
          </a:p>
          <a:p>
            <a:pPr>
              <a:lnSpc>
                <a:spcPts val="2000"/>
              </a:lnSpc>
              <a:defRPr/>
            </a:pPr>
            <a:r>
              <a:rPr kumimoji="1" lang="en-US" altLang="zh-CN" b="1" i="1">
                <a:latin typeface="Times New Roman" panose="02020603050405020304" pitchFamily="18" charset="0"/>
              </a:rPr>
              <a:t>L→</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a:latin typeface="Times New Roman" panose="02020603050405020304" pitchFamily="18" charset="0"/>
              </a:rPr>
              <a:t>id</a:t>
            </a:r>
            <a:r>
              <a:rPr kumimoji="1" lang="en-US" altLang="zh-CN" b="1" i="1">
                <a:latin typeface="Times New Roman" panose="02020603050405020304" pitchFamily="18" charset="0"/>
              </a:rPr>
              <a:t> , </a:t>
            </a:r>
            <a:r>
              <a:rPr kumimoji="1" lang="en-US" altLang="zh-CN" b="1">
                <a:latin typeface="华文楷体" panose="02010600040101010101" pitchFamily="2" charset="-122"/>
              </a:rPr>
              <a:t>$</a:t>
            </a:r>
            <a:endParaRPr kumimoji="1" lang="en-US" altLang="zh-CN" b="1" i="1">
              <a:latin typeface="Times New Roman" panose="02020603050405020304" pitchFamily="18" charset="0"/>
            </a:endParaRPr>
          </a:p>
        </p:txBody>
      </p:sp>
      <p:sp>
        <p:nvSpPr>
          <p:cNvPr id="40963" name="Rectangle 2"/>
          <p:cNvSpPr>
            <a:spLocks noGrp="1" noChangeArrowheads="1"/>
          </p:cNvSpPr>
          <p:nvPr>
            <p:ph type="title"/>
          </p:nvPr>
        </p:nvSpPr>
        <p:spPr>
          <a:xfrm>
            <a:off x="755650" y="268288"/>
            <a:ext cx="7931150"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rPr>
              <a:t>例</a:t>
            </a:r>
            <a:r>
              <a:rPr lang="zh-CN" altLang="en-US" sz="3000">
                <a:solidFill>
                  <a:srgbClr val="000000"/>
                </a:solidFill>
                <a:latin typeface="微软雅黑" panose="020B0503020204020204" pitchFamily="34" charset="-122"/>
                <a:ea typeface="微软雅黑" panose="020B0503020204020204" pitchFamily="34" charset="-122"/>
              </a:rPr>
              <a:t>：</a:t>
            </a:r>
            <a:r>
              <a:rPr lang="en-US" altLang="zh-CN" sz="3000" i="1">
                <a:solidFill>
                  <a:srgbClr val="000000"/>
                </a:solidFill>
                <a:ea typeface="黑体" panose="02010609060101010101" pitchFamily="49" charset="-122"/>
                <a:cs typeface="Times New Roman" panose="02020603050405020304" pitchFamily="18" charset="0"/>
              </a:rPr>
              <a:t>LR</a:t>
            </a:r>
            <a:r>
              <a:rPr lang="en-US" altLang="zh-CN" sz="3000">
                <a:solidFill>
                  <a:srgbClr val="000000"/>
                </a:solidFill>
                <a:ea typeface="黑体" panose="02010609060101010101" pitchFamily="49" charset="-122"/>
                <a:cs typeface="Times New Roman" panose="02020603050405020304" pitchFamily="18" charset="0"/>
              </a:rPr>
              <a:t>(1)</a:t>
            </a:r>
            <a:r>
              <a:rPr lang="zh-CN" altLang="en-US" sz="3000">
                <a:solidFill>
                  <a:srgbClr val="000000"/>
                </a:solidFill>
                <a:latin typeface="微软雅黑" panose="020B0503020204020204" pitchFamily="34" charset="-122"/>
                <a:ea typeface="微软雅黑" panose="020B0503020204020204" pitchFamily="34" charset="-122"/>
              </a:rPr>
              <a:t>自动机</a:t>
            </a:r>
            <a:endParaRPr lang="zh-CN" altLang="en-US" sz="3000">
              <a:solidFill>
                <a:schemeClr val="tx1"/>
              </a:solidFill>
              <a:latin typeface="微软雅黑" panose="020B0503020204020204" pitchFamily="34" charset="-122"/>
              <a:ea typeface="微软雅黑" panose="020B0503020204020204" pitchFamily="34" charset="-122"/>
            </a:endParaRPr>
          </a:p>
        </p:txBody>
      </p:sp>
      <p:sp>
        <p:nvSpPr>
          <p:cNvPr id="129035" name="Text Box 5"/>
          <p:cNvSpPr txBox="1">
            <a:spLocks noChangeArrowheads="1"/>
          </p:cNvSpPr>
          <p:nvPr/>
        </p:nvSpPr>
        <p:spPr bwMode="auto">
          <a:xfrm>
            <a:off x="1800225" y="1004888"/>
            <a:ext cx="1504950" cy="2493962"/>
          </a:xfrm>
          <a:prstGeom prst="rect">
            <a:avLst/>
          </a:prstGeom>
          <a:solidFill>
            <a:srgbClr val="B5CEED"/>
          </a:solidFill>
          <a:ln w="12700">
            <a:solidFill>
              <a:schemeClr val="tx1"/>
            </a:solidFill>
            <a:miter lim="800000"/>
            <a:headEnd type="none" w="sm" len="sm"/>
            <a:tailEnd type="none" w="sm" len="sm"/>
          </a:ln>
        </p:spPr>
        <p:txBody>
          <a:bodyPr tIns="0" bIns="0">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rPr>
              <a:t>I</a:t>
            </a:r>
            <a:r>
              <a:rPr lang="en-US" altLang="zh-CN" sz="1800" b="1" i="1" baseline="-25000" dirty="0">
                <a:solidFill>
                  <a:schemeClr val="tx1"/>
                </a:solidFill>
                <a:latin typeface="Times New Roman" panose="02020603050405020304" pitchFamily="18" charset="0"/>
              </a:rPr>
              <a:t>0</a:t>
            </a:r>
            <a:r>
              <a:rPr lang="en-US" altLang="zh-CN" sz="1800" b="1" dirty="0">
                <a:solidFill>
                  <a:schemeClr val="tx1"/>
                </a:solidFill>
                <a:latin typeface="Times New Roman" panose="02020603050405020304" pitchFamily="18" charset="0"/>
              </a:rPr>
              <a:t>:</a:t>
            </a:r>
          </a:p>
          <a:p>
            <a:pPr>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rPr>
              <a:t>S</a:t>
            </a:r>
            <a:r>
              <a:rPr lang="en-US" altLang="zh-CN" sz="1800" b="1" i="1" dirty="0">
                <a:solidFill>
                  <a:schemeClr val="tx1"/>
                </a:solidFill>
                <a:latin typeface="Times New Roman" panose="02020603050405020304" pitchFamily="18" charset="0"/>
                <a:cs typeface="Times New Roman" panose="02020603050405020304" pitchFamily="18" charset="0"/>
              </a:rPr>
              <a:t>′ </a:t>
            </a:r>
            <a:r>
              <a:rPr lang="en-US" altLang="zh-CN" sz="1800" b="1" i="1" dirty="0">
                <a:solidFill>
                  <a:schemeClr val="tx1"/>
                </a:solidFill>
                <a:latin typeface="Times New Roman" panose="02020603050405020304" pitchFamily="18" charset="0"/>
              </a:rPr>
              <a:t>→</a:t>
            </a:r>
            <a:r>
              <a:rPr lang="en-US" altLang="zh-CN" sz="1800" b="1" i="1" dirty="0">
                <a:solidFill>
                  <a:srgbClr val="000000"/>
                </a:solidFill>
                <a:latin typeface="Times New Roman" panose="02020603050405020304" pitchFamily="18" charset="0"/>
              </a:rPr>
              <a:t> · </a:t>
            </a:r>
            <a:r>
              <a:rPr lang="en-US" altLang="zh-CN" sz="1800" b="1" i="1" dirty="0">
                <a:solidFill>
                  <a:schemeClr val="tx1"/>
                </a:solidFill>
                <a:latin typeface="Times New Roman" panose="02020603050405020304" pitchFamily="18" charset="0"/>
              </a:rPr>
              <a:t>S , </a:t>
            </a:r>
            <a:r>
              <a:rPr lang="en-US" altLang="zh-CN" sz="1800" b="1" dirty="0">
                <a:solidFill>
                  <a:schemeClr val="tx1"/>
                </a:solidFill>
                <a:latin typeface="华文楷体" panose="02010600040101010101" pitchFamily="2" charset="-122"/>
                <a:ea typeface="华文楷体" panose="02010600040101010101" pitchFamily="2" charset="-122"/>
              </a:rPr>
              <a:t>$</a:t>
            </a:r>
          </a:p>
          <a:p>
            <a:pPr>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rPr>
              <a:t>S→</a:t>
            </a:r>
            <a:r>
              <a:rPr lang="en-US" altLang="zh-CN" sz="1800" b="1" i="1" dirty="0">
                <a:solidFill>
                  <a:srgbClr val="000000"/>
                </a:solidFill>
                <a:latin typeface="Times New Roman" panose="02020603050405020304" pitchFamily="18" charset="0"/>
              </a:rPr>
              <a:t> · </a:t>
            </a:r>
            <a:r>
              <a:rPr lang="en-US" altLang="zh-CN" sz="1800" b="1" i="1" dirty="0">
                <a:solidFill>
                  <a:schemeClr val="tx1"/>
                </a:solidFill>
                <a:latin typeface="Times New Roman" panose="02020603050405020304" pitchFamily="18" charset="0"/>
              </a:rPr>
              <a:t>L=R , </a:t>
            </a:r>
            <a:r>
              <a:rPr lang="en-US" altLang="zh-CN" sz="1800" b="1" dirty="0">
                <a:solidFill>
                  <a:schemeClr val="tx1"/>
                </a:solidFill>
                <a:latin typeface="华文楷体" panose="02010600040101010101" pitchFamily="2" charset="-122"/>
              </a:rPr>
              <a:t>$</a:t>
            </a:r>
            <a:endParaRPr lang="en-US" altLang="zh-CN" sz="1800" b="1" i="1" dirty="0">
              <a:solidFill>
                <a:schemeClr val="tx1"/>
              </a:solidFill>
              <a:latin typeface="Times New Roman" panose="02020603050405020304" pitchFamily="18" charset="0"/>
            </a:endParaRPr>
          </a:p>
          <a:p>
            <a:pPr>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rPr>
              <a:t>S→</a:t>
            </a:r>
            <a:r>
              <a:rPr lang="en-US" altLang="zh-CN" sz="1800" b="1" i="1" dirty="0">
                <a:solidFill>
                  <a:srgbClr val="000000"/>
                </a:solidFill>
                <a:latin typeface="Times New Roman" panose="02020603050405020304" pitchFamily="18" charset="0"/>
              </a:rPr>
              <a:t> · </a:t>
            </a:r>
            <a:r>
              <a:rPr lang="en-US" altLang="zh-CN" sz="1800" b="1" i="1" dirty="0">
                <a:solidFill>
                  <a:schemeClr val="tx1"/>
                </a:solidFill>
                <a:latin typeface="Times New Roman" panose="02020603050405020304" pitchFamily="18" charset="0"/>
              </a:rPr>
              <a:t>R , </a:t>
            </a:r>
            <a:r>
              <a:rPr lang="en-US" altLang="zh-CN" sz="1800" b="1" dirty="0">
                <a:solidFill>
                  <a:schemeClr val="tx1"/>
                </a:solidFill>
                <a:latin typeface="华文楷体" panose="02010600040101010101" pitchFamily="2" charset="-122"/>
              </a:rPr>
              <a:t>$</a:t>
            </a:r>
            <a:endParaRPr lang="en-US" altLang="zh-CN" sz="1800" b="1" i="1" dirty="0">
              <a:solidFill>
                <a:schemeClr val="tx1"/>
              </a:solidFill>
              <a:latin typeface="Times New Roman" panose="02020603050405020304" pitchFamily="18" charset="0"/>
            </a:endParaRPr>
          </a:p>
          <a:p>
            <a:pPr>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rPr>
              <a:t>L→</a:t>
            </a:r>
            <a:r>
              <a:rPr lang="en-US" altLang="zh-CN" sz="1800" b="1" i="1" dirty="0">
                <a:solidFill>
                  <a:srgbClr val="000000"/>
                </a:solidFill>
                <a:latin typeface="Times New Roman" panose="02020603050405020304" pitchFamily="18" charset="0"/>
              </a:rPr>
              <a:t> · </a:t>
            </a:r>
            <a:r>
              <a:rPr lang="en-US" altLang="zh-CN" sz="1800" b="1" i="1" dirty="0">
                <a:solidFill>
                  <a:schemeClr val="tx1"/>
                </a:solidFill>
                <a:latin typeface="Times New Roman" panose="02020603050405020304" pitchFamily="18" charset="0"/>
              </a:rPr>
              <a:t>*R , =</a:t>
            </a:r>
          </a:p>
          <a:p>
            <a:pPr>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rPr>
              <a:t>L→</a:t>
            </a:r>
            <a:r>
              <a:rPr lang="en-US" altLang="zh-CN" sz="1800" b="1" i="1" dirty="0">
                <a:solidFill>
                  <a:srgbClr val="000000"/>
                </a:solidFill>
                <a:latin typeface="Times New Roman" panose="02020603050405020304" pitchFamily="18" charset="0"/>
              </a:rPr>
              <a:t> · </a:t>
            </a:r>
            <a:r>
              <a:rPr lang="en-US" altLang="zh-CN" sz="1800" b="1" dirty="0">
                <a:solidFill>
                  <a:schemeClr val="tx1"/>
                </a:solidFill>
                <a:latin typeface="Times New Roman" panose="02020603050405020304" pitchFamily="18" charset="0"/>
              </a:rPr>
              <a:t>id</a:t>
            </a:r>
            <a:r>
              <a:rPr lang="en-US" altLang="zh-CN" sz="1800" b="1" i="1" dirty="0">
                <a:solidFill>
                  <a:schemeClr val="tx1"/>
                </a:solidFill>
                <a:latin typeface="Times New Roman" panose="02020603050405020304" pitchFamily="18" charset="0"/>
              </a:rPr>
              <a:t> , =</a:t>
            </a:r>
          </a:p>
          <a:p>
            <a:pPr>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rPr>
              <a:t>R→</a:t>
            </a:r>
            <a:r>
              <a:rPr lang="en-US" altLang="zh-CN" sz="1800" b="1" i="1" dirty="0">
                <a:solidFill>
                  <a:srgbClr val="000000"/>
                </a:solidFill>
                <a:latin typeface="Times New Roman" panose="02020603050405020304" pitchFamily="18" charset="0"/>
              </a:rPr>
              <a:t> · </a:t>
            </a:r>
            <a:r>
              <a:rPr lang="en-US" altLang="zh-CN" sz="1800" b="1" i="1" dirty="0">
                <a:solidFill>
                  <a:schemeClr val="tx1"/>
                </a:solidFill>
                <a:latin typeface="Times New Roman" panose="02020603050405020304" pitchFamily="18" charset="0"/>
              </a:rPr>
              <a:t>L , </a:t>
            </a:r>
            <a:r>
              <a:rPr lang="en-US" altLang="zh-CN" sz="1800" b="1" dirty="0">
                <a:solidFill>
                  <a:schemeClr val="tx1"/>
                </a:solidFill>
                <a:latin typeface="华文楷体" panose="02010600040101010101" pitchFamily="2" charset="-122"/>
              </a:rPr>
              <a:t>$</a:t>
            </a:r>
            <a:endParaRPr lang="en-US" altLang="zh-CN" sz="1800" b="1" i="1" dirty="0">
              <a:solidFill>
                <a:schemeClr val="tx1"/>
              </a:solidFill>
              <a:latin typeface="Times New Roman" panose="02020603050405020304" pitchFamily="18" charset="0"/>
            </a:endParaRPr>
          </a:p>
          <a:p>
            <a:pPr eaLnBrk="1" hangingPunct="1">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rPr>
              <a:t>L→</a:t>
            </a:r>
            <a:r>
              <a:rPr lang="en-US" altLang="zh-CN" sz="1800" b="1" i="1" dirty="0">
                <a:solidFill>
                  <a:srgbClr val="000000"/>
                </a:solidFill>
                <a:latin typeface="Times New Roman" panose="02020603050405020304" pitchFamily="18" charset="0"/>
              </a:rPr>
              <a:t> · </a:t>
            </a:r>
            <a:r>
              <a:rPr lang="en-US" altLang="zh-CN" sz="1800" b="1" i="1" dirty="0">
                <a:solidFill>
                  <a:schemeClr val="tx1"/>
                </a:solidFill>
                <a:latin typeface="Times New Roman" panose="02020603050405020304" pitchFamily="18" charset="0"/>
              </a:rPr>
              <a:t>*R , </a:t>
            </a:r>
            <a:r>
              <a:rPr lang="en-US" altLang="zh-CN" sz="1800" b="1" dirty="0">
                <a:solidFill>
                  <a:schemeClr val="tx1"/>
                </a:solidFill>
                <a:latin typeface="华文楷体" panose="02010600040101010101" pitchFamily="2" charset="-122"/>
              </a:rPr>
              <a:t>$</a:t>
            </a:r>
            <a:endParaRPr lang="en-US" altLang="zh-CN" sz="1800" b="1" i="1" dirty="0">
              <a:solidFill>
                <a:schemeClr val="tx1"/>
              </a:solidFill>
              <a:latin typeface="Times New Roman" panose="02020603050405020304" pitchFamily="18" charset="0"/>
            </a:endParaRPr>
          </a:p>
          <a:p>
            <a:pPr eaLnBrk="1" hangingPunct="1">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rPr>
              <a:t>L→</a:t>
            </a:r>
            <a:r>
              <a:rPr lang="en-US" altLang="zh-CN" sz="1800" b="1" i="1" dirty="0">
                <a:solidFill>
                  <a:srgbClr val="000000"/>
                </a:solidFill>
                <a:latin typeface="Times New Roman" panose="02020603050405020304" pitchFamily="18" charset="0"/>
              </a:rPr>
              <a:t> · </a:t>
            </a:r>
            <a:r>
              <a:rPr lang="en-US" altLang="zh-CN" sz="1800" b="1" dirty="0">
                <a:solidFill>
                  <a:schemeClr val="tx1"/>
                </a:solidFill>
                <a:latin typeface="Times New Roman" panose="02020603050405020304" pitchFamily="18" charset="0"/>
              </a:rPr>
              <a:t>id</a:t>
            </a:r>
            <a:r>
              <a:rPr lang="en-US" altLang="zh-CN" sz="1800" b="1" i="1" dirty="0">
                <a:solidFill>
                  <a:schemeClr val="tx1"/>
                </a:solidFill>
                <a:latin typeface="Times New Roman" panose="02020603050405020304" pitchFamily="18" charset="0"/>
              </a:rPr>
              <a:t> , </a:t>
            </a:r>
            <a:r>
              <a:rPr lang="en-US" altLang="zh-CN" sz="1800" b="1" dirty="0">
                <a:solidFill>
                  <a:schemeClr val="tx1"/>
                </a:solidFill>
                <a:latin typeface="华文楷体" panose="02010600040101010101" pitchFamily="2" charset="-122"/>
              </a:rPr>
              <a:t>$</a:t>
            </a:r>
            <a:endParaRPr lang="en-US" altLang="zh-CN" sz="1800" b="1" i="1" dirty="0">
              <a:solidFill>
                <a:schemeClr val="tx1"/>
              </a:solidFill>
              <a:latin typeface="Times New Roman" panose="02020603050405020304" pitchFamily="18" charset="0"/>
            </a:endParaRPr>
          </a:p>
        </p:txBody>
      </p:sp>
      <p:sp>
        <p:nvSpPr>
          <p:cNvPr id="129036" name="Text Box 6"/>
          <p:cNvSpPr txBox="1">
            <a:spLocks noChangeArrowheads="1"/>
          </p:cNvSpPr>
          <p:nvPr/>
        </p:nvSpPr>
        <p:spPr bwMode="auto">
          <a:xfrm>
            <a:off x="3851275" y="39688"/>
            <a:ext cx="1223963" cy="646112"/>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I</a:t>
            </a:r>
            <a:r>
              <a:rPr lang="en-US" altLang="zh-CN" sz="1800" b="1" i="1" baseline="-25000">
                <a:solidFill>
                  <a:schemeClr val="tx1"/>
                </a:solidFill>
                <a:latin typeface="Times New Roman" panose="02020603050405020304" pitchFamily="18" charset="0"/>
              </a:rPr>
              <a:t>1</a:t>
            </a:r>
            <a:r>
              <a:rPr lang="en-US" altLang="zh-CN" sz="1800" b="1">
                <a:solidFill>
                  <a:schemeClr val="tx1"/>
                </a:solidFill>
                <a:latin typeface="Times New Roman" panose="02020603050405020304" pitchFamily="18" charset="0"/>
              </a:rPr>
              <a:t>:</a:t>
            </a:r>
          </a:p>
          <a:p>
            <a:pPr>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S</a:t>
            </a:r>
            <a:r>
              <a:rPr lang="en-US" altLang="zh-CN" sz="1800" b="1" i="1">
                <a:solidFill>
                  <a:schemeClr val="tx1"/>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rPr>
              <a:t>→S</a:t>
            </a:r>
            <a:r>
              <a:rPr lang="en-US" altLang="zh-CN" sz="1800" b="1" i="1">
                <a:solidFill>
                  <a:srgbClr val="000000"/>
                </a:solidFill>
                <a:latin typeface="Times New Roman" panose="02020603050405020304" pitchFamily="18" charset="0"/>
              </a:rPr>
              <a:t> ·</a:t>
            </a:r>
            <a:r>
              <a:rPr lang="en-US" altLang="zh-CN" sz="1800" b="1" i="1">
                <a:solidFill>
                  <a:schemeClr val="tx1"/>
                </a:solidFill>
                <a:latin typeface="Times New Roman" panose="02020603050405020304" pitchFamily="18" charset="0"/>
              </a:rPr>
              <a:t> , </a:t>
            </a:r>
            <a:r>
              <a:rPr lang="en-US" altLang="zh-CN" sz="1800" b="1">
                <a:solidFill>
                  <a:schemeClr val="tx1"/>
                </a:solidFill>
                <a:latin typeface="华文楷体" panose="02010600040101010101" pitchFamily="2" charset="-122"/>
              </a:rPr>
              <a:t>$</a:t>
            </a:r>
            <a:endParaRPr lang="en-US" altLang="zh-CN" sz="1800" b="1" i="1">
              <a:solidFill>
                <a:schemeClr val="tx1"/>
              </a:solidFill>
              <a:latin typeface="Times New Roman" panose="02020603050405020304" pitchFamily="18" charset="0"/>
            </a:endParaRPr>
          </a:p>
        </p:txBody>
      </p:sp>
      <p:sp>
        <p:nvSpPr>
          <p:cNvPr id="129037" name="Line 7"/>
          <p:cNvSpPr>
            <a:spLocks noChangeShapeType="1"/>
          </p:cNvSpPr>
          <p:nvPr/>
        </p:nvSpPr>
        <p:spPr bwMode="auto">
          <a:xfrm flipV="1">
            <a:off x="3305175" y="538163"/>
            <a:ext cx="525463" cy="550862"/>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038" name="Text Box 8"/>
          <p:cNvSpPr txBox="1">
            <a:spLocks noChangeArrowheads="1"/>
          </p:cNvSpPr>
          <p:nvPr/>
        </p:nvSpPr>
        <p:spPr bwMode="auto">
          <a:xfrm>
            <a:off x="3709988" y="768350"/>
            <a:ext cx="1343025" cy="9239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solidFill>
                  <a:srgbClr val="FF0000"/>
                </a:solidFill>
                <a:latin typeface="Times New Roman" panose="02020603050405020304" pitchFamily="18" charset="0"/>
              </a:rPr>
              <a:t>I</a:t>
            </a:r>
            <a:r>
              <a:rPr kumimoji="1" lang="en-US" altLang="zh-CN" b="1" i="1" baseline="-25000">
                <a:solidFill>
                  <a:srgbClr val="FF0000"/>
                </a:solidFill>
                <a:latin typeface="Times New Roman" panose="02020603050405020304" pitchFamily="18" charset="0"/>
              </a:rPr>
              <a:t>2</a:t>
            </a:r>
            <a:r>
              <a:rPr kumimoji="1" lang="en-US" altLang="zh-CN" b="1">
                <a:solidFill>
                  <a:srgbClr val="FF0000"/>
                </a:solidFill>
                <a:latin typeface="Times New Roman" panose="02020603050405020304" pitchFamily="18" charset="0"/>
              </a:rPr>
              <a:t>:</a:t>
            </a:r>
          </a:p>
          <a:p>
            <a:pPr>
              <a:defRPr/>
            </a:pPr>
            <a:r>
              <a:rPr kumimoji="1" lang="en-US" altLang="zh-CN" b="1" i="1">
                <a:solidFill>
                  <a:srgbClr val="FF0000"/>
                </a:solidFill>
                <a:latin typeface="Times New Roman" panose="02020603050405020304" pitchFamily="18" charset="0"/>
              </a:rPr>
              <a:t>S→L</a:t>
            </a:r>
            <a:r>
              <a:rPr lang="en-US" altLang="zh-CN" b="1" i="1">
                <a:solidFill>
                  <a:srgbClr val="FF0000"/>
                </a:solidFill>
                <a:latin typeface="Times New Roman" panose="02020603050405020304" pitchFamily="18" charset="0"/>
                <a:cs typeface="Times New Roman" panose="02020603050405020304" pitchFamily="18" charset="0"/>
              </a:rPr>
              <a:t>·</a:t>
            </a:r>
            <a:r>
              <a:rPr kumimoji="1" lang="en-US" altLang="zh-CN" b="1" i="1">
                <a:solidFill>
                  <a:srgbClr val="FF0000"/>
                </a:solidFill>
                <a:latin typeface="Times New Roman" panose="02020603050405020304" pitchFamily="18" charset="0"/>
              </a:rPr>
              <a:t>=R , </a:t>
            </a:r>
            <a:r>
              <a:rPr kumimoji="1" lang="en-US" altLang="zh-CN" b="1">
                <a:solidFill>
                  <a:srgbClr val="FF0000"/>
                </a:solidFill>
                <a:latin typeface="华文楷体" panose="02010600040101010101" pitchFamily="2" charset="-122"/>
              </a:rPr>
              <a:t>$</a:t>
            </a:r>
            <a:endParaRPr kumimoji="1" lang="en-US" altLang="zh-CN" b="1" i="1">
              <a:solidFill>
                <a:srgbClr val="FF0000"/>
              </a:solidFill>
              <a:latin typeface="Times New Roman" panose="02020603050405020304" pitchFamily="18" charset="0"/>
            </a:endParaRPr>
          </a:p>
          <a:p>
            <a:pPr>
              <a:defRPr/>
            </a:pPr>
            <a:r>
              <a:rPr kumimoji="1" lang="en-US" altLang="zh-CN" b="1" i="1">
                <a:solidFill>
                  <a:srgbClr val="FF0000"/>
                </a:solidFill>
                <a:latin typeface="Times New Roman" panose="02020603050405020304" pitchFamily="18" charset="0"/>
              </a:rPr>
              <a:t>R→L</a:t>
            </a:r>
            <a:r>
              <a:rPr lang="en-US" altLang="zh-CN" b="1" i="1">
                <a:solidFill>
                  <a:srgbClr val="FF0000"/>
                </a:solidFill>
                <a:latin typeface="Times New Roman" panose="02020603050405020304" pitchFamily="18" charset="0"/>
                <a:cs typeface="Times New Roman" panose="02020603050405020304" pitchFamily="18" charset="0"/>
              </a:rPr>
              <a:t>·</a:t>
            </a:r>
            <a:r>
              <a:rPr kumimoji="1" lang="en-US" altLang="zh-CN" b="1" i="1">
                <a:solidFill>
                  <a:srgbClr val="FF0000"/>
                </a:solidFill>
                <a:latin typeface="Times New Roman" panose="02020603050405020304" pitchFamily="18" charset="0"/>
              </a:rPr>
              <a:t> , </a:t>
            </a:r>
            <a:r>
              <a:rPr kumimoji="1" lang="en-US" altLang="zh-CN" b="1">
                <a:solidFill>
                  <a:srgbClr val="FF0000"/>
                </a:solidFill>
                <a:latin typeface="华文楷体" panose="02010600040101010101" pitchFamily="2" charset="-122"/>
              </a:rPr>
              <a:t>$</a:t>
            </a:r>
            <a:endParaRPr kumimoji="1" lang="en-US" altLang="zh-CN" b="1" i="1">
              <a:solidFill>
                <a:srgbClr val="FF0000"/>
              </a:solidFill>
              <a:latin typeface="Times New Roman" panose="02020603050405020304" pitchFamily="18" charset="0"/>
            </a:endParaRPr>
          </a:p>
        </p:txBody>
      </p:sp>
      <p:sp>
        <p:nvSpPr>
          <p:cNvPr id="129039" name="Line 9"/>
          <p:cNvSpPr>
            <a:spLocks noChangeShapeType="1"/>
          </p:cNvSpPr>
          <p:nvPr/>
        </p:nvSpPr>
        <p:spPr bwMode="auto">
          <a:xfrm flipV="1">
            <a:off x="3295650" y="1365250"/>
            <a:ext cx="384175" cy="1588"/>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040" name="Text Box 10"/>
          <p:cNvSpPr txBox="1">
            <a:spLocks noChangeArrowheads="1"/>
          </p:cNvSpPr>
          <p:nvPr/>
        </p:nvSpPr>
        <p:spPr bwMode="auto">
          <a:xfrm>
            <a:off x="3327400" y="1000125"/>
            <a:ext cx="5032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dirty="0">
                <a:solidFill>
                  <a:srgbClr val="FF0000"/>
                </a:solidFill>
                <a:latin typeface="Times New Roman" panose="02020603050405020304" pitchFamily="18" charset="0"/>
              </a:rPr>
              <a:t>L</a:t>
            </a:r>
          </a:p>
        </p:txBody>
      </p:sp>
      <p:sp>
        <p:nvSpPr>
          <p:cNvPr id="129041" name="Text Box 11"/>
          <p:cNvSpPr txBox="1">
            <a:spLocks noChangeArrowheads="1"/>
          </p:cNvSpPr>
          <p:nvPr/>
        </p:nvSpPr>
        <p:spPr bwMode="auto">
          <a:xfrm>
            <a:off x="3719513" y="1781175"/>
            <a:ext cx="1223962" cy="64611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solidFill>
                  <a:srgbClr val="FF0000"/>
                </a:solidFill>
                <a:latin typeface="Times New Roman" panose="02020603050405020304" pitchFamily="18" charset="0"/>
              </a:rPr>
              <a:t>I</a:t>
            </a:r>
            <a:r>
              <a:rPr kumimoji="1" lang="en-US" altLang="zh-CN" b="1" i="1" baseline="-25000">
                <a:solidFill>
                  <a:srgbClr val="FF0000"/>
                </a:solidFill>
                <a:latin typeface="Times New Roman" panose="02020603050405020304" pitchFamily="18" charset="0"/>
              </a:rPr>
              <a:t>3</a:t>
            </a:r>
            <a:r>
              <a:rPr kumimoji="1" lang="en-US" altLang="zh-CN" b="1">
                <a:solidFill>
                  <a:srgbClr val="FF0000"/>
                </a:solidFill>
                <a:latin typeface="Times New Roman" panose="02020603050405020304" pitchFamily="18" charset="0"/>
              </a:rPr>
              <a:t>:</a:t>
            </a:r>
          </a:p>
          <a:p>
            <a:pPr>
              <a:defRPr/>
            </a:pPr>
            <a:r>
              <a:rPr kumimoji="1" lang="en-US" altLang="zh-CN" b="1" i="1">
                <a:solidFill>
                  <a:srgbClr val="FF0000"/>
                </a:solidFill>
                <a:latin typeface="Times New Roman" panose="02020603050405020304" pitchFamily="18" charset="0"/>
              </a:rPr>
              <a:t>S→R</a:t>
            </a:r>
            <a:r>
              <a:rPr lang="en-US" altLang="zh-CN" b="1" i="1">
                <a:solidFill>
                  <a:srgbClr val="FF0000"/>
                </a:solidFill>
                <a:latin typeface="Times New Roman" panose="02020603050405020304" pitchFamily="18" charset="0"/>
                <a:cs typeface="Times New Roman" panose="02020603050405020304" pitchFamily="18" charset="0"/>
              </a:rPr>
              <a:t> · </a:t>
            </a:r>
            <a:r>
              <a:rPr kumimoji="1" lang="en-US" altLang="zh-CN" b="1" i="1">
                <a:solidFill>
                  <a:srgbClr val="FF0000"/>
                </a:solidFill>
                <a:latin typeface="Times New Roman" panose="02020603050405020304" pitchFamily="18" charset="0"/>
              </a:rPr>
              <a:t>, </a:t>
            </a:r>
            <a:r>
              <a:rPr kumimoji="1" lang="en-US" altLang="zh-CN" b="1">
                <a:solidFill>
                  <a:srgbClr val="FF0000"/>
                </a:solidFill>
                <a:latin typeface="华文楷体" panose="02010600040101010101" pitchFamily="2" charset="-122"/>
              </a:rPr>
              <a:t>$</a:t>
            </a:r>
            <a:endParaRPr kumimoji="1" lang="en-US" altLang="zh-CN" b="1" i="1">
              <a:solidFill>
                <a:srgbClr val="FF0000"/>
              </a:solidFill>
              <a:latin typeface="Times New Roman" panose="02020603050405020304" pitchFamily="18" charset="0"/>
            </a:endParaRPr>
          </a:p>
        </p:txBody>
      </p:sp>
      <p:sp>
        <p:nvSpPr>
          <p:cNvPr id="129042" name="Line 12"/>
          <p:cNvSpPr>
            <a:spLocks noChangeShapeType="1"/>
          </p:cNvSpPr>
          <p:nvPr/>
        </p:nvSpPr>
        <p:spPr bwMode="auto">
          <a:xfrm>
            <a:off x="3317875" y="2139950"/>
            <a:ext cx="433388"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043" name="Text Box 13"/>
          <p:cNvSpPr txBox="1">
            <a:spLocks noChangeArrowheads="1"/>
          </p:cNvSpPr>
          <p:nvPr/>
        </p:nvSpPr>
        <p:spPr bwMode="auto">
          <a:xfrm>
            <a:off x="3319463" y="1770063"/>
            <a:ext cx="6096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R</a:t>
            </a:r>
          </a:p>
        </p:txBody>
      </p:sp>
      <p:sp>
        <p:nvSpPr>
          <p:cNvPr id="129045" name="Text Box 15"/>
          <p:cNvSpPr txBox="1">
            <a:spLocks noChangeArrowheads="1"/>
          </p:cNvSpPr>
          <p:nvPr/>
        </p:nvSpPr>
        <p:spPr bwMode="auto">
          <a:xfrm>
            <a:off x="5572125" y="4176713"/>
            <a:ext cx="1296988" cy="9239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solidFill>
                  <a:srgbClr val="FF0000"/>
                </a:solidFill>
                <a:latin typeface="Times New Roman" panose="02020603050405020304" pitchFamily="18" charset="0"/>
              </a:rPr>
              <a:t>I</a:t>
            </a:r>
            <a:r>
              <a:rPr kumimoji="1" lang="en-US" altLang="zh-CN" b="1" i="1" baseline="-25000">
                <a:solidFill>
                  <a:srgbClr val="FF0000"/>
                </a:solidFill>
                <a:latin typeface="Times New Roman" panose="02020603050405020304" pitchFamily="18" charset="0"/>
              </a:rPr>
              <a:t>5</a:t>
            </a:r>
            <a:r>
              <a:rPr kumimoji="1" lang="en-US" altLang="zh-CN" b="1">
                <a:solidFill>
                  <a:srgbClr val="FF0000"/>
                </a:solidFill>
                <a:latin typeface="Times New Roman" panose="02020603050405020304" pitchFamily="18" charset="0"/>
              </a:rPr>
              <a:t>:</a:t>
            </a:r>
          </a:p>
          <a:p>
            <a:pPr>
              <a:defRPr/>
            </a:pPr>
            <a:r>
              <a:rPr kumimoji="1" lang="en-US" altLang="zh-CN" b="1" i="1">
                <a:solidFill>
                  <a:srgbClr val="FF0000"/>
                </a:solidFill>
                <a:latin typeface="Times New Roman" panose="02020603050405020304" pitchFamily="18" charset="0"/>
              </a:rPr>
              <a:t>L→</a:t>
            </a:r>
            <a:r>
              <a:rPr kumimoji="1" lang="en-US" altLang="zh-CN" b="1">
                <a:solidFill>
                  <a:srgbClr val="FF0000"/>
                </a:solidFill>
                <a:latin typeface="Times New Roman" panose="02020603050405020304" pitchFamily="18" charset="0"/>
              </a:rPr>
              <a:t>id </a:t>
            </a:r>
            <a:r>
              <a:rPr lang="en-US" altLang="zh-CN" b="1" i="1">
                <a:solidFill>
                  <a:srgbClr val="FF0000"/>
                </a:solidFill>
                <a:latin typeface="Times New Roman" panose="02020603050405020304" pitchFamily="18" charset="0"/>
                <a:cs typeface="Times New Roman" panose="02020603050405020304" pitchFamily="18" charset="0"/>
              </a:rPr>
              <a:t>·</a:t>
            </a:r>
            <a:r>
              <a:rPr kumimoji="1" lang="zh-CN" altLang="en-US" b="1" i="1">
                <a:solidFill>
                  <a:srgbClr val="FF0000"/>
                </a:solidFill>
                <a:latin typeface="Times New Roman" panose="02020603050405020304" pitchFamily="18" charset="0"/>
              </a:rPr>
              <a:t> </a:t>
            </a:r>
            <a:r>
              <a:rPr kumimoji="1" lang="en-US" altLang="zh-CN" b="1" i="1">
                <a:solidFill>
                  <a:srgbClr val="FF0000"/>
                </a:solidFill>
                <a:latin typeface="Times New Roman" panose="02020603050405020304" pitchFamily="18" charset="0"/>
              </a:rPr>
              <a:t>, =</a:t>
            </a:r>
          </a:p>
          <a:p>
            <a:pPr>
              <a:defRPr/>
            </a:pPr>
            <a:r>
              <a:rPr kumimoji="1" lang="en-US" altLang="zh-CN" b="1" i="1">
                <a:solidFill>
                  <a:srgbClr val="FF0000"/>
                </a:solidFill>
                <a:latin typeface="Times New Roman" panose="02020603050405020304" pitchFamily="18" charset="0"/>
              </a:rPr>
              <a:t>L→</a:t>
            </a:r>
            <a:r>
              <a:rPr kumimoji="1" lang="en-US" altLang="zh-CN" b="1">
                <a:solidFill>
                  <a:srgbClr val="FF0000"/>
                </a:solidFill>
                <a:latin typeface="Times New Roman" panose="02020603050405020304" pitchFamily="18" charset="0"/>
              </a:rPr>
              <a:t>id</a:t>
            </a:r>
            <a:r>
              <a:rPr kumimoji="1" lang="en-US" altLang="zh-CN" b="1" i="1">
                <a:solidFill>
                  <a:srgbClr val="FF0000"/>
                </a:solidFill>
                <a:latin typeface="Times New Roman" panose="02020603050405020304" pitchFamily="18" charset="0"/>
              </a:rPr>
              <a:t> </a:t>
            </a:r>
            <a:r>
              <a:rPr lang="en-US" altLang="zh-CN" b="1" i="1">
                <a:solidFill>
                  <a:srgbClr val="FF0000"/>
                </a:solidFill>
                <a:latin typeface="Times New Roman" panose="02020603050405020304" pitchFamily="18" charset="0"/>
                <a:cs typeface="Times New Roman" panose="02020603050405020304" pitchFamily="18" charset="0"/>
              </a:rPr>
              <a:t>·</a:t>
            </a:r>
            <a:r>
              <a:rPr kumimoji="1" lang="en-US" altLang="zh-CN" b="1" i="1">
                <a:solidFill>
                  <a:srgbClr val="FF0000"/>
                </a:solidFill>
                <a:latin typeface="Times New Roman" panose="02020603050405020304" pitchFamily="18" charset="0"/>
              </a:rPr>
              <a:t> , </a:t>
            </a:r>
            <a:r>
              <a:rPr kumimoji="1" lang="en-US" altLang="zh-CN" b="1">
                <a:solidFill>
                  <a:srgbClr val="FF0000"/>
                </a:solidFill>
                <a:latin typeface="华文楷体" panose="02010600040101010101" pitchFamily="2" charset="-122"/>
              </a:rPr>
              <a:t>$</a:t>
            </a:r>
            <a:endParaRPr kumimoji="1" lang="en-US" altLang="zh-CN" b="1" i="1">
              <a:solidFill>
                <a:srgbClr val="FF0000"/>
              </a:solidFill>
              <a:latin typeface="Times New Roman" panose="02020603050405020304" pitchFamily="18" charset="0"/>
            </a:endParaRPr>
          </a:p>
        </p:txBody>
      </p:sp>
      <p:sp>
        <p:nvSpPr>
          <p:cNvPr id="129046" name="Text Box 16"/>
          <p:cNvSpPr txBox="1">
            <a:spLocks noChangeArrowheads="1"/>
          </p:cNvSpPr>
          <p:nvPr/>
        </p:nvSpPr>
        <p:spPr bwMode="auto">
          <a:xfrm>
            <a:off x="3362325" y="2959100"/>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dirty="0">
                <a:solidFill>
                  <a:srgbClr val="FF0000"/>
                </a:solidFill>
                <a:latin typeface="Times New Roman" panose="02020603050405020304" pitchFamily="18" charset="0"/>
              </a:rPr>
              <a:t>*</a:t>
            </a:r>
          </a:p>
        </p:txBody>
      </p:sp>
      <p:sp>
        <p:nvSpPr>
          <p:cNvPr id="129047" name="Text Box 17"/>
          <p:cNvSpPr txBox="1">
            <a:spLocks noChangeArrowheads="1"/>
          </p:cNvSpPr>
          <p:nvPr/>
        </p:nvSpPr>
        <p:spPr bwMode="auto">
          <a:xfrm>
            <a:off x="2801938" y="3951288"/>
            <a:ext cx="533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a:solidFill>
                  <a:schemeClr val="tx1"/>
                </a:solidFill>
                <a:latin typeface="Times New Roman" panose="02020603050405020304" pitchFamily="18" charset="0"/>
              </a:rPr>
              <a:t>id</a:t>
            </a:r>
          </a:p>
        </p:txBody>
      </p:sp>
      <p:sp>
        <p:nvSpPr>
          <p:cNvPr id="129048" name="Text Box 18"/>
          <p:cNvSpPr txBox="1">
            <a:spLocks noChangeArrowheads="1"/>
          </p:cNvSpPr>
          <p:nvPr/>
        </p:nvSpPr>
        <p:spPr bwMode="auto">
          <a:xfrm>
            <a:off x="5572125" y="555625"/>
            <a:ext cx="1485900" cy="147796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latin typeface="Times New Roman" panose="02020603050405020304" pitchFamily="18" charset="0"/>
              </a:rPr>
              <a:t>I</a:t>
            </a:r>
            <a:r>
              <a:rPr kumimoji="1" lang="en-US" altLang="zh-CN" b="1" i="1" baseline="-25000">
                <a:latin typeface="Times New Roman" panose="02020603050405020304" pitchFamily="18" charset="0"/>
              </a:rPr>
              <a:t>6</a:t>
            </a:r>
            <a:r>
              <a:rPr kumimoji="1" lang="en-US" altLang="zh-CN" b="1">
                <a:latin typeface="Times New Roman" panose="02020603050405020304" pitchFamily="18" charset="0"/>
              </a:rPr>
              <a:t>:</a:t>
            </a:r>
          </a:p>
          <a:p>
            <a:pPr>
              <a:defRPr/>
            </a:pPr>
            <a:r>
              <a:rPr kumimoji="1" lang="en-US" altLang="zh-CN" b="1" i="1">
                <a:latin typeface="Times New Roman" panose="02020603050405020304" pitchFamily="18" charset="0"/>
              </a:rPr>
              <a:t>S→L=</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i="1">
                <a:latin typeface="Times New Roman" panose="02020603050405020304" pitchFamily="18" charset="0"/>
              </a:rPr>
              <a:t>R , </a:t>
            </a:r>
            <a:r>
              <a:rPr kumimoji="1" lang="en-US" altLang="zh-CN" b="1">
                <a:latin typeface="华文楷体" panose="02010600040101010101" pitchFamily="2" charset="-122"/>
              </a:rPr>
              <a:t>$</a:t>
            </a:r>
            <a:endParaRPr kumimoji="1" lang="en-US" altLang="zh-CN" b="1" i="1">
              <a:latin typeface="Times New Roman" panose="02020603050405020304" pitchFamily="18" charset="0"/>
            </a:endParaRPr>
          </a:p>
          <a:p>
            <a:pPr>
              <a:defRPr/>
            </a:pPr>
            <a:r>
              <a:rPr kumimoji="1" lang="en-US" altLang="zh-CN" b="1" i="1">
                <a:latin typeface="Times New Roman" panose="02020603050405020304" pitchFamily="18" charset="0"/>
              </a:rPr>
              <a:t>R→</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i="1">
                <a:latin typeface="Times New Roman" panose="02020603050405020304" pitchFamily="18" charset="0"/>
              </a:rPr>
              <a:t>L , </a:t>
            </a:r>
            <a:r>
              <a:rPr kumimoji="1" lang="en-US" altLang="zh-CN" b="1">
                <a:latin typeface="华文楷体" panose="02010600040101010101" pitchFamily="2" charset="-122"/>
              </a:rPr>
              <a:t>$</a:t>
            </a:r>
            <a:endParaRPr kumimoji="1" lang="en-US" altLang="zh-CN" b="1" i="1">
              <a:latin typeface="Times New Roman" panose="02020603050405020304" pitchFamily="18" charset="0"/>
            </a:endParaRPr>
          </a:p>
          <a:p>
            <a:pPr>
              <a:defRPr/>
            </a:pPr>
            <a:r>
              <a:rPr kumimoji="1" lang="en-US" altLang="zh-CN" b="1" i="1">
                <a:latin typeface="Times New Roman" panose="02020603050405020304" pitchFamily="18" charset="0"/>
              </a:rPr>
              <a:t>L→</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i="1">
                <a:latin typeface="Times New Roman" panose="02020603050405020304" pitchFamily="18" charset="0"/>
              </a:rPr>
              <a:t>*R , </a:t>
            </a:r>
            <a:r>
              <a:rPr kumimoji="1" lang="en-US" altLang="zh-CN" b="1">
                <a:latin typeface="华文楷体" panose="02010600040101010101" pitchFamily="2" charset="-122"/>
              </a:rPr>
              <a:t>$</a:t>
            </a:r>
            <a:endParaRPr kumimoji="1" lang="en-US" altLang="zh-CN" b="1" i="1">
              <a:latin typeface="Times New Roman" panose="02020603050405020304" pitchFamily="18" charset="0"/>
            </a:endParaRPr>
          </a:p>
          <a:p>
            <a:pPr>
              <a:defRPr/>
            </a:pPr>
            <a:r>
              <a:rPr kumimoji="1" lang="en-US" altLang="zh-CN" b="1" i="1">
                <a:latin typeface="Times New Roman" panose="02020603050405020304" pitchFamily="18" charset="0"/>
              </a:rPr>
              <a:t>L→</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a:latin typeface="Times New Roman" panose="02020603050405020304" pitchFamily="18" charset="0"/>
              </a:rPr>
              <a:t>id</a:t>
            </a:r>
            <a:r>
              <a:rPr kumimoji="1" lang="en-US" altLang="zh-CN" b="1" i="1">
                <a:latin typeface="Times New Roman" panose="02020603050405020304" pitchFamily="18" charset="0"/>
              </a:rPr>
              <a:t> , </a:t>
            </a:r>
            <a:r>
              <a:rPr kumimoji="1" lang="en-US" altLang="zh-CN" b="1">
                <a:latin typeface="华文楷体" panose="02010600040101010101" pitchFamily="2" charset="-122"/>
              </a:rPr>
              <a:t>$</a:t>
            </a:r>
            <a:endParaRPr kumimoji="1" lang="en-US" altLang="zh-CN" b="1" i="1">
              <a:latin typeface="Times New Roman" panose="02020603050405020304" pitchFamily="18" charset="0"/>
            </a:endParaRPr>
          </a:p>
        </p:txBody>
      </p:sp>
      <p:sp>
        <p:nvSpPr>
          <p:cNvPr id="129049" name="Line 19"/>
          <p:cNvSpPr>
            <a:spLocks noChangeShapeType="1"/>
          </p:cNvSpPr>
          <p:nvPr/>
        </p:nvSpPr>
        <p:spPr bwMode="auto">
          <a:xfrm flipV="1">
            <a:off x="5121275" y="1198563"/>
            <a:ext cx="430213"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050" name="Text Box 20"/>
          <p:cNvSpPr txBox="1">
            <a:spLocks noChangeArrowheads="1"/>
          </p:cNvSpPr>
          <p:nvPr/>
        </p:nvSpPr>
        <p:spPr bwMode="auto">
          <a:xfrm>
            <a:off x="5154613" y="779463"/>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chemeClr val="tx1"/>
                </a:solidFill>
                <a:latin typeface="Times New Roman" panose="02020603050405020304" pitchFamily="18" charset="0"/>
              </a:rPr>
              <a:t>=</a:t>
            </a:r>
          </a:p>
        </p:txBody>
      </p:sp>
      <p:sp>
        <p:nvSpPr>
          <p:cNvPr id="129051" name="Text Box 21"/>
          <p:cNvSpPr txBox="1">
            <a:spLocks noChangeArrowheads="1"/>
          </p:cNvSpPr>
          <p:nvPr/>
        </p:nvSpPr>
        <p:spPr bwMode="auto">
          <a:xfrm>
            <a:off x="5572125" y="2149475"/>
            <a:ext cx="1296988" cy="9239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solidFill>
                  <a:srgbClr val="FF0000"/>
                </a:solidFill>
                <a:latin typeface="Times New Roman" panose="02020603050405020304" pitchFamily="18" charset="0"/>
              </a:rPr>
              <a:t>I</a:t>
            </a:r>
            <a:r>
              <a:rPr kumimoji="1" lang="en-US" altLang="zh-CN" b="1" i="1" baseline="-25000">
                <a:solidFill>
                  <a:srgbClr val="FF0000"/>
                </a:solidFill>
                <a:latin typeface="Times New Roman" panose="02020603050405020304" pitchFamily="18" charset="0"/>
              </a:rPr>
              <a:t>7</a:t>
            </a:r>
            <a:r>
              <a:rPr kumimoji="1" lang="en-US" altLang="zh-CN" b="1">
                <a:solidFill>
                  <a:srgbClr val="FF0000"/>
                </a:solidFill>
                <a:latin typeface="Times New Roman" panose="02020603050405020304" pitchFamily="18" charset="0"/>
              </a:rPr>
              <a:t>:</a:t>
            </a:r>
          </a:p>
          <a:p>
            <a:pPr>
              <a:defRPr/>
            </a:pPr>
            <a:r>
              <a:rPr kumimoji="1" lang="en-US" altLang="zh-CN" b="1" i="1">
                <a:solidFill>
                  <a:srgbClr val="FF0000"/>
                </a:solidFill>
                <a:latin typeface="Times New Roman" panose="02020603050405020304" pitchFamily="18" charset="0"/>
              </a:rPr>
              <a:t>L→*R</a:t>
            </a:r>
            <a:r>
              <a:rPr lang="en-US" altLang="zh-CN" b="1" i="1">
                <a:solidFill>
                  <a:srgbClr val="FF0000"/>
                </a:solidFill>
                <a:latin typeface="Times New Roman" panose="02020603050405020304" pitchFamily="18" charset="0"/>
                <a:cs typeface="Times New Roman" panose="02020603050405020304" pitchFamily="18" charset="0"/>
              </a:rPr>
              <a:t> ·</a:t>
            </a:r>
            <a:r>
              <a:rPr kumimoji="1" lang="zh-CN" altLang="en-US" b="1" i="1">
                <a:solidFill>
                  <a:srgbClr val="FF0000"/>
                </a:solidFill>
                <a:latin typeface="Times New Roman" panose="02020603050405020304" pitchFamily="18" charset="0"/>
              </a:rPr>
              <a:t> </a:t>
            </a:r>
            <a:r>
              <a:rPr kumimoji="1" lang="en-US" altLang="zh-CN" b="1" i="1">
                <a:solidFill>
                  <a:srgbClr val="FF0000"/>
                </a:solidFill>
                <a:latin typeface="Times New Roman" panose="02020603050405020304" pitchFamily="18" charset="0"/>
              </a:rPr>
              <a:t>, =</a:t>
            </a:r>
          </a:p>
          <a:p>
            <a:pPr>
              <a:defRPr/>
            </a:pPr>
            <a:r>
              <a:rPr kumimoji="1" lang="en-US" altLang="zh-CN" b="1" i="1">
                <a:solidFill>
                  <a:srgbClr val="FF0000"/>
                </a:solidFill>
                <a:latin typeface="Times New Roman" panose="02020603050405020304" pitchFamily="18" charset="0"/>
              </a:rPr>
              <a:t>L→*R</a:t>
            </a:r>
            <a:r>
              <a:rPr lang="en-US" altLang="zh-CN" b="1" i="1">
                <a:solidFill>
                  <a:srgbClr val="FF0000"/>
                </a:solidFill>
                <a:latin typeface="Times New Roman" panose="02020603050405020304" pitchFamily="18" charset="0"/>
                <a:cs typeface="Times New Roman" panose="02020603050405020304" pitchFamily="18" charset="0"/>
              </a:rPr>
              <a:t> ·</a:t>
            </a:r>
            <a:r>
              <a:rPr kumimoji="1" lang="en-US" altLang="zh-CN" b="1" i="1">
                <a:solidFill>
                  <a:srgbClr val="FF0000"/>
                </a:solidFill>
                <a:latin typeface="Times New Roman" panose="02020603050405020304" pitchFamily="18" charset="0"/>
              </a:rPr>
              <a:t> , </a:t>
            </a:r>
            <a:r>
              <a:rPr kumimoji="1" lang="en-US" altLang="zh-CN" b="1">
                <a:solidFill>
                  <a:srgbClr val="FF0000"/>
                </a:solidFill>
                <a:latin typeface="华文楷体" panose="02010600040101010101" pitchFamily="2" charset="-122"/>
              </a:rPr>
              <a:t>$</a:t>
            </a:r>
            <a:endParaRPr kumimoji="1" lang="en-US" altLang="zh-CN" b="1" i="1">
              <a:solidFill>
                <a:srgbClr val="FF0000"/>
              </a:solidFill>
              <a:latin typeface="Times New Roman" panose="02020603050405020304" pitchFamily="18" charset="0"/>
            </a:endParaRPr>
          </a:p>
        </p:txBody>
      </p:sp>
      <p:sp>
        <p:nvSpPr>
          <p:cNvPr id="129052" name="Line 22"/>
          <p:cNvSpPr>
            <a:spLocks noChangeShapeType="1"/>
          </p:cNvSpPr>
          <p:nvPr/>
        </p:nvSpPr>
        <p:spPr bwMode="auto">
          <a:xfrm flipV="1">
            <a:off x="4956175" y="2671763"/>
            <a:ext cx="604838"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053" name="Text Box 23"/>
          <p:cNvSpPr txBox="1">
            <a:spLocks noChangeArrowheads="1"/>
          </p:cNvSpPr>
          <p:nvPr/>
        </p:nvSpPr>
        <p:spPr bwMode="auto">
          <a:xfrm>
            <a:off x="5094288" y="2346325"/>
            <a:ext cx="457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R</a:t>
            </a:r>
          </a:p>
        </p:txBody>
      </p:sp>
      <p:sp>
        <p:nvSpPr>
          <p:cNvPr id="129054" name="Text Box 24"/>
          <p:cNvSpPr txBox="1">
            <a:spLocks noChangeArrowheads="1"/>
          </p:cNvSpPr>
          <p:nvPr/>
        </p:nvSpPr>
        <p:spPr bwMode="auto">
          <a:xfrm>
            <a:off x="5562600" y="3165475"/>
            <a:ext cx="1296988" cy="9239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solidFill>
                  <a:srgbClr val="FF0000"/>
                </a:solidFill>
                <a:latin typeface="Times New Roman" panose="02020603050405020304" pitchFamily="18" charset="0"/>
              </a:rPr>
              <a:t>I</a:t>
            </a:r>
            <a:r>
              <a:rPr kumimoji="1" lang="en-US" altLang="zh-CN" b="1" i="1" baseline="-25000">
                <a:solidFill>
                  <a:srgbClr val="FF0000"/>
                </a:solidFill>
                <a:latin typeface="Times New Roman" panose="02020603050405020304" pitchFamily="18" charset="0"/>
              </a:rPr>
              <a:t>8</a:t>
            </a:r>
            <a:r>
              <a:rPr kumimoji="1" lang="en-US" altLang="zh-CN" b="1">
                <a:solidFill>
                  <a:srgbClr val="FF0000"/>
                </a:solidFill>
                <a:latin typeface="Times New Roman" panose="02020603050405020304" pitchFamily="18" charset="0"/>
              </a:rPr>
              <a:t>:</a:t>
            </a:r>
          </a:p>
          <a:p>
            <a:pPr>
              <a:defRPr/>
            </a:pPr>
            <a:r>
              <a:rPr kumimoji="1" lang="en-US" altLang="zh-CN" b="1" i="1">
                <a:solidFill>
                  <a:srgbClr val="FF0000"/>
                </a:solidFill>
                <a:latin typeface="Times New Roman" panose="02020603050405020304" pitchFamily="18" charset="0"/>
              </a:rPr>
              <a:t>R→L</a:t>
            </a:r>
            <a:r>
              <a:rPr lang="en-US" altLang="zh-CN" b="1" i="1">
                <a:solidFill>
                  <a:srgbClr val="FF0000"/>
                </a:solidFill>
                <a:latin typeface="Times New Roman" panose="02020603050405020304" pitchFamily="18" charset="0"/>
                <a:cs typeface="Times New Roman" panose="02020603050405020304" pitchFamily="18" charset="0"/>
              </a:rPr>
              <a:t> ·</a:t>
            </a:r>
            <a:r>
              <a:rPr kumimoji="1" lang="zh-CN" altLang="en-US" b="1" i="1">
                <a:solidFill>
                  <a:srgbClr val="FF0000"/>
                </a:solidFill>
                <a:latin typeface="Times New Roman" panose="02020603050405020304" pitchFamily="18" charset="0"/>
              </a:rPr>
              <a:t> </a:t>
            </a:r>
            <a:r>
              <a:rPr kumimoji="1" lang="en-US" altLang="zh-CN" b="1" i="1">
                <a:solidFill>
                  <a:srgbClr val="FF0000"/>
                </a:solidFill>
                <a:latin typeface="Times New Roman" panose="02020603050405020304" pitchFamily="18" charset="0"/>
              </a:rPr>
              <a:t>, =</a:t>
            </a:r>
          </a:p>
          <a:p>
            <a:pPr>
              <a:defRPr/>
            </a:pPr>
            <a:r>
              <a:rPr kumimoji="1" lang="en-US" altLang="zh-CN" b="1" i="1">
                <a:solidFill>
                  <a:srgbClr val="FF0000"/>
                </a:solidFill>
                <a:latin typeface="Times New Roman" panose="02020603050405020304" pitchFamily="18" charset="0"/>
              </a:rPr>
              <a:t>R→L</a:t>
            </a:r>
            <a:r>
              <a:rPr lang="en-US" altLang="zh-CN" b="1" i="1">
                <a:solidFill>
                  <a:srgbClr val="FF0000"/>
                </a:solidFill>
                <a:latin typeface="Times New Roman" panose="02020603050405020304" pitchFamily="18" charset="0"/>
                <a:cs typeface="Times New Roman" panose="02020603050405020304" pitchFamily="18" charset="0"/>
              </a:rPr>
              <a:t> ·</a:t>
            </a:r>
            <a:r>
              <a:rPr kumimoji="1" lang="en-US" altLang="zh-CN" b="1" i="1">
                <a:solidFill>
                  <a:srgbClr val="FF0000"/>
                </a:solidFill>
                <a:latin typeface="Times New Roman" panose="02020603050405020304" pitchFamily="18" charset="0"/>
              </a:rPr>
              <a:t> , </a:t>
            </a:r>
            <a:r>
              <a:rPr kumimoji="1" lang="en-US" altLang="zh-CN" b="1">
                <a:solidFill>
                  <a:srgbClr val="FF0000"/>
                </a:solidFill>
                <a:latin typeface="华文楷体" panose="02010600040101010101" pitchFamily="2" charset="-122"/>
              </a:rPr>
              <a:t>$</a:t>
            </a:r>
            <a:endParaRPr kumimoji="1" lang="en-US" altLang="zh-CN" b="1" i="1">
              <a:solidFill>
                <a:srgbClr val="FF0000"/>
              </a:solidFill>
              <a:latin typeface="Times New Roman" panose="02020603050405020304" pitchFamily="18" charset="0"/>
            </a:endParaRPr>
          </a:p>
        </p:txBody>
      </p:sp>
      <p:sp>
        <p:nvSpPr>
          <p:cNvPr id="129055" name="Line 25"/>
          <p:cNvSpPr>
            <a:spLocks noChangeShapeType="1"/>
          </p:cNvSpPr>
          <p:nvPr/>
        </p:nvSpPr>
        <p:spPr bwMode="auto">
          <a:xfrm>
            <a:off x="4933950" y="3736975"/>
            <a:ext cx="6477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056" name="Text Box 26"/>
          <p:cNvSpPr txBox="1">
            <a:spLocks noChangeArrowheads="1"/>
          </p:cNvSpPr>
          <p:nvPr/>
        </p:nvSpPr>
        <p:spPr bwMode="auto">
          <a:xfrm>
            <a:off x="5078413" y="3363913"/>
            <a:ext cx="381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dirty="0">
                <a:solidFill>
                  <a:srgbClr val="FF0000"/>
                </a:solidFill>
                <a:latin typeface="Times New Roman" panose="02020603050405020304" pitchFamily="18" charset="0"/>
              </a:rPr>
              <a:t>L</a:t>
            </a:r>
          </a:p>
        </p:txBody>
      </p:sp>
      <p:sp>
        <p:nvSpPr>
          <p:cNvPr id="129057" name="Text Box 27"/>
          <p:cNvSpPr txBox="1">
            <a:spLocks noChangeArrowheads="1"/>
          </p:cNvSpPr>
          <p:nvPr/>
        </p:nvSpPr>
        <p:spPr bwMode="auto">
          <a:xfrm>
            <a:off x="7408863" y="109538"/>
            <a:ext cx="1512887" cy="64611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solidFill>
                  <a:srgbClr val="FF0000"/>
                </a:solidFill>
                <a:latin typeface="Times New Roman" panose="02020603050405020304" pitchFamily="18" charset="0"/>
              </a:rPr>
              <a:t>I</a:t>
            </a:r>
            <a:r>
              <a:rPr kumimoji="1" lang="en-US" altLang="zh-CN" b="1" i="1" baseline="-25000">
                <a:solidFill>
                  <a:srgbClr val="FF0000"/>
                </a:solidFill>
                <a:latin typeface="Times New Roman" panose="02020603050405020304" pitchFamily="18" charset="0"/>
              </a:rPr>
              <a:t>9</a:t>
            </a:r>
            <a:r>
              <a:rPr kumimoji="1" lang="en-US" altLang="zh-CN" b="1">
                <a:solidFill>
                  <a:srgbClr val="FF0000"/>
                </a:solidFill>
                <a:latin typeface="Times New Roman" panose="02020603050405020304" pitchFamily="18" charset="0"/>
              </a:rPr>
              <a:t>:</a:t>
            </a:r>
          </a:p>
          <a:p>
            <a:pPr>
              <a:defRPr/>
            </a:pPr>
            <a:r>
              <a:rPr kumimoji="1" lang="en-US" altLang="zh-CN" b="1" i="1">
                <a:solidFill>
                  <a:srgbClr val="FF0000"/>
                </a:solidFill>
                <a:latin typeface="Times New Roman" panose="02020603050405020304" pitchFamily="18" charset="0"/>
              </a:rPr>
              <a:t>S→L=R</a:t>
            </a:r>
            <a:r>
              <a:rPr lang="en-US" altLang="zh-CN" b="1" i="1">
                <a:solidFill>
                  <a:srgbClr val="FF0000"/>
                </a:solidFill>
                <a:latin typeface="Times New Roman" panose="02020603050405020304" pitchFamily="18" charset="0"/>
                <a:cs typeface="Times New Roman" panose="02020603050405020304" pitchFamily="18" charset="0"/>
              </a:rPr>
              <a:t> ·</a:t>
            </a:r>
            <a:r>
              <a:rPr kumimoji="1" lang="en-US" altLang="zh-CN" b="1" i="1">
                <a:solidFill>
                  <a:srgbClr val="FF0000"/>
                </a:solidFill>
                <a:latin typeface="Times New Roman" panose="02020603050405020304" pitchFamily="18" charset="0"/>
              </a:rPr>
              <a:t> , </a:t>
            </a:r>
            <a:r>
              <a:rPr kumimoji="1" lang="en-US" altLang="zh-CN" b="1">
                <a:solidFill>
                  <a:srgbClr val="FF0000"/>
                </a:solidFill>
                <a:latin typeface="华文楷体" panose="02010600040101010101" pitchFamily="2" charset="-122"/>
              </a:rPr>
              <a:t>$</a:t>
            </a:r>
            <a:endParaRPr kumimoji="1" lang="en-US" altLang="zh-CN" b="1" i="1">
              <a:solidFill>
                <a:srgbClr val="FF0000"/>
              </a:solidFill>
              <a:latin typeface="Times New Roman" panose="02020603050405020304" pitchFamily="18" charset="0"/>
            </a:endParaRPr>
          </a:p>
        </p:txBody>
      </p:sp>
      <p:sp>
        <p:nvSpPr>
          <p:cNvPr id="129058" name="Line 28"/>
          <p:cNvSpPr>
            <a:spLocks noChangeShapeType="1"/>
          </p:cNvSpPr>
          <p:nvPr/>
        </p:nvSpPr>
        <p:spPr bwMode="auto">
          <a:xfrm>
            <a:off x="7065963" y="636588"/>
            <a:ext cx="36195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059" name="Text Box 29"/>
          <p:cNvSpPr txBox="1">
            <a:spLocks noChangeArrowheads="1"/>
          </p:cNvSpPr>
          <p:nvPr/>
        </p:nvSpPr>
        <p:spPr bwMode="auto">
          <a:xfrm>
            <a:off x="7034213" y="258763"/>
            <a:ext cx="5334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R</a:t>
            </a:r>
          </a:p>
        </p:txBody>
      </p:sp>
      <p:sp>
        <p:nvSpPr>
          <p:cNvPr id="129062" name="Text Box 32"/>
          <p:cNvSpPr txBox="1">
            <a:spLocks noChangeArrowheads="1"/>
          </p:cNvSpPr>
          <p:nvPr/>
        </p:nvSpPr>
        <p:spPr bwMode="auto">
          <a:xfrm>
            <a:off x="7064375" y="2346325"/>
            <a:ext cx="5032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a:solidFill>
                  <a:schemeClr val="tx1"/>
                </a:solidFill>
                <a:latin typeface="Times New Roman" panose="02020603050405020304" pitchFamily="18" charset="0"/>
              </a:rPr>
              <a:t>id</a:t>
            </a:r>
          </a:p>
        </p:txBody>
      </p:sp>
      <p:sp>
        <p:nvSpPr>
          <p:cNvPr id="129063" name="Text Box 33"/>
          <p:cNvSpPr txBox="1">
            <a:spLocks noChangeArrowheads="1"/>
          </p:cNvSpPr>
          <p:nvPr/>
        </p:nvSpPr>
        <p:spPr bwMode="auto">
          <a:xfrm>
            <a:off x="3101975" y="673100"/>
            <a:ext cx="533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S</a:t>
            </a:r>
          </a:p>
        </p:txBody>
      </p:sp>
      <p:sp>
        <p:nvSpPr>
          <p:cNvPr id="129064" name="Line 34"/>
          <p:cNvSpPr>
            <a:spLocks noChangeShapeType="1"/>
          </p:cNvSpPr>
          <p:nvPr/>
        </p:nvSpPr>
        <p:spPr bwMode="auto">
          <a:xfrm>
            <a:off x="4946650" y="4427538"/>
            <a:ext cx="638175"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065" name="Text Box 35"/>
          <p:cNvSpPr txBox="1">
            <a:spLocks noChangeArrowheads="1"/>
          </p:cNvSpPr>
          <p:nvPr/>
        </p:nvSpPr>
        <p:spPr bwMode="auto">
          <a:xfrm>
            <a:off x="5046663" y="4084638"/>
            <a:ext cx="4079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a:solidFill>
                  <a:schemeClr val="tx1"/>
                </a:solidFill>
                <a:latin typeface="Times New Roman" panose="02020603050405020304" pitchFamily="18" charset="0"/>
              </a:rPr>
              <a:t>id</a:t>
            </a:r>
          </a:p>
        </p:txBody>
      </p:sp>
      <p:sp>
        <p:nvSpPr>
          <p:cNvPr id="129067" name="Text Box 40"/>
          <p:cNvSpPr txBox="1">
            <a:spLocks noChangeArrowheads="1"/>
          </p:cNvSpPr>
          <p:nvPr/>
        </p:nvSpPr>
        <p:spPr bwMode="auto">
          <a:xfrm>
            <a:off x="3384550" y="3625850"/>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chemeClr val="tx1"/>
                </a:solidFill>
                <a:latin typeface="Times New Roman" panose="02020603050405020304" pitchFamily="18" charset="0"/>
              </a:rPr>
              <a:t>*</a:t>
            </a:r>
          </a:p>
        </p:txBody>
      </p:sp>
      <p:sp>
        <p:nvSpPr>
          <p:cNvPr id="129068" name="Line 41"/>
          <p:cNvSpPr>
            <a:spLocks noChangeShapeType="1"/>
          </p:cNvSpPr>
          <p:nvPr/>
        </p:nvSpPr>
        <p:spPr bwMode="auto">
          <a:xfrm>
            <a:off x="3327400" y="3295650"/>
            <a:ext cx="423863" cy="0"/>
          </a:xfrm>
          <a:prstGeom prst="line">
            <a:avLst/>
          </a:prstGeom>
          <a:noFill/>
          <a:ln w="412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069" name="Text Box 42"/>
          <p:cNvSpPr txBox="1">
            <a:spLocks noChangeArrowheads="1"/>
          </p:cNvSpPr>
          <p:nvPr/>
        </p:nvSpPr>
        <p:spPr bwMode="auto">
          <a:xfrm>
            <a:off x="7413625" y="844550"/>
            <a:ext cx="1296988" cy="64611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solidFill>
                  <a:srgbClr val="FF0000"/>
                </a:solidFill>
                <a:latin typeface="Times New Roman" panose="02020603050405020304" pitchFamily="18" charset="0"/>
              </a:rPr>
              <a:t>I</a:t>
            </a:r>
            <a:r>
              <a:rPr kumimoji="1" lang="en-US" altLang="zh-CN" b="1" i="1" baseline="-25000">
                <a:solidFill>
                  <a:srgbClr val="FF0000"/>
                </a:solidFill>
                <a:latin typeface="Times New Roman" panose="02020603050405020304" pitchFamily="18" charset="0"/>
              </a:rPr>
              <a:t>10</a:t>
            </a:r>
            <a:r>
              <a:rPr kumimoji="1" lang="en-US" altLang="zh-CN" b="1">
                <a:solidFill>
                  <a:srgbClr val="FF0000"/>
                </a:solidFill>
                <a:latin typeface="Times New Roman" panose="02020603050405020304" pitchFamily="18" charset="0"/>
              </a:rPr>
              <a:t>:</a:t>
            </a:r>
          </a:p>
          <a:p>
            <a:pPr>
              <a:defRPr/>
            </a:pPr>
            <a:r>
              <a:rPr kumimoji="1" lang="en-US" altLang="zh-CN" b="1" i="1">
                <a:solidFill>
                  <a:srgbClr val="FF0000"/>
                </a:solidFill>
                <a:latin typeface="Times New Roman" panose="02020603050405020304" pitchFamily="18" charset="0"/>
              </a:rPr>
              <a:t>R→L</a:t>
            </a:r>
            <a:r>
              <a:rPr lang="en-US" altLang="zh-CN" b="1" i="1">
                <a:solidFill>
                  <a:srgbClr val="FF0000"/>
                </a:solidFill>
                <a:latin typeface="Times New Roman" panose="02020603050405020304" pitchFamily="18" charset="0"/>
                <a:cs typeface="Times New Roman" panose="02020603050405020304" pitchFamily="18" charset="0"/>
              </a:rPr>
              <a:t> ·</a:t>
            </a:r>
            <a:r>
              <a:rPr kumimoji="1" lang="en-US" altLang="zh-CN" b="1" i="1">
                <a:solidFill>
                  <a:srgbClr val="FF0000"/>
                </a:solidFill>
                <a:latin typeface="Times New Roman" panose="02020603050405020304" pitchFamily="18" charset="0"/>
              </a:rPr>
              <a:t> , </a:t>
            </a:r>
            <a:r>
              <a:rPr kumimoji="1" lang="en-US" altLang="zh-CN" b="1">
                <a:solidFill>
                  <a:srgbClr val="FF0000"/>
                </a:solidFill>
                <a:latin typeface="华文楷体" panose="02010600040101010101" pitchFamily="2" charset="-122"/>
              </a:rPr>
              <a:t>$</a:t>
            </a:r>
            <a:endParaRPr kumimoji="1" lang="en-US" altLang="zh-CN" b="1" i="1">
              <a:solidFill>
                <a:srgbClr val="FF0000"/>
              </a:solidFill>
              <a:latin typeface="Times New Roman" panose="02020603050405020304" pitchFamily="18" charset="0"/>
            </a:endParaRPr>
          </a:p>
        </p:txBody>
      </p:sp>
      <p:sp>
        <p:nvSpPr>
          <p:cNvPr id="129070" name="Line 43"/>
          <p:cNvSpPr>
            <a:spLocks noChangeShapeType="1"/>
          </p:cNvSpPr>
          <p:nvPr/>
        </p:nvSpPr>
        <p:spPr bwMode="auto">
          <a:xfrm>
            <a:off x="7065963" y="1198563"/>
            <a:ext cx="371475"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071" name="Text Box 44"/>
          <p:cNvSpPr txBox="1">
            <a:spLocks noChangeArrowheads="1"/>
          </p:cNvSpPr>
          <p:nvPr/>
        </p:nvSpPr>
        <p:spPr bwMode="auto">
          <a:xfrm>
            <a:off x="7062788" y="842963"/>
            <a:ext cx="533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L</a:t>
            </a:r>
          </a:p>
        </p:txBody>
      </p:sp>
      <p:sp>
        <p:nvSpPr>
          <p:cNvPr id="129072" name="Text Box 45"/>
          <p:cNvSpPr txBox="1">
            <a:spLocks noChangeArrowheads="1"/>
          </p:cNvSpPr>
          <p:nvPr/>
        </p:nvSpPr>
        <p:spPr bwMode="auto">
          <a:xfrm>
            <a:off x="7445375" y="1779588"/>
            <a:ext cx="1223963" cy="147796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latin typeface="Times New Roman" panose="02020603050405020304" pitchFamily="18" charset="0"/>
              </a:rPr>
              <a:t>I</a:t>
            </a:r>
            <a:r>
              <a:rPr kumimoji="1" lang="en-US" altLang="zh-CN" b="1" i="1" baseline="-25000">
                <a:latin typeface="Times New Roman" panose="02020603050405020304" pitchFamily="18" charset="0"/>
              </a:rPr>
              <a:t>11</a:t>
            </a:r>
            <a:r>
              <a:rPr kumimoji="1" lang="en-US" altLang="zh-CN" b="1">
                <a:latin typeface="Times New Roman" panose="02020603050405020304" pitchFamily="18" charset="0"/>
              </a:rPr>
              <a:t>:</a:t>
            </a:r>
          </a:p>
          <a:p>
            <a:pPr>
              <a:defRPr/>
            </a:pPr>
            <a:r>
              <a:rPr kumimoji="1" lang="en-US" altLang="zh-CN" b="1" i="1">
                <a:latin typeface="Times New Roman" panose="02020603050405020304" pitchFamily="18" charset="0"/>
              </a:rPr>
              <a:t>L→*</a:t>
            </a:r>
            <a:r>
              <a:rPr lang="en-US" altLang="zh-CN" b="1" i="1">
                <a:solidFill>
                  <a:srgbClr val="000000"/>
                </a:solidFill>
                <a:latin typeface="Times New Roman" panose="02020603050405020304" pitchFamily="18" charset="0"/>
                <a:cs typeface="Times New Roman" panose="02020603050405020304" pitchFamily="18" charset="0"/>
              </a:rPr>
              <a:t> ·</a:t>
            </a:r>
            <a:r>
              <a:rPr kumimoji="1" lang="en-US" altLang="zh-CN" b="1" i="1">
                <a:latin typeface="Times New Roman" panose="02020603050405020304" pitchFamily="18" charset="0"/>
              </a:rPr>
              <a:t>R , </a:t>
            </a:r>
            <a:r>
              <a:rPr kumimoji="1" lang="en-US" altLang="zh-CN" b="1">
                <a:latin typeface="华文楷体" panose="02010600040101010101" pitchFamily="2" charset="-122"/>
              </a:rPr>
              <a:t>$</a:t>
            </a:r>
            <a:endParaRPr kumimoji="1" lang="zh-CN" altLang="en-US" b="1" i="1">
              <a:latin typeface="Times New Roman" panose="02020603050405020304" pitchFamily="18" charset="0"/>
            </a:endParaRPr>
          </a:p>
          <a:p>
            <a:pPr>
              <a:defRPr/>
            </a:pPr>
            <a:r>
              <a:rPr kumimoji="1" lang="en-US" altLang="zh-CN" b="1" i="1">
                <a:latin typeface="Times New Roman" panose="02020603050405020304" pitchFamily="18" charset="0"/>
              </a:rPr>
              <a:t>R→</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i="1">
                <a:latin typeface="Times New Roman" panose="02020603050405020304" pitchFamily="18" charset="0"/>
              </a:rPr>
              <a:t>L , </a:t>
            </a:r>
            <a:r>
              <a:rPr kumimoji="1" lang="en-US" altLang="zh-CN" b="1">
                <a:latin typeface="华文楷体" panose="02010600040101010101" pitchFamily="2" charset="-122"/>
              </a:rPr>
              <a:t>$</a:t>
            </a:r>
            <a:endParaRPr kumimoji="1" lang="en-US" altLang="zh-CN" b="1" i="1">
              <a:latin typeface="Times New Roman" panose="02020603050405020304" pitchFamily="18" charset="0"/>
            </a:endParaRPr>
          </a:p>
          <a:p>
            <a:pPr>
              <a:defRPr/>
            </a:pPr>
            <a:r>
              <a:rPr kumimoji="1" lang="en-US" altLang="zh-CN" b="1" i="1">
                <a:latin typeface="Times New Roman" panose="02020603050405020304" pitchFamily="18" charset="0"/>
              </a:rPr>
              <a:t>L→</a:t>
            </a:r>
            <a:r>
              <a:rPr lang="en-US" altLang="zh-CN" b="1" i="1">
                <a:solidFill>
                  <a:srgbClr val="000000"/>
                </a:solidFill>
                <a:latin typeface="Times New Roman" panose="02020603050405020304" pitchFamily="18" charset="0"/>
                <a:cs typeface="Times New Roman" panose="02020603050405020304" pitchFamily="18" charset="0"/>
              </a:rPr>
              <a:t> ·</a:t>
            </a:r>
            <a:r>
              <a:rPr kumimoji="1" lang="en-US" altLang="zh-CN" b="1" i="1">
                <a:latin typeface="Times New Roman" panose="02020603050405020304" pitchFamily="18" charset="0"/>
              </a:rPr>
              <a:t>*R , </a:t>
            </a:r>
            <a:r>
              <a:rPr kumimoji="1" lang="en-US" altLang="zh-CN" b="1">
                <a:latin typeface="华文楷体" panose="02010600040101010101" pitchFamily="2" charset="-122"/>
              </a:rPr>
              <a:t>$</a:t>
            </a:r>
            <a:endParaRPr kumimoji="1" lang="en-US" altLang="zh-CN" b="1" i="1">
              <a:latin typeface="Times New Roman" panose="02020603050405020304" pitchFamily="18" charset="0"/>
            </a:endParaRPr>
          </a:p>
          <a:p>
            <a:pPr>
              <a:defRPr/>
            </a:pPr>
            <a:r>
              <a:rPr kumimoji="1" lang="en-US" altLang="zh-CN" b="1" i="1">
                <a:latin typeface="Times New Roman" panose="02020603050405020304" pitchFamily="18" charset="0"/>
              </a:rPr>
              <a:t>L→</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a:latin typeface="Times New Roman" panose="02020603050405020304" pitchFamily="18" charset="0"/>
              </a:rPr>
              <a:t>id </a:t>
            </a:r>
            <a:r>
              <a:rPr kumimoji="1" lang="en-US" altLang="zh-CN" b="1" i="1">
                <a:latin typeface="Times New Roman" panose="02020603050405020304" pitchFamily="18" charset="0"/>
              </a:rPr>
              <a:t>, </a:t>
            </a:r>
            <a:r>
              <a:rPr kumimoji="1" lang="en-US" altLang="zh-CN" b="1">
                <a:latin typeface="华文楷体" panose="02010600040101010101" pitchFamily="2" charset="-122"/>
              </a:rPr>
              <a:t>$</a:t>
            </a:r>
            <a:endParaRPr kumimoji="1" lang="en-US" altLang="zh-CN" b="1" i="1">
              <a:latin typeface="Times New Roman" panose="02020603050405020304" pitchFamily="18" charset="0"/>
            </a:endParaRPr>
          </a:p>
        </p:txBody>
      </p:sp>
      <p:sp>
        <p:nvSpPr>
          <p:cNvPr id="129073" name="Text Box 46"/>
          <p:cNvSpPr txBox="1">
            <a:spLocks noChangeArrowheads="1"/>
          </p:cNvSpPr>
          <p:nvPr/>
        </p:nvSpPr>
        <p:spPr bwMode="auto">
          <a:xfrm>
            <a:off x="7062788" y="1666875"/>
            <a:ext cx="3603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chemeClr val="tx1"/>
                </a:solidFill>
                <a:latin typeface="Times New Roman" panose="02020603050405020304" pitchFamily="18" charset="0"/>
              </a:rPr>
              <a:t>*</a:t>
            </a:r>
          </a:p>
        </p:txBody>
      </p:sp>
      <p:sp>
        <p:nvSpPr>
          <p:cNvPr id="129074" name="Line 47"/>
          <p:cNvSpPr>
            <a:spLocks noChangeShapeType="1"/>
          </p:cNvSpPr>
          <p:nvPr/>
        </p:nvSpPr>
        <p:spPr bwMode="auto">
          <a:xfrm>
            <a:off x="7081838" y="1893888"/>
            <a:ext cx="350837" cy="241300"/>
          </a:xfrm>
          <a:prstGeom prst="line">
            <a:avLst/>
          </a:prstGeom>
          <a:noFill/>
          <a:ln w="412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075" name="Text Box 48"/>
          <p:cNvSpPr txBox="1">
            <a:spLocks noChangeArrowheads="1"/>
          </p:cNvSpPr>
          <p:nvPr/>
        </p:nvSpPr>
        <p:spPr bwMode="auto">
          <a:xfrm>
            <a:off x="7450138" y="3594100"/>
            <a:ext cx="1296987" cy="64611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solidFill>
                  <a:srgbClr val="FF0000"/>
                </a:solidFill>
                <a:latin typeface="Times New Roman" panose="02020603050405020304" pitchFamily="18" charset="0"/>
              </a:rPr>
              <a:t>I</a:t>
            </a:r>
            <a:r>
              <a:rPr kumimoji="1" lang="en-US" altLang="zh-CN" b="1" i="1" baseline="-25000">
                <a:solidFill>
                  <a:srgbClr val="FF0000"/>
                </a:solidFill>
                <a:latin typeface="Times New Roman" panose="02020603050405020304" pitchFamily="18" charset="0"/>
              </a:rPr>
              <a:t>12</a:t>
            </a:r>
            <a:r>
              <a:rPr kumimoji="1" lang="en-US" altLang="zh-CN" b="1">
                <a:solidFill>
                  <a:srgbClr val="FF0000"/>
                </a:solidFill>
                <a:latin typeface="Times New Roman" panose="02020603050405020304" pitchFamily="18" charset="0"/>
              </a:rPr>
              <a:t>:</a:t>
            </a:r>
          </a:p>
          <a:p>
            <a:pPr>
              <a:defRPr/>
            </a:pPr>
            <a:r>
              <a:rPr kumimoji="1" lang="en-US" altLang="zh-CN" b="1" i="1">
                <a:solidFill>
                  <a:srgbClr val="FF0000"/>
                </a:solidFill>
                <a:latin typeface="Times New Roman" panose="02020603050405020304" pitchFamily="18" charset="0"/>
              </a:rPr>
              <a:t>L→</a:t>
            </a:r>
            <a:r>
              <a:rPr kumimoji="1" lang="en-US" altLang="zh-CN" b="1">
                <a:solidFill>
                  <a:srgbClr val="FF0000"/>
                </a:solidFill>
                <a:latin typeface="Times New Roman" panose="02020603050405020304" pitchFamily="18" charset="0"/>
              </a:rPr>
              <a:t>id</a:t>
            </a:r>
            <a:r>
              <a:rPr lang="en-US" altLang="zh-CN" b="1" i="1">
                <a:solidFill>
                  <a:srgbClr val="FF0000"/>
                </a:solidFill>
                <a:latin typeface="Times New Roman" panose="02020603050405020304" pitchFamily="18" charset="0"/>
                <a:cs typeface="Times New Roman" panose="02020603050405020304" pitchFamily="18" charset="0"/>
              </a:rPr>
              <a:t> · </a:t>
            </a:r>
            <a:r>
              <a:rPr kumimoji="1" lang="en-US" altLang="zh-CN" b="1" i="1">
                <a:solidFill>
                  <a:srgbClr val="FF0000"/>
                </a:solidFill>
                <a:latin typeface="Times New Roman" panose="02020603050405020304" pitchFamily="18" charset="0"/>
              </a:rPr>
              <a:t>, </a:t>
            </a:r>
            <a:r>
              <a:rPr kumimoji="1" lang="en-US" altLang="zh-CN" b="1">
                <a:solidFill>
                  <a:srgbClr val="FF0000"/>
                </a:solidFill>
                <a:latin typeface="华文楷体" panose="02010600040101010101" pitchFamily="2" charset="-122"/>
              </a:rPr>
              <a:t>$</a:t>
            </a:r>
            <a:endParaRPr kumimoji="1" lang="en-US" altLang="zh-CN" b="1" i="1">
              <a:solidFill>
                <a:srgbClr val="FF0000"/>
              </a:solidFill>
              <a:latin typeface="Times New Roman" panose="02020603050405020304" pitchFamily="18" charset="0"/>
            </a:endParaRPr>
          </a:p>
        </p:txBody>
      </p:sp>
      <p:sp>
        <p:nvSpPr>
          <p:cNvPr id="129076" name="Line 49"/>
          <p:cNvSpPr>
            <a:spLocks noChangeShapeType="1"/>
          </p:cNvSpPr>
          <p:nvPr/>
        </p:nvSpPr>
        <p:spPr bwMode="auto">
          <a:xfrm>
            <a:off x="6900863" y="2033588"/>
            <a:ext cx="500062" cy="1741487"/>
          </a:xfrm>
          <a:prstGeom prst="line">
            <a:avLst/>
          </a:prstGeom>
          <a:noFill/>
          <a:ln w="412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077" name="Text Box 50"/>
          <p:cNvSpPr txBox="1">
            <a:spLocks noChangeArrowheads="1"/>
          </p:cNvSpPr>
          <p:nvPr/>
        </p:nvSpPr>
        <p:spPr bwMode="auto">
          <a:xfrm>
            <a:off x="7450138" y="4321175"/>
            <a:ext cx="1296987" cy="64611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solidFill>
                  <a:srgbClr val="FF0000"/>
                </a:solidFill>
                <a:latin typeface="Times New Roman" panose="02020603050405020304" pitchFamily="18" charset="0"/>
              </a:rPr>
              <a:t>I</a:t>
            </a:r>
            <a:r>
              <a:rPr kumimoji="1" lang="en-US" altLang="zh-CN" b="1" i="1" baseline="-25000">
                <a:solidFill>
                  <a:srgbClr val="FF0000"/>
                </a:solidFill>
                <a:latin typeface="Times New Roman" panose="02020603050405020304" pitchFamily="18" charset="0"/>
              </a:rPr>
              <a:t>13</a:t>
            </a:r>
            <a:r>
              <a:rPr kumimoji="1" lang="en-US" altLang="zh-CN" b="1">
                <a:solidFill>
                  <a:srgbClr val="FF0000"/>
                </a:solidFill>
                <a:latin typeface="Times New Roman" panose="02020603050405020304" pitchFamily="18" charset="0"/>
              </a:rPr>
              <a:t>:</a:t>
            </a:r>
          </a:p>
          <a:p>
            <a:pPr>
              <a:defRPr/>
            </a:pPr>
            <a:r>
              <a:rPr kumimoji="1" lang="en-US" altLang="zh-CN" b="1" i="1">
                <a:solidFill>
                  <a:srgbClr val="FF0000"/>
                </a:solidFill>
                <a:latin typeface="Times New Roman" panose="02020603050405020304" pitchFamily="18" charset="0"/>
              </a:rPr>
              <a:t>L→*R</a:t>
            </a:r>
            <a:r>
              <a:rPr lang="en-US" altLang="zh-CN" b="1" i="1">
                <a:solidFill>
                  <a:srgbClr val="FF0000"/>
                </a:solidFill>
                <a:latin typeface="Times New Roman" panose="02020603050405020304" pitchFamily="18" charset="0"/>
                <a:cs typeface="Times New Roman" panose="02020603050405020304" pitchFamily="18" charset="0"/>
              </a:rPr>
              <a:t> ·</a:t>
            </a:r>
            <a:r>
              <a:rPr kumimoji="1" lang="en-US" altLang="zh-CN" b="1" i="1">
                <a:solidFill>
                  <a:srgbClr val="FF0000"/>
                </a:solidFill>
                <a:latin typeface="Times New Roman" panose="02020603050405020304" pitchFamily="18" charset="0"/>
              </a:rPr>
              <a:t> , </a:t>
            </a:r>
            <a:r>
              <a:rPr kumimoji="1" lang="en-US" altLang="zh-CN" b="1">
                <a:solidFill>
                  <a:srgbClr val="FF0000"/>
                </a:solidFill>
                <a:latin typeface="华文楷体" panose="02010600040101010101" pitchFamily="2" charset="-122"/>
              </a:rPr>
              <a:t>$</a:t>
            </a:r>
            <a:endParaRPr kumimoji="1" lang="en-US" altLang="zh-CN" b="1" i="1">
              <a:solidFill>
                <a:srgbClr val="FF0000"/>
              </a:solidFill>
              <a:latin typeface="Times New Roman" panose="02020603050405020304" pitchFamily="18" charset="0"/>
            </a:endParaRPr>
          </a:p>
        </p:txBody>
      </p:sp>
      <p:sp>
        <p:nvSpPr>
          <p:cNvPr id="129078" name="Freeform 51"/>
          <p:cNvSpPr>
            <a:spLocks noChangeArrowheads="1"/>
          </p:cNvSpPr>
          <p:nvPr/>
        </p:nvSpPr>
        <p:spPr bwMode="auto">
          <a:xfrm>
            <a:off x="8678863" y="3087688"/>
            <a:ext cx="360362" cy="1612900"/>
          </a:xfrm>
          <a:custGeom>
            <a:avLst/>
            <a:gdLst>
              <a:gd name="T0" fmla="*/ 0 w 416"/>
              <a:gd name="T1" fmla="*/ 0 h 862"/>
              <a:gd name="T2" fmla="*/ 2147483646 w 416"/>
              <a:gd name="T3" fmla="*/ 2147483646 h 862"/>
              <a:gd name="T4" fmla="*/ 2147483646 w 416"/>
              <a:gd name="T5" fmla="*/ 2147483646 h 862"/>
              <a:gd name="T6" fmla="*/ 0 60000 65536"/>
              <a:gd name="T7" fmla="*/ 0 60000 65536"/>
              <a:gd name="T8" fmla="*/ 0 60000 65536"/>
              <a:gd name="T9" fmla="*/ 0 w 416"/>
              <a:gd name="T10" fmla="*/ 0 h 862"/>
              <a:gd name="T11" fmla="*/ 416 w 416"/>
              <a:gd name="T12" fmla="*/ 862 h 862"/>
            </a:gdLst>
            <a:ahLst/>
            <a:cxnLst>
              <a:cxn ang="T6">
                <a:pos x="T0" y="T1"/>
              </a:cxn>
              <a:cxn ang="T7">
                <a:pos x="T2" y="T3"/>
              </a:cxn>
              <a:cxn ang="T8">
                <a:pos x="T4" y="T5"/>
              </a:cxn>
            </a:cxnLst>
            <a:rect l="T9" t="T10" r="T11" b="T12"/>
            <a:pathLst>
              <a:path w="416" h="862">
                <a:moveTo>
                  <a:pt x="0" y="0"/>
                </a:moveTo>
                <a:cubicBezTo>
                  <a:pt x="200" y="177"/>
                  <a:pt x="400" y="355"/>
                  <a:pt x="408" y="499"/>
                </a:cubicBezTo>
                <a:cubicBezTo>
                  <a:pt x="416" y="643"/>
                  <a:pt x="231" y="752"/>
                  <a:pt x="46" y="862"/>
                </a:cubicBezTo>
              </a:path>
            </a:pathLst>
          </a:custGeom>
          <a:noFill/>
          <a:ln w="38100">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27023" name="Text Box 52"/>
          <p:cNvSpPr txBox="1">
            <a:spLocks noChangeArrowheads="1"/>
          </p:cNvSpPr>
          <p:nvPr/>
        </p:nvSpPr>
        <p:spPr bwMode="auto">
          <a:xfrm>
            <a:off x="8645525" y="2901950"/>
            <a:ext cx="457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R</a:t>
            </a:r>
          </a:p>
        </p:txBody>
      </p:sp>
      <p:sp>
        <p:nvSpPr>
          <p:cNvPr id="129080" name="Freeform 53"/>
          <p:cNvSpPr>
            <a:spLocks noChangeArrowheads="1"/>
          </p:cNvSpPr>
          <p:nvPr/>
        </p:nvSpPr>
        <p:spPr bwMode="auto">
          <a:xfrm>
            <a:off x="8678863" y="2519363"/>
            <a:ext cx="360362" cy="354012"/>
          </a:xfrm>
          <a:custGeom>
            <a:avLst/>
            <a:gdLst>
              <a:gd name="T0" fmla="*/ 0 w 227"/>
              <a:gd name="T1" fmla="*/ 0 h 227"/>
              <a:gd name="T2" fmla="*/ 2147483646 w 227"/>
              <a:gd name="T3" fmla="*/ 2147483646 h 227"/>
              <a:gd name="T4" fmla="*/ 0 w 227"/>
              <a:gd name="T5" fmla="*/ 2147483646 h 227"/>
              <a:gd name="T6" fmla="*/ 0 60000 65536"/>
              <a:gd name="T7" fmla="*/ 0 60000 65536"/>
              <a:gd name="T8" fmla="*/ 0 60000 65536"/>
              <a:gd name="T9" fmla="*/ 0 w 227"/>
              <a:gd name="T10" fmla="*/ 0 h 227"/>
              <a:gd name="T11" fmla="*/ 227 w 227"/>
              <a:gd name="T12" fmla="*/ 227 h 227"/>
            </a:gdLst>
            <a:ahLst/>
            <a:cxnLst>
              <a:cxn ang="T6">
                <a:pos x="T0" y="T1"/>
              </a:cxn>
              <a:cxn ang="T7">
                <a:pos x="T2" y="T3"/>
              </a:cxn>
              <a:cxn ang="T8">
                <a:pos x="T4" y="T5"/>
              </a:cxn>
            </a:cxnLst>
            <a:rect l="T9" t="T10" r="T11" b="T12"/>
            <a:pathLst>
              <a:path w="227" h="227">
                <a:moveTo>
                  <a:pt x="0" y="0"/>
                </a:moveTo>
                <a:cubicBezTo>
                  <a:pt x="113" y="3"/>
                  <a:pt x="227" y="7"/>
                  <a:pt x="227" y="45"/>
                </a:cubicBezTo>
                <a:cubicBezTo>
                  <a:pt x="227" y="83"/>
                  <a:pt x="113" y="155"/>
                  <a:pt x="0" y="227"/>
                </a:cubicBezTo>
              </a:path>
            </a:pathLst>
          </a:custGeom>
          <a:noFill/>
          <a:ln w="38100">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29081" name="Text Box 54"/>
          <p:cNvSpPr txBox="1">
            <a:spLocks noChangeArrowheads="1"/>
          </p:cNvSpPr>
          <p:nvPr/>
        </p:nvSpPr>
        <p:spPr bwMode="auto">
          <a:xfrm>
            <a:off x="8647113" y="2500313"/>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chemeClr val="tx1"/>
                </a:solidFill>
                <a:latin typeface="Times New Roman" panose="02020603050405020304" pitchFamily="18" charset="0"/>
              </a:rPr>
              <a:t>*</a:t>
            </a:r>
          </a:p>
        </p:txBody>
      </p:sp>
      <p:sp>
        <p:nvSpPr>
          <p:cNvPr id="129082" name="Text Box 55"/>
          <p:cNvSpPr txBox="1">
            <a:spLocks noChangeArrowheads="1"/>
          </p:cNvSpPr>
          <p:nvPr/>
        </p:nvSpPr>
        <p:spPr bwMode="auto">
          <a:xfrm>
            <a:off x="7999413" y="1482725"/>
            <a:ext cx="381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L</a:t>
            </a:r>
          </a:p>
        </p:txBody>
      </p:sp>
      <p:sp>
        <p:nvSpPr>
          <p:cNvPr id="129083" name="Line 56"/>
          <p:cNvSpPr>
            <a:spLocks noChangeShapeType="1"/>
          </p:cNvSpPr>
          <p:nvPr/>
        </p:nvSpPr>
        <p:spPr bwMode="auto">
          <a:xfrm flipV="1">
            <a:off x="7967663" y="1492250"/>
            <a:ext cx="0" cy="26987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084" name="Line 57"/>
          <p:cNvSpPr>
            <a:spLocks noChangeShapeType="1"/>
          </p:cNvSpPr>
          <p:nvPr/>
        </p:nvSpPr>
        <p:spPr bwMode="auto">
          <a:xfrm flipV="1">
            <a:off x="4986338" y="4987925"/>
            <a:ext cx="574675" cy="55563"/>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085" name="Line 58"/>
          <p:cNvSpPr>
            <a:spLocks noChangeShapeType="1"/>
          </p:cNvSpPr>
          <p:nvPr/>
        </p:nvSpPr>
        <p:spPr bwMode="auto">
          <a:xfrm flipH="1" flipV="1">
            <a:off x="3197225" y="5022850"/>
            <a:ext cx="1798638" cy="2857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086" name="Line 59"/>
          <p:cNvSpPr>
            <a:spLocks noChangeShapeType="1"/>
          </p:cNvSpPr>
          <p:nvPr/>
        </p:nvSpPr>
        <p:spPr bwMode="auto">
          <a:xfrm flipH="1" flipV="1">
            <a:off x="3178175" y="3498850"/>
            <a:ext cx="19050" cy="15097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 name="Line 56"/>
          <p:cNvSpPr>
            <a:spLocks noChangeShapeType="1"/>
          </p:cNvSpPr>
          <p:nvPr/>
        </p:nvSpPr>
        <p:spPr bwMode="auto">
          <a:xfrm flipH="1">
            <a:off x="8077200" y="3286125"/>
            <a:ext cx="9525" cy="3175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 name="Text Box 17"/>
          <p:cNvSpPr txBox="1">
            <a:spLocks noChangeArrowheads="1"/>
          </p:cNvSpPr>
          <p:nvPr/>
        </p:nvSpPr>
        <p:spPr bwMode="auto">
          <a:xfrm>
            <a:off x="8113713" y="3219450"/>
            <a:ext cx="533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a:solidFill>
                  <a:schemeClr val="tx1"/>
                </a:solidFill>
                <a:latin typeface="Times New Roman" panose="02020603050405020304" pitchFamily="18" charset="0"/>
              </a:rPr>
              <a:t>id</a:t>
            </a:r>
          </a:p>
        </p:txBody>
      </p:sp>
      <p:sp>
        <p:nvSpPr>
          <p:cNvPr id="59" name="Rectangle 37"/>
          <p:cNvSpPr>
            <a:spLocks noChangeArrowheads="1"/>
          </p:cNvSpPr>
          <p:nvPr/>
        </p:nvSpPr>
        <p:spPr bwMode="auto">
          <a:xfrm>
            <a:off x="230188" y="1012825"/>
            <a:ext cx="1290637" cy="1908175"/>
          </a:xfrm>
          <a:prstGeom prst="rect">
            <a:avLst/>
          </a:prstGeom>
          <a:solidFill>
            <a:schemeClr val="accent5">
              <a:lumMod val="60000"/>
              <a:lumOff val="40000"/>
            </a:schemeClr>
          </a:solidFill>
          <a:ln w="12700">
            <a:solidFill>
              <a:schemeClr val="tx1"/>
            </a:solidFill>
          </a:ln>
        </p:spPr>
        <p:txBody>
          <a:bodyPr>
            <a:spAutoFit/>
          </a:bodyPr>
          <a:lstStyle/>
          <a:p>
            <a:pPr marL="609600" indent="-609600" eaLnBrk="1" hangingPunct="1">
              <a:lnSpc>
                <a:spcPts val="2000"/>
              </a:lnSpc>
              <a:spcBef>
                <a:spcPct val="20000"/>
              </a:spcBef>
              <a:buFont typeface="Wingdings" pitchFamily="2" charset="2"/>
              <a:buNone/>
              <a:defRPr/>
            </a:pPr>
            <a:r>
              <a:rPr lang="zh-CN" altLang="zh-CN" b="1" noProof="1">
                <a:latin typeface="Times New Roman" pitchFamily="18" charset="0"/>
                <a:ea typeface="Times New Roman" pitchFamily="18" charset="0"/>
                <a:cs typeface="华文楷体" pitchFamily="2" charset="-122"/>
              </a:rPr>
              <a:t>0) </a:t>
            </a:r>
            <a:r>
              <a:rPr lang="en-US" altLang="zh-CN" b="1" i="1" noProof="1">
                <a:latin typeface="Times New Roman" pitchFamily="18" charset="0"/>
                <a:ea typeface="Times New Roman" pitchFamily="18" charset="0"/>
                <a:cs typeface="华文楷体" pitchFamily="2" charset="-122"/>
              </a:rPr>
              <a:t>S</a:t>
            </a:r>
            <a:r>
              <a:rPr lang="en-US" altLang="zh-CN" sz="1600" b="1" i="1" noProof="1">
                <a:latin typeface="Times New Roman" pitchFamily="18" charset="0"/>
                <a:ea typeface="Times New Roman" pitchFamily="18" charset="0"/>
                <a:cs typeface="华文楷体" pitchFamily="2" charset="-122"/>
              </a:rPr>
              <a:t>′ </a:t>
            </a:r>
            <a:r>
              <a:rPr lang="en-US" altLang="zh-CN" b="1" i="1" noProof="1">
                <a:latin typeface="Times New Roman" pitchFamily="18" charset="0"/>
                <a:ea typeface="Times New Roman" pitchFamily="18" charset="0"/>
                <a:cs typeface="华文楷体" pitchFamily="2" charset="-122"/>
              </a:rPr>
              <a:t>→S</a:t>
            </a:r>
          </a:p>
          <a:p>
            <a:pPr marL="609600" indent="-609600" eaLnBrk="1" hangingPunct="1">
              <a:lnSpc>
                <a:spcPts val="2000"/>
              </a:lnSpc>
              <a:spcBef>
                <a:spcPct val="20000"/>
              </a:spcBef>
              <a:buFont typeface="Wingdings" pitchFamily="2" charset="2"/>
              <a:buNone/>
              <a:defRPr/>
            </a:pPr>
            <a:r>
              <a:rPr lang="en-US" altLang="zh-CN" b="1" noProof="1">
                <a:latin typeface="Times New Roman" pitchFamily="18" charset="0"/>
                <a:ea typeface="Times New Roman" pitchFamily="18" charset="0"/>
                <a:cs typeface="华文楷体" pitchFamily="2" charset="-122"/>
              </a:rPr>
              <a:t>1) </a:t>
            </a:r>
            <a:r>
              <a:rPr lang="en-US" altLang="zh-CN" b="1" i="1" noProof="1">
                <a:latin typeface="Times New Roman" pitchFamily="18" charset="0"/>
                <a:ea typeface="Times New Roman" pitchFamily="18" charset="0"/>
                <a:cs typeface="华文楷体" pitchFamily="2" charset="-122"/>
              </a:rPr>
              <a:t>S→L=R</a:t>
            </a:r>
          </a:p>
          <a:p>
            <a:pPr marL="609600" indent="-609600" eaLnBrk="1" hangingPunct="1">
              <a:lnSpc>
                <a:spcPts val="2000"/>
              </a:lnSpc>
              <a:spcBef>
                <a:spcPct val="20000"/>
              </a:spcBef>
              <a:buFont typeface="Wingdings" pitchFamily="2" charset="2"/>
              <a:buNone/>
              <a:defRPr/>
            </a:pPr>
            <a:r>
              <a:rPr lang="en-US" altLang="zh-CN" b="1" noProof="1">
                <a:latin typeface="Times New Roman" pitchFamily="18" charset="0"/>
                <a:ea typeface="Times New Roman" pitchFamily="18" charset="0"/>
                <a:cs typeface="华文楷体" pitchFamily="2" charset="-122"/>
              </a:rPr>
              <a:t>2) </a:t>
            </a:r>
            <a:r>
              <a:rPr lang="en-US" altLang="zh-CN" b="1" i="1" noProof="1">
                <a:latin typeface="Times New Roman" pitchFamily="18" charset="0"/>
                <a:ea typeface="Times New Roman" pitchFamily="18" charset="0"/>
                <a:cs typeface="华文楷体" pitchFamily="2" charset="-122"/>
              </a:rPr>
              <a:t>S→R</a:t>
            </a:r>
          </a:p>
          <a:p>
            <a:pPr marL="609600" indent="-609600" eaLnBrk="1" hangingPunct="1">
              <a:lnSpc>
                <a:spcPts val="2000"/>
              </a:lnSpc>
              <a:spcBef>
                <a:spcPct val="20000"/>
              </a:spcBef>
              <a:buFont typeface="Wingdings" pitchFamily="2" charset="2"/>
              <a:buNone/>
              <a:defRPr/>
            </a:pPr>
            <a:r>
              <a:rPr lang="en-US" altLang="zh-CN" b="1" noProof="1">
                <a:latin typeface="Times New Roman" pitchFamily="18" charset="0"/>
                <a:ea typeface="Times New Roman" pitchFamily="18" charset="0"/>
                <a:cs typeface="华文楷体" pitchFamily="2" charset="-122"/>
              </a:rPr>
              <a:t>3) </a:t>
            </a:r>
            <a:r>
              <a:rPr lang="en-US" altLang="zh-CN" b="1" i="1" noProof="1">
                <a:latin typeface="Times New Roman" pitchFamily="18" charset="0"/>
                <a:ea typeface="Times New Roman" pitchFamily="18" charset="0"/>
                <a:cs typeface="华文楷体" pitchFamily="2" charset="-122"/>
              </a:rPr>
              <a:t>L→*R</a:t>
            </a:r>
          </a:p>
          <a:p>
            <a:pPr marL="609600" indent="-609600" eaLnBrk="1" hangingPunct="1">
              <a:lnSpc>
                <a:spcPts val="2000"/>
              </a:lnSpc>
              <a:spcBef>
                <a:spcPct val="20000"/>
              </a:spcBef>
              <a:buFont typeface="Wingdings" pitchFamily="2" charset="2"/>
              <a:buNone/>
              <a:defRPr/>
            </a:pPr>
            <a:r>
              <a:rPr lang="en-US" altLang="zh-CN" b="1" noProof="1">
                <a:latin typeface="Times New Roman" pitchFamily="18" charset="0"/>
                <a:ea typeface="Times New Roman" pitchFamily="18" charset="0"/>
                <a:cs typeface="华文楷体" pitchFamily="2" charset="-122"/>
              </a:rPr>
              <a:t>4) </a:t>
            </a:r>
            <a:r>
              <a:rPr lang="en-US" altLang="zh-CN" b="1" i="1" noProof="1">
                <a:latin typeface="Times New Roman" pitchFamily="18" charset="0"/>
                <a:ea typeface="Times New Roman" pitchFamily="18" charset="0"/>
                <a:cs typeface="华文楷体" pitchFamily="2" charset="-122"/>
              </a:rPr>
              <a:t>L→</a:t>
            </a:r>
            <a:r>
              <a:rPr lang="en-US" altLang="zh-CN" b="1" noProof="1">
                <a:latin typeface="Times New Roman" pitchFamily="18" charset="0"/>
                <a:ea typeface="Times New Roman" pitchFamily="18" charset="0"/>
                <a:cs typeface="华文楷体" pitchFamily="2" charset="-122"/>
              </a:rPr>
              <a:t>id</a:t>
            </a:r>
          </a:p>
          <a:p>
            <a:pPr marL="609600" indent="-609600" eaLnBrk="1" hangingPunct="1">
              <a:lnSpc>
                <a:spcPts val="2000"/>
              </a:lnSpc>
              <a:spcBef>
                <a:spcPct val="20000"/>
              </a:spcBef>
              <a:buFont typeface="Wingdings" pitchFamily="2" charset="2"/>
              <a:buNone/>
              <a:defRPr/>
            </a:pPr>
            <a:r>
              <a:rPr lang="en-US" altLang="zh-CN" b="1" noProof="1">
                <a:latin typeface="Times New Roman" pitchFamily="18" charset="0"/>
                <a:ea typeface="Times New Roman" pitchFamily="18" charset="0"/>
                <a:cs typeface="华文楷体" pitchFamily="2" charset="-122"/>
              </a:rPr>
              <a:t>5) </a:t>
            </a:r>
            <a:r>
              <a:rPr lang="en-US" altLang="zh-CN" b="1" i="1" noProof="1">
                <a:latin typeface="Times New Roman" pitchFamily="18" charset="0"/>
                <a:ea typeface="Times New Roman" pitchFamily="18" charset="0"/>
                <a:cs typeface="华文楷体" pitchFamily="2" charset="-122"/>
              </a:rPr>
              <a:t>R→L</a:t>
            </a:r>
          </a:p>
        </p:txBody>
      </p:sp>
      <p:sp>
        <p:nvSpPr>
          <p:cNvPr id="63" name="Freeform 53"/>
          <p:cNvSpPr>
            <a:spLocks noChangeArrowheads="1"/>
          </p:cNvSpPr>
          <p:nvPr/>
        </p:nvSpPr>
        <p:spPr bwMode="auto">
          <a:xfrm flipH="1">
            <a:off x="3359150" y="3651250"/>
            <a:ext cx="365125" cy="449263"/>
          </a:xfrm>
          <a:custGeom>
            <a:avLst/>
            <a:gdLst>
              <a:gd name="T0" fmla="*/ 0 w 227"/>
              <a:gd name="T1" fmla="*/ 0 h 227"/>
              <a:gd name="T2" fmla="*/ 2147483646 w 227"/>
              <a:gd name="T3" fmla="*/ 2147483646 h 227"/>
              <a:gd name="T4" fmla="*/ 0 w 227"/>
              <a:gd name="T5" fmla="*/ 2147483646 h 227"/>
              <a:gd name="T6" fmla="*/ 0 60000 65536"/>
              <a:gd name="T7" fmla="*/ 0 60000 65536"/>
              <a:gd name="T8" fmla="*/ 0 60000 65536"/>
              <a:gd name="T9" fmla="*/ 0 w 227"/>
              <a:gd name="T10" fmla="*/ 0 h 227"/>
              <a:gd name="T11" fmla="*/ 227 w 227"/>
              <a:gd name="T12" fmla="*/ 227 h 227"/>
            </a:gdLst>
            <a:ahLst/>
            <a:cxnLst>
              <a:cxn ang="T6">
                <a:pos x="T0" y="T1"/>
              </a:cxn>
              <a:cxn ang="T7">
                <a:pos x="T2" y="T3"/>
              </a:cxn>
              <a:cxn ang="T8">
                <a:pos x="T4" y="T5"/>
              </a:cxn>
            </a:cxnLst>
            <a:rect l="T9" t="T10" r="T11" b="T12"/>
            <a:pathLst>
              <a:path w="227" h="227">
                <a:moveTo>
                  <a:pt x="0" y="0"/>
                </a:moveTo>
                <a:cubicBezTo>
                  <a:pt x="113" y="3"/>
                  <a:pt x="227" y="7"/>
                  <a:pt x="227" y="45"/>
                </a:cubicBezTo>
                <a:cubicBezTo>
                  <a:pt x="227" y="83"/>
                  <a:pt x="113" y="155"/>
                  <a:pt x="0" y="227"/>
                </a:cubicBezTo>
              </a:path>
            </a:pathLst>
          </a:custGeom>
          <a:noFill/>
          <a:ln w="38100">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 name="灯片编号占位符 2">
            <a:extLst>
              <a:ext uri="{FF2B5EF4-FFF2-40B4-BE49-F238E27FC236}">
                <a16:creationId xmlns:a16="http://schemas.microsoft.com/office/drawing/2014/main" id="{620A228F-2EEF-446A-B4DD-FD806A7CEEA2}"/>
              </a:ext>
            </a:extLst>
          </p:cNvPr>
          <p:cNvSpPr>
            <a:spLocks noGrp="1"/>
          </p:cNvSpPr>
          <p:nvPr>
            <p:ph type="sldNum" sz="quarter" idx="12"/>
          </p:nvPr>
        </p:nvSpPr>
        <p:spPr/>
        <p:txBody>
          <a:bodyPr/>
          <a:lstStyle/>
          <a:p>
            <a:pPr>
              <a:defRPr/>
            </a:pPr>
            <a:fld id="{76D20AB1-C80E-44EB-B890-88EEF3B3DC08}" type="slidenum">
              <a:rPr lang="zh-CN" altLang="en-US" smtClean="0"/>
              <a:pPr>
                <a:defRPr/>
              </a:pPr>
              <a:t>15</a:t>
            </a:fld>
            <a:endParaRPr lang="en-US" altLang="zh-CN"/>
          </a:p>
        </p:txBody>
      </p:sp>
    </p:spTree>
    <p:extLst>
      <p:ext uri="{BB962C8B-B14F-4D97-AF65-F5344CB8AC3E}">
        <p14:creationId xmlns:p14="http://schemas.microsoft.com/office/powerpoint/2010/main" val="14723226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内容占位符 4">
                <a:extLst>
                  <a:ext uri="{FF2B5EF4-FFF2-40B4-BE49-F238E27FC236}">
                    <a16:creationId xmlns:a16="http://schemas.microsoft.com/office/drawing/2014/main" id="{8DDC1C18-B33A-465E-850D-095C10C85B3B}"/>
                  </a:ext>
                </a:extLst>
              </p:cNvPr>
              <p:cNvSpPr>
                <a:spLocks noGrp="1"/>
              </p:cNvSpPr>
              <p:nvPr>
                <p:ph idx="1"/>
              </p:nvPr>
            </p:nvSpPr>
            <p:spPr>
              <a:xfrm>
                <a:off x="539552" y="1041165"/>
                <a:ext cx="8280920" cy="3225800"/>
              </a:xfrm>
            </p:spPr>
            <p:txBody>
              <a:bodyPr/>
              <a:lstStyle/>
              <a:p>
                <a:pPr marL="0" indent="0" algn="ctr">
                  <a:buNone/>
                </a:pPr>
                <a:r>
                  <a:rPr lang="zh-CN" altLang="en-US" sz="2800" b="1" dirty="0"/>
                  <a:t>设</a:t>
                </a:r>
                <a14:m>
                  <m:oMath xmlns:m="http://schemas.openxmlformats.org/officeDocument/2006/math">
                    <m:r>
                      <m:rPr>
                        <m:nor/>
                      </m:rPr>
                      <a:rPr lang="zh-CN" altLang="en-US" sz="2800" b="1" dirty="0"/>
                      <m:t>有</m:t>
                    </m:r>
                    <m:r>
                      <a:rPr lang="zh-CN" altLang="en-US" sz="2800" b="0" i="1" dirty="0">
                        <a:latin typeface="Cambria Math" panose="02040503050406030204" pitchFamily="18" charset="0"/>
                      </a:rPr>
                      <m:t>规范推导</m:t>
                    </m:r>
                    <m:r>
                      <a:rPr lang="en-US" altLang="zh-CN" sz="2800" b="1" i="1" dirty="0" smtClean="0">
                        <a:latin typeface="Cambria Math" panose="02040503050406030204" pitchFamily="18" charset="0"/>
                      </a:rPr>
                      <m:t>𝑺</m:t>
                    </m:r>
                    <m:groupChr>
                      <m:groupChrPr>
                        <m:chr m:val="⇒"/>
                        <m:pos m:val="top"/>
                        <m:ctrlPr>
                          <a:rPr lang="en-US" altLang="zh-CN" sz="2800" b="1" i="1" dirty="0" smtClean="0">
                            <a:latin typeface="Cambria Math" panose="02040503050406030204" pitchFamily="18" charset="0"/>
                          </a:rPr>
                        </m:ctrlPr>
                      </m:groupChrPr>
                      <m:e>
                        <m:r>
                          <m:rPr>
                            <m:brk m:alnAt="1"/>
                          </m:rPr>
                          <a:rPr lang="en-US" altLang="zh-CN" sz="2800" b="1" i="1" dirty="0" smtClean="0">
                            <a:latin typeface="Cambria Math" panose="02040503050406030204" pitchFamily="18" charset="0"/>
                          </a:rPr>
                          <m:t>𝒓</m:t>
                        </m:r>
                        <m:r>
                          <a:rPr lang="en-US" altLang="zh-CN" sz="2800" b="1" i="1" dirty="0" smtClean="0">
                            <a:latin typeface="Cambria Math" panose="02040503050406030204" pitchFamily="18" charset="0"/>
                          </a:rPr>
                          <m:t>𝒎</m:t>
                        </m:r>
                        <m:r>
                          <a:rPr lang="en-US" altLang="zh-CN" sz="2800" b="1" i="1" dirty="0" smtClean="0">
                            <a:latin typeface="Cambria Math" panose="02040503050406030204" pitchFamily="18" charset="0"/>
                          </a:rPr>
                          <m:t>∗</m:t>
                        </m:r>
                      </m:e>
                    </m:groupChr>
                    <m:r>
                      <a:rPr lang="zh-CN" altLang="en-US" sz="2800" b="1" i="1">
                        <a:latin typeface="Cambria Math" panose="02040503050406030204" pitchFamily="18" charset="0"/>
                      </a:rPr>
                      <m:t>𝜸</m:t>
                    </m:r>
                    <m:r>
                      <a:rPr lang="en-US" altLang="zh-CN" sz="2800" b="1" i="1" smtClean="0">
                        <a:solidFill>
                          <a:srgbClr val="0070C0"/>
                        </a:solidFill>
                        <a:latin typeface="Cambria Math" panose="02040503050406030204" pitchFamily="18" charset="0"/>
                      </a:rPr>
                      <m:t>𝑨</m:t>
                    </m:r>
                    <m:r>
                      <a:rPr lang="en-US" altLang="zh-CN" sz="2800" b="1" i="1">
                        <a:latin typeface="Cambria Math" panose="02040503050406030204" pitchFamily="18" charset="0"/>
                      </a:rPr>
                      <m:t>𝒃𝒘</m:t>
                    </m:r>
                    <m:groupChr>
                      <m:groupChrPr>
                        <m:chr m:val="⇒"/>
                        <m:pos m:val="top"/>
                        <m:ctrlPr>
                          <a:rPr lang="en-US" altLang="zh-CN" sz="2800" b="1" i="1" smtClean="0">
                            <a:latin typeface="Cambria Math" panose="02040503050406030204" pitchFamily="18" charset="0"/>
                          </a:rPr>
                        </m:ctrlPr>
                      </m:groupChrPr>
                      <m:e>
                        <m:r>
                          <m:rPr>
                            <m:brk m:alnAt="1"/>
                          </m:rPr>
                          <a:rPr lang="en-US" altLang="zh-CN" sz="2800" b="1" i="1" smtClean="0">
                            <a:latin typeface="Cambria Math" panose="02040503050406030204" pitchFamily="18" charset="0"/>
                          </a:rPr>
                          <m:t>𝒓</m:t>
                        </m:r>
                        <m:r>
                          <a:rPr lang="en-US" altLang="zh-CN" sz="2800" b="1" i="1" smtClean="0">
                            <a:latin typeface="Cambria Math" panose="02040503050406030204" pitchFamily="18" charset="0"/>
                          </a:rPr>
                          <m:t>𝒎</m:t>
                        </m:r>
                      </m:e>
                    </m:groupChr>
                    <m:r>
                      <a:rPr lang="zh-CN" altLang="en-US" sz="2800" b="1" i="1" smtClean="0">
                        <a:latin typeface="Cambria Math" panose="02040503050406030204" pitchFamily="18" charset="0"/>
                      </a:rPr>
                      <m:t>𝜸</m:t>
                    </m:r>
                    <m:r>
                      <a:rPr lang="zh-CN" altLang="en-US" sz="2800" b="1" i="1" smtClean="0">
                        <a:solidFill>
                          <a:srgbClr val="0070C0"/>
                        </a:solidFill>
                        <a:latin typeface="Cambria Math" panose="02040503050406030204" pitchFamily="18" charset="0"/>
                      </a:rPr>
                      <m:t>𝜷</m:t>
                    </m:r>
                    <m:r>
                      <a:rPr lang="en-US" altLang="zh-CN" sz="2800" b="1" i="1" smtClean="0">
                        <a:latin typeface="Cambria Math" panose="02040503050406030204" pitchFamily="18" charset="0"/>
                      </a:rPr>
                      <m:t>𝒃𝒘</m:t>
                    </m:r>
                    <m:r>
                      <a:rPr lang="en-US" altLang="zh-CN" sz="2800" b="1" i="1" smtClean="0">
                        <a:latin typeface="Cambria Math" panose="02040503050406030204" pitchFamily="18" charset="0"/>
                      </a:rPr>
                      <m:t> </m:t>
                    </m:r>
                  </m:oMath>
                </a14:m>
                <a:endParaRPr lang="en-US" altLang="zh-CN" sz="2800" b="1" dirty="0"/>
              </a:p>
              <a:p>
                <a:pPr marL="0" indent="0" algn="ctr">
                  <a:buNone/>
                </a:pPr>
                <a14:m>
                  <m:oMath xmlns:m="http://schemas.openxmlformats.org/officeDocument/2006/math">
                    <m:r>
                      <a:rPr lang="en-US" altLang="zh-CN" b="1" i="1" dirty="0">
                        <a:latin typeface="Cambria Math" panose="02040503050406030204" pitchFamily="18" charset="0"/>
                      </a:rPr>
                      <m:t>𝑨</m:t>
                    </m:r>
                    <m:r>
                      <a:rPr lang="en-US" altLang="zh-CN" b="1" i="1" dirty="0" smtClean="0">
                        <a:latin typeface="Cambria Math" panose="02040503050406030204" pitchFamily="18" charset="0"/>
                        <a:ea typeface="Cambria Math" panose="02040503050406030204" pitchFamily="18" charset="0"/>
                      </a:rPr>
                      <m:t>→</m:t>
                    </m:r>
                    <m:r>
                      <a:rPr lang="zh-CN" altLang="en-US" b="1" i="1" dirty="0" smtClean="0">
                        <a:latin typeface="Cambria Math" panose="02040503050406030204" pitchFamily="18" charset="0"/>
                        <a:ea typeface="Cambria Math" panose="02040503050406030204" pitchFamily="18" charset="0"/>
                      </a:rPr>
                      <m:t>𝜷</m:t>
                    </m:r>
                    <m:r>
                      <a:rPr lang="zh-CN" altLang="en-US" b="1" i="0" dirty="0" smtClean="0">
                        <a:latin typeface="Cambria Math" panose="02040503050406030204" pitchFamily="18" charset="0"/>
                        <a:ea typeface="Cambria Math" panose="02040503050406030204" pitchFamily="18" charset="0"/>
                      </a:rPr>
                      <m:t>𝛜</m:t>
                    </m:r>
                    <m:r>
                      <a:rPr lang="en-US" altLang="zh-CN" b="1" i="1" dirty="0" smtClean="0">
                        <a:latin typeface="Cambria Math" panose="02040503050406030204" pitchFamily="18" charset="0"/>
                        <a:ea typeface="Cambria Math" panose="02040503050406030204" pitchFamily="18" charset="0"/>
                      </a:rPr>
                      <m:t>𝑷</m:t>
                    </m:r>
                  </m:oMath>
                </a14:m>
                <a:r>
                  <a:rPr lang="en-US" altLang="zh-CN" b="1" dirty="0"/>
                  <a:t>, </a:t>
                </a:r>
                <a14:m>
                  <m:oMath xmlns:m="http://schemas.openxmlformats.org/officeDocument/2006/math">
                    <m:r>
                      <a:rPr lang="en-US" altLang="zh-CN" b="1" i="0" smtClean="0">
                        <a:latin typeface="Cambria Math" panose="02040503050406030204" pitchFamily="18" charset="0"/>
                      </a:rPr>
                      <m:t>  </m:t>
                    </m:r>
                    <m:r>
                      <a:rPr lang="zh-CN" altLang="en-US" b="1" i="1">
                        <a:latin typeface="Cambria Math" panose="02040503050406030204" pitchFamily="18" charset="0"/>
                      </a:rPr>
                      <m:t>𝜸</m:t>
                    </m:r>
                    <m:r>
                      <a:rPr lang="en-US" altLang="zh-CN" b="1" i="1" smtClean="0">
                        <a:latin typeface="Cambria Math" panose="02040503050406030204" pitchFamily="18" charset="0"/>
                      </a:rPr>
                      <m:t>,</m:t>
                    </m:r>
                    <m:r>
                      <a:rPr lang="zh-CN" altLang="en-US" b="1" i="1" dirty="0">
                        <a:latin typeface="Cambria Math" panose="02040503050406030204" pitchFamily="18" charset="0"/>
                        <a:ea typeface="Cambria Math" panose="02040503050406030204" pitchFamily="18" charset="0"/>
                      </a:rPr>
                      <m:t>𝜷</m:t>
                    </m:r>
                    <m:r>
                      <a:rPr lang="zh-CN" altLang="en-US" b="1" dirty="0">
                        <a:latin typeface="Cambria Math" panose="02040503050406030204" pitchFamily="18" charset="0"/>
                        <a:ea typeface="Cambria Math" panose="02040503050406030204" pitchFamily="18" charset="0"/>
                      </a:rPr>
                      <m:t>𝛜</m:t>
                    </m:r>
                    <m:sSup>
                      <m:sSupPr>
                        <m:ctrlPr>
                          <a:rPr lang="en-US" altLang="zh-CN" b="1" i="1" dirty="0" smtClean="0">
                            <a:latin typeface="Cambria Math" panose="02040503050406030204" pitchFamily="18" charset="0"/>
                            <a:ea typeface="Cambria Math" panose="02040503050406030204" pitchFamily="18" charset="0"/>
                          </a:rPr>
                        </m:ctrlPr>
                      </m:sSupPr>
                      <m:e>
                        <m:d>
                          <m:dPr>
                            <m:ctrlPr>
                              <a:rPr lang="en-US" altLang="zh-CN" b="1" i="1" dirty="0" smtClean="0">
                                <a:latin typeface="Cambria Math" panose="02040503050406030204" pitchFamily="18" charset="0"/>
                                <a:ea typeface="Cambria Math" panose="02040503050406030204" pitchFamily="18" charset="0"/>
                              </a:rPr>
                            </m:ctrlPr>
                          </m:dPr>
                          <m:e>
                            <m:sSub>
                              <m:sSubPr>
                                <m:ctrlPr>
                                  <a:rPr lang="en-US" altLang="zh-CN" b="1" i="1" dirty="0">
                                    <a:latin typeface="Cambria Math" panose="02040503050406030204" pitchFamily="18" charset="0"/>
                                    <a:ea typeface="Cambria Math" panose="02040503050406030204" pitchFamily="18" charset="0"/>
                                  </a:rPr>
                                </m:ctrlPr>
                              </m:sSubPr>
                              <m:e>
                                <m:r>
                                  <a:rPr lang="en-US" altLang="zh-CN" b="1" i="1" dirty="0">
                                    <a:latin typeface="Cambria Math" panose="02040503050406030204" pitchFamily="18" charset="0"/>
                                    <a:ea typeface="Cambria Math" panose="02040503050406030204" pitchFamily="18" charset="0"/>
                                  </a:rPr>
                                  <m:t>𝑽</m:t>
                                </m:r>
                              </m:e>
                              <m:sub>
                                <m:r>
                                  <a:rPr lang="en-US" altLang="zh-CN" b="1" i="1" dirty="0">
                                    <a:latin typeface="Cambria Math" panose="02040503050406030204" pitchFamily="18" charset="0"/>
                                    <a:ea typeface="Cambria Math" panose="02040503050406030204" pitchFamily="18" charset="0"/>
                                  </a:rPr>
                                  <m:t>𝑻</m:t>
                                </m:r>
                              </m:sub>
                            </m:sSub>
                            <m:r>
                              <a:rPr lang="en-US" altLang="zh-CN" b="1" i="1" dirty="0">
                                <a:latin typeface="Cambria Math" panose="02040503050406030204" pitchFamily="18" charset="0"/>
                                <a:ea typeface="Cambria Math" panose="02040503050406030204" pitchFamily="18" charset="0"/>
                              </a:rPr>
                              <m:t>∪</m:t>
                            </m:r>
                            <m:sSub>
                              <m:sSubPr>
                                <m:ctrlPr>
                                  <a:rPr lang="en-US" altLang="zh-CN" b="1" i="1" dirty="0">
                                    <a:latin typeface="Cambria Math" panose="02040503050406030204" pitchFamily="18" charset="0"/>
                                    <a:ea typeface="Cambria Math" panose="02040503050406030204" pitchFamily="18" charset="0"/>
                                  </a:rPr>
                                </m:ctrlPr>
                              </m:sSubPr>
                              <m:e>
                                <m:r>
                                  <a:rPr lang="en-US" altLang="zh-CN" b="1" i="1" dirty="0">
                                    <a:latin typeface="Cambria Math" panose="02040503050406030204" pitchFamily="18" charset="0"/>
                                    <a:ea typeface="Cambria Math" panose="02040503050406030204" pitchFamily="18" charset="0"/>
                                  </a:rPr>
                                  <m:t>𝑽</m:t>
                                </m:r>
                              </m:e>
                              <m:sub>
                                <m:r>
                                  <a:rPr lang="en-US" altLang="zh-CN" b="1" i="1" dirty="0">
                                    <a:latin typeface="Cambria Math" panose="02040503050406030204" pitchFamily="18" charset="0"/>
                                    <a:ea typeface="Cambria Math" panose="02040503050406030204" pitchFamily="18" charset="0"/>
                                  </a:rPr>
                                  <m:t>𝑵</m:t>
                                </m:r>
                              </m:sub>
                            </m:sSub>
                          </m:e>
                        </m:d>
                      </m:e>
                      <m:sup>
                        <m:r>
                          <a:rPr lang="en-US" altLang="zh-CN" b="1" i="1" dirty="0" smtClean="0">
                            <a:latin typeface="Cambria Math" panose="02040503050406030204" pitchFamily="18" charset="0"/>
                            <a:ea typeface="Cambria Math" panose="02040503050406030204" pitchFamily="18" charset="0"/>
                          </a:rPr>
                          <m:t>∗</m:t>
                        </m:r>
                      </m:sup>
                    </m:sSup>
                  </m:oMath>
                </a14:m>
                <a:r>
                  <a:rPr lang="en-US" altLang="zh-CN" b="1" dirty="0"/>
                  <a:t>,</a:t>
                </a:r>
                <a14:m>
                  <m:oMath xmlns:m="http://schemas.openxmlformats.org/officeDocument/2006/math">
                    <m:r>
                      <a:rPr lang="en-US" altLang="zh-CN" b="1" i="0" dirty="0" smtClean="0">
                        <a:latin typeface="Cambria Math" panose="02040503050406030204" pitchFamily="18" charset="0"/>
                        <a:ea typeface="Cambria Math" panose="02040503050406030204" pitchFamily="18" charset="0"/>
                      </a:rPr>
                      <m:t>    </m:t>
                    </m:r>
                    <m:r>
                      <a:rPr lang="en-US" altLang="zh-CN" b="1" i="1" dirty="0" smtClean="0">
                        <a:latin typeface="Cambria Math" panose="02040503050406030204" pitchFamily="18" charset="0"/>
                        <a:ea typeface="Cambria Math" panose="02040503050406030204" pitchFamily="18" charset="0"/>
                      </a:rPr>
                      <m:t>𝒃</m:t>
                    </m:r>
                    <m:r>
                      <a:rPr lang="zh-CN" altLang="en-US" b="1" dirty="0">
                        <a:latin typeface="Cambria Math" panose="02040503050406030204" pitchFamily="18" charset="0"/>
                        <a:ea typeface="Cambria Math" panose="02040503050406030204" pitchFamily="18" charset="0"/>
                      </a:rPr>
                      <m:t>𝛜</m:t>
                    </m:r>
                    <m:sSub>
                      <m:sSubPr>
                        <m:ctrlPr>
                          <a:rPr lang="en-US" altLang="zh-CN" b="1" i="1" dirty="0">
                            <a:latin typeface="Cambria Math" panose="02040503050406030204" pitchFamily="18" charset="0"/>
                            <a:ea typeface="Cambria Math" panose="02040503050406030204" pitchFamily="18" charset="0"/>
                          </a:rPr>
                        </m:ctrlPr>
                      </m:sSubPr>
                      <m:e>
                        <m:r>
                          <a:rPr lang="en-US" altLang="zh-CN" b="1" i="1" dirty="0">
                            <a:latin typeface="Cambria Math" panose="02040503050406030204" pitchFamily="18" charset="0"/>
                            <a:ea typeface="Cambria Math" panose="02040503050406030204" pitchFamily="18" charset="0"/>
                          </a:rPr>
                          <m:t>𝑽</m:t>
                        </m:r>
                      </m:e>
                      <m:sub>
                        <m:r>
                          <a:rPr lang="en-US" altLang="zh-CN" b="1" i="1" dirty="0">
                            <a:latin typeface="Cambria Math" panose="02040503050406030204" pitchFamily="18" charset="0"/>
                            <a:ea typeface="Cambria Math" panose="02040503050406030204" pitchFamily="18" charset="0"/>
                          </a:rPr>
                          <m:t>𝑻</m:t>
                        </m:r>
                      </m:sub>
                    </m:sSub>
                  </m:oMath>
                </a14:m>
                <a:r>
                  <a:rPr lang="en-US" altLang="zh-CN" b="1" dirty="0"/>
                  <a:t>, </a:t>
                </a:r>
                <a14:m>
                  <m:oMath xmlns:m="http://schemas.openxmlformats.org/officeDocument/2006/math">
                    <m:r>
                      <a:rPr lang="en-US" altLang="zh-CN" b="1" i="1" dirty="0" smtClean="0">
                        <a:latin typeface="Cambria Math" panose="02040503050406030204" pitchFamily="18" charset="0"/>
                        <a:ea typeface="Cambria Math" panose="02040503050406030204" pitchFamily="18" charset="0"/>
                      </a:rPr>
                      <m:t>𝒘</m:t>
                    </m:r>
                    <m:r>
                      <a:rPr lang="zh-CN" altLang="en-US" b="1" dirty="0">
                        <a:latin typeface="Cambria Math" panose="02040503050406030204" pitchFamily="18" charset="0"/>
                        <a:ea typeface="Cambria Math" panose="02040503050406030204" pitchFamily="18" charset="0"/>
                      </a:rPr>
                      <m:t>𝛜</m:t>
                    </m:r>
                    <m:sSup>
                      <m:sSupPr>
                        <m:ctrlPr>
                          <a:rPr lang="en-US" altLang="zh-CN" b="1" i="1" dirty="0">
                            <a:latin typeface="Cambria Math" panose="02040503050406030204" pitchFamily="18" charset="0"/>
                            <a:ea typeface="Cambria Math" panose="02040503050406030204" pitchFamily="18" charset="0"/>
                          </a:rPr>
                        </m:ctrlPr>
                      </m:sSupPr>
                      <m:e>
                        <m:d>
                          <m:dPr>
                            <m:ctrlPr>
                              <a:rPr lang="en-US" altLang="zh-CN" b="1" i="1" dirty="0">
                                <a:latin typeface="Cambria Math" panose="02040503050406030204" pitchFamily="18" charset="0"/>
                                <a:ea typeface="Cambria Math" panose="02040503050406030204" pitchFamily="18" charset="0"/>
                              </a:rPr>
                            </m:ctrlPr>
                          </m:dPr>
                          <m:e>
                            <m:sSub>
                              <m:sSubPr>
                                <m:ctrlPr>
                                  <a:rPr lang="en-US" altLang="zh-CN" b="1" i="1" dirty="0">
                                    <a:latin typeface="Cambria Math" panose="02040503050406030204" pitchFamily="18" charset="0"/>
                                    <a:ea typeface="Cambria Math" panose="02040503050406030204" pitchFamily="18" charset="0"/>
                                  </a:rPr>
                                </m:ctrlPr>
                              </m:sSubPr>
                              <m:e>
                                <m:r>
                                  <a:rPr lang="en-US" altLang="zh-CN" b="1" i="1" dirty="0">
                                    <a:latin typeface="Cambria Math" panose="02040503050406030204" pitchFamily="18" charset="0"/>
                                    <a:ea typeface="Cambria Math" panose="02040503050406030204" pitchFamily="18" charset="0"/>
                                  </a:rPr>
                                  <m:t>𝑽</m:t>
                                </m:r>
                              </m:e>
                              <m:sub>
                                <m:r>
                                  <a:rPr lang="en-US" altLang="zh-CN" b="1" i="1" dirty="0">
                                    <a:latin typeface="Cambria Math" panose="02040503050406030204" pitchFamily="18" charset="0"/>
                                    <a:ea typeface="Cambria Math" panose="02040503050406030204" pitchFamily="18" charset="0"/>
                                  </a:rPr>
                                  <m:t>𝑻</m:t>
                                </m:r>
                              </m:sub>
                            </m:sSub>
                          </m:e>
                        </m:d>
                      </m:e>
                      <m:sup>
                        <m:r>
                          <a:rPr lang="en-US" altLang="zh-CN" b="1" i="1" dirty="0">
                            <a:latin typeface="Cambria Math" panose="02040503050406030204" pitchFamily="18" charset="0"/>
                            <a:ea typeface="Cambria Math" panose="02040503050406030204" pitchFamily="18" charset="0"/>
                          </a:rPr>
                          <m:t>∗</m:t>
                        </m:r>
                      </m:sup>
                    </m:sSup>
                  </m:oMath>
                </a14:m>
                <a:endParaRPr lang="en-US" altLang="zh-CN" b="1" dirty="0"/>
              </a:p>
              <a:p>
                <a:r>
                  <a:rPr lang="en-US" altLang="zh-CN" sz="2800" b="1" dirty="0"/>
                  <a:t> </a:t>
                </a:r>
                <a:r>
                  <a:rPr lang="en-US" altLang="zh-CN" b="1" i="1" dirty="0"/>
                  <a:t>LL</a:t>
                </a:r>
                <a:r>
                  <a:rPr lang="en-US" altLang="zh-CN" b="1" dirty="0"/>
                  <a:t>(1)</a:t>
                </a:r>
                <a:r>
                  <a:rPr lang="zh-CN" altLang="en-US" b="1" dirty="0"/>
                  <a:t>分析：在看见产生式体的</a:t>
                </a:r>
                <a:r>
                  <a:rPr lang="zh-CN" altLang="en-US" b="1" dirty="0">
                    <a:solidFill>
                      <a:srgbClr val="0070C0"/>
                    </a:solidFill>
                  </a:rPr>
                  <a:t>首终结符</a:t>
                </a:r>
                <a:r>
                  <a:rPr lang="en-US" altLang="zh-CN" b="1" dirty="0">
                    <a:solidFill>
                      <a:srgbClr val="0070C0"/>
                    </a:solidFill>
                  </a:rPr>
                  <a:t>(</a:t>
                </a:r>
                <a:r>
                  <a:rPr lang="zh-CN" altLang="en-US" b="1" dirty="0">
                    <a:solidFill>
                      <a:srgbClr val="0070C0"/>
                    </a:solidFill>
                  </a:rPr>
                  <a:t>当前输入符号</a:t>
                </a:r>
                <a:r>
                  <a:rPr lang="en-US" altLang="zh-CN" b="1" dirty="0">
                    <a:solidFill>
                      <a:srgbClr val="0070C0"/>
                    </a:solidFill>
                  </a:rPr>
                  <a:t>)</a:t>
                </a:r>
                <a:r>
                  <a:rPr lang="zh-CN" altLang="en-US" b="1" dirty="0"/>
                  <a:t>时就必须决定使用哪个产生式推导。</a:t>
                </a:r>
                <a:endParaRPr lang="en-US" altLang="zh-CN" b="1" dirty="0"/>
              </a:p>
              <a:p>
                <a:r>
                  <a:rPr lang="en-US" altLang="zh-CN" b="1" i="1" dirty="0"/>
                  <a:t>LR</a:t>
                </a:r>
                <a:r>
                  <a:rPr lang="en-US" altLang="zh-CN" b="1" dirty="0"/>
                  <a:t>(1)</a:t>
                </a:r>
                <a:r>
                  <a:rPr lang="zh-CN" altLang="en-US" b="1" dirty="0"/>
                  <a:t>分析：在看见了产生式体</a:t>
                </a:r>
                <a14:m>
                  <m:oMath xmlns:m="http://schemas.openxmlformats.org/officeDocument/2006/math">
                    <m:r>
                      <a:rPr lang="zh-CN" altLang="en-US" b="1" i="1">
                        <a:solidFill>
                          <a:srgbClr val="0070C0"/>
                        </a:solidFill>
                        <a:latin typeface="Cambria Math" panose="02040503050406030204" pitchFamily="18" charset="0"/>
                      </a:rPr>
                      <m:t>𝜷</m:t>
                    </m:r>
                  </m:oMath>
                </a14:m>
                <a:r>
                  <a:rPr lang="zh-CN" altLang="en-US" b="1" dirty="0"/>
                  <a:t>的所有符号后，还要再向后看</a:t>
                </a:r>
                <a:r>
                  <a:rPr lang="en-US" altLang="zh-CN" b="1" dirty="0"/>
                  <a:t>1</a:t>
                </a:r>
                <a:r>
                  <a:rPr lang="zh-CN" altLang="en-US" b="1" dirty="0"/>
                  <a:t>个后继符号</a:t>
                </a:r>
                <a14:m>
                  <m:oMath xmlns:m="http://schemas.openxmlformats.org/officeDocument/2006/math">
                    <m:r>
                      <a:rPr lang="en-US" altLang="zh-CN" b="1" i="1" smtClean="0">
                        <a:solidFill>
                          <a:srgbClr val="0070C0"/>
                        </a:solidFill>
                        <a:latin typeface="Cambria Math" panose="02040503050406030204" pitchFamily="18" charset="0"/>
                      </a:rPr>
                      <m:t>𝒃</m:t>
                    </m:r>
                  </m:oMath>
                </a14:m>
                <a:r>
                  <a:rPr lang="zh-CN" altLang="en-US" b="1" dirty="0"/>
                  <a:t>才决定是否归约，用哪个产生式归约，因此</a:t>
                </a:r>
                <a:r>
                  <a:rPr lang="zh-CN" altLang="en-US" b="1" dirty="0">
                    <a:solidFill>
                      <a:srgbClr val="0070C0"/>
                    </a:solidFill>
                  </a:rPr>
                  <a:t>分析能力更强</a:t>
                </a:r>
                <a:r>
                  <a:rPr lang="zh-CN" altLang="en-US" b="1" dirty="0"/>
                  <a:t>。</a:t>
                </a:r>
              </a:p>
            </p:txBody>
          </p:sp>
        </mc:Choice>
        <mc:Fallback>
          <p:sp>
            <p:nvSpPr>
              <p:cNvPr id="5" name="内容占位符 4">
                <a:extLst>
                  <a:ext uri="{FF2B5EF4-FFF2-40B4-BE49-F238E27FC236}">
                    <a16:creationId xmlns:a16="http://schemas.microsoft.com/office/drawing/2014/main" id="{8DDC1C18-B33A-465E-850D-095C10C85B3B}"/>
                  </a:ext>
                </a:extLst>
              </p:cNvPr>
              <p:cNvSpPr>
                <a:spLocks noGrp="1" noRot="1" noChangeAspect="1" noMove="1" noResize="1" noEditPoints="1" noAdjustHandles="1" noChangeArrowheads="1" noChangeShapeType="1" noTextEdit="1"/>
              </p:cNvSpPr>
              <p:nvPr>
                <p:ph idx="1"/>
              </p:nvPr>
            </p:nvSpPr>
            <p:spPr>
              <a:xfrm>
                <a:off x="539552" y="1041165"/>
                <a:ext cx="8280920" cy="3225800"/>
              </a:xfrm>
              <a:blipFill>
                <a:blip r:embed="rId2"/>
                <a:stretch>
                  <a:fillRect l="-1325" t="-1890" b="-1134"/>
                </a:stretch>
              </a:blipFill>
            </p:spPr>
            <p:txBody>
              <a:bodyPr/>
              <a:lstStyle/>
              <a:p>
                <a:r>
                  <a:rPr lang="zh-CN" altLang="en-US">
                    <a:noFill/>
                  </a:rPr>
                  <a:t> </a:t>
                </a:r>
              </a:p>
            </p:txBody>
          </p:sp>
        </mc:Fallback>
      </mc:AlternateContent>
      <p:sp>
        <p:nvSpPr>
          <p:cNvPr id="4" name="标题 3">
            <a:extLst>
              <a:ext uri="{FF2B5EF4-FFF2-40B4-BE49-F238E27FC236}">
                <a16:creationId xmlns:a16="http://schemas.microsoft.com/office/drawing/2014/main" id="{9ED192B4-404F-432B-97B3-A304AD313D2B}"/>
              </a:ext>
            </a:extLst>
          </p:cNvPr>
          <p:cNvSpPr>
            <a:spLocks noGrp="1"/>
          </p:cNvSpPr>
          <p:nvPr>
            <p:ph type="title"/>
          </p:nvPr>
        </p:nvSpPr>
        <p:spPr/>
        <p:txBody>
          <a:bodyPr/>
          <a:lstStyle/>
          <a:p>
            <a:r>
              <a:rPr lang="en-US" altLang="zh-CN" i="1" dirty="0"/>
              <a:t>LR</a:t>
            </a:r>
            <a:r>
              <a:rPr lang="zh-CN" altLang="en-US" dirty="0"/>
              <a:t>分析法与</a:t>
            </a:r>
            <a:r>
              <a:rPr lang="en-US" altLang="zh-CN" i="1" dirty="0"/>
              <a:t>LL</a:t>
            </a:r>
            <a:r>
              <a:rPr lang="en-US" altLang="zh-CN" dirty="0"/>
              <a:t>(1)</a:t>
            </a:r>
            <a:r>
              <a:rPr lang="zh-CN" altLang="en-US" dirty="0"/>
              <a:t>分析法</a:t>
            </a:r>
          </a:p>
        </p:txBody>
      </p:sp>
      <p:sp>
        <p:nvSpPr>
          <p:cNvPr id="6" name="灯片编号占位符 5">
            <a:extLst>
              <a:ext uri="{FF2B5EF4-FFF2-40B4-BE49-F238E27FC236}">
                <a16:creationId xmlns:a16="http://schemas.microsoft.com/office/drawing/2014/main" id="{98CB2A7A-0860-4021-BB08-7262678BA8A9}"/>
              </a:ext>
            </a:extLst>
          </p:cNvPr>
          <p:cNvSpPr>
            <a:spLocks noGrp="1"/>
          </p:cNvSpPr>
          <p:nvPr>
            <p:ph type="sldNum" sz="quarter" idx="12"/>
          </p:nvPr>
        </p:nvSpPr>
        <p:spPr/>
        <p:txBody>
          <a:bodyPr/>
          <a:lstStyle/>
          <a:p>
            <a:pPr>
              <a:defRPr/>
            </a:pPr>
            <a:fld id="{76D20AB1-C80E-44EB-B890-88EEF3B3DC08}" type="slidenum">
              <a:rPr lang="zh-CN" altLang="en-US" smtClean="0"/>
              <a:pPr>
                <a:defRPr/>
              </a:pPr>
              <a:t>16</a:t>
            </a:fld>
            <a:endParaRPr lang="en-US" altLang="zh-CN"/>
          </a:p>
        </p:txBody>
      </p:sp>
    </p:spTree>
    <p:extLst>
      <p:ext uri="{BB962C8B-B14F-4D97-AF65-F5344CB8AC3E}">
        <p14:creationId xmlns:p14="http://schemas.microsoft.com/office/powerpoint/2010/main" val="2098112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down)">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down)">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down)">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wipe(down)">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9154" name="内容占位符 2"/>
              <p:cNvSpPr>
                <a:spLocks noGrp="1"/>
              </p:cNvSpPr>
              <p:nvPr>
                <p:ph idx="1"/>
              </p:nvPr>
            </p:nvSpPr>
            <p:spPr>
              <a:xfrm>
                <a:off x="177013" y="730301"/>
                <a:ext cx="8715467" cy="977353"/>
              </a:xfrm>
              <a:solidFill>
                <a:schemeClr val="accent5">
                  <a:lumMod val="60000"/>
                  <a:lumOff val="40000"/>
                </a:schemeClr>
              </a:solidFill>
              <a:ln>
                <a:solidFill>
                  <a:schemeClr val="tx1"/>
                </a:solidFill>
              </a:ln>
            </p:spPr>
            <p:txBody>
              <a:bodyPr anchor="ctr" anchorCtr="0"/>
              <a:lstStyle/>
              <a:p>
                <a:pPr marL="0" indent="0" eaLnBrk="1" hangingPunct="1">
                  <a:buFont typeface="Wingdings" pitchFamily="2" charset="2"/>
                  <a:buNone/>
                  <a:defRPr/>
                </a:pPr>
                <a:r>
                  <a:rPr lang="en-US" altLang="zh-CN" b="1" i="1" dirty="0">
                    <a:solidFill>
                      <a:schemeClr val="tx1"/>
                    </a:solidFill>
                    <a:latin typeface="Times New Roman" panose="02020603050405020304" pitchFamily="18" charset="0"/>
                    <a:ea typeface="宋体" pitchFamily="2" charset="-122"/>
                    <a:cs typeface="Times New Roman" panose="02020603050405020304" pitchFamily="18" charset="0"/>
                  </a:rPr>
                  <a:t>CLOSURE</a:t>
                </a:r>
                <a:r>
                  <a:rPr lang="en-US" altLang="zh-CN" b="1" dirty="0">
                    <a:solidFill>
                      <a:schemeClr val="tx1"/>
                    </a:solidFill>
                    <a:latin typeface="Times New Roman" panose="02020603050405020304" pitchFamily="18" charset="0"/>
                    <a:ea typeface="宋体" pitchFamily="2" charset="-122"/>
                    <a:cs typeface="Times New Roman" panose="02020603050405020304" pitchFamily="18" charset="0"/>
                  </a:rPr>
                  <a:t>( </a:t>
                </a:r>
                <a:r>
                  <a:rPr lang="en-US" altLang="zh-CN" b="1" i="1" dirty="0">
                    <a:solidFill>
                      <a:schemeClr val="tx1"/>
                    </a:solidFill>
                    <a:latin typeface="Times New Roman" panose="02020603050405020304" pitchFamily="18" charset="0"/>
                    <a:ea typeface="宋体" pitchFamily="2" charset="-122"/>
                    <a:cs typeface="Times New Roman" panose="02020603050405020304" pitchFamily="18" charset="0"/>
                  </a:rPr>
                  <a:t>I </a:t>
                </a:r>
                <a:r>
                  <a:rPr lang="en-US" altLang="zh-CN" b="1" dirty="0">
                    <a:solidFill>
                      <a:schemeClr val="tx1"/>
                    </a:solidFill>
                    <a:latin typeface="Times New Roman" panose="02020603050405020304" pitchFamily="18" charset="0"/>
                    <a:ea typeface="宋体" pitchFamily="2" charset="-122"/>
                    <a:cs typeface="Times New Roman" panose="02020603050405020304" pitchFamily="18" charset="0"/>
                  </a:rPr>
                  <a:t>) = </a:t>
                </a:r>
                <a:r>
                  <a:rPr lang="en-US" altLang="zh-CN" b="1" i="1" dirty="0">
                    <a:solidFill>
                      <a:schemeClr val="tx1"/>
                    </a:solidFill>
                    <a:latin typeface="Times New Roman" panose="02020603050405020304" pitchFamily="18" charset="0"/>
                    <a:ea typeface="宋体" pitchFamily="2" charset="-122"/>
                    <a:cs typeface="Times New Roman" panose="02020603050405020304" pitchFamily="18" charset="0"/>
                  </a:rPr>
                  <a:t>I</a:t>
                </a:r>
                <a:r>
                  <a:rPr lang="en-US" altLang="zh-CN" b="1" dirty="0">
                    <a:solidFill>
                      <a:schemeClr val="tx1"/>
                    </a:solidFill>
                    <a:latin typeface="Times New Roman" panose="02020603050405020304" pitchFamily="18" charset="0"/>
                    <a:ea typeface="宋体" pitchFamily="2" charset="-122"/>
                    <a:cs typeface="Times New Roman" panose="02020603050405020304" pitchFamily="18" charset="0"/>
                  </a:rPr>
                  <a:t> ∪{ [</a:t>
                </a:r>
                <a:r>
                  <a:rPr lang="en-US" altLang="zh-CN" b="1" i="1" dirty="0">
                    <a:solidFill>
                      <a:srgbClr val="0070C0"/>
                    </a:solidFill>
                    <a:latin typeface="Times New Roman" panose="02020603050405020304" pitchFamily="18" charset="0"/>
                    <a:ea typeface="宋体" pitchFamily="2" charset="-122"/>
                    <a:cs typeface="Times New Roman" panose="02020603050405020304" pitchFamily="18" charset="0"/>
                  </a:rPr>
                  <a:t>B</a:t>
                </a:r>
                <a:r>
                  <a:rPr lang="en-US" altLang="zh-CN" b="1" dirty="0">
                    <a:solidFill>
                      <a:srgbClr val="0070C0"/>
                    </a:solidFill>
                    <a:latin typeface="Times New Roman" panose="02020603050405020304" pitchFamily="18" charset="0"/>
                    <a:ea typeface="宋体" pitchFamily="2" charset="-122"/>
                    <a:cs typeface="Times New Roman" panose="02020603050405020304" pitchFamily="18" charset="0"/>
                  </a:rPr>
                  <a:t>→</a:t>
                </a:r>
                <a:r>
                  <a:rPr lang="en-US" altLang="zh-CN" b="1" i="1" dirty="0">
                    <a:solidFill>
                      <a:srgbClr val="0070C0"/>
                    </a:solidFill>
                    <a:latin typeface="Times New Roman" panose="02020603050405020304" pitchFamily="18" charset="0"/>
                    <a:ea typeface="宋体" pitchFamily="2" charset="-122"/>
                    <a:cs typeface="Times New Roman" panose="02020603050405020304" pitchFamily="18" charset="0"/>
                  </a:rPr>
                  <a:t>·γ</a:t>
                </a:r>
                <a:r>
                  <a:rPr lang="en-US" altLang="zh-CN" b="1" dirty="0">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b="1" dirty="0">
                    <a:solidFill>
                      <a:srgbClr val="FF0000"/>
                    </a:solidFill>
                    <a:latin typeface="Times New Roman" panose="02020603050405020304" pitchFamily="18" charset="0"/>
                    <a:ea typeface="宋体" pitchFamily="2" charset="-122"/>
                    <a:cs typeface="Times New Roman" panose="02020603050405020304" pitchFamily="18" charset="0"/>
                  </a:rPr>
                  <a:t> </a:t>
                </a:r>
                <a:r>
                  <a:rPr lang="en-US" altLang="zh-CN" b="1" i="1" dirty="0">
                    <a:solidFill>
                      <a:srgbClr val="FF0000"/>
                    </a:solidFill>
                    <a:latin typeface="Times New Roman" panose="02020603050405020304" pitchFamily="18" charset="0"/>
                    <a:ea typeface="宋体" pitchFamily="2" charset="-122"/>
                    <a:cs typeface="Times New Roman" panose="02020603050405020304" pitchFamily="18" charset="0"/>
                  </a:rPr>
                  <a:t>b</a:t>
                </a:r>
                <a:r>
                  <a:rPr lang="en-US" altLang="zh-CN" b="1" dirty="0">
                    <a:solidFill>
                      <a:schemeClr val="tx1"/>
                    </a:solidFill>
                    <a:latin typeface="Times New Roman" panose="02020603050405020304" pitchFamily="18" charset="0"/>
                    <a:ea typeface="宋体" pitchFamily="2" charset="-122"/>
                    <a:cs typeface="Times New Roman" panose="02020603050405020304" pitchFamily="18" charset="0"/>
                  </a:rPr>
                  <a:t>] | </a:t>
                </a:r>
                <a14:m>
                  <m:oMath xmlns:m="http://schemas.openxmlformats.org/officeDocument/2006/math">
                    <m:r>
                      <a:rPr lang="en-US" altLang="zh-CN" b="1" i="1" smtClean="0">
                        <a:solidFill>
                          <a:schemeClr val="tx1"/>
                        </a:solidFill>
                        <a:latin typeface="Cambria Math" panose="02040503050406030204" pitchFamily="18" charset="0"/>
                        <a:ea typeface="Cambria Math" panose="02040503050406030204" pitchFamily="18" charset="0"/>
                        <a:cs typeface="Times New Roman" pitchFamily="18" charset="0"/>
                      </a:rPr>
                      <m:t>∃</m:t>
                    </m:r>
                  </m:oMath>
                </a14:m>
                <a:r>
                  <a:rPr lang="en-US" altLang="zh-CN" b="1" dirty="0">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b="1" i="1" dirty="0">
                    <a:solidFill>
                      <a:schemeClr val="tx1"/>
                    </a:solidFill>
                    <a:latin typeface="Times New Roman" panose="02020603050405020304" pitchFamily="18" charset="0"/>
                    <a:ea typeface="宋体" pitchFamily="2" charset="-122"/>
                    <a:cs typeface="Times New Roman" panose="02020603050405020304" pitchFamily="18" charset="0"/>
                  </a:rPr>
                  <a:t>A</a:t>
                </a:r>
                <a:r>
                  <a:rPr lang="en-US" altLang="zh-CN" b="1" dirty="0">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b="1" i="1" dirty="0">
                    <a:solidFill>
                      <a:schemeClr val="tx1"/>
                    </a:solidFill>
                    <a:latin typeface="Times New Roman" panose="02020603050405020304" pitchFamily="18" charset="0"/>
                    <a:ea typeface="宋体" pitchFamily="2" charset="-122"/>
                    <a:cs typeface="Times New Roman" panose="02020603050405020304" pitchFamily="18" charset="0"/>
                  </a:rPr>
                  <a:t>α</a:t>
                </a:r>
                <a:r>
                  <a:rPr lang="en-US" altLang="zh-CN" b="1" i="1" dirty="0">
                    <a:solidFill>
                      <a:srgbClr val="0070C0"/>
                    </a:solidFill>
                    <a:latin typeface="Times New Roman" panose="02020603050405020304" pitchFamily="18" charset="0"/>
                    <a:ea typeface="宋体" pitchFamily="2" charset="-122"/>
                    <a:cs typeface="Times New Roman" panose="02020603050405020304" pitchFamily="18" charset="0"/>
                  </a:rPr>
                  <a:t>·B</a:t>
                </a:r>
                <a:r>
                  <a:rPr lang="en-US" altLang="zh-CN" b="1" i="1" dirty="0">
                    <a:solidFill>
                      <a:srgbClr val="FF0000"/>
                    </a:solidFill>
                    <a:latin typeface="Times New Roman" panose="02020603050405020304" pitchFamily="18" charset="0"/>
                    <a:ea typeface="宋体" pitchFamily="2" charset="-122"/>
                    <a:cs typeface="Times New Roman" panose="02020603050405020304" pitchFamily="18" charset="0"/>
                  </a:rPr>
                  <a:t>β</a:t>
                </a:r>
                <a:r>
                  <a:rPr lang="en-US" altLang="zh-CN" b="1" dirty="0">
                    <a:solidFill>
                      <a:schemeClr val="tx1"/>
                    </a:solidFill>
                    <a:latin typeface="Times New Roman" panose="02020603050405020304" pitchFamily="18" charset="0"/>
                    <a:ea typeface="宋体" pitchFamily="2" charset="-122"/>
                    <a:cs typeface="Times New Roman" panose="02020603050405020304" pitchFamily="18" charset="0"/>
                  </a:rPr>
                  <a:t>, </a:t>
                </a:r>
                <a:r>
                  <a:rPr lang="en-US" altLang="zh-CN" b="1" i="1" dirty="0">
                    <a:solidFill>
                      <a:srgbClr val="FF0000"/>
                    </a:solidFill>
                    <a:latin typeface="Times New Roman" panose="02020603050405020304" pitchFamily="18" charset="0"/>
                    <a:ea typeface="宋体" pitchFamily="2" charset="-122"/>
                    <a:cs typeface="Times New Roman" panose="02020603050405020304" pitchFamily="18" charset="0"/>
                  </a:rPr>
                  <a:t>a</a:t>
                </a:r>
                <a:r>
                  <a:rPr lang="en-US" altLang="zh-CN" b="1" dirty="0">
                    <a:solidFill>
                      <a:schemeClr val="tx1"/>
                    </a:solidFill>
                    <a:latin typeface="Times New Roman" panose="02020603050405020304" pitchFamily="18" charset="0"/>
                    <a:ea typeface="宋体" pitchFamily="2" charset="-122"/>
                    <a:cs typeface="Times New Roman" panose="02020603050405020304" pitchFamily="18" charset="0"/>
                  </a:rPr>
                  <a:t>] ∈</a:t>
                </a:r>
                <a:r>
                  <a:rPr lang="en-US" altLang="zh-CN" b="1" i="1" dirty="0">
                    <a:solidFill>
                      <a:schemeClr val="tx1"/>
                    </a:solidFill>
                    <a:latin typeface="Times New Roman" panose="02020603050405020304" pitchFamily="18" charset="0"/>
                    <a:ea typeface="宋体" pitchFamily="2" charset="-122"/>
                    <a:cs typeface="Times New Roman" panose="02020603050405020304" pitchFamily="18" charset="0"/>
                  </a:rPr>
                  <a:t> CLOSURE</a:t>
                </a:r>
                <a:r>
                  <a:rPr lang="en-US" altLang="zh-CN" b="1" dirty="0">
                    <a:solidFill>
                      <a:schemeClr val="tx1"/>
                    </a:solidFill>
                    <a:latin typeface="Times New Roman" panose="02020603050405020304" pitchFamily="18" charset="0"/>
                    <a:ea typeface="宋体" pitchFamily="2" charset="-122"/>
                    <a:cs typeface="Times New Roman" panose="02020603050405020304" pitchFamily="18" charset="0"/>
                  </a:rPr>
                  <a:t>( </a:t>
                </a:r>
                <a:r>
                  <a:rPr lang="en-US" altLang="zh-CN" b="1" i="1" dirty="0">
                    <a:solidFill>
                      <a:schemeClr val="tx1"/>
                    </a:solidFill>
                    <a:latin typeface="Times New Roman" panose="02020603050405020304" pitchFamily="18" charset="0"/>
                    <a:ea typeface="宋体" pitchFamily="2" charset="-122"/>
                    <a:cs typeface="Times New Roman" panose="02020603050405020304" pitchFamily="18" charset="0"/>
                  </a:rPr>
                  <a:t>I </a:t>
                </a:r>
                <a:r>
                  <a:rPr lang="en-US" altLang="zh-CN" b="1" dirty="0">
                    <a:solidFill>
                      <a:schemeClr val="tx1"/>
                    </a:solidFill>
                    <a:latin typeface="Times New Roman" panose="02020603050405020304" pitchFamily="18" charset="0"/>
                    <a:ea typeface="宋体" pitchFamily="2" charset="-122"/>
                    <a:cs typeface="Times New Roman" panose="02020603050405020304" pitchFamily="18" charset="0"/>
                  </a:rPr>
                  <a:t>), </a:t>
                </a:r>
              </a:p>
              <a:p>
                <a:pPr marL="0" indent="0" eaLnBrk="1" hangingPunct="1">
                  <a:buFont typeface="Wingdings" pitchFamily="2" charset="2"/>
                  <a:buNone/>
                  <a:defRPr/>
                </a:pPr>
                <a:r>
                  <a:rPr lang="en-US" altLang="zh-CN" b="1" dirty="0">
                    <a:solidFill>
                      <a:schemeClr val="tx1"/>
                    </a:solidFill>
                    <a:latin typeface="Times New Roman" panose="02020603050405020304" pitchFamily="18" charset="0"/>
                    <a:ea typeface="宋体" pitchFamily="2" charset="-122"/>
                    <a:cs typeface="Times New Roman" panose="02020603050405020304" pitchFamily="18" charset="0"/>
                  </a:rPr>
                  <a:t>                                                         </a:t>
                </a:r>
                <a:r>
                  <a:rPr lang="en-US" altLang="zh-CN" b="1" i="1" dirty="0" err="1">
                    <a:solidFill>
                      <a:srgbClr val="0070C0"/>
                    </a:solidFill>
                    <a:latin typeface="Times New Roman" panose="02020603050405020304" pitchFamily="18" charset="0"/>
                    <a:ea typeface="宋体" pitchFamily="2" charset="-122"/>
                    <a:cs typeface="Times New Roman" panose="02020603050405020304" pitchFamily="18" charset="0"/>
                  </a:rPr>
                  <a:t>B</a:t>
                </a:r>
                <a:r>
                  <a:rPr lang="en-US" altLang="zh-CN" b="1" dirty="0" err="1">
                    <a:solidFill>
                      <a:srgbClr val="0070C0"/>
                    </a:solidFill>
                    <a:latin typeface="Times New Roman" panose="02020603050405020304" pitchFamily="18" charset="0"/>
                    <a:ea typeface="宋体" pitchFamily="2" charset="-122"/>
                    <a:cs typeface="Times New Roman" panose="02020603050405020304" pitchFamily="18" charset="0"/>
                  </a:rPr>
                  <a:t>→</a:t>
                </a:r>
                <a:r>
                  <a:rPr lang="en-US" altLang="zh-CN" b="1" i="1" dirty="0" err="1">
                    <a:solidFill>
                      <a:srgbClr val="0070C0"/>
                    </a:solidFill>
                    <a:latin typeface="Times New Roman" panose="02020603050405020304" pitchFamily="18" charset="0"/>
                    <a:ea typeface="宋体" pitchFamily="2" charset="-122"/>
                    <a:cs typeface="Times New Roman" panose="02020603050405020304" pitchFamily="18" charset="0"/>
                  </a:rPr>
                  <a:t>γ</a:t>
                </a:r>
                <a:r>
                  <a:rPr lang="en-US" altLang="zh-CN" b="1" dirty="0" err="1">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b="1" i="1" dirty="0" err="1">
                    <a:solidFill>
                      <a:schemeClr val="tx1"/>
                    </a:solidFill>
                    <a:latin typeface="Times New Roman" panose="02020603050405020304" pitchFamily="18" charset="0"/>
                    <a:ea typeface="宋体" pitchFamily="2" charset="-122"/>
                    <a:cs typeface="Times New Roman" panose="02020603050405020304" pitchFamily="18" charset="0"/>
                  </a:rPr>
                  <a:t>P</a:t>
                </a:r>
                <a:r>
                  <a:rPr lang="en-US" altLang="zh-CN" b="1" dirty="0">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b="1" i="1" dirty="0">
                    <a:solidFill>
                      <a:schemeClr val="tx1"/>
                    </a:solidFill>
                    <a:latin typeface="Times New Roman" panose="02020603050405020304" pitchFamily="18" charset="0"/>
                    <a:ea typeface="宋体" pitchFamily="2" charset="-122"/>
                    <a:cs typeface="Times New Roman" panose="02020603050405020304" pitchFamily="18" charset="0"/>
                  </a:rPr>
                  <a:t>  </a:t>
                </a:r>
                <a:r>
                  <a:rPr lang="el-GR" altLang="zh-CN" b="1" i="1" dirty="0">
                    <a:solidFill>
                      <a:srgbClr val="FF0000"/>
                    </a:solidFill>
                    <a:latin typeface="Times New Roman" panose="02020603050405020304" pitchFamily="18" charset="0"/>
                    <a:cs typeface="Times New Roman" panose="02020603050405020304" pitchFamily="18" charset="0"/>
                  </a:rPr>
                  <a:t>b</a:t>
                </a:r>
                <a:r>
                  <a:rPr lang="el-GR" altLang="zh-CN" b="1" dirty="0">
                    <a:solidFill>
                      <a:srgbClr val="FF0000"/>
                    </a:solidFill>
                    <a:latin typeface="Times New Roman" panose="02020603050405020304" pitchFamily="18" charset="0"/>
                    <a:cs typeface="Times New Roman" panose="02020603050405020304" pitchFamily="18" charset="0"/>
                  </a:rPr>
                  <a:t>∈</a:t>
                </a:r>
                <a:r>
                  <a:rPr lang="el-GR" altLang="zh-CN" b="1" i="1" dirty="0">
                    <a:solidFill>
                      <a:srgbClr val="FF0000"/>
                    </a:solidFill>
                    <a:latin typeface="Times New Roman" panose="02020603050405020304" pitchFamily="18" charset="0"/>
                    <a:cs typeface="Times New Roman" panose="02020603050405020304" pitchFamily="18" charset="0"/>
                  </a:rPr>
                  <a:t>FIRST</a:t>
                </a:r>
                <a:r>
                  <a:rPr lang="en-US" altLang="zh-CN" b="1" dirty="0">
                    <a:solidFill>
                      <a:srgbClr val="FF0000"/>
                    </a:solidFill>
                    <a:latin typeface="Times New Roman" panose="02020603050405020304" pitchFamily="18" charset="0"/>
                    <a:ea typeface="宋体" pitchFamily="2" charset="-122"/>
                    <a:cs typeface="Times New Roman" panose="02020603050405020304" pitchFamily="18" charset="0"/>
                  </a:rPr>
                  <a:t>(</a:t>
                </a:r>
                <a:r>
                  <a:rPr lang="en-US" altLang="zh-CN" b="1" i="1" dirty="0">
                    <a:solidFill>
                      <a:srgbClr val="FF0000"/>
                    </a:solidFill>
                    <a:latin typeface="Times New Roman" panose="02020603050405020304" pitchFamily="18" charset="0"/>
                    <a:ea typeface="宋体" pitchFamily="2" charset="-122"/>
                    <a:cs typeface="Times New Roman" panose="02020603050405020304" pitchFamily="18" charset="0"/>
                  </a:rPr>
                  <a:t>βa</a:t>
                </a:r>
                <a:r>
                  <a:rPr lang="en-US" altLang="zh-CN" b="1" dirty="0">
                    <a:solidFill>
                      <a:srgbClr val="FF0000"/>
                    </a:solidFill>
                    <a:latin typeface="Times New Roman" panose="02020603050405020304" pitchFamily="18" charset="0"/>
                    <a:ea typeface="宋体" pitchFamily="2" charset="-122"/>
                    <a:cs typeface="Times New Roman" panose="02020603050405020304" pitchFamily="18" charset="0"/>
                  </a:rPr>
                  <a:t>)</a:t>
                </a:r>
                <a:r>
                  <a:rPr lang="en-US" altLang="zh-CN" b="1" dirty="0">
                    <a:latin typeface="Times New Roman" panose="02020603050405020304" pitchFamily="18" charset="0"/>
                    <a:ea typeface="宋体" pitchFamily="2" charset="-122"/>
                    <a:cs typeface="Times New Roman" panose="02020603050405020304" pitchFamily="18" charset="0"/>
                  </a:rPr>
                  <a:t>}</a:t>
                </a:r>
                <a:endParaRPr lang="en-US" altLang="zh-CN" sz="2800" b="1" dirty="0">
                  <a:latin typeface="Times New Roman" panose="02020603050405020304" pitchFamily="18" charset="0"/>
                  <a:ea typeface="宋体" pitchFamily="2" charset="-122"/>
                  <a:cs typeface="Times New Roman" panose="02020603050405020304" pitchFamily="18" charset="0"/>
                </a:endParaRPr>
              </a:p>
            </p:txBody>
          </p:sp>
        </mc:Choice>
        <mc:Fallback>
          <p:sp>
            <p:nvSpPr>
              <p:cNvPr id="49154" name="内容占位符 2"/>
              <p:cNvSpPr>
                <a:spLocks noGrp="1" noRot="1" noChangeAspect="1" noMove="1" noResize="1" noEditPoints="1" noAdjustHandles="1" noChangeArrowheads="1" noChangeShapeType="1" noTextEdit="1"/>
              </p:cNvSpPr>
              <p:nvPr>
                <p:ph idx="1"/>
              </p:nvPr>
            </p:nvSpPr>
            <p:spPr>
              <a:xfrm>
                <a:off x="177013" y="730301"/>
                <a:ext cx="8715467" cy="977353"/>
              </a:xfrm>
              <a:blipFill>
                <a:blip r:embed="rId3"/>
                <a:stretch>
                  <a:fillRect l="-978" t="-1235" b="-9259"/>
                </a:stretch>
              </a:blipFill>
              <a:ln>
                <a:solidFill>
                  <a:schemeClr val="tx1"/>
                </a:solidFill>
              </a:ln>
            </p:spPr>
            <p:txBody>
              <a:bodyPr/>
              <a:lstStyle/>
              <a:p>
                <a:r>
                  <a:rPr lang="zh-CN" altLang="en-US">
                    <a:noFill/>
                  </a:rPr>
                  <a:t> </a:t>
                </a:r>
              </a:p>
            </p:txBody>
          </p:sp>
        </mc:Fallback>
      </mc:AlternateContent>
      <p:sp>
        <p:nvSpPr>
          <p:cNvPr id="51203" name="标题 1"/>
          <p:cNvSpPr>
            <a:spLocks noGrp="1" noChangeArrowheads="1"/>
          </p:cNvSpPr>
          <p:nvPr>
            <p:ph type="title"/>
          </p:nvPr>
        </p:nvSpPr>
        <p:spPr>
          <a:xfrm>
            <a:off x="755650" y="268288"/>
            <a:ext cx="7931150" cy="358775"/>
          </a:xfrm>
        </p:spPr>
        <p:txBody>
          <a:bodyPr/>
          <a:lstStyle/>
          <a:p>
            <a:pPr eaLnBrk="1" hangingPunct="1"/>
            <a:r>
              <a:rPr lang="en-US" altLang="zh-CN" sz="3000" i="1" dirty="0">
                <a:solidFill>
                  <a:schemeClr val="tx1"/>
                </a:solidFill>
                <a:ea typeface="黑体" panose="02010609060101010101" pitchFamily="49" charset="-122"/>
              </a:rPr>
              <a:t>LR</a:t>
            </a:r>
            <a:r>
              <a:rPr lang="zh-CN" altLang="en-US" sz="3000" dirty="0">
                <a:solidFill>
                  <a:schemeClr val="tx1"/>
                </a:solidFill>
                <a:latin typeface="微软雅黑" panose="020B0503020204020204" pitchFamily="34" charset="-122"/>
                <a:ea typeface="微软雅黑" panose="020B0503020204020204" pitchFamily="34" charset="-122"/>
              </a:rPr>
              <a:t>分析表构造算法</a:t>
            </a:r>
            <a:r>
              <a:rPr lang="en-US" altLang="zh-CN" sz="3000" dirty="0">
                <a:solidFill>
                  <a:schemeClr val="tx1"/>
                </a:solidFill>
                <a:latin typeface="微软雅黑" panose="020B0503020204020204" pitchFamily="34" charset="-122"/>
                <a:ea typeface="微软雅黑" panose="020B0503020204020204" pitchFamily="34" charset="-122"/>
              </a:rPr>
              <a:t>——</a:t>
            </a:r>
            <a:r>
              <a:rPr lang="en-US" altLang="zh-CN" sz="3000" i="1" dirty="0">
                <a:solidFill>
                  <a:schemeClr val="tx1"/>
                </a:solidFill>
                <a:ea typeface="黑体" panose="02010609060101010101" pitchFamily="49" charset="-122"/>
              </a:rPr>
              <a:t>LR</a:t>
            </a:r>
            <a:r>
              <a:rPr lang="en-US" altLang="zh-CN" sz="3000" dirty="0">
                <a:solidFill>
                  <a:schemeClr val="tx1"/>
                </a:solidFill>
                <a:ea typeface="黑体" panose="02010609060101010101" pitchFamily="49" charset="-122"/>
              </a:rPr>
              <a:t>(1)</a:t>
            </a:r>
            <a:r>
              <a:rPr lang="zh-CN" altLang="en-US" sz="3000" dirty="0">
                <a:solidFill>
                  <a:schemeClr val="tx1"/>
                </a:solidFill>
                <a:latin typeface="微软雅黑" panose="020B0503020204020204" pitchFamily="34" charset="-122"/>
                <a:ea typeface="微软雅黑" panose="020B0503020204020204" pitchFamily="34" charset="-122"/>
              </a:rPr>
              <a:t>项目集闭包</a:t>
            </a:r>
          </a:p>
        </p:txBody>
      </p:sp>
      <p:sp>
        <p:nvSpPr>
          <p:cNvPr id="51204" name="内容占位符 1"/>
          <p:cNvSpPr txBox="1">
            <a:spLocks noChangeArrowheads="1"/>
          </p:cNvSpPr>
          <p:nvPr/>
        </p:nvSpPr>
        <p:spPr bwMode="auto">
          <a:xfrm>
            <a:off x="1114425" y="1810893"/>
            <a:ext cx="6913563" cy="3064319"/>
          </a:xfrm>
          <a:prstGeom prst="rect">
            <a:avLst/>
          </a:prstGeom>
          <a:solidFill>
            <a:srgbClr val="B5CEED"/>
          </a:solidFill>
          <a:ln w="12700">
            <a:solidFill>
              <a:schemeClr val="tx1"/>
            </a:solidFill>
            <a:miter lim="800000"/>
            <a:headEnd/>
            <a:tailEnd/>
          </a:ln>
        </p:spPr>
        <p:txBody>
          <a:bodyPr anchor="ctr"/>
          <a:lstStyle>
            <a:lvl1pPr marL="273050" indent="-27305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lnSpc>
                <a:spcPts val="2500"/>
              </a:lnSpc>
              <a:spcBef>
                <a:spcPct val="0"/>
              </a:spcBef>
              <a:buClrTx/>
              <a:buSzTx/>
              <a:buFont typeface="Arial" panose="020B0604020202020204" pitchFamily="34" charset="0"/>
              <a:buNone/>
            </a:pPr>
            <a:r>
              <a:rPr lang="en-US" altLang="zh-CN" sz="2000" b="1" dirty="0" err="1">
                <a:solidFill>
                  <a:schemeClr val="tx1"/>
                </a:solidFill>
                <a:latin typeface="Times New Roman" panose="02020603050405020304" pitchFamily="18" charset="0"/>
                <a:ea typeface="华文楷体" panose="02010600040101010101" pitchFamily="2" charset="-122"/>
              </a:rPr>
              <a:t>SetOfltems</a:t>
            </a:r>
            <a:r>
              <a:rPr lang="zh-CN" altLang="en-US" sz="2000" b="1" dirty="0">
                <a:solidFill>
                  <a:schemeClr val="tx1"/>
                </a:solidFill>
                <a:latin typeface="Times New Roman" panose="02020603050405020304" pitchFamily="18" charset="0"/>
                <a:ea typeface="华文楷体" panose="02010600040101010101" pitchFamily="2" charset="-122"/>
              </a:rPr>
              <a:t> </a:t>
            </a:r>
            <a:r>
              <a:rPr lang="en-US" altLang="zh-CN" sz="2000" b="1" dirty="0">
                <a:solidFill>
                  <a:schemeClr val="tx1"/>
                </a:solidFill>
                <a:latin typeface="Times New Roman" panose="02020603050405020304" pitchFamily="18" charset="0"/>
                <a:ea typeface="华文楷体" panose="02010600040101010101" pitchFamily="2" charset="-122"/>
              </a:rPr>
              <a:t>CLOSURE</a:t>
            </a:r>
            <a:r>
              <a:rPr lang="en-US" altLang="zh-CN" sz="2000" b="1" dirty="0">
                <a:solidFill>
                  <a:schemeClr val="tx1"/>
                </a:solidFill>
                <a:latin typeface="Times New Roman" panose="02020603050405020304" pitchFamily="18" charset="0"/>
                <a:ea typeface="楷体" panose="02010609060101010101" pitchFamily="49" charset="-122"/>
              </a:rPr>
              <a:t> (</a:t>
            </a:r>
            <a:r>
              <a:rPr lang="en-US" altLang="zh-CN" sz="2000" b="1" i="1" dirty="0">
                <a:solidFill>
                  <a:schemeClr val="tx1"/>
                </a:solidFill>
                <a:latin typeface="Times New Roman" panose="02020603050405020304" pitchFamily="18" charset="0"/>
                <a:ea typeface="楷体" panose="02010609060101010101" pitchFamily="49" charset="-122"/>
              </a:rPr>
              <a:t> I </a:t>
            </a:r>
            <a:r>
              <a:rPr lang="en-US" altLang="zh-CN" sz="2000" b="1" dirty="0">
                <a:solidFill>
                  <a:schemeClr val="tx1"/>
                </a:solidFill>
                <a:latin typeface="Times New Roman" panose="02020603050405020304" pitchFamily="18" charset="0"/>
                <a:ea typeface="楷体" panose="02010609060101010101" pitchFamily="49" charset="-122"/>
              </a:rPr>
              <a:t>) {</a:t>
            </a:r>
          </a:p>
          <a:p>
            <a:pPr eaLnBrk="1" hangingPunct="1">
              <a:lnSpc>
                <a:spcPts val="2500"/>
              </a:lnSpc>
              <a:spcBef>
                <a:spcPct val="0"/>
              </a:spcBef>
              <a:buClrTx/>
              <a:buSzTx/>
              <a:buFont typeface="Arial" panose="020B0604020202020204" pitchFamily="34" charset="0"/>
              <a:buNone/>
            </a:pPr>
            <a:r>
              <a:rPr lang="en-US" altLang="zh-CN" sz="2000" b="1" dirty="0">
                <a:solidFill>
                  <a:schemeClr val="tx1"/>
                </a:solidFill>
                <a:latin typeface="Times New Roman" panose="02020603050405020304" pitchFamily="18" charset="0"/>
                <a:ea typeface="楷体" panose="02010609060101010101" pitchFamily="49" charset="-122"/>
              </a:rPr>
              <a:t>          repeat</a:t>
            </a:r>
            <a:endParaRPr lang="zh-CN" altLang="en-US" sz="2000" b="1" dirty="0">
              <a:solidFill>
                <a:schemeClr val="tx1"/>
              </a:solidFill>
              <a:latin typeface="Times New Roman" panose="02020603050405020304" pitchFamily="18" charset="0"/>
              <a:ea typeface="楷体" panose="02010609060101010101" pitchFamily="49" charset="-122"/>
            </a:endParaRPr>
          </a:p>
          <a:p>
            <a:pPr eaLnBrk="1" hangingPunct="1">
              <a:lnSpc>
                <a:spcPts val="2500"/>
              </a:lnSpc>
              <a:spcBef>
                <a:spcPct val="0"/>
              </a:spcBef>
              <a:buClrTx/>
              <a:buSzTx/>
              <a:buFont typeface="Arial" panose="020B0604020202020204" pitchFamily="34" charset="0"/>
              <a:buNone/>
            </a:pPr>
            <a:r>
              <a:rPr lang="zh-CN" altLang="en-US" sz="2000" b="1" dirty="0">
                <a:solidFill>
                  <a:schemeClr val="tx1"/>
                </a:solidFill>
                <a:latin typeface="Times New Roman" panose="02020603050405020304" pitchFamily="18" charset="0"/>
                <a:ea typeface="楷体" panose="02010609060101010101" pitchFamily="49" charset="-122"/>
              </a:rPr>
              <a:t>                   </a:t>
            </a:r>
            <a:r>
              <a:rPr lang="en-US" altLang="zh-CN" sz="2000" b="1" dirty="0">
                <a:solidFill>
                  <a:schemeClr val="tx1"/>
                </a:solidFill>
                <a:latin typeface="Times New Roman" panose="02020603050405020304" pitchFamily="18" charset="0"/>
                <a:ea typeface="楷体" panose="02010609060101010101" pitchFamily="49" charset="-122"/>
              </a:rPr>
              <a:t> for ( </a:t>
            </a:r>
            <a:r>
              <a:rPr lang="en-US" altLang="zh-CN" sz="2000" b="1" i="1" dirty="0">
                <a:solidFill>
                  <a:schemeClr val="tx1"/>
                </a:solidFill>
                <a:latin typeface="Times New Roman" panose="02020603050405020304" pitchFamily="18" charset="0"/>
                <a:ea typeface="楷体" panose="02010609060101010101" pitchFamily="49" charset="-122"/>
              </a:rPr>
              <a:t>I</a:t>
            </a:r>
            <a:r>
              <a:rPr lang="zh-CN" altLang="en-US" sz="2000" b="1" dirty="0">
                <a:solidFill>
                  <a:schemeClr val="tx1"/>
                </a:solidFill>
                <a:latin typeface="Times New Roman" panose="02020603050405020304" pitchFamily="18" charset="0"/>
                <a:ea typeface="楷体" panose="02010609060101010101" pitchFamily="49" charset="-122"/>
              </a:rPr>
              <a:t>中的每个项</a:t>
            </a:r>
            <a:r>
              <a:rPr lang="en-US" altLang="zh-CN" sz="2000" b="1" dirty="0">
                <a:solidFill>
                  <a:schemeClr val="tx1"/>
                </a:solidFill>
                <a:latin typeface="Times New Roman" panose="02020603050405020304" pitchFamily="18" charset="0"/>
                <a:ea typeface="楷体" panose="02010609060101010101" pitchFamily="49" charset="-122"/>
              </a:rPr>
              <a:t>[</a:t>
            </a:r>
            <a:r>
              <a:rPr lang="en-US" altLang="zh-CN" sz="2000" b="1" i="1" dirty="0">
                <a:solidFill>
                  <a:schemeClr val="tx1"/>
                </a:solidFill>
                <a:latin typeface="Times New Roman" panose="02020603050405020304" pitchFamily="18" charset="0"/>
                <a:ea typeface="楷体" panose="02010609060101010101" pitchFamily="49" charset="-122"/>
              </a:rPr>
              <a:t>A</a:t>
            </a:r>
            <a:r>
              <a:rPr lang="en-US" altLang="zh-CN" sz="2000" b="1" i="1" dirty="0">
                <a:solidFill>
                  <a:schemeClr val="tx1"/>
                </a:solidFill>
                <a:latin typeface="Times New Roman" panose="02020603050405020304" pitchFamily="18" charset="0"/>
              </a:rPr>
              <a:t> →</a:t>
            </a:r>
            <a:r>
              <a:rPr lang="el-GR" altLang="zh-CN" sz="2000" b="1" i="1" dirty="0">
                <a:solidFill>
                  <a:schemeClr val="tx1"/>
                </a:solidFill>
                <a:latin typeface="Times New Roman" panose="02020603050405020304" pitchFamily="18" charset="0"/>
              </a:rPr>
              <a:t> </a:t>
            </a:r>
            <a:r>
              <a:rPr lang="en-US" altLang="zh-CN" sz="2000" b="1" i="1" dirty="0">
                <a:solidFill>
                  <a:srgbClr val="000000"/>
                </a:solidFill>
                <a:latin typeface="Times New Roman" panose="02020603050405020304" pitchFamily="18" charset="0"/>
                <a:cs typeface="Times New Roman" panose="02020603050405020304" pitchFamily="18" charset="0"/>
              </a:rPr>
              <a:t>α</a:t>
            </a:r>
            <a:r>
              <a:rPr lang="zh-CN" altLang="en-US" sz="2000" b="1" i="1" dirty="0">
                <a:solidFill>
                  <a:schemeClr val="tx1"/>
                </a:solidFill>
                <a:latin typeface="Times New Roman" panose="02020603050405020304" pitchFamily="18" charset="0"/>
                <a:ea typeface="楷体" panose="02010609060101010101" pitchFamily="49" charset="-122"/>
              </a:rPr>
              <a:t>∙</a:t>
            </a:r>
            <a:r>
              <a:rPr lang="en-US" altLang="zh-CN" sz="2000" b="1" i="1" dirty="0">
                <a:solidFill>
                  <a:srgbClr val="0070C0"/>
                </a:solidFill>
                <a:latin typeface="Times New Roman" panose="02020603050405020304" pitchFamily="18" charset="0"/>
                <a:ea typeface="楷体" panose="02010609060101010101" pitchFamily="49" charset="-122"/>
              </a:rPr>
              <a:t>B</a:t>
            </a:r>
            <a:r>
              <a:rPr lang="el-GR" altLang="zh-CN" sz="2000" b="1" i="1" dirty="0">
                <a:solidFill>
                  <a:schemeClr val="tx1"/>
                </a:solidFill>
                <a:latin typeface="Times New Roman" panose="02020603050405020304" pitchFamily="18" charset="0"/>
              </a:rPr>
              <a:t>β</a:t>
            </a:r>
            <a:r>
              <a:rPr lang="zh-CN" altLang="en-US" sz="2000" b="1" dirty="0">
                <a:solidFill>
                  <a:schemeClr val="tx1"/>
                </a:solidFill>
                <a:latin typeface="Times New Roman" panose="02020603050405020304" pitchFamily="18" charset="0"/>
              </a:rPr>
              <a:t>，</a:t>
            </a:r>
            <a:r>
              <a:rPr lang="en-US" altLang="zh-CN" sz="2000" b="1" i="1" dirty="0">
                <a:solidFill>
                  <a:srgbClr val="FF0000"/>
                </a:solidFill>
                <a:latin typeface="Times New Roman" panose="02020603050405020304" pitchFamily="18" charset="0"/>
              </a:rPr>
              <a:t>a</a:t>
            </a:r>
            <a:r>
              <a:rPr lang="en-US" altLang="zh-CN" sz="2000" b="1" dirty="0">
                <a:solidFill>
                  <a:schemeClr val="tx1"/>
                </a:solidFill>
                <a:latin typeface="Times New Roman" panose="02020603050405020304" pitchFamily="18" charset="0"/>
                <a:ea typeface="楷体" panose="02010609060101010101" pitchFamily="49" charset="-122"/>
              </a:rPr>
              <a:t> ]) </a:t>
            </a:r>
          </a:p>
          <a:p>
            <a:pPr eaLnBrk="1" hangingPunct="1">
              <a:lnSpc>
                <a:spcPts val="2500"/>
              </a:lnSpc>
              <a:spcBef>
                <a:spcPct val="0"/>
              </a:spcBef>
              <a:buClrTx/>
              <a:buSzTx/>
              <a:buFont typeface="Arial" panose="020B0604020202020204" pitchFamily="34" charset="0"/>
              <a:buNone/>
            </a:pPr>
            <a:r>
              <a:rPr lang="zh-CN" altLang="en-US" sz="2000" b="1" dirty="0">
                <a:solidFill>
                  <a:schemeClr val="tx1"/>
                </a:solidFill>
                <a:latin typeface="Times New Roman" panose="02020603050405020304" pitchFamily="18" charset="0"/>
                <a:ea typeface="楷体" panose="02010609060101010101" pitchFamily="49" charset="-122"/>
              </a:rPr>
              <a:t>                            </a:t>
            </a:r>
            <a:r>
              <a:rPr lang="en-US" altLang="zh-CN" sz="2000" b="1" dirty="0">
                <a:solidFill>
                  <a:schemeClr val="tx1"/>
                </a:solidFill>
                <a:latin typeface="Times New Roman" panose="02020603050405020304" pitchFamily="18" charset="0"/>
                <a:ea typeface="楷体" panose="02010609060101010101" pitchFamily="49" charset="-122"/>
              </a:rPr>
              <a:t>for (</a:t>
            </a:r>
            <a:r>
              <a:rPr lang="en-US" altLang="zh-CN" sz="2000" b="1" i="1" dirty="0">
                <a:solidFill>
                  <a:schemeClr val="tx1"/>
                </a:solidFill>
                <a:latin typeface="Times New Roman" panose="02020603050405020304" pitchFamily="18" charset="0"/>
                <a:ea typeface="黑体" panose="02010609060101010101" pitchFamily="49" charset="-122"/>
              </a:rPr>
              <a:t>G'</a:t>
            </a:r>
            <a:r>
              <a:rPr lang="zh-CN" altLang="en-US" sz="2000" b="1" dirty="0">
                <a:solidFill>
                  <a:schemeClr val="tx1"/>
                </a:solidFill>
                <a:latin typeface="Times New Roman" panose="02020603050405020304" pitchFamily="18" charset="0"/>
                <a:ea typeface="楷体" panose="02010609060101010101" pitchFamily="49" charset="-122"/>
              </a:rPr>
              <a:t>的每个产生式</a:t>
            </a:r>
            <a:r>
              <a:rPr lang="en-US" altLang="zh-CN" sz="2000" b="1" i="1" dirty="0">
                <a:solidFill>
                  <a:schemeClr val="tx1"/>
                </a:solidFill>
                <a:latin typeface="Times New Roman" panose="02020603050405020304" pitchFamily="18" charset="0"/>
                <a:ea typeface="楷体" panose="02010609060101010101" pitchFamily="49" charset="-122"/>
              </a:rPr>
              <a:t>B</a:t>
            </a:r>
            <a:r>
              <a:rPr lang="en-US" altLang="zh-CN" sz="2000" b="1" i="1" dirty="0">
                <a:solidFill>
                  <a:schemeClr val="tx1"/>
                </a:solidFill>
                <a:latin typeface="Times New Roman" panose="02020603050405020304" pitchFamily="18" charset="0"/>
              </a:rPr>
              <a:t> →</a:t>
            </a:r>
            <a:r>
              <a:rPr lang="zh-CN" altLang="en-US" sz="2000" b="1" i="1" dirty="0">
                <a:solidFill>
                  <a:schemeClr val="tx1"/>
                </a:solidFill>
                <a:latin typeface="Times New Roman" panose="02020603050405020304" pitchFamily="18" charset="0"/>
              </a:rPr>
              <a:t> </a:t>
            </a:r>
            <a:r>
              <a:rPr lang="en-US" altLang="zh-CN" sz="2000" b="1" i="1" dirty="0">
                <a:solidFill>
                  <a:srgbClr val="000000"/>
                </a:solidFill>
                <a:latin typeface="Times New Roman" panose="02020603050405020304" pitchFamily="18" charset="0"/>
                <a:ea typeface="楷体_GB2312" panose="02010609030101010101" pitchFamily="49" charset="-122"/>
              </a:rPr>
              <a:t>γ</a:t>
            </a:r>
            <a:r>
              <a:rPr lang="en-US" altLang="zh-CN" sz="2000" b="1" dirty="0">
                <a:solidFill>
                  <a:schemeClr val="tx1"/>
                </a:solidFill>
                <a:latin typeface="Times New Roman" panose="02020603050405020304" pitchFamily="18" charset="0"/>
                <a:ea typeface="楷体" panose="02010609060101010101" pitchFamily="49" charset="-122"/>
              </a:rPr>
              <a:t>) </a:t>
            </a:r>
            <a:endParaRPr lang="zh-CN" altLang="en-US" sz="2000" b="1" dirty="0">
              <a:solidFill>
                <a:schemeClr val="tx1"/>
              </a:solidFill>
              <a:latin typeface="Times New Roman" panose="02020603050405020304" pitchFamily="18" charset="0"/>
              <a:ea typeface="楷体" panose="02010609060101010101" pitchFamily="49" charset="-122"/>
            </a:endParaRPr>
          </a:p>
          <a:p>
            <a:pPr eaLnBrk="1" hangingPunct="1">
              <a:lnSpc>
                <a:spcPts val="2500"/>
              </a:lnSpc>
              <a:spcBef>
                <a:spcPct val="0"/>
              </a:spcBef>
              <a:buClrTx/>
              <a:buSzTx/>
              <a:buFont typeface="Arial" panose="020B0604020202020204" pitchFamily="34" charset="0"/>
              <a:buNone/>
            </a:pPr>
            <a:r>
              <a:rPr lang="zh-CN" altLang="en-US" sz="2000" b="1" dirty="0">
                <a:solidFill>
                  <a:srgbClr val="FF0000"/>
                </a:solidFill>
                <a:latin typeface="Times New Roman" panose="02020603050405020304" pitchFamily="18" charset="0"/>
                <a:ea typeface="楷体" panose="02010609060101010101" pitchFamily="49" charset="-122"/>
              </a:rPr>
              <a:t>                                      </a:t>
            </a:r>
            <a:r>
              <a:rPr lang="en-US" altLang="zh-CN" sz="2000" b="1" dirty="0">
                <a:solidFill>
                  <a:srgbClr val="FF0000"/>
                </a:solidFill>
                <a:latin typeface="Times New Roman" panose="02020603050405020304" pitchFamily="18" charset="0"/>
                <a:ea typeface="楷体" panose="02010609060101010101" pitchFamily="49" charset="-122"/>
              </a:rPr>
              <a:t>for (</a:t>
            </a:r>
            <a:r>
              <a:rPr lang="zh-CN" altLang="en-US" sz="2000" b="1" dirty="0">
                <a:solidFill>
                  <a:srgbClr val="FF0000"/>
                </a:solidFill>
                <a:latin typeface="Times New Roman" panose="02020603050405020304" pitchFamily="18" charset="0"/>
                <a:ea typeface="楷体" panose="02010609060101010101" pitchFamily="49" charset="-122"/>
              </a:rPr>
              <a:t> </a:t>
            </a:r>
            <a:r>
              <a:rPr lang="en-US" altLang="zh-CN" sz="2000" b="1" dirty="0">
                <a:solidFill>
                  <a:srgbClr val="FF0000"/>
                </a:solidFill>
                <a:latin typeface="Times New Roman" panose="02020603050405020304" pitchFamily="18" charset="0"/>
                <a:ea typeface="楷体" panose="02010609060101010101" pitchFamily="49" charset="-122"/>
              </a:rPr>
              <a:t>FIRST (</a:t>
            </a:r>
            <a:r>
              <a:rPr lang="el-GR" altLang="zh-CN" sz="2000" b="1" i="1" dirty="0">
                <a:solidFill>
                  <a:srgbClr val="FF0000"/>
                </a:solidFill>
                <a:latin typeface="Times New Roman" panose="02020603050405020304" pitchFamily="18" charset="0"/>
              </a:rPr>
              <a:t>β</a:t>
            </a:r>
            <a:r>
              <a:rPr lang="en-US" altLang="zh-CN" sz="2000" b="1" dirty="0">
                <a:solidFill>
                  <a:srgbClr val="FF0000"/>
                </a:solidFill>
                <a:latin typeface="Times New Roman" panose="02020603050405020304" pitchFamily="18" charset="0"/>
              </a:rPr>
              <a:t>a</a:t>
            </a:r>
            <a:r>
              <a:rPr lang="en-US" altLang="zh-CN" sz="2000" b="1" dirty="0">
                <a:solidFill>
                  <a:srgbClr val="FF0000"/>
                </a:solidFill>
                <a:latin typeface="Times New Roman" panose="02020603050405020304" pitchFamily="18" charset="0"/>
                <a:ea typeface="楷体" panose="02010609060101010101" pitchFamily="49" charset="-122"/>
              </a:rPr>
              <a:t>)</a:t>
            </a:r>
            <a:r>
              <a:rPr lang="zh-CN" altLang="en-US" sz="2000" b="1" dirty="0">
                <a:solidFill>
                  <a:srgbClr val="FF0000"/>
                </a:solidFill>
                <a:latin typeface="Times New Roman" panose="02020603050405020304" pitchFamily="18" charset="0"/>
                <a:ea typeface="楷体" panose="02010609060101010101" pitchFamily="49" charset="-122"/>
              </a:rPr>
              <a:t>中的每个符号</a:t>
            </a:r>
            <a:r>
              <a:rPr lang="en-US" altLang="zh-CN" sz="2000" b="1" i="1" dirty="0">
                <a:solidFill>
                  <a:srgbClr val="FF0000"/>
                </a:solidFill>
                <a:latin typeface="Times New Roman" panose="02020603050405020304" pitchFamily="18" charset="0"/>
                <a:ea typeface="楷体" panose="02010609060101010101" pitchFamily="49" charset="-122"/>
              </a:rPr>
              <a:t>b</a:t>
            </a:r>
            <a:r>
              <a:rPr lang="zh-CN" altLang="en-US" sz="2000" b="1" i="1" dirty="0">
                <a:solidFill>
                  <a:srgbClr val="FF0000"/>
                </a:solidFill>
                <a:latin typeface="Times New Roman" panose="02020603050405020304" pitchFamily="18" charset="0"/>
              </a:rPr>
              <a:t> </a:t>
            </a:r>
            <a:r>
              <a:rPr lang="en-US" altLang="zh-CN" sz="2000" b="1" dirty="0">
                <a:solidFill>
                  <a:srgbClr val="FF0000"/>
                </a:solidFill>
                <a:latin typeface="Times New Roman" panose="02020603050405020304" pitchFamily="18" charset="0"/>
                <a:ea typeface="楷体" panose="02010609060101010101" pitchFamily="49" charset="-122"/>
              </a:rPr>
              <a:t>) </a:t>
            </a:r>
            <a:endParaRPr lang="zh-CN" altLang="en-US" sz="2000" b="1" dirty="0">
              <a:solidFill>
                <a:srgbClr val="FF0000"/>
              </a:solidFill>
              <a:latin typeface="Times New Roman" panose="02020603050405020304" pitchFamily="18" charset="0"/>
              <a:ea typeface="楷体" panose="02010609060101010101" pitchFamily="49" charset="-122"/>
            </a:endParaRPr>
          </a:p>
          <a:p>
            <a:pPr eaLnBrk="1" hangingPunct="1">
              <a:lnSpc>
                <a:spcPts val="2500"/>
              </a:lnSpc>
              <a:spcBef>
                <a:spcPct val="0"/>
              </a:spcBef>
              <a:buClrTx/>
              <a:buSzTx/>
              <a:buFont typeface="Arial" panose="020B0604020202020204" pitchFamily="34" charset="0"/>
              <a:buNone/>
            </a:pPr>
            <a:r>
              <a:rPr lang="zh-CN" altLang="en-US" sz="2000" b="1" dirty="0">
                <a:solidFill>
                  <a:schemeClr val="tx1"/>
                </a:solidFill>
                <a:latin typeface="Times New Roman" panose="02020603050405020304" pitchFamily="18" charset="0"/>
                <a:ea typeface="楷体" panose="02010609060101010101" pitchFamily="49" charset="-122"/>
              </a:rPr>
              <a:t>                                               </a:t>
            </a:r>
            <a:r>
              <a:rPr lang="zh-CN" altLang="en-US" sz="2000" b="1" dirty="0">
                <a:solidFill>
                  <a:srgbClr val="FF0000"/>
                </a:solidFill>
                <a:latin typeface="Times New Roman" panose="02020603050405020304" pitchFamily="18" charset="0"/>
                <a:ea typeface="楷体" panose="02010609060101010101" pitchFamily="49" charset="-122"/>
              </a:rPr>
              <a:t>将</a:t>
            </a:r>
            <a:r>
              <a:rPr lang="en-US" altLang="zh-CN" sz="2000" b="1" dirty="0">
                <a:solidFill>
                  <a:srgbClr val="FF0000"/>
                </a:solidFill>
                <a:latin typeface="Times New Roman" panose="02020603050405020304" pitchFamily="18" charset="0"/>
                <a:ea typeface="楷体" panose="02010609060101010101" pitchFamily="49" charset="-122"/>
              </a:rPr>
              <a:t>[ </a:t>
            </a:r>
            <a:r>
              <a:rPr lang="en-US" altLang="zh-CN" sz="2000" b="1" i="1" dirty="0">
                <a:solidFill>
                  <a:srgbClr val="FF0000"/>
                </a:solidFill>
                <a:latin typeface="Times New Roman" panose="02020603050405020304" pitchFamily="18" charset="0"/>
                <a:ea typeface="楷体" panose="02010609060101010101" pitchFamily="49" charset="-122"/>
              </a:rPr>
              <a:t>B</a:t>
            </a:r>
            <a:r>
              <a:rPr lang="en-US" altLang="zh-CN" sz="2000" b="1" i="1" dirty="0">
                <a:solidFill>
                  <a:srgbClr val="FF0000"/>
                </a:solidFill>
                <a:latin typeface="Times New Roman" panose="02020603050405020304" pitchFamily="18" charset="0"/>
              </a:rPr>
              <a:t> →</a:t>
            </a:r>
            <a:r>
              <a:rPr lang="zh-CN" altLang="en-US" sz="2000" b="1" i="1" dirty="0">
                <a:solidFill>
                  <a:srgbClr val="FF0000"/>
                </a:solidFill>
                <a:latin typeface="Times New Roman" panose="02020603050405020304" pitchFamily="18" charset="0"/>
              </a:rPr>
              <a:t> </a:t>
            </a:r>
            <a:r>
              <a:rPr lang="zh-CN" altLang="en-US" sz="2000" b="1" i="1" dirty="0">
                <a:solidFill>
                  <a:srgbClr val="FF0000"/>
                </a:solidFill>
                <a:latin typeface="Times New Roman" panose="02020603050405020304" pitchFamily="18" charset="0"/>
                <a:ea typeface="楷体" panose="02010609060101010101" pitchFamily="49" charset="-122"/>
              </a:rPr>
              <a:t>∙ </a:t>
            </a:r>
            <a:r>
              <a:rPr lang="en-US" altLang="zh-CN" sz="2000" b="1" i="1" dirty="0">
                <a:solidFill>
                  <a:srgbClr val="FF0000"/>
                </a:solidFill>
                <a:latin typeface="Times New Roman" panose="02020603050405020304" pitchFamily="18" charset="0"/>
                <a:ea typeface="楷体_GB2312" panose="02010609030101010101" pitchFamily="49" charset="-122"/>
              </a:rPr>
              <a:t>γ </a:t>
            </a:r>
            <a:r>
              <a:rPr lang="zh-CN" altLang="en-US" sz="2000" b="1" dirty="0">
                <a:solidFill>
                  <a:srgbClr val="FF0000"/>
                </a:solidFill>
                <a:latin typeface="Times New Roman" panose="02020603050405020304" pitchFamily="18" charset="0"/>
              </a:rPr>
              <a:t>，</a:t>
            </a:r>
            <a:r>
              <a:rPr lang="en-US" altLang="zh-CN" sz="2000" b="1" i="1" dirty="0">
                <a:solidFill>
                  <a:srgbClr val="FF0000"/>
                </a:solidFill>
                <a:latin typeface="Times New Roman" panose="02020603050405020304" pitchFamily="18" charset="0"/>
              </a:rPr>
              <a:t>b</a:t>
            </a:r>
            <a:r>
              <a:rPr lang="en-US" altLang="zh-CN" sz="2000" b="1" dirty="0">
                <a:solidFill>
                  <a:srgbClr val="FF0000"/>
                </a:solidFill>
                <a:latin typeface="Times New Roman" panose="02020603050405020304" pitchFamily="18" charset="0"/>
                <a:ea typeface="楷体" panose="02010609060101010101" pitchFamily="49" charset="-122"/>
              </a:rPr>
              <a:t>]</a:t>
            </a:r>
            <a:r>
              <a:rPr lang="zh-CN" altLang="en-US" sz="2000" b="1" dirty="0">
                <a:solidFill>
                  <a:srgbClr val="FF0000"/>
                </a:solidFill>
                <a:latin typeface="Times New Roman" panose="02020603050405020304" pitchFamily="18" charset="0"/>
                <a:ea typeface="楷体" panose="02010609060101010101" pitchFamily="49" charset="-122"/>
              </a:rPr>
              <a:t>加入到集合</a:t>
            </a:r>
            <a:r>
              <a:rPr lang="en-US" altLang="zh-CN" sz="2000" b="1" i="1" dirty="0">
                <a:solidFill>
                  <a:srgbClr val="FF0000"/>
                </a:solidFill>
                <a:latin typeface="Times New Roman" panose="02020603050405020304" pitchFamily="18" charset="0"/>
                <a:ea typeface="楷体" panose="02010609060101010101" pitchFamily="49" charset="-122"/>
              </a:rPr>
              <a:t>I</a:t>
            </a:r>
            <a:r>
              <a:rPr lang="zh-CN" altLang="en-US" sz="2000" b="1" dirty="0">
                <a:solidFill>
                  <a:srgbClr val="FF0000"/>
                </a:solidFill>
                <a:latin typeface="Times New Roman" panose="02020603050405020304" pitchFamily="18" charset="0"/>
                <a:ea typeface="楷体" panose="02010609060101010101" pitchFamily="49" charset="-122"/>
              </a:rPr>
              <a:t>中；</a:t>
            </a:r>
          </a:p>
          <a:p>
            <a:pPr eaLnBrk="1" hangingPunct="1">
              <a:lnSpc>
                <a:spcPts val="2500"/>
              </a:lnSpc>
              <a:spcBef>
                <a:spcPct val="0"/>
              </a:spcBef>
              <a:buClrTx/>
              <a:buSzTx/>
              <a:buFont typeface="Arial" panose="020B0604020202020204" pitchFamily="34" charset="0"/>
              <a:buNone/>
            </a:pPr>
            <a:r>
              <a:rPr lang="zh-CN" altLang="en-US" sz="2000" b="1" dirty="0">
                <a:solidFill>
                  <a:schemeClr val="tx1"/>
                </a:solidFill>
                <a:latin typeface="Times New Roman" panose="02020603050405020304" pitchFamily="18" charset="0"/>
                <a:ea typeface="楷体" panose="02010609060101010101" pitchFamily="49" charset="-122"/>
              </a:rPr>
              <a:t>          </a:t>
            </a:r>
            <a:r>
              <a:rPr lang="en-US" altLang="zh-CN" sz="2000" b="1" dirty="0">
                <a:solidFill>
                  <a:schemeClr val="tx1"/>
                </a:solidFill>
                <a:latin typeface="Times New Roman" panose="02020603050405020304" pitchFamily="18" charset="0"/>
                <a:ea typeface="楷体" panose="02010609060101010101" pitchFamily="49" charset="-122"/>
              </a:rPr>
              <a:t>until</a:t>
            </a:r>
            <a:r>
              <a:rPr lang="zh-CN" altLang="en-US" sz="2000" b="1" dirty="0">
                <a:solidFill>
                  <a:schemeClr val="tx1"/>
                </a:solidFill>
                <a:latin typeface="Times New Roman" panose="02020603050405020304" pitchFamily="18" charset="0"/>
                <a:ea typeface="楷体" panose="02010609060101010101" pitchFamily="49" charset="-122"/>
              </a:rPr>
              <a:t> 不能向</a:t>
            </a:r>
            <a:r>
              <a:rPr lang="en-US" altLang="zh-CN" sz="2000" b="1" i="1" dirty="0">
                <a:solidFill>
                  <a:schemeClr val="tx1"/>
                </a:solidFill>
                <a:latin typeface="Times New Roman" panose="02020603050405020304" pitchFamily="18" charset="0"/>
                <a:ea typeface="楷体" panose="02010609060101010101" pitchFamily="49" charset="-122"/>
              </a:rPr>
              <a:t>I</a:t>
            </a:r>
            <a:r>
              <a:rPr lang="zh-CN" altLang="en-US" sz="2000" b="1" dirty="0">
                <a:solidFill>
                  <a:schemeClr val="tx1"/>
                </a:solidFill>
                <a:latin typeface="Times New Roman" panose="02020603050405020304" pitchFamily="18" charset="0"/>
                <a:ea typeface="楷体" panose="02010609060101010101" pitchFamily="49" charset="-122"/>
              </a:rPr>
              <a:t>中加入更多的项；</a:t>
            </a:r>
          </a:p>
          <a:p>
            <a:pPr eaLnBrk="1" hangingPunct="1">
              <a:lnSpc>
                <a:spcPts val="2500"/>
              </a:lnSpc>
              <a:spcBef>
                <a:spcPct val="0"/>
              </a:spcBef>
              <a:buClrTx/>
              <a:buSzTx/>
              <a:buFont typeface="Arial" panose="020B0604020202020204" pitchFamily="34" charset="0"/>
              <a:buNone/>
            </a:pPr>
            <a:r>
              <a:rPr lang="zh-CN" altLang="en-US" sz="2000" b="1" dirty="0">
                <a:solidFill>
                  <a:schemeClr val="tx1"/>
                </a:solidFill>
                <a:latin typeface="Times New Roman" panose="02020603050405020304" pitchFamily="18" charset="0"/>
                <a:ea typeface="楷体" panose="02010609060101010101" pitchFamily="49" charset="-122"/>
              </a:rPr>
              <a:t>          </a:t>
            </a:r>
            <a:r>
              <a:rPr lang="en-US" altLang="zh-CN" sz="2000" b="1" dirty="0">
                <a:solidFill>
                  <a:schemeClr val="tx1"/>
                </a:solidFill>
                <a:latin typeface="Times New Roman" panose="02020603050405020304" pitchFamily="18" charset="0"/>
                <a:ea typeface="楷体" panose="02010609060101010101" pitchFamily="49" charset="-122"/>
              </a:rPr>
              <a:t>until</a:t>
            </a:r>
            <a:r>
              <a:rPr lang="en-US" altLang="zh-CN" sz="2000" b="1" i="1" dirty="0">
                <a:solidFill>
                  <a:schemeClr val="tx1"/>
                </a:solidFill>
                <a:latin typeface="Times New Roman" panose="02020603050405020304" pitchFamily="18" charset="0"/>
                <a:ea typeface="楷体" panose="02010609060101010101" pitchFamily="49" charset="-122"/>
              </a:rPr>
              <a:t> I </a:t>
            </a:r>
            <a:r>
              <a:rPr lang="zh-CN" altLang="en-US" sz="2000" b="1" dirty="0">
                <a:solidFill>
                  <a:schemeClr val="tx1"/>
                </a:solidFill>
                <a:latin typeface="Times New Roman" panose="02020603050405020304" pitchFamily="18" charset="0"/>
                <a:ea typeface="楷体" panose="02010609060101010101" pitchFamily="49" charset="-122"/>
              </a:rPr>
              <a:t>；</a:t>
            </a:r>
          </a:p>
          <a:p>
            <a:pPr eaLnBrk="1" hangingPunct="1">
              <a:lnSpc>
                <a:spcPts val="2500"/>
              </a:lnSpc>
              <a:spcBef>
                <a:spcPct val="0"/>
              </a:spcBef>
              <a:buClrTx/>
              <a:buSzTx/>
              <a:buFont typeface="Arial" panose="020B0604020202020204" pitchFamily="34" charset="0"/>
              <a:buNone/>
            </a:pPr>
            <a:r>
              <a:rPr lang="en-US" altLang="zh-CN" sz="2000" b="1" dirty="0">
                <a:solidFill>
                  <a:schemeClr val="tx1"/>
                </a:solidFill>
                <a:latin typeface="Times New Roman" panose="02020603050405020304" pitchFamily="18" charset="0"/>
                <a:ea typeface="楷体" panose="02010609060101010101" pitchFamily="49" charset="-122"/>
              </a:rPr>
              <a:t>}</a:t>
            </a:r>
          </a:p>
        </p:txBody>
      </p:sp>
      <p:sp>
        <p:nvSpPr>
          <p:cNvPr id="2" name="灯片编号占位符 1">
            <a:extLst>
              <a:ext uri="{FF2B5EF4-FFF2-40B4-BE49-F238E27FC236}">
                <a16:creationId xmlns:a16="http://schemas.microsoft.com/office/drawing/2014/main" id="{51710E28-0489-4A29-8A81-D7247FF5EAB6}"/>
              </a:ext>
            </a:extLst>
          </p:cNvPr>
          <p:cNvSpPr>
            <a:spLocks noGrp="1"/>
          </p:cNvSpPr>
          <p:nvPr>
            <p:ph type="sldNum" sz="quarter" idx="12"/>
          </p:nvPr>
        </p:nvSpPr>
        <p:spPr/>
        <p:txBody>
          <a:bodyPr/>
          <a:lstStyle/>
          <a:p>
            <a:pPr>
              <a:defRPr/>
            </a:pPr>
            <a:fld id="{76D20AB1-C80E-44EB-B890-88EEF3B3DC08}" type="slidenum">
              <a:rPr lang="zh-CN" altLang="en-US" smtClean="0"/>
              <a:pPr>
                <a:defRPr/>
              </a:pPr>
              <a:t>17</a:t>
            </a:fld>
            <a:endParaRPr lang="en-US" altLang="zh-C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250" name="内容占位符 1"/>
          <p:cNvSpPr txBox="1">
            <a:spLocks noChangeArrowheads="1"/>
          </p:cNvSpPr>
          <p:nvPr/>
        </p:nvSpPr>
        <p:spPr bwMode="auto">
          <a:xfrm>
            <a:off x="1042988" y="1851025"/>
            <a:ext cx="7129462" cy="2304901"/>
          </a:xfrm>
          <a:prstGeom prst="rect">
            <a:avLst/>
          </a:prstGeom>
          <a:solidFill>
            <a:srgbClr val="B5CEED"/>
          </a:solidFill>
          <a:ln w="12700">
            <a:solidFill>
              <a:schemeClr val="tx1"/>
            </a:solidFill>
            <a:miter lim="800000"/>
            <a:headEnd/>
            <a:tailEnd/>
          </a:ln>
        </p:spPr>
        <p:txBody>
          <a:bodyPr anchor="ctr"/>
          <a:lstStyle>
            <a:lvl1pPr marL="273050" indent="-27305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 typeface="Arial" panose="020B0604020202020204" pitchFamily="34" charset="0"/>
              <a:buNone/>
            </a:pPr>
            <a:r>
              <a:rPr lang="en-US" altLang="zh-CN" sz="2500" b="1" dirty="0" err="1">
                <a:solidFill>
                  <a:schemeClr val="tx1"/>
                </a:solidFill>
                <a:latin typeface="Times New Roman" panose="02020603050405020304" pitchFamily="18" charset="0"/>
                <a:ea typeface="华文楷体" panose="02010600040101010101" pitchFamily="2" charset="-122"/>
              </a:rPr>
              <a:t>SetOfltems</a:t>
            </a:r>
            <a:r>
              <a:rPr lang="zh-CN" altLang="en-US" sz="2500" b="1" dirty="0">
                <a:solidFill>
                  <a:schemeClr val="tx1"/>
                </a:solidFill>
                <a:latin typeface="Times New Roman" panose="02020603050405020304" pitchFamily="18" charset="0"/>
                <a:ea typeface="华文楷体" panose="02010600040101010101" pitchFamily="2" charset="-122"/>
              </a:rPr>
              <a:t> </a:t>
            </a:r>
            <a:r>
              <a:rPr lang="en-US" altLang="zh-CN" sz="2500" b="1" dirty="0">
                <a:solidFill>
                  <a:schemeClr val="tx1"/>
                </a:solidFill>
                <a:latin typeface="Times New Roman" panose="02020603050405020304" pitchFamily="18" charset="0"/>
                <a:ea typeface="华文楷体" panose="02010600040101010101" pitchFamily="2" charset="-122"/>
              </a:rPr>
              <a:t>GOTO</a:t>
            </a:r>
            <a:r>
              <a:rPr lang="en-US" altLang="zh-CN" sz="2500" b="1" dirty="0">
                <a:solidFill>
                  <a:schemeClr val="tx1"/>
                </a:solidFill>
                <a:latin typeface="Times New Roman" panose="02020603050405020304" pitchFamily="18" charset="0"/>
                <a:ea typeface="楷体" panose="02010609060101010101" pitchFamily="49" charset="-122"/>
              </a:rPr>
              <a:t> (</a:t>
            </a:r>
            <a:r>
              <a:rPr lang="en-US" altLang="zh-CN" sz="2500" b="1" i="1" dirty="0">
                <a:solidFill>
                  <a:schemeClr val="tx1"/>
                </a:solidFill>
                <a:latin typeface="Times New Roman" panose="02020603050405020304" pitchFamily="18" charset="0"/>
                <a:ea typeface="楷体" panose="02010609060101010101" pitchFamily="49" charset="-122"/>
              </a:rPr>
              <a:t> I</a:t>
            </a:r>
            <a:r>
              <a:rPr lang="zh-CN" altLang="en-US" sz="2500" b="1" dirty="0">
                <a:solidFill>
                  <a:schemeClr val="tx1"/>
                </a:solidFill>
                <a:latin typeface="Times New Roman" panose="02020603050405020304" pitchFamily="18" charset="0"/>
                <a:ea typeface="楷体" panose="02010609060101010101" pitchFamily="49" charset="-122"/>
              </a:rPr>
              <a:t>，</a:t>
            </a:r>
            <a:r>
              <a:rPr lang="en-US" altLang="zh-CN" sz="2500" b="1" i="1" dirty="0">
                <a:solidFill>
                  <a:schemeClr val="tx1"/>
                </a:solidFill>
                <a:latin typeface="Times New Roman" panose="02020603050405020304" pitchFamily="18" charset="0"/>
                <a:ea typeface="楷体" panose="02010609060101010101" pitchFamily="49" charset="-122"/>
              </a:rPr>
              <a:t>X </a:t>
            </a:r>
            <a:r>
              <a:rPr lang="en-US" altLang="zh-CN" sz="2500" b="1" dirty="0">
                <a:solidFill>
                  <a:schemeClr val="tx1"/>
                </a:solidFill>
                <a:latin typeface="Times New Roman" panose="02020603050405020304" pitchFamily="18" charset="0"/>
                <a:ea typeface="楷体" panose="02010609060101010101" pitchFamily="49" charset="-122"/>
              </a:rPr>
              <a:t>) {</a:t>
            </a:r>
          </a:p>
          <a:p>
            <a:pPr eaLnBrk="1" hangingPunct="1">
              <a:spcBef>
                <a:spcPct val="0"/>
              </a:spcBef>
              <a:buClrTx/>
              <a:buSzTx/>
              <a:buFont typeface="Arial" panose="020B0604020202020204" pitchFamily="34" charset="0"/>
              <a:buNone/>
            </a:pPr>
            <a:r>
              <a:rPr lang="en-US" altLang="zh-CN" sz="2500" b="1" dirty="0">
                <a:solidFill>
                  <a:schemeClr val="tx1"/>
                </a:solidFill>
                <a:latin typeface="Times New Roman" panose="02020603050405020304" pitchFamily="18" charset="0"/>
                <a:ea typeface="楷体" panose="02010609060101010101" pitchFamily="49" charset="-122"/>
              </a:rPr>
              <a:t>          </a:t>
            </a:r>
            <a:r>
              <a:rPr lang="zh-CN" altLang="en-US" sz="2500" b="1" dirty="0">
                <a:solidFill>
                  <a:schemeClr val="tx1"/>
                </a:solidFill>
                <a:latin typeface="Times New Roman" panose="02020603050405020304" pitchFamily="18" charset="0"/>
                <a:ea typeface="楷体" panose="02010609060101010101" pitchFamily="49" charset="-122"/>
              </a:rPr>
              <a:t>将</a:t>
            </a:r>
            <a:r>
              <a:rPr lang="en-US" altLang="zh-CN" sz="2500" b="1" i="1" dirty="0">
                <a:solidFill>
                  <a:schemeClr val="tx1"/>
                </a:solidFill>
                <a:latin typeface="Times New Roman" panose="02020603050405020304" pitchFamily="18" charset="0"/>
                <a:ea typeface="楷体" panose="02010609060101010101" pitchFamily="49" charset="-122"/>
              </a:rPr>
              <a:t>J</a:t>
            </a:r>
            <a:r>
              <a:rPr lang="zh-CN" altLang="en-US" sz="2500" b="1" i="1" dirty="0">
                <a:solidFill>
                  <a:schemeClr val="tx1"/>
                </a:solidFill>
                <a:latin typeface="Times New Roman" panose="02020603050405020304" pitchFamily="18" charset="0"/>
                <a:ea typeface="楷体" panose="02010609060101010101" pitchFamily="49" charset="-122"/>
              </a:rPr>
              <a:t> </a:t>
            </a:r>
            <a:r>
              <a:rPr lang="zh-CN" altLang="en-US" sz="2500" b="1" dirty="0">
                <a:solidFill>
                  <a:schemeClr val="tx1"/>
                </a:solidFill>
                <a:latin typeface="Times New Roman" panose="02020603050405020304" pitchFamily="18" charset="0"/>
                <a:ea typeface="楷体" panose="02010609060101010101" pitchFamily="49" charset="-122"/>
              </a:rPr>
              <a:t>初始化为空集；</a:t>
            </a:r>
            <a:r>
              <a:rPr lang="en-US" altLang="zh-CN" sz="2500" b="1" dirty="0">
                <a:solidFill>
                  <a:srgbClr val="008000"/>
                </a:solidFill>
                <a:latin typeface="Times New Roman" panose="02020603050405020304" pitchFamily="18" charset="0"/>
                <a:ea typeface="楷体" panose="02010609060101010101" pitchFamily="49" charset="-122"/>
              </a:rPr>
              <a:t>/*</a:t>
            </a:r>
            <a:r>
              <a:rPr lang="zh-CN" altLang="en-US" sz="2500" b="1" dirty="0">
                <a:solidFill>
                  <a:srgbClr val="008000"/>
                </a:solidFill>
                <a:latin typeface="Times New Roman" panose="02020603050405020304" pitchFamily="18" charset="0"/>
                <a:ea typeface="楷体" panose="02010609060101010101" pitchFamily="49" charset="-122"/>
              </a:rPr>
              <a:t>后继项目集合</a:t>
            </a:r>
            <a:r>
              <a:rPr lang="en-US" altLang="zh-CN" sz="2500" b="1" dirty="0">
                <a:solidFill>
                  <a:srgbClr val="008000"/>
                </a:solidFill>
                <a:latin typeface="Times New Roman" panose="02020603050405020304" pitchFamily="18" charset="0"/>
                <a:ea typeface="楷体" panose="02010609060101010101" pitchFamily="49" charset="-122"/>
              </a:rPr>
              <a:t>*/</a:t>
            </a:r>
            <a:r>
              <a:rPr lang="zh-CN" altLang="en-US" sz="2500" b="1" dirty="0">
                <a:solidFill>
                  <a:schemeClr val="tx1"/>
                </a:solidFill>
                <a:latin typeface="Times New Roman" panose="02020603050405020304" pitchFamily="18" charset="0"/>
                <a:ea typeface="楷体" panose="02010609060101010101" pitchFamily="49" charset="-122"/>
              </a:rPr>
              <a:t>                   </a:t>
            </a:r>
          </a:p>
          <a:p>
            <a:pPr eaLnBrk="1" hangingPunct="1">
              <a:spcBef>
                <a:spcPct val="0"/>
              </a:spcBef>
              <a:buClrTx/>
              <a:buSzTx/>
              <a:buFont typeface="Arial" panose="020B0604020202020204" pitchFamily="34" charset="0"/>
              <a:buNone/>
            </a:pPr>
            <a:r>
              <a:rPr lang="zh-CN" altLang="en-US" sz="2500" b="1" dirty="0">
                <a:solidFill>
                  <a:schemeClr val="tx1"/>
                </a:solidFill>
                <a:latin typeface="Times New Roman" panose="02020603050405020304" pitchFamily="18" charset="0"/>
                <a:ea typeface="楷体" panose="02010609060101010101" pitchFamily="49" charset="-122"/>
              </a:rPr>
              <a:t>          </a:t>
            </a:r>
            <a:r>
              <a:rPr lang="en-US" altLang="zh-CN" sz="2500" b="1" dirty="0">
                <a:solidFill>
                  <a:schemeClr val="tx1"/>
                </a:solidFill>
                <a:latin typeface="Times New Roman" panose="02020603050405020304" pitchFamily="18" charset="0"/>
                <a:ea typeface="楷体" panose="02010609060101010101" pitchFamily="49" charset="-122"/>
              </a:rPr>
              <a:t> for ( </a:t>
            </a:r>
            <a:r>
              <a:rPr lang="en-US" altLang="zh-CN" sz="2500" b="1" i="1" dirty="0">
                <a:solidFill>
                  <a:schemeClr val="tx1"/>
                </a:solidFill>
                <a:latin typeface="Times New Roman" panose="02020603050405020304" pitchFamily="18" charset="0"/>
                <a:ea typeface="楷体" panose="02010609060101010101" pitchFamily="49" charset="-122"/>
              </a:rPr>
              <a:t>I</a:t>
            </a:r>
            <a:r>
              <a:rPr lang="zh-CN" altLang="en-US" sz="2500" b="1" i="1" dirty="0">
                <a:solidFill>
                  <a:schemeClr val="tx1"/>
                </a:solidFill>
                <a:latin typeface="Times New Roman" panose="02020603050405020304" pitchFamily="18" charset="0"/>
                <a:ea typeface="楷体" panose="02010609060101010101" pitchFamily="49" charset="-122"/>
              </a:rPr>
              <a:t> </a:t>
            </a:r>
            <a:r>
              <a:rPr lang="zh-CN" altLang="en-US" sz="2500" b="1" dirty="0">
                <a:solidFill>
                  <a:schemeClr val="tx1"/>
                </a:solidFill>
                <a:latin typeface="Times New Roman" panose="02020603050405020304" pitchFamily="18" charset="0"/>
                <a:ea typeface="楷体" panose="02010609060101010101" pitchFamily="49" charset="-122"/>
              </a:rPr>
              <a:t>中的每个项</a:t>
            </a:r>
            <a:r>
              <a:rPr lang="en-US" altLang="zh-CN" sz="2500" b="1" dirty="0">
                <a:solidFill>
                  <a:schemeClr val="tx1"/>
                </a:solidFill>
                <a:latin typeface="Times New Roman" panose="02020603050405020304" pitchFamily="18" charset="0"/>
                <a:ea typeface="楷体" panose="02010609060101010101" pitchFamily="49" charset="-122"/>
              </a:rPr>
              <a:t>[</a:t>
            </a:r>
            <a:r>
              <a:rPr lang="en-US" altLang="zh-CN" sz="2500" b="1" i="1" dirty="0">
                <a:solidFill>
                  <a:schemeClr val="tx1"/>
                </a:solidFill>
                <a:latin typeface="Times New Roman" panose="02020603050405020304" pitchFamily="18" charset="0"/>
                <a:ea typeface="楷体" panose="02010609060101010101" pitchFamily="49" charset="-122"/>
              </a:rPr>
              <a:t>A</a:t>
            </a:r>
            <a:r>
              <a:rPr lang="en-US" altLang="zh-CN" sz="2500" b="1" i="1" dirty="0">
                <a:solidFill>
                  <a:schemeClr val="tx1"/>
                </a:solidFill>
                <a:latin typeface="Times New Roman" panose="02020603050405020304" pitchFamily="18" charset="0"/>
              </a:rPr>
              <a:t> →</a:t>
            </a:r>
            <a:r>
              <a:rPr lang="el-GR" altLang="zh-CN" sz="2500" b="1" i="1" dirty="0">
                <a:solidFill>
                  <a:schemeClr val="tx1"/>
                </a:solidFill>
                <a:latin typeface="Times New Roman" panose="02020603050405020304" pitchFamily="18" charset="0"/>
              </a:rPr>
              <a:t> </a:t>
            </a:r>
            <a:r>
              <a:rPr lang="en-US" altLang="zh-CN" sz="2500" b="1" i="1" dirty="0">
                <a:solidFill>
                  <a:srgbClr val="000000"/>
                </a:solidFill>
                <a:latin typeface="Times New Roman" panose="02020603050405020304" pitchFamily="18" charset="0"/>
                <a:cs typeface="Times New Roman" panose="02020603050405020304" pitchFamily="18" charset="0"/>
              </a:rPr>
              <a:t>α</a:t>
            </a:r>
            <a:r>
              <a:rPr lang="zh-CN" altLang="en-US" sz="2500" b="1" i="1" dirty="0">
                <a:solidFill>
                  <a:schemeClr val="tx1"/>
                </a:solidFill>
                <a:latin typeface="Times New Roman" panose="02020603050405020304" pitchFamily="18" charset="0"/>
                <a:ea typeface="楷体" panose="02010609060101010101" pitchFamily="49" charset="-122"/>
              </a:rPr>
              <a:t>∙</a:t>
            </a:r>
            <a:r>
              <a:rPr lang="en-US" altLang="zh-CN" sz="2500" b="1" i="1" dirty="0">
                <a:solidFill>
                  <a:schemeClr val="tx1"/>
                </a:solidFill>
                <a:latin typeface="Times New Roman" panose="02020603050405020304" pitchFamily="18" charset="0"/>
                <a:ea typeface="楷体" panose="02010609060101010101" pitchFamily="49" charset="-122"/>
              </a:rPr>
              <a:t>X</a:t>
            </a:r>
            <a:r>
              <a:rPr lang="el-GR" altLang="zh-CN" sz="2500" b="1" i="1" dirty="0">
                <a:solidFill>
                  <a:schemeClr val="tx1"/>
                </a:solidFill>
                <a:latin typeface="Times New Roman" panose="02020603050405020304" pitchFamily="18" charset="0"/>
              </a:rPr>
              <a:t>β</a:t>
            </a:r>
            <a:r>
              <a:rPr lang="zh-CN" altLang="en-US" sz="2500" b="1" dirty="0">
                <a:solidFill>
                  <a:schemeClr val="tx1"/>
                </a:solidFill>
                <a:latin typeface="Times New Roman" panose="02020603050405020304" pitchFamily="18" charset="0"/>
              </a:rPr>
              <a:t>，</a:t>
            </a:r>
            <a:r>
              <a:rPr lang="en-US" altLang="zh-CN" sz="2500" b="1" i="1" dirty="0">
                <a:solidFill>
                  <a:srgbClr val="FF0000"/>
                </a:solidFill>
                <a:latin typeface="Times New Roman" panose="02020603050405020304" pitchFamily="18" charset="0"/>
              </a:rPr>
              <a:t>a</a:t>
            </a:r>
            <a:r>
              <a:rPr lang="en-US" altLang="zh-CN" sz="2500" b="1" dirty="0">
                <a:solidFill>
                  <a:schemeClr val="tx1"/>
                </a:solidFill>
                <a:latin typeface="Times New Roman" panose="02020603050405020304" pitchFamily="18" charset="0"/>
                <a:ea typeface="楷体" panose="02010609060101010101" pitchFamily="49" charset="-122"/>
              </a:rPr>
              <a:t> ]) </a:t>
            </a:r>
          </a:p>
          <a:p>
            <a:pPr eaLnBrk="1" hangingPunct="1">
              <a:spcBef>
                <a:spcPct val="0"/>
              </a:spcBef>
              <a:buClrTx/>
              <a:buSzTx/>
              <a:buFont typeface="Arial" panose="020B0604020202020204" pitchFamily="34" charset="0"/>
              <a:buNone/>
            </a:pPr>
            <a:r>
              <a:rPr lang="zh-CN" altLang="en-US" sz="2500" b="1" dirty="0">
                <a:solidFill>
                  <a:schemeClr val="tx1"/>
                </a:solidFill>
                <a:latin typeface="Times New Roman" panose="02020603050405020304" pitchFamily="18" charset="0"/>
                <a:ea typeface="楷体" panose="02010609060101010101" pitchFamily="49" charset="-122"/>
              </a:rPr>
              <a:t>                      将</a:t>
            </a:r>
            <a:r>
              <a:rPr lang="zh-CN" altLang="en-US" sz="2500" b="1" dirty="0">
                <a:solidFill>
                  <a:srgbClr val="FF0000"/>
                </a:solidFill>
                <a:latin typeface="Times New Roman" panose="02020603050405020304" pitchFamily="18" charset="0"/>
                <a:ea typeface="楷体" panose="02010609060101010101" pitchFamily="49" charset="-122"/>
              </a:rPr>
              <a:t>项</a:t>
            </a:r>
            <a:r>
              <a:rPr lang="en-US" altLang="zh-CN" sz="2500" b="1" dirty="0">
                <a:solidFill>
                  <a:srgbClr val="FF0000"/>
                </a:solidFill>
                <a:latin typeface="Times New Roman" panose="02020603050405020304" pitchFamily="18" charset="0"/>
                <a:ea typeface="楷体" panose="02010609060101010101" pitchFamily="49" charset="-122"/>
              </a:rPr>
              <a:t>[ </a:t>
            </a:r>
            <a:r>
              <a:rPr lang="en-US" altLang="zh-CN" sz="2500" b="1" i="1" dirty="0">
                <a:solidFill>
                  <a:srgbClr val="FF0000"/>
                </a:solidFill>
                <a:latin typeface="Times New Roman" panose="02020603050405020304" pitchFamily="18" charset="0"/>
                <a:ea typeface="楷体" panose="02010609060101010101" pitchFamily="49" charset="-122"/>
              </a:rPr>
              <a:t>A</a:t>
            </a:r>
            <a:r>
              <a:rPr lang="zh-CN" altLang="en-US" sz="2500" b="1" i="1" dirty="0">
                <a:solidFill>
                  <a:srgbClr val="FF0000"/>
                </a:solidFill>
                <a:latin typeface="Times New Roman" panose="02020603050405020304" pitchFamily="18" charset="0"/>
                <a:ea typeface="楷体" panose="02010609060101010101" pitchFamily="49" charset="-122"/>
              </a:rPr>
              <a:t> </a:t>
            </a:r>
            <a:r>
              <a:rPr lang="en-US" altLang="zh-CN" sz="2500" b="1" i="1" dirty="0">
                <a:solidFill>
                  <a:srgbClr val="FF0000"/>
                </a:solidFill>
                <a:latin typeface="Times New Roman" panose="02020603050405020304" pitchFamily="18" charset="0"/>
              </a:rPr>
              <a:t>→</a:t>
            </a:r>
            <a:r>
              <a:rPr lang="zh-CN" altLang="en-US" sz="2500" b="1" i="1" dirty="0">
                <a:solidFill>
                  <a:srgbClr val="FF0000"/>
                </a:solidFill>
                <a:latin typeface="Times New Roman" panose="02020603050405020304" pitchFamily="18" charset="0"/>
              </a:rPr>
              <a:t> </a:t>
            </a:r>
            <a:r>
              <a:rPr lang="en-US" altLang="zh-CN" sz="2500" b="1" i="1" dirty="0">
                <a:solidFill>
                  <a:srgbClr val="FF0000"/>
                </a:solidFill>
                <a:latin typeface="Times New Roman" panose="02020603050405020304" pitchFamily="18" charset="0"/>
                <a:ea typeface="楷体_GB2312" panose="02010609030101010101" pitchFamily="49" charset="-122"/>
              </a:rPr>
              <a:t>α</a:t>
            </a:r>
            <a:r>
              <a:rPr lang="en-US" altLang="zh-CN" sz="2500" b="1" i="1" dirty="0">
                <a:solidFill>
                  <a:srgbClr val="FF0000"/>
                </a:solidFill>
                <a:latin typeface="Times New Roman" panose="02020603050405020304" pitchFamily="18" charset="0"/>
                <a:ea typeface="楷体" panose="02010609060101010101" pitchFamily="49" charset="-122"/>
              </a:rPr>
              <a:t>X</a:t>
            </a:r>
            <a:r>
              <a:rPr lang="zh-CN" altLang="en-US" sz="2500" b="1" i="1" dirty="0">
                <a:solidFill>
                  <a:srgbClr val="FF0000"/>
                </a:solidFill>
                <a:latin typeface="Times New Roman" panose="02020603050405020304" pitchFamily="18" charset="0"/>
                <a:ea typeface="楷体" panose="02010609060101010101" pitchFamily="49" charset="-122"/>
              </a:rPr>
              <a:t>∙</a:t>
            </a:r>
            <a:r>
              <a:rPr lang="el-GR" altLang="zh-CN" sz="2500" b="1" i="1" dirty="0">
                <a:solidFill>
                  <a:srgbClr val="FF0000"/>
                </a:solidFill>
                <a:latin typeface="Times New Roman" panose="02020603050405020304" pitchFamily="18" charset="0"/>
              </a:rPr>
              <a:t>β</a:t>
            </a:r>
            <a:r>
              <a:rPr lang="zh-CN" altLang="en-US" sz="2500" b="1" dirty="0">
                <a:solidFill>
                  <a:srgbClr val="FF0000"/>
                </a:solidFill>
                <a:latin typeface="Times New Roman" panose="02020603050405020304" pitchFamily="18" charset="0"/>
              </a:rPr>
              <a:t>，</a:t>
            </a:r>
            <a:r>
              <a:rPr lang="en-US" altLang="zh-CN" sz="2500" b="1" i="1" dirty="0">
                <a:solidFill>
                  <a:srgbClr val="FF0000"/>
                </a:solidFill>
                <a:latin typeface="Times New Roman" panose="02020603050405020304" pitchFamily="18" charset="0"/>
              </a:rPr>
              <a:t>a</a:t>
            </a:r>
            <a:r>
              <a:rPr lang="en-US" altLang="zh-CN" sz="2500" b="1" dirty="0">
                <a:solidFill>
                  <a:srgbClr val="FF0000"/>
                </a:solidFill>
                <a:latin typeface="Times New Roman" panose="02020603050405020304" pitchFamily="18" charset="0"/>
                <a:ea typeface="楷体" panose="02010609060101010101" pitchFamily="49" charset="-122"/>
              </a:rPr>
              <a:t>]</a:t>
            </a:r>
            <a:r>
              <a:rPr lang="zh-CN" altLang="en-US" sz="2500" b="1" dirty="0">
                <a:solidFill>
                  <a:srgbClr val="FF0000"/>
                </a:solidFill>
                <a:latin typeface="Times New Roman" panose="02020603050405020304" pitchFamily="18" charset="0"/>
                <a:ea typeface="楷体" panose="02010609060101010101" pitchFamily="49" charset="-122"/>
              </a:rPr>
              <a:t>加入到集合</a:t>
            </a:r>
            <a:r>
              <a:rPr lang="en-US" altLang="zh-CN" sz="2500" b="1" i="1" dirty="0">
                <a:solidFill>
                  <a:srgbClr val="FF0000"/>
                </a:solidFill>
                <a:latin typeface="Times New Roman" panose="02020603050405020304" pitchFamily="18" charset="0"/>
                <a:ea typeface="楷体" panose="02010609060101010101" pitchFamily="49" charset="-122"/>
              </a:rPr>
              <a:t>J</a:t>
            </a:r>
            <a:r>
              <a:rPr lang="zh-CN" altLang="en-US" sz="2500" b="1" i="1" dirty="0">
                <a:solidFill>
                  <a:srgbClr val="FF0000"/>
                </a:solidFill>
                <a:latin typeface="Times New Roman" panose="02020603050405020304" pitchFamily="18" charset="0"/>
                <a:ea typeface="楷体" panose="02010609060101010101" pitchFamily="49" charset="-122"/>
              </a:rPr>
              <a:t> </a:t>
            </a:r>
            <a:r>
              <a:rPr lang="zh-CN" altLang="en-US" sz="2500" b="1" dirty="0">
                <a:solidFill>
                  <a:srgbClr val="FF0000"/>
                </a:solidFill>
                <a:latin typeface="Times New Roman" panose="02020603050405020304" pitchFamily="18" charset="0"/>
                <a:ea typeface="楷体" panose="02010609060101010101" pitchFamily="49" charset="-122"/>
              </a:rPr>
              <a:t>中</a:t>
            </a:r>
            <a:r>
              <a:rPr lang="zh-CN" altLang="en-US" sz="2500" b="1" dirty="0">
                <a:solidFill>
                  <a:schemeClr val="tx1"/>
                </a:solidFill>
                <a:latin typeface="Times New Roman" panose="02020603050405020304" pitchFamily="18" charset="0"/>
                <a:ea typeface="楷体" panose="02010609060101010101" pitchFamily="49" charset="-122"/>
              </a:rPr>
              <a:t>；</a:t>
            </a:r>
          </a:p>
          <a:p>
            <a:pPr eaLnBrk="1" hangingPunct="1">
              <a:spcBef>
                <a:spcPct val="0"/>
              </a:spcBef>
              <a:buClrTx/>
              <a:buSzTx/>
              <a:buFont typeface="Arial" panose="020B0604020202020204" pitchFamily="34" charset="0"/>
              <a:buNone/>
            </a:pPr>
            <a:r>
              <a:rPr lang="zh-CN" altLang="en-US" sz="2500" b="1" dirty="0">
                <a:solidFill>
                  <a:schemeClr val="tx1"/>
                </a:solidFill>
                <a:latin typeface="Times New Roman" panose="02020603050405020304" pitchFamily="18" charset="0"/>
                <a:ea typeface="楷体" panose="02010609060101010101" pitchFamily="49" charset="-122"/>
              </a:rPr>
              <a:t>          </a:t>
            </a:r>
            <a:r>
              <a:rPr lang="en-US" altLang="zh-CN" sz="2500" b="1" dirty="0">
                <a:solidFill>
                  <a:schemeClr val="tx1"/>
                </a:solidFill>
                <a:latin typeface="Times New Roman" panose="02020603050405020304" pitchFamily="18" charset="0"/>
                <a:ea typeface="楷体" panose="02010609060101010101" pitchFamily="49" charset="-122"/>
              </a:rPr>
              <a:t>return</a:t>
            </a:r>
            <a:r>
              <a:rPr lang="zh-CN" altLang="en-US" sz="2500" b="1" dirty="0">
                <a:solidFill>
                  <a:schemeClr val="tx1"/>
                </a:solidFill>
                <a:latin typeface="Times New Roman" panose="02020603050405020304" pitchFamily="18" charset="0"/>
                <a:ea typeface="楷体" panose="02010609060101010101" pitchFamily="49" charset="-122"/>
              </a:rPr>
              <a:t> </a:t>
            </a:r>
            <a:r>
              <a:rPr lang="en-US" altLang="zh-CN" sz="2500" b="1" dirty="0">
                <a:solidFill>
                  <a:schemeClr val="tx1"/>
                </a:solidFill>
                <a:latin typeface="Times New Roman" panose="02020603050405020304" pitchFamily="18" charset="0"/>
                <a:ea typeface="楷体" panose="02010609060101010101" pitchFamily="49" charset="-122"/>
              </a:rPr>
              <a:t>CLOSURE (</a:t>
            </a:r>
            <a:r>
              <a:rPr lang="en-US" altLang="zh-CN" sz="2500" b="1" i="1" dirty="0">
                <a:solidFill>
                  <a:schemeClr val="tx1"/>
                </a:solidFill>
                <a:latin typeface="Times New Roman" panose="02020603050405020304" pitchFamily="18" charset="0"/>
                <a:ea typeface="楷体" panose="02010609060101010101" pitchFamily="49" charset="-122"/>
              </a:rPr>
              <a:t> J</a:t>
            </a:r>
            <a:r>
              <a:rPr lang="zh-CN" altLang="en-US" sz="2500" b="1" i="1" dirty="0">
                <a:solidFill>
                  <a:schemeClr val="tx1"/>
                </a:solidFill>
                <a:latin typeface="Times New Roman" panose="02020603050405020304" pitchFamily="18" charset="0"/>
                <a:ea typeface="楷体" panose="02010609060101010101" pitchFamily="49" charset="-122"/>
              </a:rPr>
              <a:t> </a:t>
            </a:r>
            <a:r>
              <a:rPr lang="en-US" altLang="zh-CN" sz="2500" b="1" dirty="0">
                <a:solidFill>
                  <a:schemeClr val="tx1"/>
                </a:solidFill>
                <a:latin typeface="Times New Roman" panose="02020603050405020304" pitchFamily="18" charset="0"/>
                <a:ea typeface="楷体" panose="02010609060101010101" pitchFamily="49" charset="-122"/>
              </a:rPr>
              <a:t>)</a:t>
            </a:r>
            <a:r>
              <a:rPr lang="zh-CN" altLang="en-US" sz="2500" b="1" dirty="0">
                <a:solidFill>
                  <a:schemeClr val="tx1"/>
                </a:solidFill>
                <a:latin typeface="Times New Roman" panose="02020603050405020304" pitchFamily="18" charset="0"/>
                <a:ea typeface="楷体" panose="02010609060101010101" pitchFamily="49" charset="-122"/>
              </a:rPr>
              <a:t>；</a:t>
            </a:r>
          </a:p>
          <a:p>
            <a:pPr eaLnBrk="1" hangingPunct="1">
              <a:spcBef>
                <a:spcPct val="0"/>
              </a:spcBef>
              <a:buClrTx/>
              <a:buSzTx/>
              <a:buFont typeface="Arial" panose="020B0604020202020204" pitchFamily="34" charset="0"/>
              <a:buNone/>
            </a:pPr>
            <a:r>
              <a:rPr lang="en-US" altLang="zh-CN" sz="2500" b="1" dirty="0">
                <a:solidFill>
                  <a:schemeClr val="tx1"/>
                </a:solidFill>
                <a:latin typeface="Times New Roman" panose="02020603050405020304" pitchFamily="18" charset="0"/>
                <a:ea typeface="楷体" panose="02010609060101010101" pitchFamily="49" charset="-122"/>
              </a:rPr>
              <a:t> }</a:t>
            </a:r>
          </a:p>
        </p:txBody>
      </p:sp>
      <mc:AlternateContent xmlns:mc="http://schemas.openxmlformats.org/markup-compatibility/2006">
        <mc:Choice xmlns:a14="http://schemas.microsoft.com/office/drawing/2010/main" Requires="a14">
          <p:sp>
            <p:nvSpPr>
              <p:cNvPr id="51203" name="Rectangle 3"/>
              <p:cNvSpPr>
                <a:spLocks noGrp="1" noChangeArrowheads="1"/>
              </p:cNvSpPr>
              <p:nvPr>
                <p:ph idx="1"/>
              </p:nvPr>
            </p:nvSpPr>
            <p:spPr>
              <a:xfrm>
                <a:off x="361950" y="1152525"/>
                <a:ext cx="8458200" cy="555625"/>
              </a:xfrm>
              <a:solidFill>
                <a:schemeClr val="accent5">
                  <a:lumMod val="60000"/>
                  <a:lumOff val="40000"/>
                </a:schemeClr>
              </a:solidFill>
              <a:ln>
                <a:solidFill>
                  <a:schemeClr val="tx1"/>
                </a:solidFill>
              </a:ln>
            </p:spPr>
            <p:txBody>
              <a:bodyPr lIns="92075" tIns="46038" rIns="92075" bIns="46038"/>
              <a:lstStyle/>
              <a:p>
                <a:pPr algn="ctr" eaLnBrk="1" hangingPunct="1">
                  <a:buFont typeface="Wingdings" pitchFamily="2" charset="2"/>
                  <a:buNone/>
                  <a:defRPr/>
                </a:pP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GOTO</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 </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I</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 </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X</a:t>
                </a:r>
                <a:r>
                  <a:rPr lang="zh-CN" altLang="en-US" sz="2500" b="1" i="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 = </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CLOSURE</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A</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α</a:t>
                </a:r>
                <a:r>
                  <a:rPr lang="en-US" altLang="zh-CN" sz="2500" b="1" i="1" dirty="0">
                    <a:solidFill>
                      <a:srgbClr val="0070C0"/>
                    </a:solidFill>
                    <a:latin typeface="Times New Roman" panose="02020603050405020304" pitchFamily="18" charset="0"/>
                    <a:ea typeface="宋体" pitchFamily="2" charset="-122"/>
                    <a:cs typeface="Times New Roman" panose="02020603050405020304" pitchFamily="18" charset="0"/>
                  </a:rPr>
                  <a:t>X</a:t>
                </a:r>
                <a:r>
                  <a:rPr lang="en-US" altLang="zh-CN" sz="2800" b="1" i="1" dirty="0">
                    <a:solidFill>
                      <a:srgbClr val="0070C0"/>
                    </a:solidFill>
                    <a:latin typeface="Times New Roman" panose="02020603050405020304" pitchFamily="18" charset="0"/>
                    <a:ea typeface="宋体" pitchFamily="2" charset="-122"/>
                    <a:cs typeface="Times New Roman" panose="02020603050405020304" pitchFamily="18" charset="0"/>
                  </a:rPr>
                  <a:t>·</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β</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 </a:t>
                </a:r>
                <a:r>
                  <a:rPr lang="en-US" altLang="zh-CN" sz="2500" b="1" i="1" dirty="0">
                    <a:solidFill>
                      <a:srgbClr val="2D83F4"/>
                    </a:solidFill>
                    <a:latin typeface="Times New Roman" panose="02020603050405020304" pitchFamily="18" charset="0"/>
                    <a:ea typeface="宋体" pitchFamily="2" charset="-122"/>
                    <a:cs typeface="Times New Roman" panose="02020603050405020304" pitchFamily="18" charset="0"/>
                  </a:rPr>
                  <a:t>a</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a:t>
                </a:r>
                <a14:m>
                  <m:oMath xmlns:m="http://schemas.openxmlformats.org/officeDocument/2006/math">
                    <m:r>
                      <a:rPr lang="en-US" altLang="zh-CN" sz="2500" b="1" i="1" smtClean="0">
                        <a:solidFill>
                          <a:schemeClr val="tx1"/>
                        </a:solidFill>
                        <a:latin typeface="Cambria Math" panose="02040503050406030204" pitchFamily="18" charset="0"/>
                        <a:ea typeface="Cambria Math" panose="02040503050406030204" pitchFamily="18" charset="0"/>
                        <a:cs typeface="Times New Roman" pitchFamily="18" charset="0"/>
                      </a:rPr>
                      <m:t>∀</m:t>
                    </m:r>
                  </m:oMath>
                </a14:m>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A</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α</a:t>
                </a:r>
                <a:r>
                  <a:rPr lang="en-US" altLang="zh-CN" sz="2800" b="1" i="1" dirty="0">
                    <a:solidFill>
                      <a:srgbClr val="0070C0"/>
                    </a:solidFill>
                    <a:latin typeface="Times New Roman" panose="02020603050405020304" pitchFamily="18" charset="0"/>
                    <a:ea typeface="宋体" pitchFamily="2" charset="-122"/>
                    <a:cs typeface="Times New Roman" panose="02020603050405020304" pitchFamily="18" charset="0"/>
                  </a:rPr>
                  <a:t>·</a:t>
                </a:r>
                <a:r>
                  <a:rPr lang="en-US" altLang="zh-CN" sz="2500" b="1" i="1" dirty="0">
                    <a:solidFill>
                      <a:srgbClr val="0070C0"/>
                    </a:solidFill>
                    <a:latin typeface="Times New Roman" panose="02020603050405020304" pitchFamily="18" charset="0"/>
                    <a:ea typeface="宋体" pitchFamily="2" charset="-122"/>
                    <a:cs typeface="Times New Roman" panose="02020603050405020304" pitchFamily="18" charset="0"/>
                  </a:rPr>
                  <a:t>X</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β</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 </a:t>
                </a:r>
                <a:r>
                  <a:rPr lang="en-US" altLang="zh-CN" sz="2500" b="1" i="1" dirty="0">
                    <a:solidFill>
                      <a:srgbClr val="2D83F4"/>
                    </a:solidFill>
                    <a:latin typeface="Times New Roman" panose="02020603050405020304" pitchFamily="18" charset="0"/>
                    <a:ea typeface="宋体" pitchFamily="2" charset="-122"/>
                    <a:cs typeface="Times New Roman" panose="02020603050405020304" pitchFamily="18" charset="0"/>
                  </a:rPr>
                  <a:t>a</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I</a:t>
                </a:r>
                <a:r>
                  <a:rPr lang="zh-CN" altLang="en-US" sz="2500" b="1" i="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a:t>
                </a:r>
              </a:p>
            </p:txBody>
          </p:sp>
        </mc:Choice>
        <mc:Fallback>
          <p:sp>
            <p:nvSpPr>
              <p:cNvPr id="51203" name="Rectangle 3"/>
              <p:cNvSpPr>
                <a:spLocks noGrp="1" noRot="1" noChangeAspect="1" noMove="1" noResize="1" noEditPoints="1" noAdjustHandles="1" noChangeArrowheads="1" noChangeShapeType="1" noTextEdit="1"/>
              </p:cNvSpPr>
              <p:nvPr>
                <p:ph idx="1"/>
              </p:nvPr>
            </p:nvSpPr>
            <p:spPr>
              <a:xfrm>
                <a:off x="361950" y="1152525"/>
                <a:ext cx="8458200" cy="555625"/>
              </a:xfrm>
              <a:blipFill>
                <a:blip r:embed="rId3"/>
                <a:stretch>
                  <a:fillRect t="-9677" b="-22581"/>
                </a:stretch>
              </a:blipFill>
              <a:ln>
                <a:solidFill>
                  <a:schemeClr val="tx1"/>
                </a:solidFill>
              </a:ln>
            </p:spPr>
            <p:txBody>
              <a:bodyPr/>
              <a:lstStyle/>
              <a:p>
                <a:r>
                  <a:rPr lang="zh-CN" altLang="en-US">
                    <a:noFill/>
                  </a:rPr>
                  <a:t> </a:t>
                </a:r>
              </a:p>
            </p:txBody>
          </p:sp>
        </mc:Fallback>
      </mc:AlternateContent>
      <p:sp>
        <p:nvSpPr>
          <p:cNvPr id="51204" name="Rectangle 2"/>
          <p:cNvSpPr>
            <a:spLocks noGrp="1" noChangeArrowheads="1"/>
          </p:cNvSpPr>
          <p:nvPr>
            <p:ph type="title"/>
          </p:nvPr>
        </p:nvSpPr>
        <p:spPr>
          <a:xfrm>
            <a:off x="755650" y="268288"/>
            <a:ext cx="7931150" cy="358775"/>
          </a:xfrm>
        </p:spPr>
        <p:txBody>
          <a:bodyPr lIns="92075" tIns="46038" rIns="92075" bIns="46038"/>
          <a:lstStyle/>
          <a:p>
            <a:pPr eaLnBrk="1" hangingPunct="1">
              <a:defRPr/>
            </a:pPr>
            <a:r>
              <a:rPr lang="en-US" altLang="zh-CN" sz="3000" i="1" dirty="0">
                <a:solidFill>
                  <a:schemeClr val="tx1"/>
                </a:solidFill>
                <a:ea typeface="黑体" panose="02010609060101010101" pitchFamily="49" charset="-122"/>
              </a:rPr>
              <a:t>LR</a:t>
            </a:r>
            <a:r>
              <a:rPr lang="zh-CN" altLang="en-US" sz="3000" dirty="0">
                <a:solidFill>
                  <a:schemeClr val="tx1"/>
                </a:solidFill>
                <a:latin typeface="微软雅黑" panose="020B0503020204020204" pitchFamily="34" charset="-122"/>
                <a:ea typeface="微软雅黑" panose="020B0503020204020204" pitchFamily="34" charset="-122"/>
              </a:rPr>
              <a:t>分析表构造算法</a:t>
            </a:r>
            <a:r>
              <a:rPr lang="en-US" altLang="zh-CN" sz="3000" dirty="0">
                <a:solidFill>
                  <a:schemeClr val="tx1"/>
                </a:solidFill>
                <a:latin typeface="微软雅黑" panose="020B0503020204020204" pitchFamily="34" charset="-122"/>
                <a:ea typeface="微软雅黑" panose="020B0503020204020204" pitchFamily="34" charset="-122"/>
              </a:rPr>
              <a:t>——</a:t>
            </a:r>
            <a:r>
              <a:rPr lang="en-US" altLang="zh-CN" sz="3000" i="1" dirty="0">
                <a:solidFill>
                  <a:schemeClr val="tx1"/>
                </a:solidFill>
                <a:ea typeface="楷体" panose="02010609060101010101" pitchFamily="49" charset="-122"/>
                <a:cs typeface="Times New Roman" panose="02020603050405020304" pitchFamily="18" charset="0"/>
              </a:rPr>
              <a:t>GOTO </a:t>
            </a:r>
            <a:r>
              <a:rPr lang="zh-CN" altLang="en-US" sz="30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函数</a:t>
            </a:r>
          </a:p>
        </p:txBody>
      </p:sp>
      <p:sp>
        <p:nvSpPr>
          <p:cNvPr id="2" name="灯片编号占位符 1">
            <a:extLst>
              <a:ext uri="{FF2B5EF4-FFF2-40B4-BE49-F238E27FC236}">
                <a16:creationId xmlns:a16="http://schemas.microsoft.com/office/drawing/2014/main" id="{69C76364-FD53-486F-8E2E-7FB36631EAD3}"/>
              </a:ext>
            </a:extLst>
          </p:cNvPr>
          <p:cNvSpPr>
            <a:spLocks noGrp="1"/>
          </p:cNvSpPr>
          <p:nvPr>
            <p:ph type="sldNum" sz="quarter" idx="12"/>
          </p:nvPr>
        </p:nvSpPr>
        <p:spPr/>
        <p:txBody>
          <a:bodyPr/>
          <a:lstStyle/>
          <a:p>
            <a:pPr>
              <a:defRPr/>
            </a:pPr>
            <a:fld id="{76D20AB1-C80E-44EB-B890-88EEF3B3DC08}" type="slidenum">
              <a:rPr lang="zh-CN" altLang="en-US" smtClean="0"/>
              <a:pPr>
                <a:defRPr/>
              </a:pPr>
              <a:t>18</a:t>
            </a:fld>
            <a:endParaRPr lang="en-US" altLang="zh-CN"/>
          </a:p>
        </p:txBody>
      </p:sp>
      <p:sp>
        <p:nvSpPr>
          <p:cNvPr id="3" name="文本框 2">
            <a:extLst>
              <a:ext uri="{FF2B5EF4-FFF2-40B4-BE49-F238E27FC236}">
                <a16:creationId xmlns:a16="http://schemas.microsoft.com/office/drawing/2014/main" id="{638C1D9C-9FD4-4994-97A7-89559D164B8C}"/>
              </a:ext>
            </a:extLst>
          </p:cNvPr>
          <p:cNvSpPr txBox="1"/>
          <p:nvPr/>
        </p:nvSpPr>
        <p:spPr>
          <a:xfrm>
            <a:off x="2411760" y="4340912"/>
            <a:ext cx="4176464" cy="461665"/>
          </a:xfrm>
          <a:prstGeom prst="rect">
            <a:avLst/>
          </a:prstGeom>
          <a:solidFill>
            <a:schemeClr val="accent2">
              <a:lumMod val="40000"/>
              <a:lumOff val="60000"/>
            </a:schemeClr>
          </a:solidFill>
          <a:ln>
            <a:solidFill>
              <a:schemeClr val="tx1"/>
            </a:solidFill>
          </a:ln>
        </p:spPr>
        <p:txBody>
          <a:bodyPr wrap="square" rtlCol="0">
            <a:spAutoFit/>
          </a:bodyPr>
          <a:lstStyle/>
          <a:p>
            <a:pPr algn="ctr"/>
            <a:r>
              <a:rPr lang="zh-CN" altLang="en-US" sz="2400" b="1" dirty="0">
                <a:solidFill>
                  <a:srgbClr val="0070C0"/>
                </a:solidFill>
                <a:latin typeface="华文楷体" panose="02010600040101010101" pitchFamily="2" charset="-122"/>
                <a:ea typeface="华文楷体" panose="02010600040101010101" pitchFamily="2" charset="-122"/>
              </a:rPr>
              <a:t>后继项目继承</a:t>
            </a:r>
            <a:r>
              <a:rPr lang="en-US" altLang="zh-CN" sz="2400" b="1" dirty="0">
                <a:solidFill>
                  <a:srgbClr val="0070C0"/>
                </a:solidFill>
                <a:latin typeface="华文楷体" panose="02010600040101010101" pitchFamily="2" charset="-122"/>
                <a:ea typeface="华文楷体" panose="02010600040101010101" pitchFamily="2" charset="-122"/>
              </a:rPr>
              <a:t>(</a:t>
            </a:r>
            <a:r>
              <a:rPr lang="zh-CN" altLang="en-US" sz="2400" b="1" dirty="0">
                <a:solidFill>
                  <a:srgbClr val="0070C0"/>
                </a:solidFill>
                <a:latin typeface="华文楷体" panose="02010600040101010101" pitchFamily="2" charset="-122"/>
                <a:ea typeface="华文楷体" panose="02010600040101010101" pitchFamily="2" charset="-122"/>
              </a:rPr>
              <a:t>传播</a:t>
            </a:r>
            <a:r>
              <a:rPr lang="en-US" altLang="zh-CN" sz="2400" b="1" dirty="0">
                <a:solidFill>
                  <a:srgbClr val="0070C0"/>
                </a:solidFill>
                <a:latin typeface="华文楷体" panose="02010600040101010101" pitchFamily="2" charset="-122"/>
                <a:ea typeface="华文楷体" panose="02010600040101010101" pitchFamily="2" charset="-122"/>
              </a:rPr>
              <a:t>)</a:t>
            </a:r>
            <a:r>
              <a:rPr lang="zh-CN" altLang="en-US" sz="2400" b="1" dirty="0">
                <a:solidFill>
                  <a:srgbClr val="0070C0"/>
                </a:solidFill>
                <a:latin typeface="华文楷体" panose="02010600040101010101" pitchFamily="2" charset="-122"/>
                <a:ea typeface="华文楷体" panose="02010600040101010101" pitchFamily="2" charset="-122"/>
              </a:rPr>
              <a:t>展望符</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内容占位符 1"/>
          <p:cNvSpPr txBox="1">
            <a:spLocks noChangeArrowheads="1"/>
          </p:cNvSpPr>
          <p:nvPr/>
        </p:nvSpPr>
        <p:spPr bwMode="auto">
          <a:xfrm>
            <a:off x="683568" y="1131888"/>
            <a:ext cx="7776864" cy="3455987"/>
          </a:xfrm>
          <a:prstGeom prst="rect">
            <a:avLst/>
          </a:prstGeom>
          <a:solidFill>
            <a:srgbClr val="B5CEED"/>
          </a:solidFill>
          <a:ln w="12700">
            <a:solidFill>
              <a:schemeClr val="tx1"/>
            </a:solidFill>
            <a:miter lim="800000"/>
            <a:headEnd/>
            <a:tailEnd/>
          </a:ln>
        </p:spPr>
        <p:txBody>
          <a:bodyPr anchor="ctr"/>
          <a:lstStyle>
            <a:lvl1pPr marL="273050" indent="-27305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 typeface="Arial" panose="020B0604020202020204" pitchFamily="34" charset="0"/>
              <a:buNone/>
            </a:pPr>
            <a:r>
              <a:rPr lang="en-US" altLang="zh-CN" b="1" dirty="0">
                <a:solidFill>
                  <a:schemeClr val="tx1"/>
                </a:solidFill>
                <a:latin typeface="Times New Roman" panose="02020603050405020304" pitchFamily="18" charset="0"/>
                <a:ea typeface="华文楷体" panose="02010600040101010101" pitchFamily="2" charset="-122"/>
              </a:rPr>
              <a:t>void</a:t>
            </a:r>
            <a:r>
              <a:rPr lang="zh-CN" altLang="en-US" b="1" dirty="0">
                <a:solidFill>
                  <a:schemeClr val="tx1"/>
                </a:solidFill>
                <a:latin typeface="Times New Roman" panose="02020603050405020304" pitchFamily="18" charset="0"/>
                <a:ea typeface="华文楷体" panose="02010600040101010101" pitchFamily="2" charset="-122"/>
              </a:rPr>
              <a:t> </a:t>
            </a:r>
            <a:r>
              <a:rPr lang="en-US" altLang="zh-CN" b="1" i="1" dirty="0">
                <a:solidFill>
                  <a:schemeClr val="tx1"/>
                </a:solidFill>
                <a:latin typeface="Times New Roman" panose="02020603050405020304" pitchFamily="18" charset="0"/>
                <a:ea typeface="华文楷体" panose="02010600040101010101" pitchFamily="2" charset="-122"/>
              </a:rPr>
              <a:t>items</a:t>
            </a:r>
            <a:r>
              <a:rPr lang="en-US" altLang="zh-CN" b="1" dirty="0">
                <a:solidFill>
                  <a:schemeClr val="tx1"/>
                </a:solidFill>
                <a:latin typeface="Times New Roman" panose="02020603050405020304" pitchFamily="18" charset="0"/>
                <a:ea typeface="楷体" panose="02010609060101010101" pitchFamily="49" charset="-122"/>
              </a:rPr>
              <a:t> (</a:t>
            </a:r>
            <a:r>
              <a:rPr lang="en-US" altLang="zh-CN" b="1" i="1" dirty="0">
                <a:solidFill>
                  <a:schemeClr val="tx1"/>
                </a:solidFill>
                <a:latin typeface="Times New Roman" panose="02020603050405020304" pitchFamily="18" charset="0"/>
                <a:ea typeface="黑体" panose="02010609060101010101" pitchFamily="49" charset="-122"/>
              </a:rPr>
              <a:t>G'</a:t>
            </a:r>
            <a:r>
              <a:rPr lang="zh-CN" altLang="en-US" b="1" i="1" dirty="0">
                <a:solidFill>
                  <a:schemeClr val="tx1"/>
                </a:solidFill>
                <a:latin typeface="Times New Roman" panose="02020603050405020304" pitchFamily="18" charset="0"/>
                <a:ea typeface="黑体" panose="02010609060101010101" pitchFamily="49" charset="-122"/>
              </a:rPr>
              <a:t> </a:t>
            </a:r>
            <a:r>
              <a:rPr lang="en-US" altLang="zh-CN" b="1" dirty="0">
                <a:solidFill>
                  <a:schemeClr val="tx1"/>
                </a:solidFill>
                <a:latin typeface="Times New Roman" panose="02020603050405020304" pitchFamily="18" charset="0"/>
                <a:ea typeface="楷体" panose="02010609060101010101" pitchFamily="49" charset="-122"/>
              </a:rPr>
              <a:t>) {</a:t>
            </a:r>
          </a:p>
          <a:p>
            <a:pPr eaLnBrk="1" hangingPunct="1">
              <a:spcBef>
                <a:spcPct val="0"/>
              </a:spcBef>
              <a:buClrTx/>
              <a:buSzTx/>
              <a:buFont typeface="Arial" panose="020B0604020202020204" pitchFamily="34" charset="0"/>
              <a:buNone/>
            </a:pPr>
            <a:r>
              <a:rPr lang="en-US" altLang="zh-CN" b="1" dirty="0">
                <a:solidFill>
                  <a:schemeClr val="tx1"/>
                </a:solidFill>
                <a:latin typeface="Times New Roman" panose="02020603050405020304" pitchFamily="18" charset="0"/>
                <a:ea typeface="楷体" panose="02010609060101010101" pitchFamily="49" charset="-122"/>
              </a:rPr>
              <a:t>          </a:t>
            </a:r>
            <a:r>
              <a:rPr lang="zh-CN" altLang="en-US" b="1" dirty="0">
                <a:solidFill>
                  <a:schemeClr val="tx1"/>
                </a:solidFill>
                <a:latin typeface="Times New Roman" panose="02020603050405020304" pitchFamily="18" charset="0"/>
                <a:ea typeface="楷体" panose="02010609060101010101" pitchFamily="49" charset="-122"/>
              </a:rPr>
              <a:t>将</a:t>
            </a:r>
            <a:r>
              <a:rPr lang="en-US" altLang="zh-CN" b="1" i="1" dirty="0">
                <a:solidFill>
                  <a:schemeClr val="tx1"/>
                </a:solidFill>
                <a:latin typeface="Times New Roman" panose="02020603050405020304" pitchFamily="18" charset="0"/>
                <a:ea typeface="楷体" panose="02010609060101010101" pitchFamily="49" charset="-122"/>
              </a:rPr>
              <a:t>C</a:t>
            </a:r>
            <a:r>
              <a:rPr lang="zh-CN" altLang="en-US" b="1" dirty="0">
                <a:solidFill>
                  <a:schemeClr val="tx1"/>
                </a:solidFill>
                <a:latin typeface="Times New Roman" panose="02020603050405020304" pitchFamily="18" charset="0"/>
                <a:ea typeface="楷体" panose="02010609060101010101" pitchFamily="49" charset="-122"/>
              </a:rPr>
              <a:t>初始化为</a:t>
            </a:r>
            <a:r>
              <a:rPr lang="en-US" altLang="zh-CN" b="1" dirty="0">
                <a:solidFill>
                  <a:schemeClr val="tx1"/>
                </a:solidFill>
                <a:latin typeface="Times New Roman" panose="02020603050405020304" pitchFamily="18" charset="0"/>
                <a:ea typeface="楷体" panose="02010609060101010101" pitchFamily="49" charset="-122"/>
              </a:rPr>
              <a:t>{CLOSURE ({[</a:t>
            </a:r>
            <a:r>
              <a:rPr lang="zh-CN" altLang="en-US" b="1" i="1" dirty="0">
                <a:solidFill>
                  <a:schemeClr val="tx1"/>
                </a:solidFill>
                <a:latin typeface="Times New Roman" panose="02020603050405020304" pitchFamily="18" charset="0"/>
                <a:ea typeface="黑体" panose="02010609060101010101" pitchFamily="49" charset="-122"/>
              </a:rPr>
              <a:t> </a:t>
            </a:r>
            <a:r>
              <a:rPr lang="en-US" altLang="zh-CN" b="1" i="1" dirty="0">
                <a:solidFill>
                  <a:schemeClr val="tx1"/>
                </a:solidFill>
                <a:latin typeface="Times New Roman" panose="02020603050405020304" pitchFamily="18" charset="0"/>
                <a:ea typeface="黑体" panose="02010609060101010101" pitchFamily="49" charset="-122"/>
              </a:rPr>
              <a:t>S'</a:t>
            </a:r>
            <a:r>
              <a:rPr lang="en-US" altLang="zh-CN" b="1" i="1" dirty="0">
                <a:solidFill>
                  <a:schemeClr val="tx1"/>
                </a:solidFill>
                <a:latin typeface="Times New Roman" panose="02020603050405020304" pitchFamily="18" charset="0"/>
              </a:rPr>
              <a:t> →</a:t>
            </a:r>
            <a:r>
              <a:rPr lang="zh-CN" altLang="en-US" b="1" i="1" dirty="0">
                <a:solidFill>
                  <a:schemeClr val="tx1"/>
                </a:solidFill>
                <a:latin typeface="Times New Roman" panose="02020603050405020304" pitchFamily="18" charset="0"/>
              </a:rPr>
              <a:t> </a:t>
            </a:r>
            <a:r>
              <a:rPr lang="zh-CN" altLang="en-US" b="1" i="1" dirty="0">
                <a:solidFill>
                  <a:schemeClr val="tx1"/>
                </a:solidFill>
                <a:latin typeface="Times New Roman" panose="02020603050405020304" pitchFamily="18" charset="0"/>
                <a:ea typeface="楷体" panose="02010609060101010101" pitchFamily="49" charset="-122"/>
              </a:rPr>
              <a:t>∙ </a:t>
            </a:r>
            <a:r>
              <a:rPr lang="en-US" altLang="zh-CN" b="1" i="1" dirty="0">
                <a:solidFill>
                  <a:schemeClr val="tx1"/>
                </a:solidFill>
                <a:latin typeface="Times New Roman" panose="02020603050405020304" pitchFamily="18" charset="0"/>
                <a:ea typeface="楷体" panose="02010609060101010101" pitchFamily="49" charset="-122"/>
              </a:rPr>
              <a:t>S</a:t>
            </a:r>
            <a:r>
              <a:rPr lang="en-US" altLang="zh-CN" b="1" dirty="0">
                <a:solidFill>
                  <a:schemeClr val="tx1"/>
                </a:solidFill>
                <a:latin typeface="Times New Roman" panose="02020603050405020304" pitchFamily="18" charset="0"/>
              </a:rPr>
              <a:t>, </a:t>
            </a:r>
            <a:r>
              <a:rPr lang="en-US" altLang="zh-CN" b="1" dirty="0">
                <a:solidFill>
                  <a:srgbClr val="FF0000"/>
                </a:solidFill>
                <a:latin typeface="华文楷体" panose="02010600040101010101" pitchFamily="2" charset="-122"/>
                <a:cs typeface="Times New Roman" panose="02020603050405020304" pitchFamily="18" charset="0"/>
              </a:rPr>
              <a:t>$</a:t>
            </a:r>
            <a:r>
              <a:rPr lang="en-US" altLang="zh-CN" b="1" dirty="0">
                <a:solidFill>
                  <a:schemeClr val="tx1"/>
                </a:solidFill>
                <a:latin typeface="Times New Roman" panose="02020603050405020304" pitchFamily="18" charset="0"/>
                <a:ea typeface="楷体" panose="02010609060101010101" pitchFamily="49" charset="-122"/>
              </a:rPr>
              <a:t>]} )}  </a:t>
            </a:r>
            <a:r>
              <a:rPr lang="zh-CN" altLang="en-US" b="1" dirty="0">
                <a:solidFill>
                  <a:schemeClr val="tx1"/>
                </a:solidFill>
                <a:latin typeface="Times New Roman" panose="02020603050405020304" pitchFamily="18" charset="0"/>
                <a:ea typeface="楷体" panose="02010609060101010101" pitchFamily="49" charset="-122"/>
              </a:rPr>
              <a:t>；</a:t>
            </a:r>
            <a:endParaRPr lang="en-US" altLang="zh-CN" b="1" dirty="0">
              <a:solidFill>
                <a:schemeClr val="tx1"/>
              </a:solidFill>
              <a:latin typeface="Times New Roman" panose="02020603050405020304" pitchFamily="18" charset="0"/>
              <a:ea typeface="楷体" panose="02010609060101010101" pitchFamily="49" charset="-122"/>
            </a:endParaRPr>
          </a:p>
          <a:p>
            <a:pPr eaLnBrk="1" hangingPunct="1">
              <a:spcBef>
                <a:spcPct val="0"/>
              </a:spcBef>
              <a:buClrTx/>
              <a:buSzTx/>
              <a:buFont typeface="Arial" panose="020B0604020202020204" pitchFamily="34" charset="0"/>
              <a:buNone/>
            </a:pPr>
            <a:r>
              <a:rPr lang="zh-CN" altLang="en-US" b="1" dirty="0">
                <a:solidFill>
                  <a:schemeClr val="tx1"/>
                </a:solidFill>
                <a:latin typeface="Times New Roman" panose="02020603050405020304" pitchFamily="18" charset="0"/>
                <a:ea typeface="楷体" panose="02010609060101010101" pitchFamily="49" charset="-122"/>
              </a:rPr>
              <a:t>          </a:t>
            </a:r>
            <a:r>
              <a:rPr lang="en-US" altLang="zh-CN" b="1" dirty="0">
                <a:solidFill>
                  <a:schemeClr val="tx1"/>
                </a:solidFill>
                <a:latin typeface="Times New Roman" panose="02020603050405020304" pitchFamily="18" charset="0"/>
                <a:ea typeface="楷体" panose="02010609060101010101" pitchFamily="49" charset="-122"/>
              </a:rPr>
              <a:t>repeat</a:t>
            </a:r>
            <a:endParaRPr lang="zh-CN" altLang="en-US" b="1" dirty="0">
              <a:solidFill>
                <a:schemeClr val="tx1"/>
              </a:solidFill>
              <a:latin typeface="Times New Roman" panose="02020603050405020304" pitchFamily="18" charset="0"/>
              <a:ea typeface="楷体" panose="02010609060101010101" pitchFamily="49" charset="-122"/>
            </a:endParaRPr>
          </a:p>
          <a:p>
            <a:pPr eaLnBrk="1" hangingPunct="1">
              <a:spcBef>
                <a:spcPct val="0"/>
              </a:spcBef>
              <a:buClrTx/>
              <a:buSzTx/>
              <a:buFont typeface="Arial" panose="020B0604020202020204" pitchFamily="34" charset="0"/>
              <a:buNone/>
            </a:pPr>
            <a:r>
              <a:rPr lang="zh-CN" altLang="en-US" b="1" dirty="0">
                <a:solidFill>
                  <a:schemeClr val="tx1"/>
                </a:solidFill>
                <a:latin typeface="Times New Roman" panose="02020603050405020304" pitchFamily="18" charset="0"/>
                <a:ea typeface="楷体" panose="02010609060101010101" pitchFamily="49" charset="-122"/>
              </a:rPr>
              <a:t>                   </a:t>
            </a:r>
            <a:r>
              <a:rPr lang="en-US" altLang="zh-CN" b="1" dirty="0">
                <a:solidFill>
                  <a:schemeClr val="tx1"/>
                </a:solidFill>
                <a:latin typeface="Times New Roman" panose="02020603050405020304" pitchFamily="18" charset="0"/>
                <a:ea typeface="楷体" panose="02010609060101010101" pitchFamily="49" charset="-122"/>
              </a:rPr>
              <a:t> for ( </a:t>
            </a:r>
            <a:r>
              <a:rPr lang="en-US" altLang="zh-CN" b="1" i="1" dirty="0">
                <a:solidFill>
                  <a:schemeClr val="tx1"/>
                </a:solidFill>
                <a:latin typeface="Times New Roman" panose="02020603050405020304" pitchFamily="18" charset="0"/>
                <a:ea typeface="楷体" panose="02010609060101010101" pitchFamily="49" charset="-122"/>
              </a:rPr>
              <a:t>C</a:t>
            </a:r>
            <a:r>
              <a:rPr lang="zh-CN" altLang="en-US" b="1" dirty="0">
                <a:solidFill>
                  <a:schemeClr val="tx1"/>
                </a:solidFill>
                <a:latin typeface="Times New Roman" panose="02020603050405020304" pitchFamily="18" charset="0"/>
                <a:ea typeface="楷体" panose="02010609060101010101" pitchFamily="49" charset="-122"/>
              </a:rPr>
              <a:t>中的每个项集 </a:t>
            </a:r>
            <a:r>
              <a:rPr lang="en-US" altLang="zh-CN" b="1" i="1" dirty="0">
                <a:solidFill>
                  <a:schemeClr val="tx1"/>
                </a:solidFill>
                <a:latin typeface="Times New Roman" panose="02020603050405020304" pitchFamily="18" charset="0"/>
                <a:ea typeface="楷体" panose="02010609060101010101" pitchFamily="49" charset="-122"/>
              </a:rPr>
              <a:t>I</a:t>
            </a:r>
            <a:r>
              <a:rPr lang="zh-CN" altLang="en-US" b="1" i="1" dirty="0">
                <a:solidFill>
                  <a:schemeClr val="tx1"/>
                </a:solidFill>
                <a:latin typeface="Times New Roman" panose="02020603050405020304" pitchFamily="18" charset="0"/>
                <a:ea typeface="楷体" panose="02010609060101010101" pitchFamily="49" charset="-122"/>
              </a:rPr>
              <a:t> </a:t>
            </a:r>
            <a:r>
              <a:rPr lang="en-US" altLang="zh-CN" b="1" dirty="0">
                <a:solidFill>
                  <a:schemeClr val="tx1"/>
                </a:solidFill>
                <a:latin typeface="Times New Roman" panose="02020603050405020304" pitchFamily="18" charset="0"/>
                <a:ea typeface="楷体" panose="02010609060101010101" pitchFamily="49" charset="-122"/>
              </a:rPr>
              <a:t>) </a:t>
            </a:r>
          </a:p>
          <a:p>
            <a:pPr eaLnBrk="1" hangingPunct="1">
              <a:spcBef>
                <a:spcPct val="0"/>
              </a:spcBef>
              <a:buClrTx/>
              <a:buSzTx/>
              <a:buFont typeface="Arial" panose="020B0604020202020204" pitchFamily="34" charset="0"/>
              <a:buNone/>
            </a:pPr>
            <a:r>
              <a:rPr lang="zh-CN" altLang="en-US" b="1" dirty="0">
                <a:solidFill>
                  <a:schemeClr val="tx1"/>
                </a:solidFill>
                <a:latin typeface="Times New Roman" panose="02020603050405020304" pitchFamily="18" charset="0"/>
                <a:ea typeface="楷体" panose="02010609060101010101" pitchFamily="49" charset="-122"/>
              </a:rPr>
              <a:t>                            </a:t>
            </a:r>
            <a:r>
              <a:rPr lang="en-US" altLang="zh-CN" b="1" dirty="0">
                <a:solidFill>
                  <a:schemeClr val="tx1"/>
                </a:solidFill>
                <a:latin typeface="Times New Roman" panose="02020603050405020304" pitchFamily="18" charset="0"/>
                <a:ea typeface="楷体" panose="02010609060101010101" pitchFamily="49" charset="-122"/>
              </a:rPr>
              <a:t>for ( </a:t>
            </a:r>
            <a:r>
              <a:rPr lang="zh-CN" altLang="en-US" b="1" dirty="0">
                <a:solidFill>
                  <a:schemeClr val="tx1"/>
                </a:solidFill>
                <a:latin typeface="Times New Roman" panose="02020603050405020304" pitchFamily="18" charset="0"/>
                <a:ea typeface="楷体" panose="02010609060101010101" pitchFamily="49" charset="-122"/>
              </a:rPr>
              <a:t>每个文法符号</a:t>
            </a:r>
            <a:r>
              <a:rPr lang="en-US" altLang="zh-CN" b="1" i="1" dirty="0">
                <a:solidFill>
                  <a:schemeClr val="tx1"/>
                </a:solidFill>
                <a:latin typeface="Times New Roman" panose="02020603050405020304" pitchFamily="18" charset="0"/>
                <a:ea typeface="楷体" panose="02010609060101010101" pitchFamily="49" charset="-122"/>
              </a:rPr>
              <a:t>X</a:t>
            </a:r>
            <a:r>
              <a:rPr lang="zh-CN" altLang="en-US" b="1" i="1" dirty="0">
                <a:solidFill>
                  <a:schemeClr val="tx1"/>
                </a:solidFill>
                <a:latin typeface="Times New Roman" panose="02020603050405020304" pitchFamily="18" charset="0"/>
                <a:ea typeface="楷体" panose="02010609060101010101" pitchFamily="49" charset="-122"/>
              </a:rPr>
              <a:t> </a:t>
            </a:r>
            <a:r>
              <a:rPr lang="en-US" altLang="zh-CN" b="1" dirty="0">
                <a:solidFill>
                  <a:schemeClr val="tx1"/>
                </a:solidFill>
                <a:latin typeface="Times New Roman" panose="02020603050405020304" pitchFamily="18" charset="0"/>
                <a:ea typeface="楷体" panose="02010609060101010101" pitchFamily="49" charset="-122"/>
              </a:rPr>
              <a:t>) </a:t>
            </a:r>
            <a:endParaRPr lang="zh-CN" altLang="en-US" b="1" dirty="0">
              <a:solidFill>
                <a:schemeClr val="tx1"/>
              </a:solidFill>
              <a:latin typeface="Times New Roman" panose="02020603050405020304" pitchFamily="18" charset="0"/>
              <a:ea typeface="楷体" panose="02010609060101010101" pitchFamily="49" charset="-122"/>
            </a:endParaRPr>
          </a:p>
          <a:p>
            <a:pPr eaLnBrk="1" hangingPunct="1">
              <a:spcBef>
                <a:spcPct val="0"/>
              </a:spcBef>
              <a:buClrTx/>
              <a:buSzTx/>
              <a:buFont typeface="Arial" panose="020B0604020202020204" pitchFamily="34" charset="0"/>
              <a:buNone/>
            </a:pPr>
            <a:r>
              <a:rPr lang="zh-CN" altLang="en-US" b="1" dirty="0">
                <a:solidFill>
                  <a:schemeClr val="tx1"/>
                </a:solidFill>
                <a:latin typeface="Times New Roman" panose="02020603050405020304" pitchFamily="18" charset="0"/>
                <a:ea typeface="楷体" panose="02010609060101010101" pitchFamily="49" charset="-122"/>
              </a:rPr>
              <a:t>                                      </a:t>
            </a:r>
            <a:r>
              <a:rPr lang="en-US" altLang="zh-CN" b="1" dirty="0">
                <a:solidFill>
                  <a:schemeClr val="tx1"/>
                </a:solidFill>
                <a:latin typeface="Times New Roman" panose="02020603050405020304" pitchFamily="18" charset="0"/>
                <a:ea typeface="楷体" panose="02010609060101010101" pitchFamily="49" charset="-122"/>
              </a:rPr>
              <a:t>if ( GOTO( </a:t>
            </a:r>
            <a:r>
              <a:rPr lang="en-US" altLang="zh-CN" b="1" i="1" dirty="0">
                <a:solidFill>
                  <a:schemeClr val="tx1"/>
                </a:solidFill>
                <a:latin typeface="Times New Roman" panose="02020603050405020304" pitchFamily="18" charset="0"/>
                <a:ea typeface="楷体" panose="02010609060101010101" pitchFamily="49" charset="-122"/>
              </a:rPr>
              <a:t>I</a:t>
            </a:r>
            <a:r>
              <a:rPr lang="zh-CN" altLang="en-US" b="1" dirty="0">
                <a:solidFill>
                  <a:schemeClr val="tx1"/>
                </a:solidFill>
                <a:latin typeface="Times New Roman" panose="02020603050405020304" pitchFamily="18" charset="0"/>
                <a:ea typeface="楷体" panose="02010609060101010101" pitchFamily="49" charset="-122"/>
              </a:rPr>
              <a:t>，</a:t>
            </a:r>
            <a:r>
              <a:rPr lang="en-US" altLang="zh-CN" b="1" i="1" dirty="0">
                <a:solidFill>
                  <a:schemeClr val="tx1"/>
                </a:solidFill>
                <a:latin typeface="Times New Roman" panose="02020603050405020304" pitchFamily="18" charset="0"/>
                <a:ea typeface="楷体" panose="02010609060101010101" pitchFamily="49" charset="-122"/>
              </a:rPr>
              <a:t>X </a:t>
            </a:r>
            <a:r>
              <a:rPr lang="en-US" altLang="zh-CN" b="1" dirty="0">
                <a:solidFill>
                  <a:schemeClr val="tx1"/>
                </a:solidFill>
                <a:latin typeface="Times New Roman" panose="02020603050405020304" pitchFamily="18" charset="0"/>
                <a:ea typeface="楷体" panose="02010609060101010101" pitchFamily="49" charset="-122"/>
              </a:rPr>
              <a:t>)</a:t>
            </a:r>
            <a:r>
              <a:rPr lang="zh-CN" altLang="en-US" b="1" dirty="0">
                <a:solidFill>
                  <a:schemeClr val="tx1"/>
                </a:solidFill>
                <a:latin typeface="Times New Roman" panose="02020603050405020304" pitchFamily="18" charset="0"/>
                <a:ea typeface="楷体" panose="02010609060101010101" pitchFamily="49" charset="-122"/>
              </a:rPr>
              <a:t>非空且不在</a:t>
            </a:r>
            <a:r>
              <a:rPr lang="en-US" altLang="zh-CN" b="1" i="1" dirty="0">
                <a:solidFill>
                  <a:schemeClr val="tx1"/>
                </a:solidFill>
                <a:latin typeface="Times New Roman" panose="02020603050405020304" pitchFamily="18" charset="0"/>
                <a:ea typeface="楷体" panose="02010609060101010101" pitchFamily="49" charset="-122"/>
              </a:rPr>
              <a:t>C</a:t>
            </a:r>
            <a:r>
              <a:rPr lang="zh-CN" altLang="en-US" b="1" dirty="0">
                <a:solidFill>
                  <a:schemeClr val="tx1"/>
                </a:solidFill>
                <a:latin typeface="Times New Roman" panose="02020603050405020304" pitchFamily="18" charset="0"/>
                <a:ea typeface="楷体" panose="02010609060101010101" pitchFamily="49" charset="-122"/>
              </a:rPr>
              <a:t>中 </a:t>
            </a:r>
            <a:r>
              <a:rPr lang="en-US" altLang="zh-CN" b="1" dirty="0">
                <a:solidFill>
                  <a:schemeClr val="tx1"/>
                </a:solidFill>
                <a:latin typeface="Times New Roman" panose="02020603050405020304" pitchFamily="18" charset="0"/>
                <a:ea typeface="楷体" panose="02010609060101010101" pitchFamily="49" charset="-122"/>
              </a:rPr>
              <a:t>) </a:t>
            </a:r>
            <a:endParaRPr lang="zh-CN" altLang="en-US" b="1" dirty="0">
              <a:solidFill>
                <a:schemeClr val="tx1"/>
              </a:solidFill>
              <a:latin typeface="Times New Roman" panose="02020603050405020304" pitchFamily="18" charset="0"/>
              <a:ea typeface="楷体" panose="02010609060101010101" pitchFamily="49" charset="-122"/>
            </a:endParaRPr>
          </a:p>
          <a:p>
            <a:pPr eaLnBrk="1" hangingPunct="1">
              <a:spcBef>
                <a:spcPct val="0"/>
              </a:spcBef>
              <a:buClrTx/>
              <a:buSzTx/>
              <a:buFont typeface="Arial" panose="020B0604020202020204" pitchFamily="34" charset="0"/>
              <a:buNone/>
            </a:pPr>
            <a:r>
              <a:rPr lang="zh-CN" altLang="en-US" b="1" dirty="0">
                <a:solidFill>
                  <a:schemeClr val="tx1"/>
                </a:solidFill>
                <a:latin typeface="Times New Roman" panose="02020603050405020304" pitchFamily="18" charset="0"/>
                <a:ea typeface="楷体" panose="02010609060101010101" pitchFamily="49" charset="-122"/>
              </a:rPr>
              <a:t>                                               将</a:t>
            </a:r>
            <a:r>
              <a:rPr lang="en-US" altLang="zh-CN" b="1" dirty="0">
                <a:solidFill>
                  <a:schemeClr val="tx1"/>
                </a:solidFill>
                <a:latin typeface="Times New Roman" panose="02020603050405020304" pitchFamily="18" charset="0"/>
                <a:ea typeface="楷体" panose="02010609060101010101" pitchFamily="49" charset="-122"/>
              </a:rPr>
              <a:t>GOTO( </a:t>
            </a:r>
            <a:r>
              <a:rPr lang="en-US" altLang="zh-CN" b="1" i="1" dirty="0">
                <a:solidFill>
                  <a:schemeClr val="tx1"/>
                </a:solidFill>
                <a:latin typeface="Times New Roman" panose="02020603050405020304" pitchFamily="18" charset="0"/>
                <a:ea typeface="楷体" panose="02010609060101010101" pitchFamily="49" charset="-122"/>
              </a:rPr>
              <a:t>I</a:t>
            </a:r>
            <a:r>
              <a:rPr lang="zh-CN" altLang="en-US" b="1" dirty="0">
                <a:solidFill>
                  <a:schemeClr val="tx1"/>
                </a:solidFill>
                <a:latin typeface="Times New Roman" panose="02020603050405020304" pitchFamily="18" charset="0"/>
                <a:ea typeface="楷体" panose="02010609060101010101" pitchFamily="49" charset="-122"/>
              </a:rPr>
              <a:t>，</a:t>
            </a:r>
            <a:r>
              <a:rPr lang="en-US" altLang="zh-CN" b="1" i="1" dirty="0">
                <a:solidFill>
                  <a:schemeClr val="tx1"/>
                </a:solidFill>
                <a:latin typeface="Times New Roman" panose="02020603050405020304" pitchFamily="18" charset="0"/>
                <a:ea typeface="楷体" panose="02010609060101010101" pitchFamily="49" charset="-122"/>
              </a:rPr>
              <a:t>X </a:t>
            </a:r>
            <a:r>
              <a:rPr lang="en-US" altLang="zh-CN" b="1" dirty="0">
                <a:solidFill>
                  <a:schemeClr val="tx1"/>
                </a:solidFill>
                <a:latin typeface="Times New Roman" panose="02020603050405020304" pitchFamily="18" charset="0"/>
                <a:ea typeface="楷体" panose="02010609060101010101" pitchFamily="49" charset="-122"/>
              </a:rPr>
              <a:t>)</a:t>
            </a:r>
            <a:r>
              <a:rPr lang="zh-CN" altLang="en-US" b="1" dirty="0">
                <a:solidFill>
                  <a:schemeClr val="tx1"/>
                </a:solidFill>
                <a:latin typeface="Times New Roman" panose="02020603050405020304" pitchFamily="18" charset="0"/>
                <a:ea typeface="楷体" panose="02010609060101010101" pitchFamily="49" charset="-122"/>
              </a:rPr>
              <a:t>加入</a:t>
            </a:r>
            <a:r>
              <a:rPr lang="en-US" altLang="zh-CN" b="1" i="1" dirty="0">
                <a:solidFill>
                  <a:schemeClr val="tx1"/>
                </a:solidFill>
                <a:latin typeface="Times New Roman" panose="02020603050405020304" pitchFamily="18" charset="0"/>
                <a:ea typeface="楷体" panose="02010609060101010101" pitchFamily="49" charset="-122"/>
              </a:rPr>
              <a:t>C</a:t>
            </a:r>
            <a:r>
              <a:rPr lang="zh-CN" altLang="en-US" b="1" dirty="0">
                <a:solidFill>
                  <a:schemeClr val="tx1"/>
                </a:solidFill>
                <a:latin typeface="Times New Roman" panose="02020603050405020304" pitchFamily="18" charset="0"/>
                <a:ea typeface="楷体" panose="02010609060101010101" pitchFamily="49" charset="-122"/>
              </a:rPr>
              <a:t>中；</a:t>
            </a:r>
          </a:p>
          <a:p>
            <a:pPr eaLnBrk="1" hangingPunct="1">
              <a:spcBef>
                <a:spcPct val="0"/>
              </a:spcBef>
              <a:buClrTx/>
              <a:buSzTx/>
              <a:buFont typeface="Arial" panose="020B0604020202020204" pitchFamily="34" charset="0"/>
              <a:buNone/>
            </a:pPr>
            <a:r>
              <a:rPr lang="zh-CN" altLang="en-US" b="1" dirty="0">
                <a:solidFill>
                  <a:schemeClr val="tx1"/>
                </a:solidFill>
                <a:latin typeface="Times New Roman" panose="02020603050405020304" pitchFamily="18" charset="0"/>
                <a:ea typeface="楷体" panose="02010609060101010101" pitchFamily="49" charset="-122"/>
              </a:rPr>
              <a:t>          </a:t>
            </a:r>
            <a:r>
              <a:rPr lang="en-US" altLang="zh-CN" b="1" dirty="0">
                <a:solidFill>
                  <a:schemeClr val="tx1"/>
                </a:solidFill>
                <a:latin typeface="Times New Roman" panose="02020603050405020304" pitchFamily="18" charset="0"/>
                <a:ea typeface="楷体" panose="02010609060101010101" pitchFamily="49" charset="-122"/>
              </a:rPr>
              <a:t>until</a:t>
            </a:r>
            <a:r>
              <a:rPr lang="zh-CN" altLang="en-US" b="1" dirty="0">
                <a:solidFill>
                  <a:schemeClr val="tx1"/>
                </a:solidFill>
                <a:latin typeface="Times New Roman" panose="02020603050405020304" pitchFamily="18" charset="0"/>
                <a:ea typeface="楷体" panose="02010609060101010101" pitchFamily="49" charset="-122"/>
              </a:rPr>
              <a:t> 不再有新的项集加入到</a:t>
            </a:r>
            <a:r>
              <a:rPr lang="en-US" altLang="zh-CN" b="1" i="1" dirty="0">
                <a:solidFill>
                  <a:schemeClr val="tx1"/>
                </a:solidFill>
                <a:latin typeface="Times New Roman" panose="02020603050405020304" pitchFamily="18" charset="0"/>
                <a:ea typeface="楷体" panose="02010609060101010101" pitchFamily="49" charset="-122"/>
              </a:rPr>
              <a:t>C</a:t>
            </a:r>
            <a:r>
              <a:rPr lang="zh-CN" altLang="en-US" b="1" dirty="0">
                <a:solidFill>
                  <a:schemeClr val="tx1"/>
                </a:solidFill>
                <a:latin typeface="Times New Roman" panose="02020603050405020304" pitchFamily="18" charset="0"/>
                <a:ea typeface="楷体" panose="02010609060101010101" pitchFamily="49" charset="-122"/>
              </a:rPr>
              <a:t>中；</a:t>
            </a:r>
          </a:p>
          <a:p>
            <a:pPr eaLnBrk="1" hangingPunct="1">
              <a:spcBef>
                <a:spcPct val="0"/>
              </a:spcBef>
              <a:buClrTx/>
              <a:buSzTx/>
              <a:buFont typeface="Arial" panose="020B0604020202020204" pitchFamily="34" charset="0"/>
              <a:buNone/>
            </a:pPr>
            <a:r>
              <a:rPr lang="en-US" altLang="zh-CN" b="1" dirty="0">
                <a:solidFill>
                  <a:schemeClr val="tx1"/>
                </a:solidFill>
                <a:latin typeface="Times New Roman" panose="02020603050405020304" pitchFamily="18" charset="0"/>
                <a:ea typeface="楷体" panose="02010609060101010101" pitchFamily="49" charset="-122"/>
              </a:rPr>
              <a:t>}</a:t>
            </a:r>
          </a:p>
        </p:txBody>
      </p:sp>
      <p:sp>
        <p:nvSpPr>
          <p:cNvPr id="55299" name="标题 1"/>
          <p:cNvSpPr>
            <a:spLocks noGrp="1" noChangeArrowheads="1"/>
          </p:cNvSpPr>
          <p:nvPr>
            <p:ph type="title"/>
          </p:nvPr>
        </p:nvSpPr>
        <p:spPr>
          <a:xfrm>
            <a:off x="755650" y="268288"/>
            <a:ext cx="7931150" cy="358775"/>
          </a:xfrm>
        </p:spPr>
        <p:txBody>
          <a:bodyPr/>
          <a:lstStyle/>
          <a:p>
            <a:pPr eaLnBrk="1" hangingPunct="1"/>
            <a:r>
              <a:rPr lang="zh-CN" altLang="en-US" sz="3000" dirty="0">
                <a:solidFill>
                  <a:schemeClr val="tx1"/>
                </a:solidFill>
                <a:latin typeface="微软雅黑" panose="020B0503020204020204" pitchFamily="34" charset="-122"/>
                <a:ea typeface="微软雅黑" panose="020B0503020204020204" pitchFamily="34" charset="-122"/>
              </a:rPr>
              <a:t>为文法</a:t>
            </a:r>
            <a:r>
              <a:rPr lang="en-US" altLang="zh-CN" sz="3000" i="1" dirty="0">
                <a:solidFill>
                  <a:schemeClr val="tx1"/>
                </a:solidFill>
                <a:ea typeface="黑体" panose="02010609060101010101" pitchFamily="49" charset="-122"/>
              </a:rPr>
              <a:t>G'</a:t>
            </a:r>
            <a:r>
              <a:rPr lang="zh-CN" altLang="en-US" sz="3000" i="1" dirty="0">
                <a:solidFill>
                  <a:schemeClr val="tx1"/>
                </a:solidFill>
                <a:ea typeface="黑体" panose="02010609060101010101" pitchFamily="49" charset="-122"/>
              </a:rPr>
              <a:t> </a:t>
            </a:r>
            <a:r>
              <a:rPr lang="zh-CN" altLang="en-US" sz="3000" dirty="0">
                <a:solidFill>
                  <a:schemeClr val="tx1"/>
                </a:solidFill>
                <a:latin typeface="微软雅黑" panose="020B0503020204020204" pitchFamily="34" charset="-122"/>
                <a:ea typeface="微软雅黑" panose="020B0503020204020204" pitchFamily="34" charset="-122"/>
              </a:rPr>
              <a:t>构造</a:t>
            </a:r>
            <a:r>
              <a:rPr lang="en-US" altLang="zh-CN" sz="3000" i="1" dirty="0">
                <a:solidFill>
                  <a:schemeClr val="tx1"/>
                </a:solidFill>
                <a:ea typeface="黑体" panose="02010609060101010101" pitchFamily="49" charset="-122"/>
              </a:rPr>
              <a:t>LR</a:t>
            </a:r>
            <a:r>
              <a:rPr lang="en-US" altLang="zh-CN" sz="3000" dirty="0">
                <a:solidFill>
                  <a:schemeClr val="tx1"/>
                </a:solidFill>
                <a:ea typeface="黑体" panose="02010609060101010101" pitchFamily="49" charset="-122"/>
              </a:rPr>
              <a:t>(1)</a:t>
            </a:r>
            <a:r>
              <a:rPr lang="zh-CN" altLang="en-US" sz="3000" dirty="0">
                <a:solidFill>
                  <a:schemeClr val="tx1"/>
                </a:solidFill>
                <a:latin typeface="微软雅黑" panose="020B0503020204020204" pitchFamily="34" charset="-122"/>
                <a:ea typeface="微软雅黑" panose="020B0503020204020204" pitchFamily="34" charset="-122"/>
              </a:rPr>
              <a:t>项集族</a:t>
            </a:r>
          </a:p>
        </p:txBody>
      </p:sp>
      <p:sp>
        <p:nvSpPr>
          <p:cNvPr id="2" name="灯片编号占位符 1">
            <a:extLst>
              <a:ext uri="{FF2B5EF4-FFF2-40B4-BE49-F238E27FC236}">
                <a16:creationId xmlns:a16="http://schemas.microsoft.com/office/drawing/2014/main" id="{72E22138-2AA4-491C-9CD8-D7377604E3E0}"/>
              </a:ext>
            </a:extLst>
          </p:cNvPr>
          <p:cNvSpPr>
            <a:spLocks noGrp="1"/>
          </p:cNvSpPr>
          <p:nvPr>
            <p:ph type="sldNum" sz="quarter" idx="12"/>
          </p:nvPr>
        </p:nvSpPr>
        <p:spPr/>
        <p:txBody>
          <a:bodyPr/>
          <a:lstStyle/>
          <a:p>
            <a:pPr>
              <a:defRPr/>
            </a:pPr>
            <a:fld id="{76D20AB1-C80E-44EB-B890-88EEF3B3DC08}" type="slidenum">
              <a:rPr lang="zh-CN" altLang="en-US" smtClean="0"/>
              <a:pPr>
                <a:defRPr/>
              </a:pPr>
              <a:t>19</a:t>
            </a:fld>
            <a:endParaRPr lang="en-US" altLang="zh-C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内容占位符 2"/>
          <p:cNvSpPr>
            <a:spLocks noGrp="1" noChangeArrowheads="1"/>
          </p:cNvSpPr>
          <p:nvPr>
            <p:ph idx="1"/>
          </p:nvPr>
        </p:nvSpPr>
        <p:spPr>
          <a:xfrm>
            <a:off x="468313" y="785813"/>
            <a:ext cx="8218487" cy="3225800"/>
          </a:xfrm>
        </p:spPr>
        <p:txBody>
          <a:bodyPr/>
          <a:lstStyle/>
          <a:p>
            <a:pPr eaLnBrk="1" hangingPunct="1">
              <a:buClr>
                <a:schemeClr val="tx1"/>
              </a:buClr>
              <a:buFont typeface="Wingdings" pitchFamily="2" charset="2"/>
              <a:buChar char="Ø"/>
              <a:defRPr/>
            </a:pPr>
            <a:r>
              <a:rPr lang="zh-CN" altLang="en-US" sz="2500" b="1" dirty="0">
                <a:solidFill>
                  <a:schemeClr val="tx1"/>
                </a:solidFill>
                <a:latin typeface="Times New Roman" panose="02020603050405020304" pitchFamily="18" charset="0"/>
                <a:cs typeface="Times New Roman" panose="02020603050405020304" pitchFamily="18" charset="0"/>
              </a:rPr>
              <a:t>构造</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G'</a:t>
            </a:r>
            <a:r>
              <a:rPr lang="zh-CN" altLang="en-US" sz="2500" b="1" dirty="0">
                <a:solidFill>
                  <a:schemeClr val="tx1"/>
                </a:solidFill>
                <a:latin typeface="Times New Roman" panose="02020603050405020304" pitchFamily="18" charset="0"/>
                <a:cs typeface="Times New Roman" panose="02020603050405020304" pitchFamily="18" charset="0"/>
              </a:rPr>
              <a:t>的规范</a:t>
            </a:r>
            <a:r>
              <a:rPr lang="en-US" altLang="zh-CN" sz="2500" b="1" i="1" dirty="0">
                <a:solidFill>
                  <a:srgbClr val="2D83F4"/>
                </a:solidFill>
                <a:latin typeface="Times New Roman" panose="02020603050405020304" pitchFamily="18" charset="0"/>
                <a:ea typeface="楷体_GB2312" pitchFamily="49" charset="-122"/>
                <a:cs typeface="Times New Roman" panose="02020603050405020304" pitchFamily="18" charset="0"/>
              </a:rPr>
              <a:t>LR</a:t>
            </a:r>
            <a:r>
              <a:rPr lang="en-US" altLang="zh-CN" sz="2500" b="1" dirty="0">
                <a:solidFill>
                  <a:srgbClr val="2D83F4"/>
                </a:solidFill>
                <a:latin typeface="Times New Roman" panose="02020603050405020304" pitchFamily="18" charset="0"/>
                <a:ea typeface="楷体_GB2312" pitchFamily="49" charset="-122"/>
                <a:cs typeface="Times New Roman" panose="02020603050405020304" pitchFamily="18" charset="0"/>
              </a:rPr>
              <a:t>(1)</a:t>
            </a:r>
            <a:r>
              <a:rPr lang="zh-CN" altLang="en-US" sz="2500" b="1" dirty="0">
                <a:solidFill>
                  <a:schemeClr val="tx1"/>
                </a:solidFill>
                <a:latin typeface="Times New Roman" panose="02020603050405020304" pitchFamily="18" charset="0"/>
                <a:cs typeface="Times New Roman" panose="02020603050405020304" pitchFamily="18" charset="0"/>
              </a:rPr>
              <a:t>项集族</a:t>
            </a:r>
            <a:r>
              <a:rPr lang="en-US" altLang="zh-CN" sz="2500" b="1" i="1" dirty="0">
                <a:solidFill>
                  <a:schemeClr val="tx1"/>
                </a:solidFill>
                <a:latin typeface="Times New Roman" panose="02020603050405020304" pitchFamily="18" charset="0"/>
                <a:ea typeface="楷体_GB2312" pitchFamily="49" charset="-122"/>
                <a:cs typeface="Times New Roman" panose="02020603050405020304" pitchFamily="18" charset="0"/>
              </a:rPr>
              <a:t>C </a:t>
            </a:r>
            <a:r>
              <a:rPr lang="en-US" altLang="zh-CN" sz="2500" b="1" dirty="0">
                <a:solidFill>
                  <a:schemeClr val="tx1"/>
                </a:solidFill>
                <a:latin typeface="Times New Roman" panose="02020603050405020304" pitchFamily="18" charset="0"/>
                <a:ea typeface="楷体_GB2312" pitchFamily="49" charset="-122"/>
                <a:cs typeface="Times New Roman" panose="02020603050405020304" pitchFamily="18" charset="0"/>
              </a:rPr>
              <a:t>= { </a:t>
            </a:r>
            <a:r>
              <a:rPr lang="en-US" altLang="zh-CN" sz="2500" b="1" i="1" dirty="0">
                <a:solidFill>
                  <a:schemeClr val="tx1"/>
                </a:solidFill>
                <a:latin typeface="Times New Roman" panose="02020603050405020304" pitchFamily="18" charset="0"/>
                <a:ea typeface="楷体_GB2312" pitchFamily="49" charset="-122"/>
                <a:cs typeface="Times New Roman" panose="02020603050405020304" pitchFamily="18" charset="0"/>
              </a:rPr>
              <a:t>I</a:t>
            </a:r>
            <a:r>
              <a:rPr lang="en-US" altLang="zh-CN" sz="2500" b="1" baseline="-25000" dirty="0">
                <a:solidFill>
                  <a:schemeClr val="tx1"/>
                </a:solidFill>
                <a:latin typeface="Times New Roman" panose="02020603050405020304" pitchFamily="18" charset="0"/>
                <a:ea typeface="楷体_GB2312" pitchFamily="49" charset="-122"/>
                <a:cs typeface="Times New Roman" panose="02020603050405020304" pitchFamily="18" charset="0"/>
              </a:rPr>
              <a:t>0</a:t>
            </a:r>
            <a:r>
              <a:rPr lang="en-US" altLang="zh-CN" sz="2500"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sz="2500" b="1" i="1" dirty="0">
                <a:solidFill>
                  <a:schemeClr val="tx1"/>
                </a:solidFill>
                <a:latin typeface="Times New Roman" panose="02020603050405020304" pitchFamily="18" charset="0"/>
                <a:ea typeface="楷体_GB2312" pitchFamily="49" charset="-122"/>
                <a:cs typeface="Times New Roman" panose="02020603050405020304" pitchFamily="18" charset="0"/>
              </a:rPr>
              <a:t>I</a:t>
            </a:r>
            <a:r>
              <a:rPr lang="en-US" altLang="zh-CN" sz="2500" b="1" baseline="-25000" dirty="0">
                <a:solidFill>
                  <a:schemeClr val="tx1"/>
                </a:solidFill>
                <a:latin typeface="Times New Roman" panose="02020603050405020304" pitchFamily="18" charset="0"/>
                <a:ea typeface="楷体_GB2312" pitchFamily="49" charset="-122"/>
                <a:cs typeface="Times New Roman" panose="02020603050405020304" pitchFamily="18" charset="0"/>
              </a:rPr>
              <a:t>1</a:t>
            </a:r>
            <a:r>
              <a:rPr lang="en-US" altLang="zh-CN" sz="2500" b="1" dirty="0">
                <a:solidFill>
                  <a:schemeClr val="tx1"/>
                </a:solidFill>
                <a:latin typeface="Times New Roman" panose="02020603050405020304" pitchFamily="18" charset="0"/>
                <a:ea typeface="楷体_GB2312" pitchFamily="49" charset="-122"/>
                <a:cs typeface="Times New Roman" panose="02020603050405020304" pitchFamily="18" charset="0"/>
              </a:rPr>
              <a:t>, … , </a:t>
            </a:r>
            <a:r>
              <a:rPr lang="en-US" altLang="zh-CN" sz="2500" b="1" i="1" dirty="0">
                <a:solidFill>
                  <a:schemeClr val="tx1"/>
                </a:solidFill>
                <a:latin typeface="Times New Roman" panose="02020603050405020304" pitchFamily="18" charset="0"/>
                <a:ea typeface="楷体_GB2312" pitchFamily="49" charset="-122"/>
                <a:cs typeface="Times New Roman" panose="02020603050405020304" pitchFamily="18" charset="0"/>
              </a:rPr>
              <a:t>I</a:t>
            </a:r>
            <a:r>
              <a:rPr lang="en-US" altLang="zh-CN" sz="2500" b="1" i="1" baseline="-25000" dirty="0">
                <a:solidFill>
                  <a:schemeClr val="tx1"/>
                </a:solidFill>
                <a:latin typeface="Times New Roman" panose="02020603050405020304" pitchFamily="18" charset="0"/>
                <a:ea typeface="楷体_GB2312" pitchFamily="49" charset="-122"/>
                <a:cs typeface="Times New Roman" panose="02020603050405020304" pitchFamily="18" charset="0"/>
              </a:rPr>
              <a:t>n</a:t>
            </a:r>
            <a:r>
              <a:rPr lang="en-US" altLang="zh-CN" sz="2500" b="1" dirty="0">
                <a:solidFill>
                  <a:schemeClr val="tx1"/>
                </a:solidFill>
                <a:latin typeface="Times New Roman" panose="02020603050405020304" pitchFamily="18" charset="0"/>
                <a:ea typeface="楷体_GB2312" pitchFamily="49" charset="-122"/>
                <a:cs typeface="Times New Roman" panose="02020603050405020304" pitchFamily="18" charset="0"/>
              </a:rPr>
              <a:t>}</a:t>
            </a:r>
          </a:p>
          <a:p>
            <a:pPr eaLnBrk="1" hangingPunct="1">
              <a:buClr>
                <a:schemeClr val="tx1"/>
              </a:buClr>
              <a:buFont typeface="Wingdings" pitchFamily="2" charset="2"/>
              <a:buChar char="Ø"/>
              <a:defRPr/>
            </a:pPr>
            <a:r>
              <a:rPr lang="zh-CN" altLang="en-US" sz="2500" b="1" dirty="0">
                <a:solidFill>
                  <a:schemeClr val="tx1"/>
                </a:solidFill>
                <a:latin typeface="Times New Roman" panose="02020603050405020304" pitchFamily="18" charset="0"/>
                <a:cs typeface="Times New Roman" panose="02020603050405020304" pitchFamily="18" charset="0"/>
              </a:rPr>
              <a:t>根据</a:t>
            </a:r>
            <a:r>
              <a:rPr lang="en-US" altLang="zh-CN" sz="2500" b="1" i="1" dirty="0">
                <a:solidFill>
                  <a:schemeClr val="tx1"/>
                </a:solidFill>
                <a:latin typeface="Times New Roman" panose="02020603050405020304" pitchFamily="18" charset="0"/>
                <a:ea typeface="楷体_GB2312" pitchFamily="49" charset="-122"/>
                <a:cs typeface="Times New Roman" panose="02020603050405020304" pitchFamily="18" charset="0"/>
              </a:rPr>
              <a:t>I</a:t>
            </a:r>
            <a:r>
              <a:rPr lang="en-US" altLang="zh-CN" sz="2500" b="1" i="1" baseline="-25000" dirty="0">
                <a:solidFill>
                  <a:schemeClr val="tx1"/>
                </a:solidFill>
                <a:latin typeface="Times New Roman" panose="02020603050405020304" pitchFamily="18" charset="0"/>
                <a:ea typeface="楷体_GB2312" pitchFamily="49" charset="-122"/>
                <a:cs typeface="Times New Roman" panose="02020603050405020304" pitchFamily="18" charset="0"/>
              </a:rPr>
              <a:t>i</a:t>
            </a:r>
            <a:r>
              <a:rPr lang="zh-CN" altLang="en-US" sz="2500" b="1" dirty="0">
                <a:solidFill>
                  <a:schemeClr val="tx1"/>
                </a:solidFill>
                <a:latin typeface="Times New Roman" panose="02020603050405020304" pitchFamily="18" charset="0"/>
                <a:cs typeface="Times New Roman" panose="02020603050405020304" pitchFamily="18" charset="0"/>
              </a:rPr>
              <a:t>构造得到状态</a:t>
            </a:r>
            <a:r>
              <a:rPr lang="en-US" altLang="zh-CN" sz="2500" b="1" i="1" dirty="0" err="1">
                <a:solidFill>
                  <a:schemeClr val="tx1"/>
                </a:solidFill>
                <a:latin typeface="Times New Roman" panose="02020603050405020304" pitchFamily="18" charset="0"/>
                <a:ea typeface="楷体_GB2312" pitchFamily="49" charset="-122"/>
                <a:cs typeface="Times New Roman" panose="02020603050405020304" pitchFamily="18" charset="0"/>
              </a:rPr>
              <a:t>i</a:t>
            </a:r>
            <a:r>
              <a:rPr lang="zh-CN" altLang="en-US" sz="2500" b="1" dirty="0">
                <a:solidFill>
                  <a:schemeClr val="tx1"/>
                </a:solidFill>
                <a:latin typeface="Times New Roman" panose="02020603050405020304" pitchFamily="18" charset="0"/>
                <a:ea typeface="宋体" pitchFamily="2" charset="-122"/>
                <a:cs typeface="Times New Roman" panose="02020603050405020304" pitchFamily="18" charset="0"/>
              </a:rPr>
              <a:t>。</a:t>
            </a:r>
            <a:r>
              <a:rPr lang="zh-CN" altLang="en-US" sz="2500" b="1" dirty="0">
                <a:solidFill>
                  <a:schemeClr val="tx1"/>
                </a:solidFill>
                <a:latin typeface="Times New Roman" panose="02020603050405020304" pitchFamily="18" charset="0"/>
                <a:cs typeface="Times New Roman" panose="02020603050405020304" pitchFamily="18" charset="0"/>
              </a:rPr>
              <a:t>状态</a:t>
            </a:r>
            <a:r>
              <a:rPr lang="en-US" altLang="zh-CN" sz="2500" b="1" i="1" dirty="0" err="1">
                <a:solidFill>
                  <a:schemeClr val="tx1"/>
                </a:solidFill>
                <a:latin typeface="Times New Roman" panose="02020603050405020304" pitchFamily="18" charset="0"/>
                <a:ea typeface="楷体_GB2312" pitchFamily="49" charset="-122"/>
                <a:cs typeface="Times New Roman" panose="02020603050405020304" pitchFamily="18" charset="0"/>
              </a:rPr>
              <a:t>i</a:t>
            </a:r>
            <a:r>
              <a:rPr lang="en-US" altLang="zh-CN" sz="2500" b="1" i="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zh-CN" altLang="en-US" sz="2500" b="1" dirty="0">
                <a:solidFill>
                  <a:schemeClr val="tx1"/>
                </a:solidFill>
                <a:latin typeface="Times New Roman" panose="02020603050405020304" pitchFamily="18" charset="0"/>
                <a:cs typeface="Times New Roman" panose="02020603050405020304" pitchFamily="18" charset="0"/>
              </a:rPr>
              <a:t>的语法分析动作按照下面的方法决定：</a:t>
            </a:r>
            <a:endParaRPr lang="en-US" altLang="zh-CN" sz="2500" b="1" dirty="0">
              <a:solidFill>
                <a:schemeClr val="tx1"/>
              </a:solidFill>
              <a:latin typeface="Times New Roman" panose="02020603050405020304" pitchFamily="18" charset="0"/>
              <a:cs typeface="Times New Roman" panose="02020603050405020304" pitchFamily="18" charset="0"/>
            </a:endParaRPr>
          </a:p>
          <a:p>
            <a:pPr lvl="1" eaLnBrk="1" hangingPunct="1">
              <a:buClr>
                <a:schemeClr val="tx1"/>
              </a:buClr>
              <a:buFont typeface="Wingdings" pitchFamily="2" charset="2"/>
              <a:buChar char="Ø"/>
              <a:defRPr/>
            </a:pPr>
            <a:r>
              <a:rPr lang="en-US" altLang="zh-CN" sz="2000" b="1" i="1" dirty="0">
                <a:solidFill>
                  <a:srgbClr val="2D83F4"/>
                </a:solidFill>
                <a:latin typeface="Times New Roman" panose="02020603050405020304" pitchFamily="18" charset="0"/>
                <a:ea typeface="楷体_GB2312" pitchFamily="49" charset="-122"/>
                <a:cs typeface="Times New Roman" panose="02020603050405020304" pitchFamily="18" charset="0"/>
              </a:rPr>
              <a:t>if</a:t>
            </a:r>
            <a:r>
              <a:rPr lang="en-US" altLang="zh-CN" sz="2000" b="1" dirty="0">
                <a:solidFill>
                  <a:srgbClr val="2D83F4"/>
                </a:solidFill>
                <a:latin typeface="Times New Roman" panose="02020603050405020304" pitchFamily="18" charset="0"/>
                <a:ea typeface="楷体_GB2312" pitchFamily="49" charset="-122"/>
                <a:cs typeface="Times New Roman" panose="02020603050405020304" pitchFamily="18" charset="0"/>
              </a:rPr>
              <a:t> </a:t>
            </a:r>
            <a:r>
              <a:rPr lang="en-US" altLang="zh-CN" sz="2000" b="1" dirty="0">
                <a:solidFill>
                  <a:schemeClr val="tx1"/>
                </a:solidFill>
                <a:latin typeface="Times New Roman" panose="02020603050405020304" pitchFamily="18" charset="0"/>
                <a:ea typeface="楷体_GB2312" pitchFamily="49" charset="-122"/>
                <a:cs typeface="Times New Roman" panose="02020603050405020304" pitchFamily="18" charset="0"/>
              </a:rPr>
              <a:t>[</a:t>
            </a:r>
            <a:r>
              <a:rPr lang="en-US" altLang="zh-CN" sz="2000" b="1" i="1" dirty="0" err="1">
                <a:solidFill>
                  <a:schemeClr val="tx1"/>
                </a:solidFill>
                <a:latin typeface="Times New Roman" panose="02020603050405020304" pitchFamily="18" charset="0"/>
                <a:ea typeface="楷体_GB2312" pitchFamily="49" charset="-122"/>
                <a:cs typeface="Times New Roman" panose="02020603050405020304" pitchFamily="18" charset="0"/>
              </a:rPr>
              <a:t>A</a:t>
            </a:r>
            <a:r>
              <a:rPr lang="en-US" altLang="zh-CN" sz="2000" b="1" dirty="0" err="1">
                <a:solidFill>
                  <a:schemeClr val="tx1"/>
                </a:solidFill>
                <a:latin typeface="Times New Roman" panose="02020603050405020304" pitchFamily="18" charset="0"/>
                <a:ea typeface="楷体_GB2312" pitchFamily="49" charset="-122"/>
                <a:cs typeface="Times New Roman" panose="02020603050405020304" pitchFamily="18" charset="0"/>
              </a:rPr>
              <a:t>→</a:t>
            </a:r>
            <a:r>
              <a:rPr lang="en-US" altLang="zh-CN" sz="2000" b="1" i="1" dirty="0" err="1">
                <a:solidFill>
                  <a:schemeClr val="tx1"/>
                </a:solidFill>
                <a:latin typeface="Times New Roman" panose="02020603050405020304" pitchFamily="18" charset="0"/>
                <a:ea typeface="楷体_GB2312" pitchFamily="49" charset="-122"/>
                <a:cs typeface="Times New Roman" panose="02020603050405020304" pitchFamily="18" charset="0"/>
              </a:rPr>
              <a:t>α</a:t>
            </a:r>
            <a:r>
              <a:rPr lang="en-US" altLang="zh-CN" sz="2000" b="1" i="1" dirty="0" err="1">
                <a:solidFill>
                  <a:srgbClr val="000000"/>
                </a:solidFill>
                <a:latin typeface="Times New Roman" panose="02020603050405020304" pitchFamily="18" charset="0"/>
                <a:ea typeface="宋体" pitchFamily="2" charset="-122"/>
                <a:cs typeface="Times New Roman" panose="02020603050405020304" pitchFamily="18" charset="0"/>
              </a:rPr>
              <a:t>·</a:t>
            </a:r>
            <a:r>
              <a:rPr lang="en-US" altLang="zh-CN" sz="2000" b="1" i="1" dirty="0" err="1">
                <a:solidFill>
                  <a:schemeClr val="tx1"/>
                </a:solidFill>
                <a:latin typeface="Times New Roman" panose="02020603050405020304" pitchFamily="18" charset="0"/>
                <a:ea typeface="楷体_GB2312" pitchFamily="49" charset="-122"/>
                <a:cs typeface="Times New Roman" panose="02020603050405020304" pitchFamily="18" charset="0"/>
              </a:rPr>
              <a:t>aβ</a:t>
            </a:r>
            <a:r>
              <a:rPr lang="en-US" altLang="zh-CN" sz="2000" b="1" i="1" dirty="0">
                <a:solidFill>
                  <a:schemeClr val="tx1"/>
                </a:solidFill>
                <a:latin typeface="Times New Roman" panose="02020603050405020304" pitchFamily="18" charset="0"/>
                <a:ea typeface="楷体_GB2312" pitchFamily="49" charset="-122"/>
                <a:cs typeface="Times New Roman" panose="02020603050405020304" pitchFamily="18" charset="0"/>
              </a:rPr>
              <a:t>,</a:t>
            </a:r>
            <a:r>
              <a:rPr lang="zh-CN" altLang="en-US" sz="2000"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sz="2000" b="1" i="1" dirty="0">
                <a:solidFill>
                  <a:schemeClr val="tx1"/>
                </a:solidFill>
                <a:latin typeface="Times New Roman" panose="02020603050405020304" pitchFamily="18" charset="0"/>
                <a:ea typeface="楷体_GB2312" pitchFamily="49" charset="-122"/>
                <a:cs typeface="Times New Roman" panose="02020603050405020304" pitchFamily="18" charset="0"/>
              </a:rPr>
              <a:t>b</a:t>
            </a:r>
            <a:r>
              <a:rPr lang="en-US" altLang="zh-CN" sz="2000" b="1" dirty="0">
                <a:solidFill>
                  <a:schemeClr val="tx1"/>
                </a:solidFill>
                <a:latin typeface="Times New Roman" panose="02020603050405020304" pitchFamily="18" charset="0"/>
                <a:ea typeface="楷体_GB2312" pitchFamily="49" charset="-122"/>
                <a:cs typeface="Times New Roman" panose="02020603050405020304" pitchFamily="18" charset="0"/>
              </a:rPr>
              <a:t> ] ∈</a:t>
            </a:r>
            <a:r>
              <a:rPr lang="en-US" altLang="zh-CN" sz="2000" b="1" i="1" dirty="0">
                <a:solidFill>
                  <a:schemeClr val="tx1"/>
                </a:solidFill>
                <a:latin typeface="Times New Roman" panose="02020603050405020304" pitchFamily="18" charset="0"/>
                <a:ea typeface="楷体_GB2312" pitchFamily="49" charset="-122"/>
                <a:cs typeface="Times New Roman" panose="02020603050405020304" pitchFamily="18" charset="0"/>
              </a:rPr>
              <a:t>I</a:t>
            </a:r>
            <a:r>
              <a:rPr lang="en-US" altLang="zh-CN" sz="2000" b="1" i="1" baseline="-25000" dirty="0">
                <a:solidFill>
                  <a:schemeClr val="tx1"/>
                </a:solidFill>
                <a:latin typeface="Times New Roman" panose="02020603050405020304" pitchFamily="18" charset="0"/>
                <a:ea typeface="楷体_GB2312" pitchFamily="49" charset="-122"/>
                <a:cs typeface="Times New Roman" panose="02020603050405020304" pitchFamily="18" charset="0"/>
              </a:rPr>
              <a:t>i</a:t>
            </a:r>
            <a:r>
              <a:rPr lang="en-US" altLang="zh-CN" sz="2000" b="1" baseline="-25000"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sz="2000" b="1" i="1" dirty="0">
                <a:solidFill>
                  <a:schemeClr val="tx1"/>
                </a:solidFill>
                <a:latin typeface="Times New Roman" panose="02020603050405020304" pitchFamily="18" charset="0"/>
                <a:ea typeface="楷体_GB2312" pitchFamily="49" charset="-122"/>
                <a:cs typeface="Times New Roman" panose="02020603050405020304" pitchFamily="18" charset="0"/>
              </a:rPr>
              <a:t>and</a:t>
            </a:r>
            <a:r>
              <a:rPr lang="en-US" altLang="zh-CN" sz="2000"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sz="2000" b="1" i="1" dirty="0">
                <a:solidFill>
                  <a:schemeClr val="tx1"/>
                </a:solidFill>
                <a:latin typeface="Times New Roman" panose="02020603050405020304" pitchFamily="18" charset="0"/>
                <a:ea typeface="楷体_GB2312" pitchFamily="49" charset="-122"/>
                <a:cs typeface="Times New Roman" panose="02020603050405020304" pitchFamily="18" charset="0"/>
              </a:rPr>
              <a:t>GOTO</a:t>
            </a:r>
            <a:r>
              <a:rPr lang="en-US" altLang="zh-CN" sz="2000"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sz="2000" b="1" i="1" dirty="0">
                <a:solidFill>
                  <a:schemeClr val="tx1"/>
                </a:solidFill>
                <a:latin typeface="Times New Roman" panose="02020603050405020304" pitchFamily="18" charset="0"/>
                <a:ea typeface="楷体_GB2312" pitchFamily="49" charset="-122"/>
                <a:cs typeface="Times New Roman" panose="02020603050405020304" pitchFamily="18" charset="0"/>
              </a:rPr>
              <a:t>I</a:t>
            </a:r>
            <a:r>
              <a:rPr lang="en-US" altLang="zh-CN" sz="2000" b="1" i="1" baseline="-25000" dirty="0">
                <a:solidFill>
                  <a:schemeClr val="tx1"/>
                </a:solidFill>
                <a:latin typeface="Times New Roman" panose="02020603050405020304" pitchFamily="18" charset="0"/>
                <a:ea typeface="楷体_GB2312" pitchFamily="49" charset="-122"/>
                <a:cs typeface="Times New Roman" panose="02020603050405020304" pitchFamily="18" charset="0"/>
              </a:rPr>
              <a:t>i </a:t>
            </a:r>
            <a:r>
              <a:rPr lang="en-US" altLang="zh-CN" sz="2000"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sz="2000" b="1" i="1" dirty="0">
                <a:solidFill>
                  <a:schemeClr val="tx1"/>
                </a:solidFill>
                <a:latin typeface="Times New Roman" panose="02020603050405020304" pitchFamily="18" charset="0"/>
                <a:ea typeface="楷体_GB2312" pitchFamily="49" charset="-122"/>
                <a:cs typeface="Times New Roman" panose="02020603050405020304" pitchFamily="18" charset="0"/>
              </a:rPr>
              <a:t>a</a:t>
            </a:r>
            <a:r>
              <a:rPr lang="en-US" altLang="zh-CN" sz="2000"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sz="2000" b="1" i="1" dirty="0" err="1">
                <a:solidFill>
                  <a:schemeClr val="tx1"/>
                </a:solidFill>
                <a:latin typeface="Times New Roman" panose="02020603050405020304" pitchFamily="18" charset="0"/>
                <a:ea typeface="楷体_GB2312" pitchFamily="49" charset="-122"/>
                <a:cs typeface="Times New Roman" panose="02020603050405020304" pitchFamily="18" charset="0"/>
              </a:rPr>
              <a:t>I</a:t>
            </a:r>
            <a:r>
              <a:rPr lang="en-US" altLang="zh-CN" sz="2000" b="1" i="1" baseline="-25000" dirty="0" err="1">
                <a:solidFill>
                  <a:schemeClr val="tx1"/>
                </a:solidFill>
                <a:latin typeface="Times New Roman" panose="02020603050405020304" pitchFamily="18" charset="0"/>
                <a:ea typeface="楷体_GB2312" pitchFamily="49" charset="-122"/>
                <a:cs typeface="Times New Roman" panose="02020603050405020304" pitchFamily="18" charset="0"/>
              </a:rPr>
              <a:t>j</a:t>
            </a:r>
            <a:r>
              <a:rPr lang="en-US" altLang="zh-CN" sz="2000" b="1" baseline="-25000"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sz="2000" b="1" i="1" dirty="0">
                <a:solidFill>
                  <a:srgbClr val="2D83F4"/>
                </a:solidFill>
                <a:latin typeface="Times New Roman" panose="02020603050405020304" pitchFamily="18" charset="0"/>
                <a:ea typeface="楷体_GB2312" pitchFamily="49" charset="-122"/>
                <a:cs typeface="Times New Roman" panose="02020603050405020304" pitchFamily="18" charset="0"/>
              </a:rPr>
              <a:t>then</a:t>
            </a:r>
            <a:r>
              <a:rPr lang="en-US" altLang="zh-CN" sz="2000" b="1" dirty="0">
                <a:solidFill>
                  <a:srgbClr val="2D83F4"/>
                </a:solidFill>
                <a:latin typeface="Times New Roman" panose="02020603050405020304" pitchFamily="18" charset="0"/>
                <a:ea typeface="楷体_GB2312" pitchFamily="49" charset="-122"/>
                <a:cs typeface="Times New Roman" panose="02020603050405020304" pitchFamily="18" charset="0"/>
              </a:rPr>
              <a:t> </a:t>
            </a:r>
            <a:r>
              <a:rPr lang="en-US" altLang="zh-CN" sz="2000" b="1" i="1" dirty="0">
                <a:solidFill>
                  <a:schemeClr val="tx1"/>
                </a:solidFill>
                <a:latin typeface="Times New Roman" panose="02020603050405020304" pitchFamily="18" charset="0"/>
                <a:ea typeface="楷体_GB2312" pitchFamily="49" charset="-122"/>
                <a:cs typeface="Times New Roman" panose="02020603050405020304" pitchFamily="18" charset="0"/>
              </a:rPr>
              <a:t>ACTION</a:t>
            </a:r>
            <a:r>
              <a:rPr lang="en-US" altLang="zh-CN" sz="2000"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sz="2000" b="1" i="1" dirty="0" err="1">
                <a:solidFill>
                  <a:schemeClr val="tx1"/>
                </a:solidFill>
                <a:latin typeface="Times New Roman" panose="02020603050405020304" pitchFamily="18" charset="0"/>
                <a:ea typeface="楷体_GB2312" pitchFamily="49" charset="-122"/>
                <a:cs typeface="Times New Roman" panose="02020603050405020304" pitchFamily="18" charset="0"/>
              </a:rPr>
              <a:t>i</a:t>
            </a:r>
            <a:r>
              <a:rPr lang="en-US" altLang="zh-CN" sz="2000"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sz="2000" b="1" i="1" dirty="0">
                <a:solidFill>
                  <a:schemeClr val="tx1"/>
                </a:solidFill>
                <a:latin typeface="Times New Roman" panose="02020603050405020304" pitchFamily="18" charset="0"/>
                <a:ea typeface="楷体_GB2312" pitchFamily="49" charset="-122"/>
                <a:cs typeface="Times New Roman" panose="02020603050405020304" pitchFamily="18" charset="0"/>
              </a:rPr>
              <a:t>a</a:t>
            </a:r>
            <a:r>
              <a:rPr lang="en-US" altLang="zh-CN" sz="2000"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sz="2000" b="1" dirty="0" err="1">
                <a:solidFill>
                  <a:schemeClr val="tx1"/>
                </a:solidFill>
                <a:latin typeface="Times New Roman" panose="02020603050405020304" pitchFamily="18" charset="0"/>
                <a:ea typeface="楷体_GB2312" pitchFamily="49" charset="-122"/>
                <a:cs typeface="Times New Roman" panose="02020603050405020304" pitchFamily="18" charset="0"/>
              </a:rPr>
              <a:t>sj</a:t>
            </a:r>
            <a:endParaRPr lang="en-US" altLang="zh-CN" sz="2000" b="1" baseline="-25000" dirty="0">
              <a:solidFill>
                <a:schemeClr val="tx1"/>
              </a:solidFill>
              <a:latin typeface="Times New Roman" panose="02020603050405020304" pitchFamily="18" charset="0"/>
              <a:ea typeface="楷体_GB2312" pitchFamily="49" charset="-122"/>
              <a:cs typeface="Times New Roman" panose="02020603050405020304" pitchFamily="18" charset="0"/>
            </a:endParaRPr>
          </a:p>
          <a:p>
            <a:pPr lvl="1" eaLnBrk="1" hangingPunct="1">
              <a:buClr>
                <a:schemeClr val="tx1"/>
              </a:buClr>
              <a:buFont typeface="Wingdings" pitchFamily="2" charset="2"/>
              <a:buChar char="Ø"/>
              <a:defRPr/>
            </a:pPr>
            <a:r>
              <a:rPr lang="en-US" altLang="zh-CN" sz="2000" b="1" i="1" dirty="0">
                <a:solidFill>
                  <a:srgbClr val="2D83F4"/>
                </a:solidFill>
                <a:latin typeface="Times New Roman" panose="02020603050405020304" pitchFamily="18" charset="0"/>
                <a:ea typeface="楷体_GB2312"/>
                <a:cs typeface="Times New Roman" panose="02020603050405020304" pitchFamily="18" charset="0"/>
              </a:rPr>
              <a:t>if</a:t>
            </a:r>
            <a:r>
              <a:rPr lang="en-US" altLang="zh-CN" sz="2000" b="1" i="1" dirty="0">
                <a:solidFill>
                  <a:schemeClr val="tx1"/>
                </a:solidFill>
                <a:latin typeface="Times New Roman" panose="02020603050405020304" pitchFamily="18" charset="0"/>
                <a:ea typeface="楷体_GB2312"/>
                <a:cs typeface="Times New Roman" panose="02020603050405020304" pitchFamily="18" charset="0"/>
              </a:rPr>
              <a:t> </a:t>
            </a:r>
            <a:r>
              <a:rPr lang="en-US" altLang="zh-CN" sz="2000" b="1" dirty="0">
                <a:solidFill>
                  <a:schemeClr val="tx1"/>
                </a:solidFill>
                <a:latin typeface="Times New Roman" panose="02020603050405020304" pitchFamily="18" charset="0"/>
                <a:ea typeface="楷体_GB2312"/>
                <a:cs typeface="Times New Roman" panose="02020603050405020304" pitchFamily="18" charset="0"/>
              </a:rPr>
              <a:t>[</a:t>
            </a:r>
            <a:r>
              <a:rPr lang="en-US" altLang="zh-CN" sz="2000" b="1" i="1" dirty="0">
                <a:solidFill>
                  <a:schemeClr val="tx1"/>
                </a:solidFill>
                <a:latin typeface="Times New Roman" panose="02020603050405020304" pitchFamily="18" charset="0"/>
                <a:ea typeface="楷体_GB2312"/>
                <a:cs typeface="Times New Roman" panose="02020603050405020304" pitchFamily="18" charset="0"/>
              </a:rPr>
              <a:t>A</a:t>
            </a:r>
            <a:r>
              <a:rPr lang="en-US" altLang="zh-CN" sz="2000" b="1" dirty="0">
                <a:solidFill>
                  <a:schemeClr val="tx1"/>
                </a:solidFill>
                <a:latin typeface="Times New Roman" panose="02020603050405020304" pitchFamily="18" charset="0"/>
                <a:ea typeface="楷体_GB2312"/>
                <a:cs typeface="Times New Roman" panose="02020603050405020304" pitchFamily="18" charset="0"/>
              </a:rPr>
              <a:t>→</a:t>
            </a:r>
            <a:r>
              <a:rPr lang="en-US" altLang="zh-CN" sz="2000" b="1" i="1" dirty="0">
                <a:solidFill>
                  <a:schemeClr val="tx1"/>
                </a:solidFill>
                <a:latin typeface="Times New Roman" panose="02020603050405020304" pitchFamily="18" charset="0"/>
                <a:ea typeface="楷体_GB2312"/>
                <a:cs typeface="Times New Roman" panose="02020603050405020304" pitchFamily="18" charset="0"/>
              </a:rPr>
              <a:t>α</a:t>
            </a:r>
            <a:r>
              <a:rPr lang="en-US" altLang="zh-CN" sz="2000" b="1" i="1" dirty="0">
                <a:solidFill>
                  <a:srgbClr val="000000"/>
                </a:solidFill>
                <a:latin typeface="Times New Roman" panose="02020603050405020304" pitchFamily="18" charset="0"/>
                <a:cs typeface="Times New Roman" panose="02020603050405020304" pitchFamily="18" charset="0"/>
              </a:rPr>
              <a:t>·</a:t>
            </a:r>
            <a:r>
              <a:rPr lang="en-US" altLang="zh-CN" sz="2000" b="1" i="1" dirty="0">
                <a:solidFill>
                  <a:schemeClr val="tx1"/>
                </a:solidFill>
                <a:latin typeface="Times New Roman" panose="02020603050405020304" pitchFamily="18" charset="0"/>
                <a:ea typeface="楷体_GB2312"/>
                <a:cs typeface="Times New Roman" panose="02020603050405020304" pitchFamily="18" charset="0"/>
              </a:rPr>
              <a:t>Bβ</a:t>
            </a:r>
            <a:r>
              <a:rPr lang="en-US" altLang="zh-CN" sz="2000" b="1" dirty="0">
                <a:solidFill>
                  <a:schemeClr val="tx1"/>
                </a:solidFill>
                <a:latin typeface="Times New Roman" panose="02020603050405020304" pitchFamily="18" charset="0"/>
                <a:ea typeface="楷体_GB2312"/>
                <a:cs typeface="Times New Roman" panose="02020603050405020304" pitchFamily="18" charset="0"/>
              </a:rPr>
              <a:t>,</a:t>
            </a:r>
            <a:r>
              <a:rPr lang="en-US" altLang="zh-CN" sz="2000" b="1" i="1" dirty="0">
                <a:solidFill>
                  <a:schemeClr val="tx1"/>
                </a:solidFill>
                <a:latin typeface="Times New Roman" panose="02020603050405020304" pitchFamily="18" charset="0"/>
                <a:ea typeface="楷体_GB2312"/>
                <a:cs typeface="Times New Roman" panose="02020603050405020304" pitchFamily="18" charset="0"/>
              </a:rPr>
              <a:t>b</a:t>
            </a:r>
            <a:r>
              <a:rPr lang="en-US" altLang="zh-CN" sz="2000" b="1" dirty="0">
                <a:solidFill>
                  <a:schemeClr val="tx1"/>
                </a:solidFill>
                <a:latin typeface="Times New Roman" panose="02020603050405020304" pitchFamily="18" charset="0"/>
                <a:ea typeface="楷体_GB2312"/>
                <a:cs typeface="Times New Roman" panose="02020603050405020304" pitchFamily="18" charset="0"/>
              </a:rPr>
              <a:t> ] ∈</a:t>
            </a:r>
            <a:r>
              <a:rPr lang="en-US" altLang="zh-CN" sz="2000" b="1" i="1" dirty="0">
                <a:solidFill>
                  <a:schemeClr val="tx1"/>
                </a:solidFill>
                <a:latin typeface="Times New Roman" panose="02020603050405020304" pitchFamily="18" charset="0"/>
                <a:ea typeface="楷体_GB2312"/>
                <a:cs typeface="Times New Roman" panose="02020603050405020304" pitchFamily="18" charset="0"/>
              </a:rPr>
              <a:t>I</a:t>
            </a:r>
            <a:r>
              <a:rPr lang="en-US" altLang="zh-CN" sz="2000" b="1" i="1" baseline="-25000" dirty="0">
                <a:solidFill>
                  <a:schemeClr val="tx1"/>
                </a:solidFill>
                <a:latin typeface="Times New Roman" panose="02020603050405020304" pitchFamily="18" charset="0"/>
                <a:ea typeface="楷体_GB2312"/>
                <a:cs typeface="Times New Roman" panose="02020603050405020304" pitchFamily="18" charset="0"/>
              </a:rPr>
              <a:t>i</a:t>
            </a:r>
            <a:r>
              <a:rPr lang="en-US" altLang="zh-CN" sz="2000" b="1" baseline="-25000" dirty="0">
                <a:solidFill>
                  <a:schemeClr val="tx1"/>
                </a:solidFill>
                <a:latin typeface="Times New Roman" panose="02020603050405020304" pitchFamily="18" charset="0"/>
                <a:ea typeface="楷体_GB2312"/>
                <a:cs typeface="Times New Roman" panose="02020603050405020304" pitchFamily="18" charset="0"/>
              </a:rPr>
              <a:t> </a:t>
            </a:r>
            <a:r>
              <a:rPr lang="en-US" altLang="zh-CN" sz="2000" b="1" i="1" dirty="0">
                <a:solidFill>
                  <a:schemeClr val="tx1"/>
                </a:solidFill>
                <a:latin typeface="Times New Roman" panose="02020603050405020304" pitchFamily="18" charset="0"/>
                <a:ea typeface="楷体_GB2312"/>
                <a:cs typeface="Times New Roman" panose="02020603050405020304" pitchFamily="18" charset="0"/>
              </a:rPr>
              <a:t>and</a:t>
            </a:r>
            <a:r>
              <a:rPr lang="en-US" altLang="zh-CN" sz="2000" b="1" dirty="0">
                <a:solidFill>
                  <a:schemeClr val="tx1"/>
                </a:solidFill>
                <a:latin typeface="Times New Roman" panose="02020603050405020304" pitchFamily="18" charset="0"/>
                <a:ea typeface="楷体_GB2312"/>
                <a:cs typeface="Times New Roman" panose="02020603050405020304" pitchFamily="18" charset="0"/>
              </a:rPr>
              <a:t> </a:t>
            </a:r>
            <a:r>
              <a:rPr lang="en-US" altLang="zh-CN" sz="2000" b="1" i="1" dirty="0">
                <a:solidFill>
                  <a:schemeClr val="tx1"/>
                </a:solidFill>
                <a:latin typeface="Times New Roman" panose="02020603050405020304" pitchFamily="18" charset="0"/>
                <a:ea typeface="楷体_GB2312"/>
                <a:cs typeface="Times New Roman" panose="02020603050405020304" pitchFamily="18" charset="0"/>
              </a:rPr>
              <a:t>GOTO</a:t>
            </a:r>
            <a:r>
              <a:rPr lang="en-US" altLang="zh-CN" sz="2000" b="1" dirty="0">
                <a:solidFill>
                  <a:schemeClr val="tx1"/>
                </a:solidFill>
                <a:latin typeface="Times New Roman" panose="02020603050405020304" pitchFamily="18" charset="0"/>
                <a:ea typeface="楷体_GB2312"/>
                <a:cs typeface="Times New Roman" panose="02020603050405020304" pitchFamily="18" charset="0"/>
              </a:rPr>
              <a:t>( </a:t>
            </a:r>
            <a:r>
              <a:rPr lang="en-US" altLang="zh-CN" sz="2000" b="1" i="1" dirty="0">
                <a:solidFill>
                  <a:schemeClr val="tx1"/>
                </a:solidFill>
                <a:latin typeface="Times New Roman" panose="02020603050405020304" pitchFamily="18" charset="0"/>
                <a:ea typeface="楷体_GB2312"/>
                <a:cs typeface="Times New Roman" panose="02020603050405020304" pitchFamily="18" charset="0"/>
              </a:rPr>
              <a:t>I</a:t>
            </a:r>
            <a:r>
              <a:rPr lang="en-US" altLang="zh-CN" sz="2000" b="1" i="1" baseline="-25000" dirty="0">
                <a:solidFill>
                  <a:schemeClr val="tx1"/>
                </a:solidFill>
                <a:latin typeface="Times New Roman" panose="02020603050405020304" pitchFamily="18" charset="0"/>
                <a:ea typeface="楷体_GB2312"/>
                <a:cs typeface="Times New Roman" panose="02020603050405020304" pitchFamily="18" charset="0"/>
              </a:rPr>
              <a:t>i </a:t>
            </a:r>
            <a:r>
              <a:rPr lang="en-US" altLang="zh-CN" sz="2000" b="1" dirty="0">
                <a:solidFill>
                  <a:schemeClr val="tx1"/>
                </a:solidFill>
                <a:latin typeface="Times New Roman" panose="02020603050405020304" pitchFamily="18" charset="0"/>
                <a:ea typeface="楷体_GB2312"/>
                <a:cs typeface="Times New Roman" panose="02020603050405020304" pitchFamily="18" charset="0"/>
              </a:rPr>
              <a:t>, </a:t>
            </a:r>
            <a:r>
              <a:rPr lang="en-US" altLang="zh-CN" sz="2000" b="1" i="1" dirty="0">
                <a:solidFill>
                  <a:schemeClr val="tx1"/>
                </a:solidFill>
                <a:latin typeface="Times New Roman" panose="02020603050405020304" pitchFamily="18" charset="0"/>
                <a:ea typeface="楷体_GB2312"/>
                <a:cs typeface="Times New Roman" panose="02020603050405020304" pitchFamily="18" charset="0"/>
              </a:rPr>
              <a:t>B </a:t>
            </a:r>
            <a:r>
              <a:rPr lang="en-US" altLang="zh-CN" sz="2000" b="1" dirty="0">
                <a:solidFill>
                  <a:schemeClr val="tx1"/>
                </a:solidFill>
                <a:latin typeface="Times New Roman" panose="02020603050405020304" pitchFamily="18" charset="0"/>
                <a:ea typeface="楷体_GB2312"/>
                <a:cs typeface="Times New Roman" panose="02020603050405020304" pitchFamily="18" charset="0"/>
              </a:rPr>
              <a:t>)=</a:t>
            </a:r>
            <a:r>
              <a:rPr lang="en-US" altLang="zh-CN" sz="2000" b="1" i="1" dirty="0" err="1">
                <a:solidFill>
                  <a:schemeClr val="tx1"/>
                </a:solidFill>
                <a:latin typeface="Times New Roman" panose="02020603050405020304" pitchFamily="18" charset="0"/>
                <a:ea typeface="楷体_GB2312"/>
                <a:cs typeface="Times New Roman" panose="02020603050405020304" pitchFamily="18" charset="0"/>
              </a:rPr>
              <a:t>I</a:t>
            </a:r>
            <a:r>
              <a:rPr lang="en-US" altLang="zh-CN" sz="2000" b="1" i="1" baseline="-25000" dirty="0" err="1">
                <a:solidFill>
                  <a:schemeClr val="tx1"/>
                </a:solidFill>
                <a:latin typeface="Times New Roman" panose="02020603050405020304" pitchFamily="18" charset="0"/>
                <a:ea typeface="楷体_GB2312"/>
                <a:cs typeface="Times New Roman" panose="02020603050405020304" pitchFamily="18" charset="0"/>
              </a:rPr>
              <a:t>j</a:t>
            </a:r>
            <a:r>
              <a:rPr lang="en-US" altLang="zh-CN" sz="2000" b="1" baseline="-25000" dirty="0">
                <a:solidFill>
                  <a:schemeClr val="tx1"/>
                </a:solidFill>
                <a:latin typeface="Times New Roman" panose="02020603050405020304" pitchFamily="18" charset="0"/>
                <a:ea typeface="楷体_GB2312"/>
                <a:cs typeface="Times New Roman" panose="02020603050405020304" pitchFamily="18" charset="0"/>
              </a:rPr>
              <a:t> </a:t>
            </a:r>
            <a:r>
              <a:rPr lang="en-US" altLang="zh-CN" sz="2000" b="1" i="1" dirty="0">
                <a:solidFill>
                  <a:srgbClr val="2D83F4"/>
                </a:solidFill>
                <a:latin typeface="Times New Roman" panose="02020603050405020304" pitchFamily="18" charset="0"/>
                <a:ea typeface="楷体_GB2312"/>
                <a:cs typeface="Times New Roman" panose="02020603050405020304" pitchFamily="18" charset="0"/>
              </a:rPr>
              <a:t>then</a:t>
            </a:r>
            <a:r>
              <a:rPr lang="en-US" altLang="zh-CN" sz="2000" b="1" dirty="0">
                <a:solidFill>
                  <a:srgbClr val="2D83F4"/>
                </a:solidFill>
                <a:latin typeface="Times New Roman" panose="02020603050405020304" pitchFamily="18" charset="0"/>
                <a:ea typeface="楷体_GB2312"/>
                <a:cs typeface="Times New Roman" panose="02020603050405020304" pitchFamily="18" charset="0"/>
              </a:rPr>
              <a:t> </a:t>
            </a:r>
            <a:r>
              <a:rPr lang="en-US" altLang="zh-CN" sz="2000" b="1" i="1" dirty="0">
                <a:solidFill>
                  <a:schemeClr val="tx1"/>
                </a:solidFill>
                <a:latin typeface="Times New Roman" panose="02020603050405020304" pitchFamily="18" charset="0"/>
                <a:ea typeface="楷体_GB2312"/>
                <a:cs typeface="Times New Roman" panose="02020603050405020304" pitchFamily="18" charset="0"/>
              </a:rPr>
              <a:t>GOTO</a:t>
            </a:r>
            <a:r>
              <a:rPr lang="en-US" altLang="zh-CN" sz="2000" b="1" dirty="0">
                <a:solidFill>
                  <a:schemeClr val="tx1"/>
                </a:solidFill>
                <a:latin typeface="Times New Roman" panose="02020603050405020304" pitchFamily="18" charset="0"/>
                <a:ea typeface="楷体_GB2312"/>
                <a:cs typeface="Times New Roman" panose="02020603050405020304" pitchFamily="18" charset="0"/>
              </a:rPr>
              <a:t>[ </a:t>
            </a:r>
            <a:r>
              <a:rPr lang="en-US" altLang="zh-CN" sz="2000" b="1" i="1" dirty="0" err="1">
                <a:solidFill>
                  <a:schemeClr val="tx1"/>
                </a:solidFill>
                <a:latin typeface="Times New Roman" panose="02020603050405020304" pitchFamily="18" charset="0"/>
                <a:ea typeface="楷体_GB2312"/>
                <a:cs typeface="Times New Roman" panose="02020603050405020304" pitchFamily="18" charset="0"/>
              </a:rPr>
              <a:t>i</a:t>
            </a:r>
            <a:r>
              <a:rPr lang="en-US" altLang="zh-CN" sz="2000" b="1" dirty="0">
                <a:solidFill>
                  <a:schemeClr val="tx1"/>
                </a:solidFill>
                <a:latin typeface="Times New Roman" panose="02020603050405020304" pitchFamily="18" charset="0"/>
                <a:ea typeface="楷体_GB2312"/>
                <a:cs typeface="Times New Roman" panose="02020603050405020304" pitchFamily="18" charset="0"/>
              </a:rPr>
              <a:t>, </a:t>
            </a:r>
            <a:r>
              <a:rPr lang="en-US" altLang="zh-CN" sz="2000" b="1" i="1" dirty="0">
                <a:solidFill>
                  <a:schemeClr val="tx1"/>
                </a:solidFill>
                <a:latin typeface="Times New Roman" panose="02020603050405020304" pitchFamily="18" charset="0"/>
                <a:ea typeface="楷体_GB2312"/>
                <a:cs typeface="Times New Roman" panose="02020603050405020304" pitchFamily="18" charset="0"/>
              </a:rPr>
              <a:t>B </a:t>
            </a:r>
            <a:r>
              <a:rPr lang="en-US" altLang="zh-CN" sz="2000" b="1" dirty="0">
                <a:solidFill>
                  <a:schemeClr val="tx1"/>
                </a:solidFill>
                <a:latin typeface="Times New Roman" panose="02020603050405020304" pitchFamily="18" charset="0"/>
                <a:ea typeface="楷体_GB2312"/>
                <a:cs typeface="Times New Roman" panose="02020603050405020304" pitchFamily="18" charset="0"/>
              </a:rPr>
              <a:t>]=j</a:t>
            </a:r>
            <a:r>
              <a:rPr lang="en-US" altLang="zh-CN" sz="2000" b="1" baseline="-25000" dirty="0">
                <a:solidFill>
                  <a:schemeClr val="tx1"/>
                </a:solidFill>
                <a:latin typeface="Times New Roman" panose="02020603050405020304" pitchFamily="18" charset="0"/>
                <a:ea typeface="楷体_GB2312"/>
                <a:cs typeface="Times New Roman" panose="02020603050405020304" pitchFamily="18" charset="0"/>
              </a:rPr>
              <a:t> </a:t>
            </a:r>
            <a:endParaRPr lang="en-US" altLang="zh-CN" sz="2000" b="1" dirty="0">
              <a:solidFill>
                <a:schemeClr val="tx1"/>
              </a:solidFill>
              <a:latin typeface="Times New Roman" panose="02020603050405020304" pitchFamily="18" charset="0"/>
              <a:ea typeface="楷体_GB2312"/>
              <a:cs typeface="Times New Roman" panose="02020603050405020304" pitchFamily="18" charset="0"/>
            </a:endParaRPr>
          </a:p>
          <a:p>
            <a:pPr lvl="1" eaLnBrk="1" hangingPunct="1">
              <a:buClr>
                <a:schemeClr val="tx1"/>
              </a:buClr>
              <a:buFont typeface="Wingdings" pitchFamily="2" charset="2"/>
              <a:buChar char="Ø"/>
              <a:defRPr/>
            </a:pPr>
            <a:r>
              <a:rPr lang="en-US" altLang="zh-CN" sz="2000" b="1" i="1" u="sng" dirty="0">
                <a:solidFill>
                  <a:srgbClr val="2D83F4"/>
                </a:solidFill>
                <a:highlight>
                  <a:srgbClr val="FFFF00"/>
                </a:highlight>
                <a:latin typeface="Times New Roman" panose="02020603050405020304" pitchFamily="18" charset="0"/>
                <a:ea typeface="楷体_GB2312" pitchFamily="49" charset="-122"/>
                <a:cs typeface="Times New Roman" panose="02020603050405020304" pitchFamily="18" charset="0"/>
              </a:rPr>
              <a:t>if</a:t>
            </a:r>
            <a:r>
              <a:rPr lang="en-US" altLang="zh-CN" sz="2000" b="1" u="sng" dirty="0">
                <a:solidFill>
                  <a:srgbClr val="2D83F4"/>
                </a:solidFill>
                <a:highlight>
                  <a:srgbClr val="FFFF00"/>
                </a:highlight>
                <a:latin typeface="Times New Roman" panose="02020603050405020304" pitchFamily="18" charset="0"/>
                <a:ea typeface="楷体_GB2312" pitchFamily="49" charset="-122"/>
                <a:cs typeface="Times New Roman" panose="02020603050405020304" pitchFamily="18" charset="0"/>
              </a:rPr>
              <a:t> </a:t>
            </a:r>
            <a:r>
              <a:rPr lang="en-US" altLang="zh-CN" sz="2000" b="1" u="sng" dirty="0">
                <a:solidFill>
                  <a:schemeClr val="tx1"/>
                </a:solidFill>
                <a:highlight>
                  <a:srgbClr val="FFFF00"/>
                </a:highlight>
                <a:latin typeface="Times New Roman" panose="02020603050405020304" pitchFamily="18" charset="0"/>
                <a:ea typeface="楷体_GB2312" pitchFamily="49" charset="-122"/>
                <a:cs typeface="Times New Roman" panose="02020603050405020304" pitchFamily="18" charset="0"/>
              </a:rPr>
              <a:t>[</a:t>
            </a:r>
            <a:r>
              <a:rPr lang="en-US" altLang="zh-CN" sz="2000" b="1" i="1" u="sng" dirty="0">
                <a:solidFill>
                  <a:schemeClr val="tx1"/>
                </a:solidFill>
                <a:highlight>
                  <a:srgbClr val="FFFF00"/>
                </a:highlight>
                <a:latin typeface="Times New Roman" panose="02020603050405020304" pitchFamily="18" charset="0"/>
                <a:ea typeface="楷体_GB2312" pitchFamily="49" charset="-122"/>
                <a:cs typeface="Times New Roman" panose="02020603050405020304" pitchFamily="18" charset="0"/>
              </a:rPr>
              <a:t>A</a:t>
            </a:r>
            <a:r>
              <a:rPr lang="en-US" altLang="zh-CN" sz="2000" b="1" u="sng" dirty="0">
                <a:solidFill>
                  <a:schemeClr val="tx1"/>
                </a:solidFill>
                <a:highlight>
                  <a:srgbClr val="FFFF00"/>
                </a:highlight>
                <a:latin typeface="Times New Roman" panose="02020603050405020304" pitchFamily="18" charset="0"/>
                <a:ea typeface="楷体_GB2312" pitchFamily="49" charset="-122"/>
                <a:cs typeface="Times New Roman" panose="02020603050405020304" pitchFamily="18" charset="0"/>
              </a:rPr>
              <a:t>→</a:t>
            </a:r>
            <a:r>
              <a:rPr lang="en-US" altLang="zh-CN" sz="2000" b="1" i="1" u="sng" dirty="0">
                <a:solidFill>
                  <a:schemeClr val="tx1"/>
                </a:solidFill>
                <a:highlight>
                  <a:srgbClr val="FFFF00"/>
                </a:highlight>
                <a:latin typeface="Times New Roman" panose="02020603050405020304" pitchFamily="18" charset="0"/>
                <a:ea typeface="楷体_GB2312" pitchFamily="49" charset="-122"/>
                <a:cs typeface="Times New Roman" panose="02020603050405020304" pitchFamily="18" charset="0"/>
              </a:rPr>
              <a:t>α</a:t>
            </a:r>
            <a:r>
              <a:rPr lang="en-US" altLang="zh-CN" sz="2000" b="1" i="1" u="sng" dirty="0">
                <a:solidFill>
                  <a:srgbClr val="000000"/>
                </a:solidFill>
                <a:highlight>
                  <a:srgbClr val="FFFF00"/>
                </a:highlight>
                <a:latin typeface="Times New Roman" panose="02020603050405020304" pitchFamily="18" charset="0"/>
                <a:ea typeface="宋体" pitchFamily="2" charset="-122"/>
                <a:cs typeface="Times New Roman" panose="02020603050405020304" pitchFamily="18" charset="0"/>
              </a:rPr>
              <a:t>·</a:t>
            </a:r>
            <a:r>
              <a:rPr lang="en-US" altLang="zh-CN" sz="2000" b="1" u="sng" dirty="0">
                <a:solidFill>
                  <a:schemeClr val="tx1"/>
                </a:solidFill>
                <a:highlight>
                  <a:srgbClr val="FFFF00"/>
                </a:highlight>
                <a:latin typeface="Times New Roman" panose="02020603050405020304" pitchFamily="18" charset="0"/>
                <a:ea typeface="楷体_GB2312" pitchFamily="49" charset="-122"/>
                <a:cs typeface="Times New Roman" panose="02020603050405020304" pitchFamily="18" charset="0"/>
              </a:rPr>
              <a:t>, </a:t>
            </a:r>
            <a:r>
              <a:rPr lang="en-US" altLang="zh-CN" sz="2000" b="1" i="1" u="sng" dirty="0">
                <a:solidFill>
                  <a:srgbClr val="FF0000"/>
                </a:solidFill>
                <a:highlight>
                  <a:srgbClr val="FFFF00"/>
                </a:highlight>
                <a:latin typeface="Times New Roman" panose="02020603050405020304" pitchFamily="18" charset="0"/>
                <a:ea typeface="楷体_GB2312" pitchFamily="49" charset="-122"/>
                <a:cs typeface="Times New Roman" panose="02020603050405020304" pitchFamily="18" charset="0"/>
              </a:rPr>
              <a:t>a</a:t>
            </a:r>
            <a:r>
              <a:rPr lang="en-US" altLang="zh-CN" sz="2000" b="1" u="sng" dirty="0">
                <a:solidFill>
                  <a:schemeClr val="tx1"/>
                </a:solidFill>
                <a:highlight>
                  <a:srgbClr val="FFFF00"/>
                </a:highlight>
                <a:latin typeface="Times New Roman" panose="02020603050405020304" pitchFamily="18" charset="0"/>
                <a:ea typeface="楷体_GB2312" pitchFamily="49" charset="-122"/>
                <a:cs typeface="Times New Roman" panose="02020603050405020304" pitchFamily="18" charset="0"/>
              </a:rPr>
              <a:t> ] ∈</a:t>
            </a:r>
            <a:r>
              <a:rPr lang="en-US" altLang="zh-CN" sz="2000" b="1" i="1" u="sng" dirty="0">
                <a:solidFill>
                  <a:schemeClr val="tx1"/>
                </a:solidFill>
                <a:highlight>
                  <a:srgbClr val="FFFF00"/>
                </a:highlight>
                <a:latin typeface="Times New Roman" panose="02020603050405020304" pitchFamily="18" charset="0"/>
                <a:ea typeface="楷体_GB2312" pitchFamily="49" charset="-122"/>
                <a:cs typeface="Times New Roman" panose="02020603050405020304" pitchFamily="18" charset="0"/>
              </a:rPr>
              <a:t>I</a:t>
            </a:r>
            <a:r>
              <a:rPr lang="en-US" altLang="zh-CN" sz="2000" b="1" i="1" u="sng" baseline="-25000" dirty="0">
                <a:solidFill>
                  <a:schemeClr val="tx1"/>
                </a:solidFill>
                <a:highlight>
                  <a:srgbClr val="FFFF00"/>
                </a:highlight>
                <a:latin typeface="Times New Roman" panose="02020603050405020304" pitchFamily="18" charset="0"/>
                <a:ea typeface="楷体_GB2312" pitchFamily="49" charset="-122"/>
                <a:cs typeface="Times New Roman" panose="02020603050405020304" pitchFamily="18" charset="0"/>
              </a:rPr>
              <a:t>i</a:t>
            </a:r>
            <a:r>
              <a:rPr lang="zh-CN" altLang="en-US" sz="2000" b="1" u="sng" dirty="0">
                <a:solidFill>
                  <a:srgbClr val="000000"/>
                </a:solidFill>
                <a:highlight>
                  <a:srgbClr val="FFFF00"/>
                </a:highlight>
                <a:latin typeface="Times New Roman" panose="02020603050405020304" pitchFamily="18" charset="0"/>
                <a:ea typeface="宋体" pitchFamily="2" charset="-122"/>
                <a:cs typeface="Times New Roman" panose="02020603050405020304" pitchFamily="18" charset="0"/>
              </a:rPr>
              <a:t>且</a:t>
            </a:r>
            <a:r>
              <a:rPr lang="en-US" altLang="zh-CN" sz="2000" b="1" i="1" u="sng" dirty="0">
                <a:solidFill>
                  <a:srgbClr val="000000"/>
                </a:solidFill>
                <a:highlight>
                  <a:srgbClr val="FFFF00"/>
                </a:highlight>
                <a:latin typeface="Times New Roman" panose="02020603050405020304" pitchFamily="18" charset="0"/>
                <a:ea typeface="楷体_GB2312" pitchFamily="49" charset="-122"/>
                <a:cs typeface="Times New Roman" panose="02020603050405020304" pitchFamily="18" charset="0"/>
              </a:rPr>
              <a:t>A </a:t>
            </a:r>
            <a:r>
              <a:rPr lang="en-US" altLang="zh-CN" sz="2000" b="1" u="sng" dirty="0">
                <a:solidFill>
                  <a:srgbClr val="000000"/>
                </a:solidFill>
                <a:highlight>
                  <a:srgbClr val="FFFF00"/>
                </a:highlight>
                <a:latin typeface="Times New Roman" panose="02020603050405020304" pitchFamily="18" charset="0"/>
                <a:ea typeface="楷体_GB2312" pitchFamily="49" charset="-122"/>
                <a:cs typeface="Times New Roman" panose="02020603050405020304" pitchFamily="18" charset="0"/>
              </a:rPr>
              <a:t>≠ </a:t>
            </a:r>
            <a:r>
              <a:rPr lang="en-US" altLang="zh-CN" sz="2000" b="1" i="1" u="sng" dirty="0">
                <a:solidFill>
                  <a:srgbClr val="000000"/>
                </a:solidFill>
                <a:highlight>
                  <a:srgbClr val="FFFF00"/>
                </a:highlight>
                <a:latin typeface="Times New Roman" panose="02020603050405020304" pitchFamily="18" charset="0"/>
                <a:ea typeface="楷体_GB2312" pitchFamily="49" charset="-122"/>
                <a:cs typeface="Times New Roman" panose="02020603050405020304" pitchFamily="18" charset="0"/>
              </a:rPr>
              <a:t>S' </a:t>
            </a:r>
            <a:r>
              <a:rPr lang="en-US" altLang="zh-CN" sz="2000" b="1" i="1" u="sng" dirty="0">
                <a:solidFill>
                  <a:srgbClr val="2D83F4"/>
                </a:solidFill>
                <a:highlight>
                  <a:srgbClr val="FFFF00"/>
                </a:highlight>
                <a:latin typeface="Times New Roman" panose="02020603050405020304" pitchFamily="18" charset="0"/>
                <a:ea typeface="楷体_GB2312" pitchFamily="49" charset="-122"/>
                <a:cs typeface="Times New Roman" panose="02020603050405020304" pitchFamily="18" charset="0"/>
              </a:rPr>
              <a:t>then</a:t>
            </a:r>
            <a:r>
              <a:rPr lang="en-US" altLang="zh-CN" sz="2000" b="1" u="sng" dirty="0">
                <a:solidFill>
                  <a:srgbClr val="2D83F4"/>
                </a:solidFill>
                <a:highlight>
                  <a:srgbClr val="FFFF00"/>
                </a:highlight>
                <a:latin typeface="Times New Roman" panose="02020603050405020304" pitchFamily="18" charset="0"/>
                <a:ea typeface="楷体_GB2312" pitchFamily="49" charset="-122"/>
                <a:cs typeface="Times New Roman" panose="02020603050405020304" pitchFamily="18" charset="0"/>
              </a:rPr>
              <a:t> </a:t>
            </a:r>
            <a:r>
              <a:rPr lang="en-US" altLang="zh-CN" sz="2000" b="1" i="1" u="sng" dirty="0">
                <a:solidFill>
                  <a:srgbClr val="0070C0"/>
                </a:solidFill>
                <a:highlight>
                  <a:srgbClr val="FFFF00"/>
                </a:highlight>
                <a:latin typeface="Times New Roman" panose="02020603050405020304" pitchFamily="18" charset="0"/>
                <a:ea typeface="楷体_GB2312" pitchFamily="49" charset="-122"/>
                <a:cs typeface="Times New Roman" panose="02020603050405020304" pitchFamily="18" charset="0"/>
              </a:rPr>
              <a:t>ACTION</a:t>
            </a:r>
            <a:r>
              <a:rPr lang="en-US" altLang="zh-CN" sz="2000" b="1" u="sng" dirty="0">
                <a:solidFill>
                  <a:srgbClr val="0070C0"/>
                </a:solidFill>
                <a:highlight>
                  <a:srgbClr val="FFFF00"/>
                </a:highlight>
                <a:latin typeface="Times New Roman" panose="02020603050405020304" pitchFamily="18" charset="0"/>
                <a:ea typeface="楷体_GB2312" pitchFamily="49" charset="-122"/>
                <a:cs typeface="Times New Roman" panose="02020603050405020304" pitchFamily="18" charset="0"/>
              </a:rPr>
              <a:t>[ </a:t>
            </a:r>
            <a:r>
              <a:rPr lang="en-US" altLang="zh-CN" sz="2000" b="1" i="1" u="sng" dirty="0" err="1">
                <a:solidFill>
                  <a:srgbClr val="0070C0"/>
                </a:solidFill>
                <a:highlight>
                  <a:srgbClr val="FFFF00"/>
                </a:highlight>
                <a:latin typeface="Times New Roman" panose="02020603050405020304" pitchFamily="18" charset="0"/>
                <a:ea typeface="楷体_GB2312" pitchFamily="49" charset="-122"/>
                <a:cs typeface="Times New Roman" panose="02020603050405020304" pitchFamily="18" charset="0"/>
              </a:rPr>
              <a:t>i</a:t>
            </a:r>
            <a:r>
              <a:rPr lang="en-US" altLang="zh-CN" sz="2000" b="1" u="sng" dirty="0">
                <a:solidFill>
                  <a:srgbClr val="0070C0"/>
                </a:solidFill>
                <a:highlight>
                  <a:srgbClr val="FFFF00"/>
                </a:highlight>
                <a:latin typeface="Times New Roman" panose="02020603050405020304" pitchFamily="18" charset="0"/>
                <a:ea typeface="楷体_GB2312" pitchFamily="49" charset="-122"/>
                <a:cs typeface="Times New Roman" panose="02020603050405020304" pitchFamily="18" charset="0"/>
              </a:rPr>
              <a:t>, </a:t>
            </a:r>
            <a:r>
              <a:rPr lang="en-US" altLang="zh-CN" sz="2000" b="1" i="1" u="sng" dirty="0">
                <a:solidFill>
                  <a:srgbClr val="FF0000"/>
                </a:solidFill>
                <a:highlight>
                  <a:srgbClr val="FFFF00"/>
                </a:highlight>
                <a:latin typeface="Times New Roman" panose="02020603050405020304" pitchFamily="18" charset="0"/>
                <a:ea typeface="楷体_GB2312" pitchFamily="49" charset="-122"/>
                <a:cs typeface="Times New Roman" panose="02020603050405020304" pitchFamily="18" charset="0"/>
              </a:rPr>
              <a:t>a</a:t>
            </a:r>
            <a:r>
              <a:rPr lang="en-US" altLang="zh-CN" sz="2000" b="1" u="sng" dirty="0">
                <a:solidFill>
                  <a:srgbClr val="FF0000"/>
                </a:solidFill>
                <a:highlight>
                  <a:srgbClr val="FFFF00"/>
                </a:highlight>
                <a:latin typeface="Times New Roman" panose="02020603050405020304" pitchFamily="18" charset="0"/>
                <a:ea typeface="楷体_GB2312" pitchFamily="49" charset="-122"/>
                <a:cs typeface="Times New Roman" panose="02020603050405020304" pitchFamily="18" charset="0"/>
              </a:rPr>
              <a:t> </a:t>
            </a:r>
            <a:r>
              <a:rPr lang="en-US" altLang="zh-CN" sz="2000" b="1" u="sng" dirty="0">
                <a:solidFill>
                  <a:srgbClr val="0070C0"/>
                </a:solidFill>
                <a:highlight>
                  <a:srgbClr val="FFFF00"/>
                </a:highlight>
                <a:latin typeface="Times New Roman" panose="02020603050405020304" pitchFamily="18" charset="0"/>
                <a:ea typeface="楷体_GB2312" pitchFamily="49" charset="-122"/>
                <a:cs typeface="Times New Roman" panose="02020603050405020304" pitchFamily="18" charset="0"/>
              </a:rPr>
              <a:t>]</a:t>
            </a:r>
            <a:r>
              <a:rPr lang="en-US" altLang="zh-CN" sz="2000" b="1" u="sng" dirty="0">
                <a:solidFill>
                  <a:srgbClr val="FF0000"/>
                </a:solidFill>
                <a:highlight>
                  <a:srgbClr val="FFFF00"/>
                </a:highlight>
                <a:latin typeface="Times New Roman" panose="02020603050405020304" pitchFamily="18" charset="0"/>
                <a:ea typeface="楷体_GB2312" pitchFamily="49" charset="-122"/>
                <a:cs typeface="Times New Roman" panose="02020603050405020304" pitchFamily="18" charset="0"/>
              </a:rPr>
              <a:t>=</a:t>
            </a:r>
            <a:r>
              <a:rPr lang="en-US" altLang="zh-CN" sz="2000" b="1" u="sng" dirty="0" err="1">
                <a:solidFill>
                  <a:srgbClr val="FF0000"/>
                </a:solidFill>
                <a:highlight>
                  <a:srgbClr val="FFFF00"/>
                </a:highlight>
                <a:latin typeface="Times New Roman" panose="02020603050405020304" pitchFamily="18" charset="0"/>
                <a:ea typeface="楷体_GB2312" pitchFamily="49" charset="-122"/>
                <a:cs typeface="Times New Roman" panose="02020603050405020304" pitchFamily="18" charset="0"/>
              </a:rPr>
              <a:t>rj</a:t>
            </a:r>
            <a:endParaRPr lang="en-US" altLang="zh-CN" sz="2000" b="1" u="sng" dirty="0">
              <a:solidFill>
                <a:srgbClr val="FF0000"/>
              </a:solidFill>
              <a:highlight>
                <a:srgbClr val="FFFF00"/>
              </a:highlight>
              <a:latin typeface="Times New Roman" panose="02020603050405020304" pitchFamily="18" charset="0"/>
              <a:ea typeface="楷体_GB2312" pitchFamily="49" charset="-122"/>
              <a:cs typeface="Times New Roman" panose="02020603050405020304" pitchFamily="18" charset="0"/>
            </a:endParaRPr>
          </a:p>
          <a:p>
            <a:pPr lvl="1" eaLnBrk="1" hangingPunct="1">
              <a:buClr>
                <a:schemeClr val="tx1"/>
              </a:buClr>
              <a:buFont typeface="Wingdings" pitchFamily="2" charset="2"/>
              <a:buChar char="Ø"/>
              <a:defRPr/>
            </a:pPr>
            <a:r>
              <a:rPr lang="en-US" altLang="zh-CN" sz="2000" b="1" i="1" dirty="0">
                <a:solidFill>
                  <a:srgbClr val="2D83F4"/>
                </a:solidFill>
                <a:latin typeface="Times New Roman" panose="02020603050405020304" pitchFamily="18" charset="0"/>
                <a:ea typeface="楷体_GB2312" pitchFamily="49" charset="-122"/>
                <a:cs typeface="Times New Roman" panose="02020603050405020304" pitchFamily="18" charset="0"/>
              </a:rPr>
              <a:t>if</a:t>
            </a:r>
            <a:r>
              <a:rPr lang="en-US" altLang="zh-CN" sz="2000" b="1" dirty="0">
                <a:solidFill>
                  <a:srgbClr val="2D83F4"/>
                </a:solidFill>
                <a:latin typeface="Times New Roman" panose="02020603050405020304" pitchFamily="18" charset="0"/>
                <a:ea typeface="楷体_GB2312" pitchFamily="49" charset="-122"/>
                <a:cs typeface="Times New Roman" panose="02020603050405020304" pitchFamily="18" charset="0"/>
              </a:rPr>
              <a:t> </a:t>
            </a:r>
            <a:r>
              <a:rPr lang="en-US" altLang="zh-CN" sz="2000" b="1" dirty="0">
                <a:solidFill>
                  <a:schemeClr val="tx1"/>
                </a:solidFill>
                <a:latin typeface="Times New Roman" panose="02020603050405020304" pitchFamily="18" charset="0"/>
                <a:ea typeface="楷体_GB2312" pitchFamily="49" charset="-122"/>
                <a:cs typeface="Times New Roman" panose="02020603050405020304" pitchFamily="18" charset="0"/>
              </a:rPr>
              <a:t>[</a:t>
            </a:r>
            <a:r>
              <a:rPr lang="en-US" altLang="zh-CN" sz="2000" b="1" i="1" dirty="0">
                <a:solidFill>
                  <a:schemeClr val="tx1"/>
                </a:solidFill>
                <a:latin typeface="Times New Roman" panose="02020603050405020304" pitchFamily="18" charset="0"/>
                <a:ea typeface="楷体_GB2312" pitchFamily="49" charset="-122"/>
                <a:cs typeface="Times New Roman" panose="02020603050405020304" pitchFamily="18" charset="0"/>
              </a:rPr>
              <a:t>S</a:t>
            </a:r>
            <a:r>
              <a:rPr lang="en-US" altLang="zh-CN" sz="2000" b="1" dirty="0">
                <a:solidFill>
                  <a:schemeClr val="tx1"/>
                </a:solidFill>
                <a:latin typeface="Times New Roman" panose="02020603050405020304" pitchFamily="18" charset="0"/>
                <a:ea typeface="楷体_GB2312" pitchFamily="49" charset="-122"/>
                <a:cs typeface="Times New Roman" panose="02020603050405020304" pitchFamily="18" charset="0"/>
              </a:rPr>
              <a:t>'→</a:t>
            </a:r>
            <a:r>
              <a:rPr lang="en-US" altLang="zh-CN" sz="2000" b="1" i="1" dirty="0">
                <a:solidFill>
                  <a:schemeClr val="tx1"/>
                </a:solidFill>
                <a:latin typeface="Times New Roman" panose="02020603050405020304" pitchFamily="18" charset="0"/>
                <a:ea typeface="楷体_GB2312" pitchFamily="49" charset="-122"/>
                <a:cs typeface="Times New Roman" panose="02020603050405020304" pitchFamily="18" charset="0"/>
              </a:rPr>
              <a:t>S</a:t>
            </a:r>
            <a:r>
              <a:rPr lang="en-US" altLang="zh-CN" sz="2000" b="1" i="1" dirty="0">
                <a:solidFill>
                  <a:srgbClr val="000000"/>
                </a:solidFill>
                <a:latin typeface="Times New Roman" panose="02020603050405020304" pitchFamily="18" charset="0"/>
                <a:ea typeface="宋体" pitchFamily="2" charset="-122"/>
                <a:cs typeface="Times New Roman" panose="02020603050405020304" pitchFamily="18" charset="0"/>
              </a:rPr>
              <a:t>·</a:t>
            </a:r>
            <a:r>
              <a:rPr lang="en-US" altLang="zh-CN" sz="2000" b="1" dirty="0">
                <a:solidFill>
                  <a:schemeClr val="tx1"/>
                </a:solidFill>
                <a:latin typeface="Times New Roman" panose="02020603050405020304" pitchFamily="18" charset="0"/>
                <a:ea typeface="楷体_GB2312" pitchFamily="49" charset="-122"/>
                <a:cs typeface="Times New Roman" panose="02020603050405020304" pitchFamily="18" charset="0"/>
              </a:rPr>
              <a:t>,</a:t>
            </a:r>
            <a:r>
              <a:rPr lang="zh-CN" altLang="en-US" sz="2000"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sz="2000" b="1" dirty="0">
                <a:solidFill>
                  <a:schemeClr val="tx1"/>
                </a:solidFill>
                <a:latin typeface="Times New Roman" panose="02020603050405020304" pitchFamily="18" charset="0"/>
                <a:cs typeface="Times New Roman" panose="02020603050405020304" pitchFamily="18" charset="0"/>
              </a:rPr>
              <a:t>$</a:t>
            </a:r>
            <a:r>
              <a:rPr lang="en-US" altLang="zh-CN" sz="2000"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sz="2000" b="1" i="1" dirty="0">
                <a:solidFill>
                  <a:schemeClr val="tx1"/>
                </a:solidFill>
                <a:latin typeface="Times New Roman" panose="02020603050405020304" pitchFamily="18" charset="0"/>
                <a:ea typeface="楷体_GB2312" pitchFamily="49" charset="-122"/>
                <a:cs typeface="Times New Roman" panose="02020603050405020304" pitchFamily="18" charset="0"/>
              </a:rPr>
              <a:t>I</a:t>
            </a:r>
            <a:r>
              <a:rPr lang="en-US" altLang="zh-CN" sz="2000" b="1" i="1" baseline="-25000" dirty="0">
                <a:solidFill>
                  <a:schemeClr val="tx1"/>
                </a:solidFill>
                <a:latin typeface="Times New Roman" panose="02020603050405020304" pitchFamily="18" charset="0"/>
                <a:ea typeface="楷体_GB2312" pitchFamily="49" charset="-122"/>
                <a:cs typeface="Times New Roman" panose="02020603050405020304" pitchFamily="18" charset="0"/>
              </a:rPr>
              <a:t>i</a:t>
            </a:r>
            <a:r>
              <a:rPr lang="en-US" altLang="zh-CN" sz="2000"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sz="2000" b="1" i="1" dirty="0">
                <a:solidFill>
                  <a:schemeClr val="tx1"/>
                </a:solidFill>
                <a:latin typeface="Times New Roman" panose="02020603050405020304" pitchFamily="18" charset="0"/>
                <a:ea typeface="楷体_GB2312" pitchFamily="49" charset="-122"/>
                <a:cs typeface="Times New Roman" panose="02020603050405020304" pitchFamily="18" charset="0"/>
              </a:rPr>
              <a:t>then</a:t>
            </a:r>
            <a:r>
              <a:rPr lang="en-US" altLang="zh-CN" sz="2000"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sz="2000" b="1" i="1" dirty="0">
                <a:solidFill>
                  <a:schemeClr val="tx1"/>
                </a:solidFill>
                <a:latin typeface="Times New Roman" panose="02020603050405020304" pitchFamily="18" charset="0"/>
                <a:ea typeface="楷体_GB2312" pitchFamily="49" charset="-122"/>
                <a:cs typeface="Times New Roman" panose="02020603050405020304" pitchFamily="18" charset="0"/>
              </a:rPr>
              <a:t>ACTION</a:t>
            </a:r>
            <a:r>
              <a:rPr lang="en-US" altLang="zh-CN" sz="2000" b="1" dirty="0">
                <a:solidFill>
                  <a:schemeClr val="tx1"/>
                </a:solidFill>
                <a:latin typeface="Times New Roman" panose="02020603050405020304" pitchFamily="18" charset="0"/>
                <a:ea typeface="楷体_GB2312" pitchFamily="49" charset="-122"/>
                <a:cs typeface="Times New Roman" panose="02020603050405020304" pitchFamily="18" charset="0"/>
              </a:rPr>
              <a:t> [ </a:t>
            </a:r>
            <a:r>
              <a:rPr lang="en-US" altLang="zh-CN" sz="2000" b="1" i="1" dirty="0" err="1">
                <a:solidFill>
                  <a:schemeClr val="tx1"/>
                </a:solidFill>
                <a:latin typeface="Times New Roman" panose="02020603050405020304" pitchFamily="18" charset="0"/>
                <a:ea typeface="楷体_GB2312" pitchFamily="49" charset="-122"/>
                <a:cs typeface="Times New Roman" panose="02020603050405020304" pitchFamily="18" charset="0"/>
              </a:rPr>
              <a:t>i</a:t>
            </a:r>
            <a:r>
              <a:rPr lang="en-US" altLang="zh-CN" sz="2000"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sz="2000" b="1" dirty="0">
                <a:solidFill>
                  <a:schemeClr val="tx1"/>
                </a:solidFill>
                <a:latin typeface="Times New Roman" panose="02020603050405020304" pitchFamily="18" charset="0"/>
                <a:cs typeface="Times New Roman" panose="02020603050405020304" pitchFamily="18" charset="0"/>
              </a:rPr>
              <a:t>$</a:t>
            </a:r>
            <a:r>
              <a:rPr lang="en-US" altLang="zh-CN" sz="2000"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sz="2000" b="1" i="1" dirty="0">
                <a:solidFill>
                  <a:schemeClr val="tx1"/>
                </a:solidFill>
                <a:latin typeface="Times New Roman" panose="02020603050405020304" pitchFamily="18" charset="0"/>
                <a:ea typeface="楷体_GB2312" pitchFamily="49" charset="-122"/>
                <a:cs typeface="Times New Roman" panose="02020603050405020304" pitchFamily="18" charset="0"/>
              </a:rPr>
              <a:t>acc</a:t>
            </a:r>
            <a:r>
              <a:rPr lang="en-US" altLang="zh-CN" sz="2000" b="1" dirty="0">
                <a:solidFill>
                  <a:schemeClr val="tx1"/>
                </a:solidFill>
                <a:latin typeface="Times New Roman" panose="02020603050405020304" pitchFamily="18" charset="0"/>
                <a:ea typeface="楷体_GB2312" pitchFamily="49" charset="-122"/>
                <a:cs typeface="Times New Roman" panose="02020603050405020304" pitchFamily="18" charset="0"/>
              </a:rPr>
              <a:t>;</a:t>
            </a:r>
          </a:p>
          <a:p>
            <a:pPr eaLnBrk="1" hangingPunct="1">
              <a:buClr>
                <a:schemeClr val="tx1"/>
              </a:buClr>
              <a:buFont typeface="Wingdings" pitchFamily="2" charset="2"/>
              <a:buChar char="Ø"/>
              <a:defRPr/>
            </a:pPr>
            <a:r>
              <a:rPr lang="zh-CN" altLang="en-US" sz="2500" b="1" dirty="0">
                <a:solidFill>
                  <a:schemeClr val="tx1"/>
                </a:solidFill>
                <a:latin typeface="Times New Roman" panose="02020603050405020304" pitchFamily="18" charset="0"/>
                <a:cs typeface="Times New Roman" panose="02020603050405020304" pitchFamily="18" charset="0"/>
              </a:rPr>
              <a:t>没有定义的所有条目都设置为</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error</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a:t>
            </a:r>
            <a:endParaRPr lang="en-US" altLang="zh-CN" sz="2500" b="1" dirty="0">
              <a:solidFill>
                <a:schemeClr val="tx1"/>
              </a:solidFill>
              <a:latin typeface="Times New Roman" panose="02020603050405020304" pitchFamily="18" charset="0"/>
              <a:ea typeface="楷体_GB2312" pitchFamily="49" charset="-122"/>
              <a:cs typeface="Times New Roman" panose="02020603050405020304" pitchFamily="18" charset="0"/>
            </a:endParaRPr>
          </a:p>
          <a:p>
            <a:pPr eaLnBrk="1" hangingPunct="1">
              <a:defRPr/>
            </a:pPr>
            <a:endParaRPr lang="zh-CN" altLang="en-US" sz="2000" dirty="0">
              <a:latin typeface="Times New Roman" panose="02020603050405020304" pitchFamily="18" charset="0"/>
              <a:ea typeface="宋体" pitchFamily="2" charset="-122"/>
              <a:cs typeface="Times New Roman" panose="02020603050405020304" pitchFamily="18" charset="0"/>
            </a:endParaRPr>
          </a:p>
        </p:txBody>
      </p:sp>
      <p:sp>
        <p:nvSpPr>
          <p:cNvPr id="59395" name="标题 1"/>
          <p:cNvSpPr>
            <a:spLocks noGrp="1" noChangeArrowheads="1"/>
          </p:cNvSpPr>
          <p:nvPr>
            <p:ph type="title"/>
          </p:nvPr>
        </p:nvSpPr>
        <p:spPr>
          <a:xfrm>
            <a:off x="755650" y="268288"/>
            <a:ext cx="7931150" cy="358775"/>
          </a:xfrm>
        </p:spPr>
        <p:txBody>
          <a:bodyPr/>
          <a:lstStyle/>
          <a:p>
            <a:pPr eaLnBrk="1" hangingPunct="1"/>
            <a:r>
              <a:rPr lang="en-US" altLang="zh-CN" sz="3000" i="1" dirty="0">
                <a:solidFill>
                  <a:schemeClr val="tx1"/>
                </a:solidFill>
                <a:ea typeface="黑体" panose="02010609060101010101" pitchFamily="49" charset="-122"/>
              </a:rPr>
              <a:t>LR</a:t>
            </a:r>
            <a:r>
              <a:rPr lang="en-US" altLang="zh-CN" dirty="0">
                <a:ea typeface="黑体" panose="02010609060101010101" pitchFamily="49" charset="-122"/>
              </a:rPr>
              <a:t>(1)</a:t>
            </a:r>
            <a:r>
              <a:rPr lang="zh-CN" altLang="en-US" sz="3000" dirty="0">
                <a:solidFill>
                  <a:schemeClr val="tx1"/>
                </a:solidFill>
                <a:latin typeface="微软雅黑" panose="020B0503020204020204" pitchFamily="34" charset="-122"/>
                <a:ea typeface="微软雅黑" panose="020B0503020204020204" pitchFamily="34" charset="-122"/>
              </a:rPr>
              <a:t>分析表构造算法</a:t>
            </a:r>
          </a:p>
        </p:txBody>
      </p:sp>
      <p:sp>
        <p:nvSpPr>
          <p:cNvPr id="5" name="矩形 4"/>
          <p:cNvSpPr>
            <a:spLocks noChangeArrowheads="1"/>
          </p:cNvSpPr>
          <p:nvPr/>
        </p:nvSpPr>
        <p:spPr bwMode="auto">
          <a:xfrm>
            <a:off x="1476375" y="4114800"/>
            <a:ext cx="6145213" cy="830263"/>
          </a:xfrm>
          <a:prstGeom prst="rect">
            <a:avLst/>
          </a:prstGeom>
          <a:solidFill>
            <a:srgbClr val="B5CEED"/>
          </a:solidFill>
          <a:ln w="12700">
            <a:solidFill>
              <a:schemeClr val="tx1"/>
            </a:solidFill>
            <a:round/>
            <a:headEnd/>
            <a:tailEnd/>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 typeface="Arial" panose="020B0604020202020204" pitchFamily="34" charset="0"/>
              <a:buNone/>
            </a:pPr>
            <a:r>
              <a:rPr lang="zh-CN" altLang="en-US" b="1">
                <a:solidFill>
                  <a:schemeClr val="tx1"/>
                </a:solidFill>
                <a:latin typeface="Times New Roman" panose="02020603050405020304" pitchFamily="18" charset="0"/>
                <a:ea typeface="楷体" panose="02010609060101010101" pitchFamily="49" charset="-122"/>
              </a:rPr>
              <a:t>如果</a:t>
            </a:r>
            <a:r>
              <a:rPr lang="en-US" altLang="zh-CN" b="1" i="1">
                <a:solidFill>
                  <a:schemeClr val="tx1"/>
                </a:solidFill>
                <a:latin typeface="Times New Roman" panose="02020603050405020304" pitchFamily="18" charset="0"/>
                <a:cs typeface="Times New Roman" panose="02020603050405020304" pitchFamily="18" charset="0"/>
              </a:rPr>
              <a:t>LR</a:t>
            </a:r>
            <a:r>
              <a:rPr lang="en-US" altLang="zh-CN" b="1">
                <a:solidFill>
                  <a:schemeClr val="tx1"/>
                </a:solidFill>
                <a:latin typeface="Times New Roman" panose="02020603050405020304" pitchFamily="18" charset="0"/>
                <a:cs typeface="Times New Roman" panose="02020603050405020304" pitchFamily="18" charset="0"/>
              </a:rPr>
              <a:t>(1)</a:t>
            </a:r>
            <a:r>
              <a:rPr lang="zh-CN" altLang="en-US" b="1">
                <a:solidFill>
                  <a:schemeClr val="tx1"/>
                </a:solidFill>
                <a:latin typeface="Times New Roman" panose="02020603050405020304" pitchFamily="18" charset="0"/>
                <a:ea typeface="楷体" panose="02010609060101010101" pitchFamily="49" charset="-122"/>
              </a:rPr>
              <a:t>分析表中没有语法分析动作冲突，那么给定的文法就称为</a:t>
            </a:r>
            <a:r>
              <a:rPr lang="en-US" altLang="zh-CN" b="1" i="1">
                <a:solidFill>
                  <a:srgbClr val="FF0000"/>
                </a:solidFill>
                <a:latin typeface="Times New Roman" panose="02020603050405020304" pitchFamily="18" charset="0"/>
              </a:rPr>
              <a:t>LR</a:t>
            </a:r>
            <a:r>
              <a:rPr lang="en-US" altLang="zh-CN" b="1">
                <a:solidFill>
                  <a:srgbClr val="FF0000"/>
                </a:solidFill>
                <a:latin typeface="Times New Roman" panose="02020603050405020304" pitchFamily="18" charset="0"/>
              </a:rPr>
              <a:t>(1)</a:t>
            </a:r>
            <a:r>
              <a:rPr lang="zh-CN" altLang="en-US" b="1">
                <a:solidFill>
                  <a:srgbClr val="FF0000"/>
                </a:solidFill>
                <a:latin typeface="Times New Roman" panose="02020603050405020304" pitchFamily="18" charset="0"/>
                <a:ea typeface="楷体" panose="02010609060101010101" pitchFamily="49" charset="-122"/>
              </a:rPr>
              <a:t>文法</a:t>
            </a:r>
            <a:endParaRPr lang="zh-CN" altLang="en-US" b="1">
              <a:solidFill>
                <a:schemeClr val="tx1"/>
              </a:solidFill>
              <a:latin typeface="Times New Roman" panose="02020603050405020304" pitchFamily="18" charset="0"/>
              <a:ea typeface="楷体" panose="02010609060101010101" pitchFamily="49" charset="-122"/>
            </a:endParaRPr>
          </a:p>
        </p:txBody>
      </p:sp>
      <p:sp>
        <p:nvSpPr>
          <p:cNvPr id="2" name="灯片编号占位符 1">
            <a:extLst>
              <a:ext uri="{FF2B5EF4-FFF2-40B4-BE49-F238E27FC236}">
                <a16:creationId xmlns:a16="http://schemas.microsoft.com/office/drawing/2014/main" id="{08DA2A66-9A11-47A0-B82A-FAEB31087F95}"/>
              </a:ext>
            </a:extLst>
          </p:cNvPr>
          <p:cNvSpPr>
            <a:spLocks noGrp="1"/>
          </p:cNvSpPr>
          <p:nvPr>
            <p:ph type="sldNum" sz="quarter" idx="12"/>
          </p:nvPr>
        </p:nvSpPr>
        <p:spPr/>
        <p:txBody>
          <a:bodyPr/>
          <a:lstStyle/>
          <a:p>
            <a:pPr>
              <a:defRPr/>
            </a:pPr>
            <a:fld id="{76D20AB1-C80E-44EB-B890-88EEF3B3DC08}" type="slidenum">
              <a:rPr lang="zh-CN" altLang="en-US" smtClean="0"/>
              <a:pPr>
                <a:defRPr/>
              </a:pPr>
              <a:t>20</a:t>
            </a:fld>
            <a:endParaRPr lang="en-US" altLang="zh-CN"/>
          </a:p>
        </p:txBody>
      </p:sp>
      <p:sp>
        <p:nvSpPr>
          <p:cNvPr id="6" name="对话气泡: 圆角矩形 5">
            <a:extLst>
              <a:ext uri="{FF2B5EF4-FFF2-40B4-BE49-F238E27FC236}">
                <a16:creationId xmlns:a16="http://schemas.microsoft.com/office/drawing/2014/main" id="{28929DF1-8910-4445-94A8-6F31F14351F1}"/>
              </a:ext>
            </a:extLst>
          </p:cNvPr>
          <p:cNvSpPr/>
          <p:nvPr/>
        </p:nvSpPr>
        <p:spPr>
          <a:xfrm>
            <a:off x="6588224" y="2931790"/>
            <a:ext cx="2232248" cy="936104"/>
          </a:xfrm>
          <a:prstGeom prst="wedgeRoundRectCallout">
            <a:avLst>
              <a:gd name="adj1" fmla="val -60779"/>
              <a:gd name="adj2" fmla="val -32998"/>
              <a:gd name="adj3" fmla="val 16667"/>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rPr>
              <a:t>与</a:t>
            </a:r>
            <a:r>
              <a:rPr lang="en-US" altLang="zh-CN" sz="2400" b="1" dirty="0">
                <a:solidFill>
                  <a:schemeClr val="tx1"/>
                </a:solidFill>
              </a:rPr>
              <a:t>LR(0)</a:t>
            </a:r>
            <a:r>
              <a:rPr lang="zh-CN" altLang="en-US" sz="2400" b="1" dirty="0">
                <a:solidFill>
                  <a:schemeClr val="tx1"/>
                </a:solidFill>
              </a:rPr>
              <a:t>和</a:t>
            </a:r>
            <a:r>
              <a:rPr lang="en-US" altLang="zh-CN" sz="2400" b="1" dirty="0">
                <a:solidFill>
                  <a:schemeClr val="tx1"/>
                </a:solidFill>
              </a:rPr>
              <a:t>SLR</a:t>
            </a:r>
            <a:r>
              <a:rPr lang="zh-CN" altLang="en-US" sz="2400" b="1" dirty="0">
                <a:solidFill>
                  <a:schemeClr val="tx1"/>
                </a:solidFill>
              </a:rPr>
              <a:t>分析表不同</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3"/>
          <p:cNvSpPr>
            <a:spLocks noGrp="1" noChangeArrowheads="1"/>
          </p:cNvSpPr>
          <p:nvPr>
            <p:ph idx="1"/>
          </p:nvPr>
        </p:nvSpPr>
        <p:spPr>
          <a:xfrm>
            <a:off x="755650" y="1001713"/>
            <a:ext cx="7776394" cy="3873499"/>
          </a:xfrm>
        </p:spPr>
        <p:txBody>
          <a:bodyPr/>
          <a:lstStyle/>
          <a:p>
            <a:pPr eaLnBrk="1" hangingPunct="1">
              <a:lnSpc>
                <a:spcPts val="2900"/>
              </a:lnSpc>
              <a:spcBef>
                <a:spcPts val="0"/>
              </a:spcBef>
              <a:buClr>
                <a:schemeClr val="tx1"/>
              </a:buClr>
              <a:buFont typeface="Wingdings" pitchFamily="2" charset="2"/>
              <a:buChar char="Ø"/>
              <a:defRPr/>
            </a:pPr>
            <a:r>
              <a:rPr lang="zh-CN" altLang="en-US" sz="2500" b="1" dirty="0">
                <a:solidFill>
                  <a:schemeClr val="tx1"/>
                </a:solidFill>
                <a:latin typeface="Times New Roman" panose="02020603050405020304" pitchFamily="18" charset="0"/>
                <a:cs typeface="Times New Roman" panose="02020603050405020304" pitchFamily="18" charset="0"/>
              </a:rPr>
              <a:t>文法</a:t>
            </a:r>
            <a:endParaRPr lang="en-US" altLang="zh-CN" sz="2500" b="1" dirty="0">
              <a:solidFill>
                <a:schemeClr val="tx1"/>
              </a:solidFill>
              <a:latin typeface="Times New Roman" panose="02020603050405020304" pitchFamily="18" charset="0"/>
              <a:cs typeface="Times New Roman" panose="02020603050405020304" pitchFamily="18" charset="0"/>
            </a:endParaRPr>
          </a:p>
          <a:p>
            <a:pPr marL="0" algn="ctr" eaLnBrk="1" hangingPunct="1">
              <a:spcBef>
                <a:spcPts val="0"/>
              </a:spcBef>
              <a:buFont typeface="Wingdings" pitchFamily="2" charset="2"/>
              <a:buNone/>
              <a:defRPr/>
            </a:pPr>
            <a:r>
              <a:rPr lang="en-US" altLang="zh-CN" sz="2500" b="1" i="1" dirty="0">
                <a:solidFill>
                  <a:srgbClr val="2D83F4"/>
                </a:solidFill>
                <a:latin typeface="Times New Roman" panose="02020603050405020304" pitchFamily="18" charset="0"/>
                <a:ea typeface="宋体" pitchFamily="2" charset="-122"/>
                <a:cs typeface="Times New Roman" panose="02020603050405020304" pitchFamily="18" charset="0"/>
              </a:rPr>
              <a:t>G</a:t>
            </a:r>
            <a:r>
              <a:rPr lang="zh-CN" altLang="en-US" sz="2500" b="1" i="1" dirty="0">
                <a:solidFill>
                  <a:srgbClr val="2D83F4"/>
                </a:solidFill>
                <a:latin typeface="Times New Roman" panose="02020603050405020304" pitchFamily="18" charset="0"/>
                <a:ea typeface="楷体_GB2312" pitchFamily="49" charset="-122"/>
                <a:cs typeface="Times New Roman" panose="02020603050405020304" pitchFamily="18" charset="0"/>
              </a:rPr>
              <a:t> </a:t>
            </a:r>
            <a:r>
              <a:rPr lang="en-US" altLang="zh-CN" sz="2500" b="1" dirty="0">
                <a:solidFill>
                  <a:srgbClr val="2D83F4"/>
                </a:solidFill>
                <a:latin typeface="Times New Roman" panose="02020603050405020304" pitchFamily="18" charset="0"/>
                <a:ea typeface="宋体" pitchFamily="2" charset="-122"/>
                <a:cs typeface="Times New Roman" panose="02020603050405020304" pitchFamily="18" charset="0"/>
              </a:rPr>
              <a:t>=</a:t>
            </a:r>
            <a:r>
              <a:rPr lang="zh-CN" altLang="en-US" sz="2500" b="1" dirty="0">
                <a:solidFill>
                  <a:srgbClr val="2D83F4"/>
                </a:solidFill>
                <a:latin typeface="Times New Roman" panose="02020603050405020304" pitchFamily="18" charset="0"/>
                <a:ea typeface="楷体_GB2312" pitchFamily="49" charset="-122"/>
                <a:cs typeface="Times New Roman" panose="02020603050405020304" pitchFamily="18" charset="0"/>
              </a:rPr>
              <a:t> </a:t>
            </a:r>
            <a:r>
              <a:rPr lang="en-US" altLang="zh-CN" sz="2500" b="1" dirty="0">
                <a:solidFill>
                  <a:srgbClr val="2D83F4"/>
                </a:solidFill>
                <a:latin typeface="Times New Roman" panose="02020603050405020304" pitchFamily="18" charset="0"/>
                <a:ea typeface="宋体" pitchFamily="2" charset="-122"/>
                <a:cs typeface="Times New Roman" panose="02020603050405020304" pitchFamily="18" charset="0"/>
              </a:rPr>
              <a:t>(</a:t>
            </a:r>
            <a:r>
              <a:rPr lang="en-US" altLang="zh-CN" sz="2500" b="1" i="1" dirty="0">
                <a:solidFill>
                  <a:srgbClr val="2D83F4"/>
                </a:solidFill>
                <a:latin typeface="Times New Roman" panose="02020603050405020304" pitchFamily="18" charset="0"/>
                <a:ea typeface="宋体" pitchFamily="2" charset="-122"/>
                <a:cs typeface="Times New Roman" panose="02020603050405020304" pitchFamily="18" charset="0"/>
              </a:rPr>
              <a:t>V</a:t>
            </a:r>
            <a:r>
              <a:rPr lang="en-US" altLang="zh-CN" sz="2500" b="1" i="1" baseline="-25000" dirty="0">
                <a:solidFill>
                  <a:srgbClr val="2D83F4"/>
                </a:solidFill>
                <a:latin typeface="Times New Roman" panose="02020603050405020304" pitchFamily="18" charset="0"/>
                <a:ea typeface="宋体" pitchFamily="2" charset="-122"/>
                <a:cs typeface="Times New Roman" panose="02020603050405020304" pitchFamily="18" charset="0"/>
              </a:rPr>
              <a:t>N</a:t>
            </a:r>
            <a:r>
              <a:rPr lang="en-US" altLang="zh-CN" sz="2500" b="1" dirty="0">
                <a:solidFill>
                  <a:srgbClr val="2D83F4"/>
                </a:solidFill>
                <a:latin typeface="Times New Roman" panose="02020603050405020304" pitchFamily="18" charset="0"/>
                <a:ea typeface="宋体" pitchFamily="2" charset="-122"/>
                <a:cs typeface="Times New Roman" panose="02020603050405020304" pitchFamily="18" charset="0"/>
              </a:rPr>
              <a:t> , </a:t>
            </a:r>
            <a:r>
              <a:rPr lang="en-US" altLang="zh-CN" sz="2500" b="1" i="1" dirty="0">
                <a:solidFill>
                  <a:srgbClr val="2D83F4"/>
                </a:solidFill>
                <a:latin typeface="Times New Roman" panose="02020603050405020304" pitchFamily="18" charset="0"/>
                <a:ea typeface="宋体" pitchFamily="2" charset="-122"/>
                <a:cs typeface="Times New Roman" panose="02020603050405020304" pitchFamily="18" charset="0"/>
              </a:rPr>
              <a:t>V</a:t>
            </a:r>
            <a:r>
              <a:rPr lang="en-US" altLang="zh-CN" sz="2500" b="1" i="1" baseline="-25000" dirty="0">
                <a:solidFill>
                  <a:srgbClr val="2D83F4"/>
                </a:solidFill>
                <a:latin typeface="Times New Roman" panose="02020603050405020304" pitchFamily="18" charset="0"/>
                <a:ea typeface="宋体" pitchFamily="2" charset="-122"/>
                <a:cs typeface="Times New Roman" panose="02020603050405020304" pitchFamily="18" charset="0"/>
              </a:rPr>
              <a:t>T</a:t>
            </a:r>
            <a:r>
              <a:rPr lang="en-US" altLang="zh-CN" sz="2500" b="1" dirty="0">
                <a:solidFill>
                  <a:srgbClr val="2D83F4"/>
                </a:solidFill>
                <a:latin typeface="Times New Roman" panose="02020603050405020304" pitchFamily="18" charset="0"/>
                <a:ea typeface="宋体" pitchFamily="2" charset="-122"/>
                <a:cs typeface="Times New Roman" panose="02020603050405020304" pitchFamily="18" charset="0"/>
              </a:rPr>
              <a:t> , </a:t>
            </a:r>
            <a:r>
              <a:rPr lang="en-US" altLang="zh-CN" sz="2500" b="1" i="1" dirty="0">
                <a:solidFill>
                  <a:srgbClr val="2D83F4"/>
                </a:solidFill>
                <a:latin typeface="Times New Roman" panose="02020603050405020304" pitchFamily="18" charset="0"/>
                <a:ea typeface="宋体" pitchFamily="2" charset="-122"/>
                <a:cs typeface="Times New Roman" panose="02020603050405020304" pitchFamily="18" charset="0"/>
              </a:rPr>
              <a:t>P</a:t>
            </a:r>
            <a:r>
              <a:rPr lang="en-US" altLang="zh-CN" sz="2500" b="1" dirty="0">
                <a:solidFill>
                  <a:srgbClr val="2D83F4"/>
                </a:solidFill>
                <a:latin typeface="Times New Roman" panose="02020603050405020304" pitchFamily="18" charset="0"/>
                <a:ea typeface="宋体" pitchFamily="2" charset="-122"/>
                <a:cs typeface="Times New Roman" panose="02020603050405020304" pitchFamily="18" charset="0"/>
              </a:rPr>
              <a:t>,  </a:t>
            </a:r>
            <a:r>
              <a:rPr lang="en-US" altLang="zh-CN" sz="2500" b="1" i="1" dirty="0">
                <a:solidFill>
                  <a:srgbClr val="2D83F4"/>
                </a:solidFill>
                <a:latin typeface="Times New Roman" panose="02020603050405020304" pitchFamily="18" charset="0"/>
                <a:ea typeface="宋体" pitchFamily="2" charset="-122"/>
                <a:cs typeface="Times New Roman" panose="02020603050405020304" pitchFamily="18" charset="0"/>
              </a:rPr>
              <a:t>S</a:t>
            </a:r>
            <a:r>
              <a:rPr lang="en-US" altLang="zh-CN" sz="2500" b="1" dirty="0">
                <a:solidFill>
                  <a:srgbClr val="2D83F4"/>
                </a:solidFill>
                <a:latin typeface="Times New Roman" panose="02020603050405020304" pitchFamily="18" charset="0"/>
                <a:ea typeface="宋体" pitchFamily="2" charset="-122"/>
                <a:cs typeface="Times New Roman" panose="02020603050405020304" pitchFamily="18" charset="0"/>
              </a:rPr>
              <a:t> )</a:t>
            </a:r>
          </a:p>
          <a:p>
            <a:pPr eaLnBrk="1" hangingPunct="1">
              <a:lnSpc>
                <a:spcPts val="3000"/>
              </a:lnSpc>
              <a:spcBef>
                <a:spcPts val="0"/>
              </a:spcBef>
              <a:buClr>
                <a:schemeClr val="tx1"/>
              </a:buClr>
              <a:buFont typeface="Wingdings" pitchFamily="2" charset="2"/>
              <a:buChar char="Ø"/>
              <a:defRPr/>
            </a:pP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LR</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(1)</a:t>
            </a:r>
            <a:r>
              <a:rPr lang="zh-CN" altLang="en-US" sz="2500" b="1" dirty="0">
                <a:solidFill>
                  <a:schemeClr val="tx1"/>
                </a:solidFill>
                <a:latin typeface="Times New Roman" panose="02020603050405020304" pitchFamily="18" charset="0"/>
                <a:cs typeface="Times New Roman" panose="02020603050405020304" pitchFamily="18" charset="0"/>
              </a:rPr>
              <a:t>自动机</a:t>
            </a:r>
            <a:endParaRPr lang="en-US" altLang="zh-CN" sz="2500" b="1" dirty="0">
              <a:solidFill>
                <a:schemeClr val="tx1"/>
              </a:solidFill>
              <a:latin typeface="Times New Roman" panose="02020603050405020304" pitchFamily="18" charset="0"/>
              <a:cs typeface="Times New Roman" panose="02020603050405020304" pitchFamily="18" charset="0"/>
            </a:endParaRPr>
          </a:p>
          <a:p>
            <a:pPr marL="0" indent="0" algn="ctr" eaLnBrk="1" hangingPunct="1">
              <a:lnSpc>
                <a:spcPts val="3500"/>
              </a:lnSpc>
              <a:spcBef>
                <a:spcPts val="0"/>
              </a:spcBef>
              <a:buFont typeface="Wingdings" pitchFamily="2" charset="2"/>
              <a:buNone/>
              <a:defRPr/>
            </a:pPr>
            <a:r>
              <a:rPr lang="en-US" altLang="zh-CN" sz="2500" b="1" i="1" dirty="0">
                <a:solidFill>
                  <a:srgbClr val="2D83F4"/>
                </a:solidFill>
                <a:latin typeface="Times New Roman" panose="02020603050405020304" pitchFamily="18" charset="0"/>
                <a:ea typeface="宋体" pitchFamily="2" charset="-122"/>
                <a:cs typeface="Times New Roman" panose="02020603050405020304" pitchFamily="18" charset="0"/>
              </a:rPr>
              <a:t>M</a:t>
            </a:r>
            <a:r>
              <a:rPr lang="zh-CN" altLang="en-US" sz="2500" b="1" i="1" dirty="0">
                <a:solidFill>
                  <a:srgbClr val="2D83F4"/>
                </a:solidFill>
                <a:latin typeface="Times New Roman" panose="02020603050405020304" pitchFamily="18" charset="0"/>
                <a:ea typeface="楷体_GB2312" pitchFamily="49" charset="-122"/>
                <a:cs typeface="Times New Roman" panose="02020603050405020304" pitchFamily="18" charset="0"/>
              </a:rPr>
              <a:t> </a:t>
            </a:r>
            <a:r>
              <a:rPr lang="en-US" altLang="zh-CN" sz="2500" b="1" dirty="0">
                <a:solidFill>
                  <a:srgbClr val="2D83F4"/>
                </a:solidFill>
                <a:latin typeface="Times New Roman" panose="02020603050405020304" pitchFamily="18" charset="0"/>
                <a:ea typeface="宋体" pitchFamily="2" charset="-122"/>
                <a:cs typeface="Times New Roman" panose="02020603050405020304" pitchFamily="18" charset="0"/>
              </a:rPr>
              <a:t>=</a:t>
            </a:r>
            <a:r>
              <a:rPr lang="zh-CN" altLang="en-US" sz="2500" b="1" dirty="0">
                <a:solidFill>
                  <a:srgbClr val="2D83F4"/>
                </a:solidFill>
                <a:latin typeface="Times New Roman" panose="02020603050405020304" pitchFamily="18" charset="0"/>
                <a:ea typeface="楷体_GB2312" pitchFamily="49" charset="-122"/>
                <a:cs typeface="Times New Roman" panose="02020603050405020304" pitchFamily="18" charset="0"/>
              </a:rPr>
              <a:t> </a:t>
            </a:r>
            <a:r>
              <a:rPr lang="en-US" altLang="zh-CN" sz="2500" b="1" dirty="0">
                <a:solidFill>
                  <a:srgbClr val="2D83F4"/>
                </a:solidFill>
                <a:latin typeface="Times New Roman" panose="02020603050405020304" pitchFamily="18" charset="0"/>
                <a:ea typeface="宋体" pitchFamily="2" charset="-122"/>
                <a:cs typeface="Times New Roman" panose="02020603050405020304" pitchFamily="18" charset="0"/>
              </a:rPr>
              <a:t>(</a:t>
            </a:r>
            <a:r>
              <a:rPr lang="en-US" altLang="zh-CN" sz="2500" b="1" i="1" dirty="0">
                <a:solidFill>
                  <a:srgbClr val="2D83F4"/>
                </a:solidFill>
                <a:latin typeface="Times New Roman" panose="02020603050405020304" pitchFamily="18" charset="0"/>
                <a:ea typeface="宋体" pitchFamily="2" charset="-122"/>
                <a:cs typeface="Times New Roman" panose="02020603050405020304" pitchFamily="18" charset="0"/>
              </a:rPr>
              <a:t>C</a:t>
            </a:r>
            <a:r>
              <a:rPr lang="en-US" altLang="zh-CN" sz="2500" b="1" dirty="0">
                <a:solidFill>
                  <a:srgbClr val="2D83F4"/>
                </a:solidFill>
                <a:latin typeface="Times New Roman" panose="02020603050405020304" pitchFamily="18" charset="0"/>
                <a:ea typeface="宋体" pitchFamily="2" charset="-122"/>
                <a:cs typeface="Times New Roman" panose="02020603050405020304" pitchFamily="18" charset="0"/>
              </a:rPr>
              <a:t>, </a:t>
            </a:r>
            <a:r>
              <a:rPr lang="en-US" altLang="zh-CN" sz="2500" b="1" i="1" dirty="0">
                <a:solidFill>
                  <a:srgbClr val="2D83F4"/>
                </a:solidFill>
                <a:latin typeface="Times New Roman" panose="02020603050405020304" pitchFamily="18" charset="0"/>
                <a:ea typeface="宋体" pitchFamily="2" charset="-122"/>
                <a:cs typeface="Times New Roman" panose="02020603050405020304" pitchFamily="18" charset="0"/>
              </a:rPr>
              <a:t>V</a:t>
            </a:r>
            <a:r>
              <a:rPr lang="en-US" altLang="zh-CN" sz="2500" b="1" i="1" baseline="-25000" dirty="0">
                <a:solidFill>
                  <a:srgbClr val="2D83F4"/>
                </a:solidFill>
                <a:latin typeface="Times New Roman" panose="02020603050405020304" pitchFamily="18" charset="0"/>
                <a:ea typeface="宋体" pitchFamily="2" charset="-122"/>
                <a:cs typeface="Times New Roman" panose="02020603050405020304" pitchFamily="18" charset="0"/>
              </a:rPr>
              <a:t>N</a:t>
            </a:r>
            <a:r>
              <a:rPr lang="en-US" altLang="zh-CN" sz="2500" b="1" dirty="0">
                <a:solidFill>
                  <a:srgbClr val="2D83F4"/>
                </a:solidFill>
                <a:latin typeface="Times New Roman" panose="02020603050405020304" pitchFamily="18" charset="0"/>
                <a:ea typeface="宋体" pitchFamily="2" charset="-122"/>
                <a:cs typeface="Times New Roman" panose="02020603050405020304" pitchFamily="18" charset="0"/>
              </a:rPr>
              <a:t>∪</a:t>
            </a:r>
            <a:r>
              <a:rPr lang="en-US" altLang="zh-CN" sz="2500" b="1" i="1" dirty="0">
                <a:solidFill>
                  <a:srgbClr val="2D83F4"/>
                </a:solidFill>
                <a:latin typeface="Times New Roman" panose="02020603050405020304" pitchFamily="18" charset="0"/>
                <a:ea typeface="宋体" pitchFamily="2" charset="-122"/>
                <a:cs typeface="Times New Roman" panose="02020603050405020304" pitchFamily="18" charset="0"/>
              </a:rPr>
              <a:t>V</a:t>
            </a:r>
            <a:r>
              <a:rPr lang="en-US" altLang="zh-CN" sz="2500" b="1" i="1" baseline="-25000" dirty="0">
                <a:solidFill>
                  <a:srgbClr val="2D83F4"/>
                </a:solidFill>
                <a:latin typeface="Times New Roman" panose="02020603050405020304" pitchFamily="18" charset="0"/>
                <a:ea typeface="宋体" pitchFamily="2" charset="-122"/>
                <a:cs typeface="Times New Roman" panose="02020603050405020304" pitchFamily="18" charset="0"/>
              </a:rPr>
              <a:t>T</a:t>
            </a:r>
            <a:r>
              <a:rPr lang="zh-CN" altLang="en-US" sz="2500" b="1" i="1" baseline="-25000" dirty="0">
                <a:solidFill>
                  <a:srgbClr val="2D83F4"/>
                </a:solidFill>
                <a:latin typeface="Times New Roman" panose="02020603050405020304" pitchFamily="18" charset="0"/>
                <a:ea typeface="楷体_GB2312" pitchFamily="49" charset="-122"/>
                <a:cs typeface="Times New Roman" panose="02020603050405020304" pitchFamily="18" charset="0"/>
              </a:rPr>
              <a:t> </a:t>
            </a:r>
            <a:r>
              <a:rPr lang="en-US" altLang="zh-CN" sz="2500" b="1" dirty="0">
                <a:solidFill>
                  <a:srgbClr val="2D83F4"/>
                </a:solidFill>
                <a:latin typeface="Times New Roman" panose="02020603050405020304" pitchFamily="18" charset="0"/>
                <a:ea typeface="宋体" pitchFamily="2" charset="-122"/>
                <a:cs typeface="Times New Roman" panose="02020603050405020304" pitchFamily="18" charset="0"/>
              </a:rPr>
              <a:t>, </a:t>
            </a:r>
            <a:r>
              <a:rPr lang="en-US" altLang="zh-CN" sz="2500" b="1" i="1" dirty="0">
                <a:solidFill>
                  <a:srgbClr val="2D83F4"/>
                </a:solidFill>
                <a:latin typeface="Times New Roman" panose="02020603050405020304" pitchFamily="18" charset="0"/>
                <a:ea typeface="宋体" pitchFamily="2" charset="-122"/>
                <a:cs typeface="Times New Roman" panose="02020603050405020304" pitchFamily="18" charset="0"/>
              </a:rPr>
              <a:t>GOTO</a:t>
            </a:r>
            <a:r>
              <a:rPr lang="en-US" altLang="zh-CN" sz="2500" b="1" dirty="0">
                <a:solidFill>
                  <a:srgbClr val="2D83F4"/>
                </a:solidFill>
                <a:latin typeface="Times New Roman" panose="02020603050405020304" pitchFamily="18" charset="0"/>
                <a:ea typeface="宋体" pitchFamily="2" charset="-122"/>
                <a:cs typeface="Times New Roman" panose="02020603050405020304" pitchFamily="18" charset="0"/>
              </a:rPr>
              <a:t>, </a:t>
            </a:r>
            <a:r>
              <a:rPr lang="en-US" altLang="zh-CN" sz="2500" b="1" i="1" dirty="0">
                <a:solidFill>
                  <a:srgbClr val="2D83F4"/>
                </a:solidFill>
                <a:latin typeface="Times New Roman" panose="02020603050405020304" pitchFamily="18" charset="0"/>
                <a:ea typeface="宋体" pitchFamily="2" charset="-122"/>
                <a:cs typeface="Times New Roman" panose="02020603050405020304" pitchFamily="18" charset="0"/>
              </a:rPr>
              <a:t>I</a:t>
            </a:r>
            <a:r>
              <a:rPr lang="en-US" altLang="zh-CN" sz="2500" b="1" baseline="-25000" dirty="0">
                <a:solidFill>
                  <a:srgbClr val="2D83F4"/>
                </a:solidFill>
                <a:latin typeface="Times New Roman" panose="02020603050405020304" pitchFamily="18" charset="0"/>
                <a:ea typeface="宋体" pitchFamily="2" charset="-122"/>
                <a:cs typeface="Times New Roman" panose="02020603050405020304" pitchFamily="18" charset="0"/>
              </a:rPr>
              <a:t>0</a:t>
            </a:r>
            <a:r>
              <a:rPr lang="zh-CN" altLang="en-US" sz="2500" b="1" i="1" baseline="-25000" dirty="0">
                <a:solidFill>
                  <a:srgbClr val="2D83F4"/>
                </a:solidFill>
                <a:latin typeface="Times New Roman" panose="02020603050405020304" pitchFamily="18" charset="0"/>
                <a:ea typeface="楷体_GB2312" pitchFamily="49" charset="-122"/>
                <a:cs typeface="Times New Roman" panose="02020603050405020304" pitchFamily="18" charset="0"/>
              </a:rPr>
              <a:t> </a:t>
            </a:r>
            <a:r>
              <a:rPr lang="en-US" altLang="zh-CN" sz="2500" b="1" dirty="0">
                <a:solidFill>
                  <a:srgbClr val="2D83F4"/>
                </a:solidFill>
                <a:latin typeface="Times New Roman" panose="02020603050405020304" pitchFamily="18" charset="0"/>
                <a:ea typeface="宋体" pitchFamily="2" charset="-122"/>
                <a:cs typeface="Times New Roman" panose="02020603050405020304" pitchFamily="18" charset="0"/>
              </a:rPr>
              <a:t>, </a:t>
            </a:r>
            <a:r>
              <a:rPr lang="en-US" altLang="zh-CN" sz="2500" b="1" i="1" dirty="0">
                <a:solidFill>
                  <a:srgbClr val="2D83F4"/>
                </a:solidFill>
                <a:latin typeface="Times New Roman" panose="02020603050405020304" pitchFamily="18" charset="0"/>
                <a:ea typeface="宋体" pitchFamily="2" charset="-122"/>
                <a:cs typeface="Times New Roman" panose="02020603050405020304" pitchFamily="18" charset="0"/>
              </a:rPr>
              <a:t>F</a:t>
            </a:r>
            <a:r>
              <a:rPr lang="zh-CN" altLang="en-US" sz="2500" b="1" i="1" dirty="0">
                <a:solidFill>
                  <a:srgbClr val="2D83F4"/>
                </a:solidFill>
                <a:latin typeface="Times New Roman" panose="02020603050405020304" pitchFamily="18" charset="0"/>
                <a:ea typeface="楷体_GB2312" pitchFamily="49" charset="-122"/>
                <a:cs typeface="Times New Roman" panose="02020603050405020304" pitchFamily="18" charset="0"/>
              </a:rPr>
              <a:t> </a:t>
            </a:r>
            <a:r>
              <a:rPr lang="en-US" altLang="zh-CN" sz="2500" b="1" dirty="0">
                <a:solidFill>
                  <a:srgbClr val="2D83F4"/>
                </a:solidFill>
                <a:latin typeface="Times New Roman" panose="02020603050405020304" pitchFamily="18" charset="0"/>
                <a:ea typeface="宋体" pitchFamily="2" charset="-122"/>
                <a:cs typeface="Times New Roman" panose="02020603050405020304" pitchFamily="18" charset="0"/>
              </a:rPr>
              <a:t>)</a:t>
            </a:r>
          </a:p>
          <a:p>
            <a:pPr lvl="1" eaLnBrk="1" hangingPunct="1">
              <a:lnSpc>
                <a:spcPts val="3500"/>
              </a:lnSpc>
              <a:buClr>
                <a:schemeClr val="tx1"/>
              </a:buClr>
              <a:buFont typeface="Wingdings" pitchFamily="2" charset="2"/>
              <a:buChar char="Ø"/>
              <a:defRPr/>
            </a:pP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C </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 { </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I</a:t>
            </a:r>
            <a:r>
              <a:rPr lang="en-US" altLang="zh-CN" sz="2500" b="1" i="1" baseline="-25000" dirty="0">
                <a:solidFill>
                  <a:schemeClr val="tx1"/>
                </a:solidFill>
                <a:latin typeface="Times New Roman" panose="02020603050405020304" pitchFamily="18" charset="0"/>
                <a:ea typeface="宋体" pitchFamily="2" charset="-122"/>
                <a:cs typeface="Times New Roman" panose="02020603050405020304" pitchFamily="18" charset="0"/>
              </a:rPr>
              <a:t>0 </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 </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I </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 </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sym typeface="Symbol" pitchFamily="18" charset="2"/>
              </a:rPr>
              <a:t></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J</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C</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 </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X</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V</a:t>
            </a:r>
            <a:r>
              <a:rPr lang="en-US" altLang="zh-CN" sz="2500" b="1" i="1" baseline="-25000" dirty="0">
                <a:solidFill>
                  <a:schemeClr val="tx1"/>
                </a:solidFill>
                <a:latin typeface="Times New Roman" panose="02020603050405020304" pitchFamily="18" charset="0"/>
                <a:ea typeface="宋体" pitchFamily="2" charset="-122"/>
                <a:cs typeface="Times New Roman" panose="02020603050405020304" pitchFamily="18" charset="0"/>
              </a:rPr>
              <a:t>N</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V</a:t>
            </a:r>
            <a:r>
              <a:rPr lang="en-US" altLang="zh-CN" sz="2500" b="1" i="1" baseline="-25000" dirty="0">
                <a:solidFill>
                  <a:schemeClr val="tx1"/>
                </a:solidFill>
                <a:latin typeface="Times New Roman" panose="02020603050405020304" pitchFamily="18" charset="0"/>
                <a:ea typeface="宋体" pitchFamily="2" charset="-122"/>
                <a:cs typeface="Times New Roman" panose="02020603050405020304" pitchFamily="18" charset="0"/>
              </a:rPr>
              <a:t>T</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 </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I </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 </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GOTO</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J</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 </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X </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 }</a:t>
            </a:r>
            <a:endPar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endParaRPr>
          </a:p>
          <a:p>
            <a:pPr lvl="1" eaLnBrk="1" hangingPunct="1">
              <a:lnSpc>
                <a:spcPts val="3500"/>
              </a:lnSpc>
              <a:buClr>
                <a:schemeClr val="tx1"/>
              </a:buClr>
              <a:buFont typeface="Wingdings" pitchFamily="2" charset="2"/>
              <a:buChar char="Ø"/>
              <a:defRPr/>
            </a:pP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I</a:t>
            </a:r>
            <a:r>
              <a:rPr lang="en-US" altLang="zh-CN" sz="2500" b="1" baseline="-25000" dirty="0">
                <a:solidFill>
                  <a:schemeClr val="tx1"/>
                </a:solidFill>
                <a:latin typeface="Times New Roman" panose="02020603050405020304" pitchFamily="18" charset="0"/>
                <a:ea typeface="宋体" pitchFamily="2" charset="-122"/>
                <a:cs typeface="Times New Roman" panose="02020603050405020304" pitchFamily="18" charset="0"/>
              </a:rPr>
              <a:t>0 </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 </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CLOSURE</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S'</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 →</a:t>
            </a:r>
            <a:r>
              <a:rPr lang="en-US" altLang="zh-CN" sz="2800" b="1" i="1" dirty="0">
                <a:solidFill>
                  <a:srgbClr val="000000"/>
                </a:solidFill>
                <a:latin typeface="Times New Roman" panose="02020603050405020304" pitchFamily="18" charset="0"/>
                <a:ea typeface="宋体" pitchFamily="2" charset="-122"/>
                <a:cs typeface="Times New Roman" panose="02020603050405020304" pitchFamily="18" charset="0"/>
              </a:rPr>
              <a:t>·</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S</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 </a:t>
            </a:r>
            <a:r>
              <a:rPr lang="en-US" altLang="zh-CN" sz="2500" b="1" dirty="0">
                <a:solidFill>
                  <a:srgbClr val="2D83F4"/>
                </a:solidFill>
                <a:latin typeface="Times New Roman" panose="02020603050405020304" pitchFamily="18" charset="0"/>
                <a:cs typeface="Times New Roman" panose="02020603050405020304" pitchFamily="18" charset="0"/>
              </a:rPr>
              <a:t>$</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a:t>
            </a:r>
          </a:p>
          <a:p>
            <a:pPr lvl="1" eaLnBrk="1" hangingPunct="1">
              <a:lnSpc>
                <a:spcPts val="3500"/>
              </a:lnSpc>
              <a:buClr>
                <a:schemeClr val="tx1"/>
              </a:buClr>
              <a:defRPr/>
            </a:pP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F </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 </a:t>
            </a:r>
            <a:r>
              <a:rPr lang="en-US" altLang="zh-CN" sz="2500" b="1" i="1" dirty="0">
                <a:solidFill>
                  <a:srgbClr val="0070C0"/>
                </a:solidFill>
                <a:latin typeface="Times New Roman" panose="02020603050405020304" pitchFamily="18" charset="0"/>
                <a:ea typeface="宋体" pitchFamily="2" charset="-122"/>
                <a:cs typeface="Times New Roman" panose="02020603050405020304" pitchFamily="18" charset="0"/>
              </a:rPr>
              <a:t>C</a:t>
            </a:r>
            <a:r>
              <a:rPr lang="en-US" altLang="zh-CN" sz="2800" b="1" dirty="0">
                <a:ea typeface="楷体_GB2312"/>
                <a:cs typeface="Times New Roman" panose="02020603050405020304" pitchFamily="18" charset="0"/>
              </a:rPr>
              <a:t> (</a:t>
            </a:r>
            <a:r>
              <a:rPr lang="zh-CN" altLang="en-US" sz="2800" b="1" dirty="0">
                <a:cs typeface="Times New Roman" panose="02020603050405020304" pitchFamily="18" charset="0"/>
              </a:rPr>
              <a:t>活前缀的识别状态</a:t>
            </a:r>
            <a:r>
              <a:rPr lang="en-US" altLang="zh-CN" sz="2800" b="1" dirty="0">
                <a:cs typeface="Times New Roman" panose="02020603050405020304" pitchFamily="18" charset="0"/>
              </a:rPr>
              <a:t>)</a:t>
            </a:r>
          </a:p>
          <a:p>
            <a:pPr lvl="1" eaLnBrk="1" hangingPunct="1">
              <a:lnSpc>
                <a:spcPts val="3500"/>
              </a:lnSpc>
              <a:buClr>
                <a:schemeClr val="tx1"/>
              </a:buClr>
              <a:buFont typeface="Wingdings" pitchFamily="2" charset="2"/>
              <a:buChar char="Ø"/>
              <a:defRPr/>
            </a:pPr>
            <a:endPar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endParaRPr>
          </a:p>
          <a:p>
            <a:pPr lvl="1" eaLnBrk="1" hangingPunct="1">
              <a:lnSpc>
                <a:spcPts val="3500"/>
              </a:lnSpc>
              <a:buFont typeface="Symbol" panose="05050102010706020507" pitchFamily="18" charset="2"/>
              <a:buChar char="•"/>
              <a:defRPr/>
            </a:pPr>
            <a:endParaRPr lang="en-US" altLang="zh-CN" sz="2400" dirty="0">
              <a:latin typeface="Times New Roman" panose="02020603050405020304" pitchFamily="18" charset="0"/>
              <a:ea typeface="宋体" pitchFamily="2" charset="-122"/>
              <a:cs typeface="Times New Roman" panose="02020603050405020304" pitchFamily="18" charset="0"/>
            </a:endParaRPr>
          </a:p>
          <a:p>
            <a:pPr lvl="1" eaLnBrk="1" hangingPunct="1">
              <a:lnSpc>
                <a:spcPts val="3500"/>
              </a:lnSpc>
              <a:buFont typeface="Symbol" panose="05050102010706020507" pitchFamily="18" charset="2"/>
              <a:buChar char="•"/>
              <a:defRPr/>
            </a:pPr>
            <a:endParaRPr lang="en-US" altLang="zh-CN" dirty="0">
              <a:latin typeface="Times New Roman" panose="02020603050405020304" pitchFamily="18" charset="0"/>
              <a:ea typeface="宋体" pitchFamily="2" charset="-122"/>
              <a:cs typeface="Times New Roman" panose="02020603050405020304" pitchFamily="18" charset="0"/>
            </a:endParaRPr>
          </a:p>
        </p:txBody>
      </p:sp>
      <p:sp>
        <p:nvSpPr>
          <p:cNvPr id="57347" name="标题 1"/>
          <p:cNvSpPr>
            <a:spLocks noGrp="1" noChangeArrowheads="1"/>
          </p:cNvSpPr>
          <p:nvPr>
            <p:ph type="title"/>
          </p:nvPr>
        </p:nvSpPr>
        <p:spPr>
          <a:xfrm>
            <a:off x="755650" y="268288"/>
            <a:ext cx="7931150" cy="358775"/>
          </a:xfrm>
        </p:spPr>
        <p:txBody>
          <a:bodyPr/>
          <a:lstStyle/>
          <a:p>
            <a:pPr eaLnBrk="1" hangingPunct="1"/>
            <a:r>
              <a:rPr lang="en-US" altLang="zh-CN" sz="3000" i="1">
                <a:solidFill>
                  <a:schemeClr val="tx1"/>
                </a:solidFill>
                <a:ea typeface="黑体" panose="02010609060101010101" pitchFamily="49" charset="-122"/>
              </a:rPr>
              <a:t>LR</a:t>
            </a:r>
            <a:r>
              <a:rPr lang="en-US" altLang="zh-CN" sz="3000">
                <a:solidFill>
                  <a:schemeClr val="tx1"/>
                </a:solidFill>
                <a:ea typeface="黑体" panose="02010609060101010101" pitchFamily="49" charset="-122"/>
              </a:rPr>
              <a:t>(1)</a:t>
            </a:r>
            <a:r>
              <a:rPr lang="zh-CN" altLang="en-US" sz="3000">
                <a:solidFill>
                  <a:schemeClr val="tx1"/>
                </a:solidFill>
                <a:latin typeface="微软雅黑" panose="020B0503020204020204" pitchFamily="34" charset="-122"/>
                <a:ea typeface="微软雅黑" panose="020B0503020204020204" pitchFamily="34" charset="-122"/>
              </a:rPr>
              <a:t>自动机</a:t>
            </a:r>
            <a:r>
              <a:rPr lang="zh-CN" altLang="en-US" sz="3000">
                <a:solidFill>
                  <a:srgbClr val="000000"/>
                </a:solidFill>
                <a:latin typeface="微软雅黑" panose="020B0503020204020204" pitchFamily="34" charset="-122"/>
                <a:ea typeface="微软雅黑" panose="020B0503020204020204" pitchFamily="34" charset="-122"/>
              </a:rPr>
              <a:t>的形式化定义</a:t>
            </a:r>
            <a:endParaRPr lang="zh-CN" altLang="en-US" sz="3000">
              <a:solidFill>
                <a:schemeClr val="tx1"/>
              </a:solidFill>
              <a:latin typeface="微软雅黑" panose="020B0503020204020204" pitchFamily="34" charset="-122"/>
              <a:ea typeface="微软雅黑" panose="020B0503020204020204" pitchFamily="34" charset="-122"/>
            </a:endParaRPr>
          </a:p>
        </p:txBody>
      </p:sp>
      <p:sp>
        <p:nvSpPr>
          <p:cNvPr id="2" name="灯片编号占位符 1">
            <a:extLst>
              <a:ext uri="{FF2B5EF4-FFF2-40B4-BE49-F238E27FC236}">
                <a16:creationId xmlns:a16="http://schemas.microsoft.com/office/drawing/2014/main" id="{59AEBFC3-E7ED-4CDB-AD5C-7FC8278CED8B}"/>
              </a:ext>
            </a:extLst>
          </p:cNvPr>
          <p:cNvSpPr>
            <a:spLocks noGrp="1"/>
          </p:cNvSpPr>
          <p:nvPr>
            <p:ph type="sldNum" sz="quarter" idx="12"/>
          </p:nvPr>
        </p:nvSpPr>
        <p:spPr/>
        <p:txBody>
          <a:bodyPr/>
          <a:lstStyle/>
          <a:p>
            <a:pPr>
              <a:defRPr/>
            </a:pPr>
            <a:fld id="{76D20AB1-C80E-44EB-B890-88EEF3B3DC08}" type="slidenum">
              <a:rPr lang="zh-CN" altLang="en-US" smtClean="0"/>
              <a:pPr>
                <a:defRPr/>
              </a:pPr>
              <a:t>21</a:t>
            </a:fld>
            <a:endParaRPr lang="en-US" altLang="zh-CN"/>
          </a:p>
        </p:txBody>
      </p:sp>
      <p:sp>
        <p:nvSpPr>
          <p:cNvPr id="5" name="矩形 4">
            <a:extLst>
              <a:ext uri="{FF2B5EF4-FFF2-40B4-BE49-F238E27FC236}">
                <a16:creationId xmlns:a16="http://schemas.microsoft.com/office/drawing/2014/main" id="{441E4E3F-7562-4AFA-8D4E-8507D8C4B221}"/>
              </a:ext>
            </a:extLst>
          </p:cNvPr>
          <p:cNvSpPr/>
          <p:nvPr/>
        </p:nvSpPr>
        <p:spPr>
          <a:xfrm>
            <a:off x="611560" y="4299942"/>
            <a:ext cx="7931150" cy="523220"/>
          </a:xfrm>
          <a:prstGeom prst="rect">
            <a:avLst/>
          </a:prstGeom>
          <a:solidFill>
            <a:schemeClr val="accent2">
              <a:lumMod val="20000"/>
              <a:lumOff val="80000"/>
            </a:schemeClr>
          </a:solidFill>
          <a:ln>
            <a:solidFill>
              <a:schemeClr val="tx1"/>
            </a:solidFill>
          </a:ln>
        </p:spPr>
        <p:txBody>
          <a:bodyPr wrap="square">
            <a:spAutoFit/>
          </a:bodyPr>
          <a:lstStyle/>
          <a:p>
            <a:pPr algn="ctr"/>
            <a:r>
              <a:rPr lang="zh-CN" altLang="en-US" sz="2400" b="1" dirty="0">
                <a:latin typeface="+mn-ea"/>
                <a:ea typeface="+mn-ea"/>
                <a:cs typeface="Times New Roman" panose="02020603050405020304" pitchFamily="18" charset="0"/>
              </a:rPr>
              <a:t>语法分析句子的识别状态：</a:t>
            </a:r>
            <a:r>
              <a:rPr lang="en-US" altLang="zh-CN" sz="2400" b="1" i="1" dirty="0">
                <a:latin typeface="Times New Roman" panose="02020603050405020304" pitchFamily="18" charset="0"/>
                <a:ea typeface="楷体_GB2312"/>
                <a:cs typeface="Times New Roman" panose="02020603050405020304" pitchFamily="18" charset="0"/>
              </a:rPr>
              <a:t>F </a:t>
            </a:r>
            <a:r>
              <a:rPr lang="en-US" altLang="zh-CN" sz="2400" b="1" dirty="0">
                <a:latin typeface="Times New Roman" panose="02020603050405020304" pitchFamily="18" charset="0"/>
                <a:ea typeface="楷体_GB2312"/>
                <a:cs typeface="Times New Roman" panose="02020603050405020304" pitchFamily="18" charset="0"/>
              </a:rPr>
              <a:t>={ </a:t>
            </a:r>
            <a:r>
              <a:rPr lang="zh-CN" altLang="en-US" sz="2400" b="1" dirty="0">
                <a:latin typeface="楷体" panose="02010609060101010101" pitchFamily="49" charset="-122"/>
                <a:ea typeface="楷体" panose="02010609060101010101" pitchFamily="49" charset="-122"/>
                <a:cs typeface="Times New Roman" panose="02020603050405020304" pitchFamily="18" charset="0"/>
              </a:rPr>
              <a:t>包含</a:t>
            </a:r>
            <a:r>
              <a:rPr lang="en-US" altLang="zh-CN" sz="2400" b="1" dirty="0">
                <a:latin typeface="Times New Roman" panose="02020603050405020304" pitchFamily="18" charset="0"/>
                <a:ea typeface="楷体_GB2312"/>
                <a:cs typeface="Times New Roman" panose="02020603050405020304" pitchFamily="18" charset="0"/>
              </a:rPr>
              <a:t>S′ →S</a:t>
            </a:r>
            <a:r>
              <a:rPr lang="en-US" altLang="zh-CN" sz="2800" b="1" i="1" dirty="0">
                <a:solidFill>
                  <a:srgbClr val="000000"/>
                </a:solidFill>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ea typeface="楷体_GB2312"/>
                <a:cs typeface="Times New Roman" panose="02020603050405020304" pitchFamily="18" charset="0"/>
              </a:rPr>
              <a:t>, $ </a:t>
            </a:r>
            <a:r>
              <a:rPr lang="zh-CN" altLang="en-US" sz="2400" b="1" dirty="0">
                <a:latin typeface="楷体" panose="02010609060101010101" pitchFamily="49" charset="-122"/>
                <a:ea typeface="楷体" panose="02010609060101010101" pitchFamily="49" charset="-122"/>
                <a:cs typeface="Times New Roman" panose="02020603050405020304" pitchFamily="18" charset="0"/>
              </a:rPr>
              <a:t>的状态</a:t>
            </a:r>
            <a:r>
              <a:rPr lang="en-US" altLang="zh-CN" sz="2400" b="1" dirty="0">
                <a:latin typeface="Times New Roman" panose="02020603050405020304" pitchFamily="18" charset="0"/>
                <a:ea typeface="楷体_GB2312"/>
                <a:cs typeface="Times New Roman" panose="02020603050405020304" pitchFamily="18" charset="0"/>
              </a:rPr>
              <a:t>}</a:t>
            </a:r>
            <a:endParaRPr lang="zh-CN" altLang="en-US" sz="2400" b="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0722">
                                            <p:txEl>
                                              <p:pRg st="0" end="0"/>
                                            </p:txEl>
                                          </p:spTgt>
                                        </p:tgtEl>
                                        <p:attrNameLst>
                                          <p:attrName>style.visibility</p:attrName>
                                        </p:attrNameLst>
                                      </p:cBhvr>
                                      <p:to>
                                        <p:strVal val="visible"/>
                                      </p:to>
                                    </p:set>
                                    <p:animEffect transition="in" filter="wipe(down)">
                                      <p:cBhvr>
                                        <p:cTn id="7" dur="500"/>
                                        <p:tgtEl>
                                          <p:spTgt spid="30722">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0722">
                                            <p:txEl>
                                              <p:pRg st="1" end="1"/>
                                            </p:txEl>
                                          </p:spTgt>
                                        </p:tgtEl>
                                        <p:attrNameLst>
                                          <p:attrName>style.visibility</p:attrName>
                                        </p:attrNameLst>
                                      </p:cBhvr>
                                      <p:to>
                                        <p:strVal val="visible"/>
                                      </p:to>
                                    </p:set>
                                    <p:animEffect transition="in" filter="wipe(down)">
                                      <p:cBhvr>
                                        <p:cTn id="10" dur="500"/>
                                        <p:tgtEl>
                                          <p:spTgt spid="30722">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30722">
                                            <p:txEl>
                                              <p:pRg st="2" end="2"/>
                                            </p:txEl>
                                          </p:spTgt>
                                        </p:tgtEl>
                                        <p:attrNameLst>
                                          <p:attrName>style.visibility</p:attrName>
                                        </p:attrNameLst>
                                      </p:cBhvr>
                                      <p:to>
                                        <p:strVal val="visible"/>
                                      </p:to>
                                    </p:set>
                                    <p:animEffect transition="in" filter="wipe(down)">
                                      <p:cBhvr>
                                        <p:cTn id="15" dur="500"/>
                                        <p:tgtEl>
                                          <p:spTgt spid="30722">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30722">
                                            <p:txEl>
                                              <p:pRg st="3" end="3"/>
                                            </p:txEl>
                                          </p:spTgt>
                                        </p:tgtEl>
                                        <p:attrNameLst>
                                          <p:attrName>style.visibility</p:attrName>
                                        </p:attrNameLst>
                                      </p:cBhvr>
                                      <p:to>
                                        <p:strVal val="visible"/>
                                      </p:to>
                                    </p:set>
                                    <p:animEffect transition="in" filter="wipe(down)">
                                      <p:cBhvr>
                                        <p:cTn id="20" dur="500"/>
                                        <p:tgtEl>
                                          <p:spTgt spid="30722">
                                            <p:txEl>
                                              <p:pRg st="3" end="3"/>
                                            </p:txEl>
                                          </p:spTgt>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30722">
                                            <p:txEl>
                                              <p:pRg st="4" end="4"/>
                                            </p:txEl>
                                          </p:spTgt>
                                        </p:tgtEl>
                                        <p:attrNameLst>
                                          <p:attrName>style.visibility</p:attrName>
                                        </p:attrNameLst>
                                      </p:cBhvr>
                                      <p:to>
                                        <p:strVal val="visible"/>
                                      </p:to>
                                    </p:set>
                                    <p:animEffect transition="in" filter="wipe(down)">
                                      <p:cBhvr>
                                        <p:cTn id="23" dur="500"/>
                                        <p:tgtEl>
                                          <p:spTgt spid="30722">
                                            <p:txEl>
                                              <p:pRg st="4" end="4"/>
                                            </p:txEl>
                                          </p:spTgt>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30722">
                                            <p:txEl>
                                              <p:pRg st="5" end="5"/>
                                            </p:txEl>
                                          </p:spTgt>
                                        </p:tgtEl>
                                        <p:attrNameLst>
                                          <p:attrName>style.visibility</p:attrName>
                                        </p:attrNameLst>
                                      </p:cBhvr>
                                      <p:to>
                                        <p:strVal val="visible"/>
                                      </p:to>
                                    </p:set>
                                    <p:animEffect transition="in" filter="wipe(down)">
                                      <p:cBhvr>
                                        <p:cTn id="26" dur="500"/>
                                        <p:tgtEl>
                                          <p:spTgt spid="30722">
                                            <p:txEl>
                                              <p:pRg st="5" end="5"/>
                                            </p:txEl>
                                          </p:spTgt>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30722">
                                            <p:txEl>
                                              <p:pRg st="6" end="6"/>
                                            </p:txEl>
                                          </p:spTgt>
                                        </p:tgtEl>
                                        <p:attrNameLst>
                                          <p:attrName>style.visibility</p:attrName>
                                        </p:attrNameLst>
                                      </p:cBhvr>
                                      <p:to>
                                        <p:strVal val="visible"/>
                                      </p:to>
                                    </p:set>
                                    <p:animEffect transition="in" filter="wipe(down)">
                                      <p:cBhvr>
                                        <p:cTn id="29" dur="500"/>
                                        <p:tgtEl>
                                          <p:spTgt spid="30722">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wipe(down)">
                                      <p:cBhvr>
                                        <p:cTn id="3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uiExpand="1" build="p"/>
      <p:bldP spid="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311E5A-6FEC-47DA-A65C-033AB515369B}"/>
              </a:ext>
            </a:extLst>
          </p:cNvPr>
          <p:cNvSpPr>
            <a:spLocks noGrp="1"/>
          </p:cNvSpPr>
          <p:nvPr>
            <p:ph type="title"/>
          </p:nvPr>
        </p:nvSpPr>
        <p:spPr/>
        <p:txBody>
          <a:bodyPr/>
          <a:lstStyle/>
          <a:p>
            <a:r>
              <a:rPr lang="zh-CN" altLang="en-US" dirty="0"/>
              <a:t>课后练习</a:t>
            </a:r>
          </a:p>
        </p:txBody>
      </p:sp>
      <p:sp>
        <p:nvSpPr>
          <p:cNvPr id="3" name="内容占位符 2">
            <a:extLst>
              <a:ext uri="{FF2B5EF4-FFF2-40B4-BE49-F238E27FC236}">
                <a16:creationId xmlns:a16="http://schemas.microsoft.com/office/drawing/2014/main" id="{3FFFEAC7-D44D-4010-BBE7-269865F5CCD1}"/>
              </a:ext>
            </a:extLst>
          </p:cNvPr>
          <p:cNvSpPr>
            <a:spLocks noGrp="1"/>
          </p:cNvSpPr>
          <p:nvPr>
            <p:ph idx="1"/>
          </p:nvPr>
        </p:nvSpPr>
        <p:spPr>
          <a:xfrm>
            <a:off x="755576" y="1041164"/>
            <a:ext cx="7632848" cy="3618817"/>
          </a:xfrm>
        </p:spPr>
        <p:txBody>
          <a:bodyPr/>
          <a:lstStyle/>
          <a:p>
            <a:r>
              <a:rPr lang="zh-CN" altLang="en-US" sz="2800" b="1" dirty="0">
                <a:latin typeface="Times New Roman" panose="02020603050405020304" pitchFamily="18" charset="0"/>
                <a:cs typeface="Times New Roman" panose="02020603050405020304" pitchFamily="18" charset="0"/>
              </a:rPr>
              <a:t>画出文法的</a:t>
            </a:r>
            <a:r>
              <a:rPr lang="en-US" altLang="zh-CN" sz="2800" b="1" dirty="0">
                <a:latin typeface="Times New Roman" panose="02020603050405020304" pitchFamily="18" charset="0"/>
                <a:cs typeface="Times New Roman" panose="02020603050405020304" pitchFamily="18" charset="0"/>
              </a:rPr>
              <a:t>LR(1)</a:t>
            </a:r>
            <a:r>
              <a:rPr lang="zh-CN" altLang="en-US" sz="2800" b="1" dirty="0">
                <a:latin typeface="Times New Roman" panose="02020603050405020304" pitchFamily="18" charset="0"/>
                <a:cs typeface="Times New Roman" panose="02020603050405020304" pitchFamily="18" charset="0"/>
              </a:rPr>
              <a:t>自动机，并构建</a:t>
            </a:r>
            <a:r>
              <a:rPr lang="en-US" altLang="zh-CN" sz="2800" b="1" dirty="0">
                <a:latin typeface="Times New Roman" panose="02020603050405020304" pitchFamily="18" charset="0"/>
                <a:cs typeface="Times New Roman" panose="02020603050405020304" pitchFamily="18" charset="0"/>
              </a:rPr>
              <a:t>LR(1)</a:t>
            </a:r>
            <a:r>
              <a:rPr lang="zh-CN" altLang="en-US" sz="2800" b="1" dirty="0">
                <a:latin typeface="Times New Roman" panose="02020603050405020304" pitchFamily="18" charset="0"/>
                <a:cs typeface="Times New Roman" panose="02020603050405020304" pitchFamily="18" charset="0"/>
              </a:rPr>
              <a:t>分析表</a:t>
            </a:r>
            <a:endParaRPr lang="en-US" altLang="zh-CN" sz="2800" b="1" dirty="0">
              <a:latin typeface="Times New Roman" panose="02020603050405020304" pitchFamily="18" charset="0"/>
              <a:cs typeface="Times New Roman" panose="02020603050405020304" pitchFamily="18" charset="0"/>
            </a:endParaRPr>
          </a:p>
          <a:p>
            <a:pPr marL="0" indent="0">
              <a:lnSpc>
                <a:spcPct val="150000"/>
              </a:lnSpc>
              <a:buNone/>
            </a:pPr>
            <a:r>
              <a:rPr lang="zh-CN" altLang="en-US" b="1" dirty="0">
                <a:latin typeface="Times New Roman" panose="02020603050405020304" pitchFamily="18" charset="0"/>
                <a:cs typeface="Times New Roman" panose="02020603050405020304" pitchFamily="18" charset="0"/>
              </a:rPr>
              <a:t>文法</a:t>
            </a:r>
            <a:r>
              <a:rPr lang="en-US" altLang="zh-CN" b="1" dirty="0">
                <a:latin typeface="Times New Roman" panose="02020603050405020304" pitchFamily="18" charset="0"/>
                <a:cs typeface="Times New Roman" panose="02020603050405020304" pitchFamily="18" charset="0"/>
              </a:rPr>
              <a:t>G’</a:t>
            </a:r>
          </a:p>
          <a:p>
            <a:pPr marL="609600" indent="-609600" eaLnBrk="1" hangingPunct="1">
              <a:lnSpc>
                <a:spcPct val="150000"/>
              </a:lnSpc>
              <a:buNone/>
              <a:defRPr/>
            </a:pPr>
            <a:r>
              <a:rPr lang="zh-CN" altLang="zh-CN" b="1" noProof="1">
                <a:solidFill>
                  <a:srgbClr val="000000"/>
                </a:solidFill>
                <a:latin typeface="Times New Roman" panose="02020603050405020304" pitchFamily="18" charset="0"/>
                <a:cs typeface="Times New Roman" panose="02020603050405020304" pitchFamily="18" charset="0"/>
              </a:rPr>
              <a:t>0) </a:t>
            </a:r>
            <a:r>
              <a:rPr lang="en-US" altLang="zh-CN" b="1" i="1" noProof="1">
                <a:solidFill>
                  <a:srgbClr val="000000"/>
                </a:solidFill>
                <a:latin typeface="Times New Roman" panose="02020603050405020304" pitchFamily="18" charset="0"/>
                <a:cs typeface="Times New Roman" panose="02020603050405020304" pitchFamily="18" charset="0"/>
              </a:rPr>
              <a:t>S′ →S</a:t>
            </a:r>
          </a:p>
          <a:p>
            <a:pPr marL="609600" indent="-609600" eaLnBrk="1" hangingPunct="1">
              <a:lnSpc>
                <a:spcPct val="150000"/>
              </a:lnSpc>
              <a:buNone/>
              <a:defRPr/>
            </a:pPr>
            <a:r>
              <a:rPr lang="en-US" altLang="zh-CN" b="1" noProof="1">
                <a:solidFill>
                  <a:srgbClr val="000000"/>
                </a:solidFill>
                <a:latin typeface="Times New Roman" panose="02020603050405020304" pitchFamily="18" charset="0"/>
                <a:cs typeface="Times New Roman" panose="02020603050405020304" pitchFamily="18" charset="0"/>
              </a:rPr>
              <a:t>1) </a:t>
            </a:r>
            <a:r>
              <a:rPr lang="en-US" altLang="zh-CN" b="1" i="1" noProof="1">
                <a:solidFill>
                  <a:srgbClr val="000000"/>
                </a:solidFill>
                <a:latin typeface="Times New Roman" panose="02020603050405020304" pitchFamily="18" charset="0"/>
                <a:cs typeface="Times New Roman" panose="02020603050405020304" pitchFamily="18" charset="0"/>
              </a:rPr>
              <a:t>S→BB</a:t>
            </a:r>
          </a:p>
          <a:p>
            <a:pPr marL="609600" indent="-609600" eaLnBrk="1" hangingPunct="1">
              <a:lnSpc>
                <a:spcPct val="150000"/>
              </a:lnSpc>
              <a:buNone/>
              <a:defRPr/>
            </a:pPr>
            <a:r>
              <a:rPr lang="en-US" altLang="zh-CN" b="1" noProof="1">
                <a:solidFill>
                  <a:srgbClr val="000000"/>
                </a:solidFill>
                <a:latin typeface="Times New Roman" panose="02020603050405020304" pitchFamily="18" charset="0"/>
                <a:cs typeface="Times New Roman" panose="02020603050405020304" pitchFamily="18" charset="0"/>
              </a:rPr>
              <a:t>2) </a:t>
            </a:r>
            <a:r>
              <a:rPr lang="en-US" altLang="zh-CN" b="1" i="1" noProof="1">
                <a:solidFill>
                  <a:srgbClr val="000000"/>
                </a:solidFill>
                <a:latin typeface="Times New Roman" panose="02020603050405020304" pitchFamily="18" charset="0"/>
                <a:cs typeface="Times New Roman" panose="02020603050405020304" pitchFamily="18" charset="0"/>
              </a:rPr>
              <a:t>B→aB</a:t>
            </a:r>
          </a:p>
          <a:p>
            <a:pPr marL="609600" indent="-609600" eaLnBrk="1" hangingPunct="1">
              <a:lnSpc>
                <a:spcPct val="150000"/>
              </a:lnSpc>
              <a:buNone/>
              <a:defRPr/>
            </a:pPr>
            <a:r>
              <a:rPr lang="en-US" altLang="zh-CN" b="1" noProof="1">
                <a:solidFill>
                  <a:srgbClr val="000000"/>
                </a:solidFill>
                <a:latin typeface="Times New Roman" panose="02020603050405020304" pitchFamily="18" charset="0"/>
                <a:cs typeface="Times New Roman" panose="02020603050405020304" pitchFamily="18" charset="0"/>
              </a:rPr>
              <a:t>3) </a:t>
            </a:r>
            <a:r>
              <a:rPr lang="en-US" altLang="zh-CN" b="1" i="1" noProof="1">
                <a:solidFill>
                  <a:srgbClr val="000000"/>
                </a:solidFill>
                <a:latin typeface="Times New Roman" panose="02020603050405020304" pitchFamily="18" charset="0"/>
                <a:cs typeface="Times New Roman" panose="02020603050405020304" pitchFamily="18" charset="0"/>
              </a:rPr>
              <a:t>B→b</a:t>
            </a:r>
          </a:p>
        </p:txBody>
      </p:sp>
    </p:spTree>
    <p:extLst>
      <p:ext uri="{BB962C8B-B14F-4D97-AF65-F5344CB8AC3E}">
        <p14:creationId xmlns:p14="http://schemas.microsoft.com/office/powerpoint/2010/main" val="30467307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755650" y="268288"/>
            <a:ext cx="7931150" cy="358775"/>
          </a:xfrm>
        </p:spPr>
        <p:txBody>
          <a:bodyPr/>
          <a:lstStyle/>
          <a:p>
            <a:pPr eaLnBrk="1" hangingPunct="1"/>
            <a:r>
              <a:rPr lang="en-US" altLang="zh-CN" dirty="0">
                <a:solidFill>
                  <a:srgbClr val="000000"/>
                </a:solidFill>
                <a:latin typeface="微软雅黑" panose="020B0503020204020204" pitchFamily="34" charset="-122"/>
                <a:ea typeface="微软雅黑" panose="020B0503020204020204" pitchFamily="34" charset="-122"/>
              </a:rPr>
              <a:t>4.4.4 </a:t>
            </a:r>
            <a:r>
              <a:rPr lang="en-US" altLang="zh-CN" i="1" dirty="0">
                <a:solidFill>
                  <a:srgbClr val="000000"/>
                </a:solidFill>
                <a:ea typeface="黑体" panose="02010609060101010101" pitchFamily="49" charset="-122"/>
                <a:cs typeface="Times New Roman" panose="02020603050405020304" pitchFamily="18" charset="0"/>
              </a:rPr>
              <a:t>LALR</a:t>
            </a:r>
            <a:r>
              <a:rPr lang="zh-CN" altLang="en-US" dirty="0">
                <a:solidFill>
                  <a:srgbClr val="000000"/>
                </a:solidFill>
                <a:latin typeface="微软雅黑" panose="020B0503020204020204" pitchFamily="34" charset="-122"/>
                <a:ea typeface="微软雅黑" panose="020B0503020204020204" pitchFamily="34" charset="-122"/>
              </a:rPr>
              <a:t>分析</a:t>
            </a:r>
            <a:endParaRPr lang="zh-CN" altLang="en-US" sz="3000" dirty="0">
              <a:solidFill>
                <a:schemeClr val="tx1"/>
              </a:solidFill>
              <a:latin typeface="微软雅黑" panose="020B0503020204020204" pitchFamily="34" charset="-122"/>
              <a:ea typeface="微软雅黑" panose="020B0503020204020204" pitchFamily="34" charset="-122"/>
            </a:endParaRPr>
          </a:p>
        </p:txBody>
      </p:sp>
      <p:sp>
        <p:nvSpPr>
          <p:cNvPr id="59" name="Rectangle 37"/>
          <p:cNvSpPr>
            <a:spLocks noChangeArrowheads="1"/>
          </p:cNvSpPr>
          <p:nvPr/>
        </p:nvSpPr>
        <p:spPr bwMode="auto">
          <a:xfrm>
            <a:off x="107950" y="1012825"/>
            <a:ext cx="1290638" cy="1908175"/>
          </a:xfrm>
          <a:prstGeom prst="rect">
            <a:avLst/>
          </a:prstGeom>
          <a:solidFill>
            <a:schemeClr val="accent5">
              <a:lumMod val="60000"/>
              <a:lumOff val="40000"/>
            </a:schemeClr>
          </a:solidFill>
          <a:ln w="12700">
            <a:solidFill>
              <a:schemeClr val="tx1"/>
            </a:solidFill>
          </a:ln>
        </p:spPr>
        <p:txBody>
          <a:bodyPr>
            <a:spAutoFit/>
          </a:bodyPr>
          <a:lstStyle/>
          <a:p>
            <a:pPr marL="609600" indent="-609600" eaLnBrk="1" hangingPunct="1">
              <a:lnSpc>
                <a:spcPts val="2000"/>
              </a:lnSpc>
              <a:spcBef>
                <a:spcPct val="20000"/>
              </a:spcBef>
              <a:buFont typeface="Wingdings" pitchFamily="2" charset="2"/>
              <a:buNone/>
              <a:defRPr/>
            </a:pPr>
            <a:r>
              <a:rPr lang="zh-CN" altLang="zh-CN" b="1" noProof="1">
                <a:solidFill>
                  <a:srgbClr val="000000"/>
                </a:solidFill>
                <a:latin typeface="Times New Roman" pitchFamily="18" charset="0"/>
                <a:ea typeface="Times New Roman" pitchFamily="18" charset="0"/>
                <a:cs typeface="华文楷体" pitchFamily="2" charset="-122"/>
              </a:rPr>
              <a:t>0) </a:t>
            </a:r>
            <a:r>
              <a:rPr lang="en-US" altLang="zh-CN" b="1" i="1" noProof="1">
                <a:solidFill>
                  <a:srgbClr val="000000"/>
                </a:solidFill>
                <a:latin typeface="Times New Roman" pitchFamily="18" charset="0"/>
                <a:ea typeface="Times New Roman" pitchFamily="18" charset="0"/>
                <a:cs typeface="华文楷体" pitchFamily="2" charset="-122"/>
              </a:rPr>
              <a:t>S</a:t>
            </a:r>
            <a:r>
              <a:rPr lang="en-US" altLang="zh-CN" sz="1600" b="1" i="1" noProof="1">
                <a:solidFill>
                  <a:srgbClr val="000000"/>
                </a:solidFill>
                <a:latin typeface="Times New Roman" pitchFamily="18" charset="0"/>
                <a:ea typeface="Times New Roman" pitchFamily="18" charset="0"/>
                <a:cs typeface="华文楷体" pitchFamily="2" charset="-122"/>
              </a:rPr>
              <a:t>′ </a:t>
            </a:r>
            <a:r>
              <a:rPr lang="en-US" altLang="zh-CN" b="1" i="1" noProof="1">
                <a:solidFill>
                  <a:srgbClr val="000000"/>
                </a:solidFill>
                <a:latin typeface="Times New Roman" pitchFamily="18" charset="0"/>
                <a:ea typeface="Times New Roman" pitchFamily="18" charset="0"/>
                <a:cs typeface="华文楷体" pitchFamily="2" charset="-122"/>
              </a:rPr>
              <a:t>→S</a:t>
            </a:r>
          </a:p>
          <a:p>
            <a:pPr marL="609600" indent="-609600" eaLnBrk="1" hangingPunct="1">
              <a:lnSpc>
                <a:spcPts val="2000"/>
              </a:lnSpc>
              <a:spcBef>
                <a:spcPct val="20000"/>
              </a:spcBef>
              <a:buFont typeface="Wingdings" pitchFamily="2" charset="2"/>
              <a:buNone/>
              <a:defRPr/>
            </a:pPr>
            <a:r>
              <a:rPr lang="en-US" altLang="zh-CN" b="1" noProof="1">
                <a:solidFill>
                  <a:srgbClr val="000000"/>
                </a:solidFill>
                <a:latin typeface="Times New Roman" pitchFamily="18" charset="0"/>
                <a:ea typeface="Times New Roman" pitchFamily="18" charset="0"/>
                <a:cs typeface="华文楷体" pitchFamily="2" charset="-122"/>
              </a:rPr>
              <a:t>1) </a:t>
            </a:r>
            <a:r>
              <a:rPr lang="en-US" altLang="zh-CN" b="1" i="1" noProof="1">
                <a:solidFill>
                  <a:srgbClr val="000000"/>
                </a:solidFill>
                <a:latin typeface="Times New Roman" pitchFamily="18" charset="0"/>
                <a:ea typeface="Times New Roman" pitchFamily="18" charset="0"/>
                <a:cs typeface="华文楷体" pitchFamily="2" charset="-122"/>
              </a:rPr>
              <a:t>S→L=R</a:t>
            </a:r>
          </a:p>
          <a:p>
            <a:pPr marL="609600" indent="-609600" eaLnBrk="1" hangingPunct="1">
              <a:lnSpc>
                <a:spcPts val="2000"/>
              </a:lnSpc>
              <a:spcBef>
                <a:spcPct val="20000"/>
              </a:spcBef>
              <a:buFont typeface="Wingdings" pitchFamily="2" charset="2"/>
              <a:buNone/>
              <a:defRPr/>
            </a:pPr>
            <a:r>
              <a:rPr lang="en-US" altLang="zh-CN" b="1" noProof="1">
                <a:solidFill>
                  <a:srgbClr val="000000"/>
                </a:solidFill>
                <a:latin typeface="Times New Roman" pitchFamily="18" charset="0"/>
                <a:ea typeface="Times New Roman" pitchFamily="18" charset="0"/>
                <a:cs typeface="华文楷体" pitchFamily="2" charset="-122"/>
              </a:rPr>
              <a:t>2) </a:t>
            </a:r>
            <a:r>
              <a:rPr lang="en-US" altLang="zh-CN" b="1" i="1" noProof="1">
                <a:solidFill>
                  <a:srgbClr val="000000"/>
                </a:solidFill>
                <a:latin typeface="Times New Roman" pitchFamily="18" charset="0"/>
                <a:ea typeface="Times New Roman" pitchFamily="18" charset="0"/>
                <a:cs typeface="华文楷体" pitchFamily="2" charset="-122"/>
              </a:rPr>
              <a:t>S→R</a:t>
            </a:r>
          </a:p>
          <a:p>
            <a:pPr marL="609600" indent="-609600" eaLnBrk="1" hangingPunct="1">
              <a:lnSpc>
                <a:spcPts val="2000"/>
              </a:lnSpc>
              <a:spcBef>
                <a:spcPct val="20000"/>
              </a:spcBef>
              <a:buFont typeface="Wingdings" pitchFamily="2" charset="2"/>
              <a:buNone/>
              <a:defRPr/>
            </a:pPr>
            <a:r>
              <a:rPr lang="en-US" altLang="zh-CN" b="1" noProof="1">
                <a:solidFill>
                  <a:srgbClr val="000000"/>
                </a:solidFill>
                <a:latin typeface="Times New Roman" pitchFamily="18" charset="0"/>
                <a:ea typeface="Times New Roman" pitchFamily="18" charset="0"/>
                <a:cs typeface="华文楷体" pitchFamily="2" charset="-122"/>
              </a:rPr>
              <a:t>3) </a:t>
            </a:r>
            <a:r>
              <a:rPr lang="en-US" altLang="zh-CN" b="1" i="1" noProof="1">
                <a:solidFill>
                  <a:srgbClr val="000000"/>
                </a:solidFill>
                <a:latin typeface="Times New Roman" pitchFamily="18" charset="0"/>
                <a:ea typeface="Times New Roman" pitchFamily="18" charset="0"/>
                <a:cs typeface="华文楷体" pitchFamily="2" charset="-122"/>
              </a:rPr>
              <a:t>L→*R</a:t>
            </a:r>
          </a:p>
          <a:p>
            <a:pPr marL="609600" indent="-609600" eaLnBrk="1" hangingPunct="1">
              <a:lnSpc>
                <a:spcPts val="2000"/>
              </a:lnSpc>
              <a:spcBef>
                <a:spcPct val="20000"/>
              </a:spcBef>
              <a:buFont typeface="Wingdings" pitchFamily="2" charset="2"/>
              <a:buNone/>
              <a:defRPr/>
            </a:pPr>
            <a:r>
              <a:rPr lang="en-US" altLang="zh-CN" b="1" noProof="1">
                <a:solidFill>
                  <a:srgbClr val="000000"/>
                </a:solidFill>
                <a:latin typeface="Times New Roman" pitchFamily="18" charset="0"/>
                <a:ea typeface="Times New Roman" pitchFamily="18" charset="0"/>
                <a:cs typeface="华文楷体" pitchFamily="2" charset="-122"/>
              </a:rPr>
              <a:t>4) </a:t>
            </a:r>
            <a:r>
              <a:rPr lang="en-US" altLang="zh-CN" b="1" i="1" noProof="1">
                <a:solidFill>
                  <a:srgbClr val="000000"/>
                </a:solidFill>
                <a:latin typeface="Times New Roman" pitchFamily="18" charset="0"/>
                <a:ea typeface="Times New Roman" pitchFamily="18" charset="0"/>
                <a:cs typeface="华文楷体" pitchFamily="2" charset="-122"/>
              </a:rPr>
              <a:t>L→</a:t>
            </a:r>
            <a:r>
              <a:rPr lang="en-US" altLang="zh-CN" b="1" noProof="1">
                <a:solidFill>
                  <a:srgbClr val="000000"/>
                </a:solidFill>
                <a:latin typeface="Times New Roman" pitchFamily="18" charset="0"/>
                <a:ea typeface="Times New Roman" pitchFamily="18" charset="0"/>
                <a:cs typeface="华文楷体" pitchFamily="2" charset="-122"/>
              </a:rPr>
              <a:t>id</a:t>
            </a:r>
          </a:p>
          <a:p>
            <a:pPr marL="609600" indent="-609600" eaLnBrk="1" hangingPunct="1">
              <a:lnSpc>
                <a:spcPts val="2000"/>
              </a:lnSpc>
              <a:spcBef>
                <a:spcPct val="20000"/>
              </a:spcBef>
              <a:buFont typeface="Wingdings" pitchFamily="2" charset="2"/>
              <a:buNone/>
              <a:defRPr/>
            </a:pPr>
            <a:r>
              <a:rPr lang="en-US" altLang="zh-CN" b="1" noProof="1">
                <a:solidFill>
                  <a:srgbClr val="000000"/>
                </a:solidFill>
                <a:latin typeface="Times New Roman" pitchFamily="18" charset="0"/>
                <a:ea typeface="Times New Roman" pitchFamily="18" charset="0"/>
                <a:cs typeface="华文楷体" pitchFamily="2" charset="-122"/>
              </a:rPr>
              <a:t>5) </a:t>
            </a:r>
            <a:r>
              <a:rPr lang="en-US" altLang="zh-CN" b="1" i="1" noProof="1">
                <a:solidFill>
                  <a:srgbClr val="000000"/>
                </a:solidFill>
                <a:latin typeface="Times New Roman" pitchFamily="18" charset="0"/>
                <a:ea typeface="Times New Roman" pitchFamily="18" charset="0"/>
                <a:cs typeface="华文楷体" pitchFamily="2" charset="-122"/>
              </a:rPr>
              <a:t>R→L</a:t>
            </a:r>
          </a:p>
        </p:txBody>
      </p:sp>
      <p:sp>
        <p:nvSpPr>
          <p:cNvPr id="66" name="矩形 65"/>
          <p:cNvSpPr/>
          <p:nvPr/>
        </p:nvSpPr>
        <p:spPr>
          <a:xfrm>
            <a:off x="5237163" y="3457575"/>
            <a:ext cx="1711325" cy="814388"/>
          </a:xfrm>
          <a:prstGeom prst="rect">
            <a:avLst/>
          </a:prstGeom>
          <a:no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67" name="Rectangle 66"/>
          <p:cNvSpPr>
            <a:spLocks noChangeArrowheads="1"/>
          </p:cNvSpPr>
          <p:nvPr/>
        </p:nvSpPr>
        <p:spPr bwMode="auto">
          <a:xfrm>
            <a:off x="103188" y="3767138"/>
            <a:ext cx="2520950" cy="1200150"/>
          </a:xfrm>
          <a:prstGeom prst="rect">
            <a:avLst/>
          </a:prstGeom>
          <a:solidFill>
            <a:schemeClr val="accent5">
              <a:lumMod val="60000"/>
              <a:lumOff val="40000"/>
            </a:schemeClr>
          </a:solidFill>
          <a:ln w="12700">
            <a:solidFill>
              <a:schemeClr val="tx1"/>
            </a:solidFill>
            <a:miter lim="800000"/>
          </a:ln>
        </p:spPr>
        <p:txBody>
          <a:bodyPr>
            <a:spAutoFit/>
          </a:bodyPr>
          <a:lstStyle/>
          <a:p>
            <a:pPr eaLnBrk="1" hangingPunct="1">
              <a:buFont typeface="Arial" panose="020B0604020202020204" pitchFamily="34" charset="0"/>
              <a:buNone/>
              <a:defRPr/>
            </a:pPr>
            <a:r>
              <a:rPr lang="zh-CN" altLang="en-US" b="1" noProof="1">
                <a:solidFill>
                  <a:srgbClr val="000000"/>
                </a:solidFill>
                <a:latin typeface="Times New Roman" panose="02020603050405020304" pitchFamily="18" charset="0"/>
                <a:ea typeface="楷体" panose="02010609060101010101" pitchFamily="49" charset="-122"/>
                <a:cs typeface="+mn-ea"/>
              </a:rPr>
              <a:t>如果除</a:t>
            </a:r>
            <a:r>
              <a:rPr lang="zh-CN" altLang="en-US" b="1" noProof="1">
                <a:solidFill>
                  <a:srgbClr val="2D83F4"/>
                </a:solidFill>
                <a:latin typeface="Times New Roman" panose="02020603050405020304" pitchFamily="18" charset="0"/>
                <a:ea typeface="楷体" panose="02010609060101010101" pitchFamily="49" charset="-122"/>
                <a:cs typeface="+mn-ea"/>
              </a:rPr>
              <a:t>展望符</a:t>
            </a:r>
            <a:r>
              <a:rPr lang="zh-CN" altLang="en-US" b="1" noProof="1">
                <a:solidFill>
                  <a:srgbClr val="000000"/>
                </a:solidFill>
                <a:latin typeface="Times New Roman" panose="02020603050405020304" pitchFamily="18" charset="0"/>
                <a:ea typeface="楷体" panose="02010609060101010101" pitchFamily="49" charset="-122"/>
                <a:cs typeface="+mn-ea"/>
              </a:rPr>
              <a:t>外，两个</a:t>
            </a:r>
            <a:r>
              <a:rPr lang="en-US" altLang="zh-CN" b="1" i="1" noProof="1">
                <a:solidFill>
                  <a:srgbClr val="000000"/>
                </a:solidFill>
                <a:latin typeface="Times New Roman" panose="02020603050405020304" pitchFamily="18" charset="0"/>
                <a:ea typeface="Times New Roman" panose="02020603050405020304" pitchFamily="18" charset="0"/>
                <a:cs typeface="+mn-ea"/>
              </a:rPr>
              <a:t>LR</a:t>
            </a:r>
            <a:r>
              <a:rPr lang="en-US" altLang="zh-CN" b="1" noProof="1">
                <a:solidFill>
                  <a:srgbClr val="000000"/>
                </a:solidFill>
                <a:latin typeface="Times New Roman" panose="02020603050405020304" pitchFamily="18" charset="0"/>
                <a:ea typeface="Times New Roman" panose="02020603050405020304" pitchFamily="18" charset="0"/>
                <a:cs typeface="+mn-ea"/>
              </a:rPr>
              <a:t>(1)</a:t>
            </a:r>
            <a:r>
              <a:rPr lang="zh-CN" altLang="en-US" b="1" noProof="1">
                <a:solidFill>
                  <a:srgbClr val="000000"/>
                </a:solidFill>
                <a:latin typeface="Times New Roman" panose="02020603050405020304" pitchFamily="18" charset="0"/>
                <a:ea typeface="楷体" panose="02010609060101010101" pitchFamily="49" charset="-122"/>
                <a:cs typeface="+mn-ea"/>
              </a:rPr>
              <a:t>项目集是相同的，则称这两个</a:t>
            </a:r>
            <a:r>
              <a:rPr lang="en-US" altLang="zh-CN" b="1" i="1" noProof="1">
                <a:solidFill>
                  <a:srgbClr val="000000"/>
                </a:solidFill>
                <a:latin typeface="Times New Roman" panose="02020603050405020304" pitchFamily="18" charset="0"/>
                <a:ea typeface="Times New Roman" panose="02020603050405020304" pitchFamily="18" charset="0"/>
                <a:cs typeface="+mn-ea"/>
              </a:rPr>
              <a:t>LR</a:t>
            </a:r>
            <a:r>
              <a:rPr lang="en-US" altLang="zh-CN" b="1" noProof="1">
                <a:solidFill>
                  <a:srgbClr val="000000"/>
                </a:solidFill>
                <a:latin typeface="Times New Roman" panose="02020603050405020304" pitchFamily="18" charset="0"/>
                <a:ea typeface="Times New Roman" panose="02020603050405020304" pitchFamily="18" charset="0"/>
                <a:cs typeface="+mn-ea"/>
              </a:rPr>
              <a:t>(1)</a:t>
            </a:r>
            <a:r>
              <a:rPr lang="zh-CN" altLang="en-US" b="1" noProof="1">
                <a:solidFill>
                  <a:srgbClr val="000000"/>
                </a:solidFill>
                <a:latin typeface="Times New Roman" panose="02020603050405020304" pitchFamily="18" charset="0"/>
                <a:ea typeface="楷体" panose="02010609060101010101" pitchFamily="49" charset="-122"/>
                <a:cs typeface="+mn-ea"/>
              </a:rPr>
              <a:t>项目集是</a:t>
            </a:r>
            <a:r>
              <a:rPr lang="zh-CN" altLang="en-US" b="1" noProof="1">
                <a:solidFill>
                  <a:srgbClr val="FF0000"/>
                </a:solidFill>
                <a:latin typeface="Times New Roman" panose="02020603050405020304" pitchFamily="18" charset="0"/>
                <a:ea typeface="楷体" panose="02010609060101010101" pitchFamily="49" charset="-122"/>
                <a:cs typeface="+mn-ea"/>
              </a:rPr>
              <a:t>同心</a:t>
            </a:r>
            <a:r>
              <a:rPr lang="zh-CN" altLang="en-US" b="1" noProof="1">
                <a:solidFill>
                  <a:srgbClr val="000000"/>
                </a:solidFill>
                <a:latin typeface="Times New Roman" panose="02020603050405020304" pitchFamily="18" charset="0"/>
                <a:ea typeface="楷体" panose="02010609060101010101" pitchFamily="49" charset="-122"/>
                <a:cs typeface="+mn-ea"/>
              </a:rPr>
              <a:t>的</a:t>
            </a:r>
            <a:endParaRPr lang="zh-CN" altLang="en-US" b="1" noProof="1">
              <a:solidFill>
                <a:srgbClr val="000000"/>
              </a:solidFill>
              <a:latin typeface="Times New Roman" panose="02020603050405020304" pitchFamily="18" charset="0"/>
              <a:ea typeface="楷体" panose="02010609060101010101" pitchFamily="49" charset="-122"/>
            </a:endParaRPr>
          </a:p>
        </p:txBody>
      </p:sp>
      <p:grpSp>
        <p:nvGrpSpPr>
          <p:cNvPr id="49158" name="组合 62"/>
          <p:cNvGrpSpPr>
            <a:grpSpLocks/>
          </p:cNvGrpSpPr>
          <p:nvPr/>
        </p:nvGrpSpPr>
        <p:grpSpPr bwMode="auto">
          <a:xfrm>
            <a:off x="1476375" y="63500"/>
            <a:ext cx="7823200" cy="5016500"/>
            <a:chOff x="1475656" y="63500"/>
            <a:chExt cx="7824390" cy="5016500"/>
          </a:xfrm>
        </p:grpSpPr>
        <p:sp>
          <p:nvSpPr>
            <p:cNvPr id="49166" name="Text Box 5"/>
            <p:cNvSpPr txBox="1">
              <a:spLocks noChangeArrowheads="1"/>
            </p:cNvSpPr>
            <p:nvPr/>
          </p:nvSpPr>
          <p:spPr bwMode="auto">
            <a:xfrm>
              <a:off x="1475656" y="1041400"/>
              <a:ext cx="1555987" cy="2154238"/>
            </a:xfrm>
            <a:prstGeom prst="rect">
              <a:avLst/>
            </a:prstGeom>
            <a:solidFill>
              <a:srgbClr val="B5CEED"/>
            </a:solidFill>
            <a:ln w="12700">
              <a:solidFill>
                <a:schemeClr val="tx1"/>
              </a:solidFill>
              <a:miter lim="800000"/>
              <a:headEnd type="none" w="sm" len="sm"/>
              <a:tailEnd type="none" w="sm" len="sm"/>
            </a:ln>
          </p:spPr>
          <p:txBody>
            <a:bodyPr tIns="0" bIns="0">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I</a:t>
              </a:r>
              <a:r>
                <a:rPr lang="en-US" altLang="zh-CN" sz="2000" b="1" i="1" baseline="-25000">
                  <a:solidFill>
                    <a:srgbClr val="000000"/>
                  </a:solidFill>
                  <a:latin typeface="Times New Roman" panose="02020603050405020304" pitchFamily="18" charset="0"/>
                </a:rPr>
                <a:t>0</a:t>
              </a:r>
              <a:r>
                <a:rPr lang="en-US" altLang="zh-CN" sz="2000" b="1">
                  <a:solidFill>
                    <a:srgbClr val="000000"/>
                  </a:solidFill>
                  <a:latin typeface="Times New Roman" panose="02020603050405020304" pitchFamily="18" charset="0"/>
                </a:rPr>
                <a:t>:</a:t>
              </a: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S′</a:t>
              </a:r>
              <a:r>
                <a:rPr lang="en-US" altLang="zh-CN" sz="2000" b="1" i="1">
                  <a:solidFill>
                    <a:srgbClr val="000000"/>
                  </a:solidFill>
                  <a:latin typeface="Times New Roman" panose="02020603050405020304" pitchFamily="18" charset="0"/>
                </a:rPr>
                <a:t>→ · S</a:t>
              </a:r>
              <a:r>
                <a:rPr lang="zh-CN" altLang="en-US" sz="2000" b="1" i="1">
                  <a:solidFill>
                    <a:srgbClr val="000000"/>
                  </a:solidFill>
                  <a:latin typeface="Times New Roman" panose="02020603050405020304" pitchFamily="18" charset="0"/>
                </a:rPr>
                <a:t> </a:t>
              </a:r>
              <a:r>
                <a:rPr lang="en-US" altLang="zh-CN" sz="2000" b="1" i="1">
                  <a:solidFill>
                    <a:srgbClr val="000000"/>
                  </a:solidFill>
                  <a:latin typeface="Times New Roman" panose="02020603050405020304" pitchFamily="18" charset="0"/>
                </a:rPr>
                <a:t>,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S→· L=R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S→ · R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L→·*R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 · </a:t>
              </a:r>
              <a:r>
                <a:rPr lang="en-US" altLang="zh-CN" sz="2000" b="1">
                  <a:solidFill>
                    <a:srgbClr val="000000"/>
                  </a:solidFill>
                  <a:latin typeface="Times New Roman" panose="02020603050405020304" pitchFamily="18" charset="0"/>
                </a:rPr>
                <a:t>id</a:t>
              </a:r>
              <a:r>
                <a:rPr lang="en-US" altLang="zh-CN" sz="2000" b="1" i="1">
                  <a:solidFill>
                    <a:srgbClr val="000000"/>
                  </a:solidFill>
                  <a:latin typeface="Times New Roman" panose="02020603050405020304" pitchFamily="18" charset="0"/>
                </a:rPr>
                <a:t>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 · L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p:txBody>
        </p:sp>
        <p:sp>
          <p:nvSpPr>
            <p:cNvPr id="49167" name="Text Box 6"/>
            <p:cNvSpPr txBox="1">
              <a:spLocks noChangeArrowheads="1"/>
            </p:cNvSpPr>
            <p:nvPr/>
          </p:nvSpPr>
          <p:spPr bwMode="auto">
            <a:xfrm>
              <a:off x="3334902" y="682625"/>
              <a:ext cx="1224148" cy="708025"/>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I</a:t>
              </a:r>
              <a:r>
                <a:rPr lang="en-US" altLang="zh-CN" sz="2000" b="1" i="1" baseline="-25000">
                  <a:solidFill>
                    <a:srgbClr val="000000"/>
                  </a:solidFill>
                  <a:latin typeface="Times New Roman" panose="02020603050405020304" pitchFamily="18" charset="0"/>
                </a:rPr>
                <a:t>1</a:t>
              </a:r>
              <a:r>
                <a:rPr lang="en-US" altLang="zh-CN" sz="2000" b="1">
                  <a:solidFill>
                    <a:srgbClr val="000000"/>
                  </a:solidFill>
                  <a:latin typeface="Times New Roman" panose="02020603050405020304" pitchFamily="18" charset="0"/>
                </a:rPr>
                <a:t>:</a:t>
              </a: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S′</a:t>
              </a:r>
              <a:r>
                <a:rPr lang="en-US" altLang="zh-CN" sz="2000" b="1" i="1">
                  <a:solidFill>
                    <a:srgbClr val="000000"/>
                  </a:solidFill>
                  <a:latin typeface="Times New Roman" panose="02020603050405020304" pitchFamily="18" charset="0"/>
                </a:rPr>
                <a:t>→S·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p:txBody>
        </p:sp>
        <p:sp>
          <p:nvSpPr>
            <p:cNvPr id="49168" name="Line 7"/>
            <p:cNvSpPr>
              <a:spLocks noChangeShapeType="1"/>
            </p:cNvSpPr>
            <p:nvPr/>
          </p:nvSpPr>
          <p:spPr bwMode="auto">
            <a:xfrm flipV="1">
              <a:off x="3056900" y="1273175"/>
              <a:ext cx="288942"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 name="Text Box 8"/>
            <p:cNvSpPr txBox="1">
              <a:spLocks noChangeArrowheads="1"/>
            </p:cNvSpPr>
            <p:nvPr/>
          </p:nvSpPr>
          <p:spPr bwMode="auto">
            <a:xfrm>
              <a:off x="3334902" y="1463675"/>
              <a:ext cx="1479775" cy="93821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2</a:t>
              </a:r>
              <a:r>
                <a:rPr kumimoji="1" lang="en-US" altLang="zh-CN" sz="2000" b="1">
                  <a:solidFill>
                    <a:srgbClr val="000000"/>
                  </a:solidFill>
                  <a:latin typeface="Times New Roman" panose="02020603050405020304" pitchFamily="18" charset="0"/>
                </a:rPr>
                <a:t>:</a:t>
              </a:r>
            </a:p>
            <a:p>
              <a:pPr>
                <a:lnSpc>
                  <a:spcPts val="2200"/>
                </a:lnSpc>
                <a:defRPr/>
              </a:pPr>
              <a:r>
                <a:rPr kumimoji="1" lang="en-US" altLang="zh-CN" sz="2000" b="1" i="1">
                  <a:solidFill>
                    <a:srgbClr val="000000"/>
                  </a:solidFill>
                  <a:latin typeface="Times New Roman" panose="02020603050405020304" pitchFamily="18" charset="0"/>
                </a:rPr>
                <a:t>S→L</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en-US" altLang="zh-CN" sz="2000" b="1" i="1">
                  <a:solidFill>
                    <a:srgbClr val="000000"/>
                  </a:solidFill>
                  <a:latin typeface="Times New Roman" panose="02020603050405020304" pitchFamily="18" charset="0"/>
                </a:rPr>
                <a:t>=R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200"/>
                </a:lnSpc>
                <a:defRPr/>
              </a:pPr>
              <a:r>
                <a:rPr kumimoji="1" lang="en-US" altLang="zh-CN" sz="2000" b="1" i="1">
                  <a:solidFill>
                    <a:srgbClr val="000000"/>
                  </a:solidFill>
                  <a:latin typeface="Times New Roman" panose="02020603050405020304" pitchFamily="18" charset="0"/>
                </a:rPr>
                <a:t>R→L</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en-US" altLang="zh-CN" sz="2000" b="1" i="1">
                  <a:solidFill>
                    <a:srgbClr val="000000"/>
                  </a:solidFill>
                  <a:latin typeface="Times New Roman" panose="02020603050405020304" pitchFamily="18" charset="0"/>
                </a:rPr>
                <a:t>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49170" name="Line 9"/>
            <p:cNvSpPr>
              <a:spLocks noChangeShapeType="1"/>
            </p:cNvSpPr>
            <p:nvPr/>
          </p:nvSpPr>
          <p:spPr bwMode="auto">
            <a:xfrm flipV="1">
              <a:off x="3047374" y="1860550"/>
              <a:ext cx="298468"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71" name="Text Box 10"/>
            <p:cNvSpPr txBox="1">
              <a:spLocks noChangeArrowheads="1"/>
            </p:cNvSpPr>
            <p:nvPr/>
          </p:nvSpPr>
          <p:spPr bwMode="auto">
            <a:xfrm>
              <a:off x="3023561" y="1465263"/>
              <a:ext cx="50326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a:t>
              </a:r>
            </a:p>
          </p:txBody>
        </p:sp>
        <p:sp>
          <p:nvSpPr>
            <p:cNvPr id="72" name="Text Box 11"/>
            <p:cNvSpPr txBox="1">
              <a:spLocks noChangeArrowheads="1"/>
            </p:cNvSpPr>
            <p:nvPr/>
          </p:nvSpPr>
          <p:spPr bwMode="auto">
            <a:xfrm>
              <a:off x="3334902" y="2444750"/>
              <a:ext cx="1224148"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3</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S→R</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srgbClr val="000000"/>
                  </a:solidFill>
                  <a:latin typeface="Times New Roman" panose="02020603050405020304" pitchFamily="18" charset="0"/>
                </a:rPr>
                <a:t>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49173" name="Line 12"/>
            <p:cNvSpPr>
              <a:spLocks noChangeShapeType="1"/>
            </p:cNvSpPr>
            <p:nvPr/>
          </p:nvSpPr>
          <p:spPr bwMode="auto">
            <a:xfrm flipV="1">
              <a:off x="3023561" y="2700338"/>
              <a:ext cx="288942"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74" name="Text Box 13"/>
            <p:cNvSpPr txBox="1">
              <a:spLocks noChangeArrowheads="1"/>
            </p:cNvSpPr>
            <p:nvPr/>
          </p:nvSpPr>
          <p:spPr bwMode="auto">
            <a:xfrm>
              <a:off x="2996571" y="2333625"/>
              <a:ext cx="609636"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a:t>
              </a:r>
            </a:p>
          </p:txBody>
        </p:sp>
        <p:sp>
          <p:nvSpPr>
            <p:cNvPr id="76" name="Text Box 14"/>
            <p:cNvSpPr txBox="1">
              <a:spLocks noChangeArrowheads="1"/>
            </p:cNvSpPr>
            <p:nvPr/>
          </p:nvSpPr>
          <p:spPr bwMode="auto">
            <a:xfrm>
              <a:off x="3346015" y="3236913"/>
              <a:ext cx="1568689" cy="150336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4</a:t>
              </a:r>
              <a:r>
                <a:rPr kumimoji="1" lang="en-US" altLang="zh-CN" sz="2000" b="1">
                  <a:solidFill>
                    <a:srgbClr val="000000"/>
                  </a:solidFill>
                  <a:latin typeface="Times New Roman" panose="02020603050405020304" pitchFamily="18" charset="0"/>
                </a:rPr>
                <a:t>:</a:t>
              </a:r>
            </a:p>
            <a:p>
              <a:pPr>
                <a:lnSpc>
                  <a:spcPts val="2200"/>
                </a:lnSpc>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srgbClr val="000000"/>
                  </a:solidFill>
                  <a:latin typeface="Times New Roman" panose="02020603050405020304" pitchFamily="18" charset="0"/>
                </a:rPr>
                <a:t>R</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200"/>
                </a:lnSpc>
                <a:defRPr/>
              </a:pPr>
              <a:r>
                <a:rPr kumimoji="1" lang="en-US" altLang="zh-CN" sz="2000" b="1" i="1">
                  <a:solidFill>
                    <a:srgbClr val="000000"/>
                  </a:solidFill>
                  <a:latin typeface="Times New Roman" panose="02020603050405020304" pitchFamily="18" charset="0"/>
                </a:rPr>
                <a:t>R→</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solidFill>
                    <a:srgbClr val="000000"/>
                  </a:solidFill>
                  <a:latin typeface="Times New Roman" panose="02020603050405020304" pitchFamily="18" charset="0"/>
                </a:rPr>
                <a:t>L</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200"/>
                </a:lnSpc>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srgbClr val="000000"/>
                  </a:solidFill>
                  <a:latin typeface="Times New Roman" panose="02020603050405020304" pitchFamily="18" charset="0"/>
                </a:rPr>
                <a:t>*R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200"/>
                </a:lnSpc>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lang="en-US" altLang="zh-CN" sz="2000" b="1">
                  <a:solidFill>
                    <a:srgbClr val="000000"/>
                  </a:solidFill>
                  <a:latin typeface="Times New Roman" panose="02020603050405020304" pitchFamily="18" charset="0"/>
                  <a:cs typeface="Times New Roman" panose="02020603050405020304" pitchFamily="18" charset="0"/>
                </a:rPr>
                <a:t> </a:t>
              </a:r>
              <a:r>
                <a:rPr kumimoji="1" lang="en-US" altLang="zh-CN" sz="2000" b="1">
                  <a:solidFill>
                    <a:srgbClr val="000000"/>
                  </a:solidFill>
                  <a:latin typeface="Times New Roman" panose="02020603050405020304" pitchFamily="18" charset="0"/>
                </a:rPr>
                <a:t>id</a:t>
              </a:r>
              <a:r>
                <a:rPr kumimoji="1" lang="zh-CN" altLang="en-US" sz="2000" b="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77" name="Text Box 15"/>
            <p:cNvSpPr txBox="1">
              <a:spLocks noChangeArrowheads="1"/>
            </p:cNvSpPr>
            <p:nvPr/>
          </p:nvSpPr>
          <p:spPr bwMode="auto">
            <a:xfrm>
              <a:off x="5289411" y="4281488"/>
              <a:ext cx="1582979" cy="706437"/>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5</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L→</a:t>
              </a:r>
              <a:r>
                <a:rPr kumimoji="1" lang="en-US" altLang="zh-CN" sz="2000" b="1">
                  <a:solidFill>
                    <a:srgbClr val="000000"/>
                  </a:solidFill>
                  <a:latin typeface="Times New Roman" panose="02020603050405020304" pitchFamily="18" charset="0"/>
                </a:rPr>
                <a:t>id</a:t>
              </a:r>
              <a:r>
                <a:rPr kumimoji="1" lang="en-US" altLang="zh-CN" sz="2000" b="1" i="1">
                  <a:solidFill>
                    <a:srgbClr val="000000"/>
                  </a:solidFill>
                  <a:latin typeface="Times New Roman" panose="02020603050405020304" pitchFamily="18" charset="0"/>
                </a:rPr>
                <a:t> </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 $</a:t>
              </a:r>
              <a:endParaRPr kumimoji="1" lang="en-US" altLang="zh-CN" sz="2000" b="1" i="1">
                <a:solidFill>
                  <a:srgbClr val="000000"/>
                </a:solidFill>
                <a:latin typeface="Times New Roman" panose="02020603050405020304" pitchFamily="18" charset="0"/>
              </a:endParaRPr>
            </a:p>
          </p:txBody>
        </p:sp>
        <p:sp>
          <p:nvSpPr>
            <p:cNvPr id="49177" name="Text Box 16"/>
            <p:cNvSpPr txBox="1">
              <a:spLocks noChangeArrowheads="1"/>
            </p:cNvSpPr>
            <p:nvPr/>
          </p:nvSpPr>
          <p:spPr bwMode="auto">
            <a:xfrm>
              <a:off x="3061663" y="2932113"/>
              <a:ext cx="53343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49178" name="Text Box 17"/>
            <p:cNvSpPr txBox="1">
              <a:spLocks noChangeArrowheads="1"/>
            </p:cNvSpPr>
            <p:nvPr/>
          </p:nvSpPr>
          <p:spPr bwMode="auto">
            <a:xfrm>
              <a:off x="2704454" y="3687763"/>
              <a:ext cx="53343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id</a:t>
              </a:r>
            </a:p>
          </p:txBody>
        </p:sp>
        <p:sp>
          <p:nvSpPr>
            <p:cNvPr id="49179" name="Line 19"/>
            <p:cNvSpPr>
              <a:spLocks noChangeShapeType="1"/>
            </p:cNvSpPr>
            <p:nvPr/>
          </p:nvSpPr>
          <p:spPr bwMode="auto">
            <a:xfrm flipV="1">
              <a:off x="4814367" y="1924050"/>
              <a:ext cx="430237"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80" name="Text Box 20"/>
            <p:cNvSpPr txBox="1">
              <a:spLocks noChangeArrowheads="1"/>
            </p:cNvSpPr>
            <p:nvPr/>
          </p:nvSpPr>
          <p:spPr bwMode="auto">
            <a:xfrm>
              <a:off x="4809603" y="1595438"/>
              <a:ext cx="45722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a:t>
              </a:r>
            </a:p>
          </p:txBody>
        </p:sp>
        <p:sp>
          <p:nvSpPr>
            <p:cNvPr id="82" name="Text Box 21"/>
            <p:cNvSpPr txBox="1">
              <a:spLocks noChangeArrowheads="1"/>
            </p:cNvSpPr>
            <p:nvPr/>
          </p:nvSpPr>
          <p:spPr bwMode="auto">
            <a:xfrm>
              <a:off x="5289411" y="2733675"/>
              <a:ext cx="1654427" cy="70643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7</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L→*R</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 $</a:t>
              </a:r>
              <a:endParaRPr kumimoji="1" lang="en-US" altLang="zh-CN" sz="2000" b="1" i="1">
                <a:solidFill>
                  <a:srgbClr val="000000"/>
                </a:solidFill>
                <a:latin typeface="Times New Roman" panose="02020603050405020304" pitchFamily="18" charset="0"/>
              </a:endParaRPr>
            </a:p>
          </p:txBody>
        </p:sp>
        <p:sp>
          <p:nvSpPr>
            <p:cNvPr id="49182" name="Line 22"/>
            <p:cNvSpPr>
              <a:spLocks noChangeShapeType="1"/>
            </p:cNvSpPr>
            <p:nvPr/>
          </p:nvSpPr>
          <p:spPr bwMode="auto">
            <a:xfrm>
              <a:off x="4933436" y="3308350"/>
              <a:ext cx="393723"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83" name="Text Box 23"/>
            <p:cNvSpPr txBox="1">
              <a:spLocks noChangeArrowheads="1"/>
            </p:cNvSpPr>
            <p:nvPr/>
          </p:nvSpPr>
          <p:spPr bwMode="auto">
            <a:xfrm>
              <a:off x="4879457" y="2949575"/>
              <a:ext cx="45722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a:t>
              </a:r>
            </a:p>
          </p:txBody>
        </p:sp>
        <p:sp>
          <p:nvSpPr>
            <p:cNvPr id="85" name="Text Box 24"/>
            <p:cNvSpPr txBox="1">
              <a:spLocks noChangeArrowheads="1"/>
            </p:cNvSpPr>
            <p:nvPr/>
          </p:nvSpPr>
          <p:spPr bwMode="auto">
            <a:xfrm>
              <a:off x="5289411" y="3525838"/>
              <a:ext cx="1582979" cy="706437"/>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8</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R→L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 $</a:t>
              </a:r>
              <a:endParaRPr kumimoji="1" lang="en-US" altLang="zh-CN" sz="2000" b="1" i="1">
                <a:solidFill>
                  <a:srgbClr val="000000"/>
                </a:solidFill>
                <a:latin typeface="Times New Roman" panose="02020603050405020304" pitchFamily="18" charset="0"/>
              </a:endParaRPr>
            </a:p>
          </p:txBody>
        </p:sp>
        <p:sp>
          <p:nvSpPr>
            <p:cNvPr id="49185" name="Line 25"/>
            <p:cNvSpPr>
              <a:spLocks noChangeShapeType="1"/>
            </p:cNvSpPr>
            <p:nvPr/>
          </p:nvSpPr>
          <p:spPr bwMode="auto">
            <a:xfrm>
              <a:off x="4901684" y="3957638"/>
              <a:ext cx="387373"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86" name="Text Box 26"/>
            <p:cNvSpPr txBox="1">
              <a:spLocks noChangeArrowheads="1"/>
            </p:cNvSpPr>
            <p:nvPr/>
          </p:nvSpPr>
          <p:spPr bwMode="auto">
            <a:xfrm>
              <a:off x="4895333" y="3597275"/>
              <a:ext cx="38102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a:t>
              </a:r>
            </a:p>
          </p:txBody>
        </p:sp>
        <p:sp>
          <p:nvSpPr>
            <p:cNvPr id="88" name="Text Box 27"/>
            <p:cNvSpPr txBox="1">
              <a:spLocks noChangeArrowheads="1"/>
            </p:cNvSpPr>
            <p:nvPr/>
          </p:nvSpPr>
          <p:spPr bwMode="auto">
            <a:xfrm>
              <a:off x="7318545" y="63500"/>
              <a:ext cx="1524232"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9</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S→L=R</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srgbClr val="000000"/>
                  </a:solidFill>
                  <a:latin typeface="Times New Roman" panose="02020603050405020304" pitchFamily="18" charset="0"/>
                </a:rPr>
                <a:t>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49188" name="Line 28"/>
            <p:cNvSpPr>
              <a:spLocks noChangeShapeType="1"/>
            </p:cNvSpPr>
            <p:nvPr/>
          </p:nvSpPr>
          <p:spPr bwMode="auto">
            <a:xfrm flipV="1">
              <a:off x="6954443" y="373257"/>
              <a:ext cx="327891" cy="38556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89" name="Text Box 29"/>
            <p:cNvSpPr txBox="1">
              <a:spLocks noChangeArrowheads="1"/>
            </p:cNvSpPr>
            <p:nvPr/>
          </p:nvSpPr>
          <p:spPr bwMode="auto">
            <a:xfrm>
              <a:off x="6718374" y="369251"/>
              <a:ext cx="53343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a:t>
              </a:r>
            </a:p>
          </p:txBody>
        </p:sp>
        <p:sp>
          <p:nvSpPr>
            <p:cNvPr id="49190" name="Text Box 33"/>
            <p:cNvSpPr txBox="1">
              <a:spLocks noChangeArrowheads="1"/>
            </p:cNvSpPr>
            <p:nvPr/>
          </p:nvSpPr>
          <p:spPr bwMode="auto">
            <a:xfrm>
              <a:off x="3031498" y="896938"/>
              <a:ext cx="53343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S</a:t>
              </a:r>
            </a:p>
          </p:txBody>
        </p:sp>
        <p:sp>
          <p:nvSpPr>
            <p:cNvPr id="49191" name="Line 34"/>
            <p:cNvSpPr>
              <a:spLocks noChangeShapeType="1"/>
            </p:cNvSpPr>
            <p:nvPr/>
          </p:nvSpPr>
          <p:spPr bwMode="auto">
            <a:xfrm flipV="1">
              <a:off x="4911209" y="4564063"/>
              <a:ext cx="377847" cy="158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92" name="Text Box 35"/>
            <p:cNvSpPr txBox="1">
              <a:spLocks noChangeArrowheads="1"/>
            </p:cNvSpPr>
            <p:nvPr/>
          </p:nvSpPr>
          <p:spPr bwMode="auto">
            <a:xfrm>
              <a:off x="4879457" y="4175125"/>
              <a:ext cx="53343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id</a:t>
              </a:r>
            </a:p>
          </p:txBody>
        </p:sp>
        <p:grpSp>
          <p:nvGrpSpPr>
            <p:cNvPr id="49193" name="Group 36"/>
            <p:cNvGrpSpPr>
              <a:grpSpLocks/>
            </p:cNvGrpSpPr>
            <p:nvPr/>
          </p:nvGrpSpPr>
          <p:grpSpPr bwMode="auto">
            <a:xfrm>
              <a:off x="3045787" y="3975100"/>
              <a:ext cx="290529" cy="269875"/>
              <a:chOff x="2335" y="3249"/>
              <a:chExt cx="183" cy="226"/>
            </a:xfrm>
          </p:grpSpPr>
          <p:sp>
            <p:nvSpPr>
              <p:cNvPr id="49217" name="Line 37"/>
              <p:cNvSpPr>
                <a:spLocks noChangeShapeType="1"/>
              </p:cNvSpPr>
              <p:nvPr/>
            </p:nvSpPr>
            <p:spPr bwMode="auto">
              <a:xfrm>
                <a:off x="2335" y="3249"/>
                <a:ext cx="18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18" name="Line 38"/>
              <p:cNvSpPr>
                <a:spLocks noChangeShapeType="1"/>
              </p:cNvSpPr>
              <p:nvPr/>
            </p:nvSpPr>
            <p:spPr bwMode="auto">
              <a:xfrm>
                <a:off x="2335" y="3249"/>
                <a:ext cx="0" cy="22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19" name="Line 39"/>
              <p:cNvSpPr>
                <a:spLocks noChangeShapeType="1"/>
              </p:cNvSpPr>
              <p:nvPr/>
            </p:nvSpPr>
            <p:spPr bwMode="auto">
              <a:xfrm>
                <a:off x="2336" y="3475"/>
                <a:ext cx="18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9194" name="Text Box 40"/>
            <p:cNvSpPr txBox="1">
              <a:spLocks noChangeArrowheads="1"/>
            </p:cNvSpPr>
            <p:nvPr/>
          </p:nvSpPr>
          <p:spPr bwMode="auto">
            <a:xfrm>
              <a:off x="3021973" y="3944938"/>
              <a:ext cx="53343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49195" name="Line 41"/>
            <p:cNvSpPr>
              <a:spLocks noChangeShapeType="1"/>
            </p:cNvSpPr>
            <p:nvPr/>
          </p:nvSpPr>
          <p:spPr bwMode="auto">
            <a:xfrm>
              <a:off x="3056900" y="3038475"/>
              <a:ext cx="261954" cy="433388"/>
            </a:xfrm>
            <a:prstGeom prst="line">
              <a:avLst/>
            </a:prstGeom>
            <a:noFill/>
            <a:ln w="412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96" name="Line 57"/>
            <p:cNvSpPr>
              <a:spLocks noChangeShapeType="1"/>
            </p:cNvSpPr>
            <p:nvPr/>
          </p:nvSpPr>
          <p:spPr bwMode="auto">
            <a:xfrm flipV="1">
              <a:off x="2771800" y="4872033"/>
              <a:ext cx="2517255" cy="25404"/>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97" name="Line 59"/>
            <p:cNvSpPr>
              <a:spLocks noChangeShapeType="1"/>
            </p:cNvSpPr>
            <p:nvPr/>
          </p:nvSpPr>
          <p:spPr bwMode="auto">
            <a:xfrm flipH="1" flipV="1">
              <a:off x="2759099" y="3195638"/>
              <a:ext cx="12701" cy="172402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98" name="Text Box 32"/>
            <p:cNvSpPr txBox="1">
              <a:spLocks noChangeArrowheads="1"/>
            </p:cNvSpPr>
            <p:nvPr/>
          </p:nvSpPr>
          <p:spPr bwMode="auto">
            <a:xfrm>
              <a:off x="6944918" y="1677862"/>
              <a:ext cx="503327" cy="369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a:solidFill>
                    <a:schemeClr val="tx1"/>
                  </a:solidFill>
                  <a:latin typeface="Times New Roman" panose="02020603050405020304" pitchFamily="18" charset="0"/>
                </a:rPr>
                <a:t>id</a:t>
              </a:r>
            </a:p>
          </p:txBody>
        </p:sp>
        <p:sp>
          <p:nvSpPr>
            <p:cNvPr id="100" name="Text Box 42"/>
            <p:cNvSpPr txBox="1">
              <a:spLocks noChangeArrowheads="1"/>
            </p:cNvSpPr>
            <p:nvPr/>
          </p:nvSpPr>
          <p:spPr bwMode="auto">
            <a:xfrm>
              <a:off x="7312194" y="844550"/>
              <a:ext cx="1440082" cy="65563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10</a:t>
              </a:r>
              <a:r>
                <a:rPr kumimoji="1" lang="en-US" altLang="zh-CN" sz="2000" b="1">
                  <a:latin typeface="Times New Roman" panose="02020603050405020304" pitchFamily="18" charset="0"/>
                </a:rPr>
                <a:t>:</a:t>
              </a:r>
            </a:p>
            <a:p>
              <a:pPr>
                <a:lnSpc>
                  <a:spcPts val="2200"/>
                </a:lnSpc>
                <a:defRPr/>
              </a:pPr>
              <a:r>
                <a:rPr kumimoji="1" lang="en-US" altLang="zh-CN" sz="2000" b="1" i="1">
                  <a:latin typeface="Times New Roman" panose="02020603050405020304" pitchFamily="18" charset="0"/>
                </a:rPr>
                <a:t>R→L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latin typeface="Times New Roman" panose="02020603050405020304" pitchFamily="18" charset="0"/>
                </a:rPr>
                <a:t> ,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p:txBody>
        </p:sp>
        <p:sp>
          <p:nvSpPr>
            <p:cNvPr id="49200" name="Line 43"/>
            <p:cNvSpPr>
              <a:spLocks noChangeShapeType="1"/>
            </p:cNvSpPr>
            <p:nvPr/>
          </p:nvSpPr>
          <p:spPr bwMode="auto">
            <a:xfrm flipV="1">
              <a:off x="6906952" y="1050284"/>
              <a:ext cx="405544" cy="18842"/>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201" name="Text Box 44"/>
            <p:cNvSpPr txBox="1">
              <a:spLocks noChangeArrowheads="1"/>
            </p:cNvSpPr>
            <p:nvPr/>
          </p:nvSpPr>
          <p:spPr bwMode="auto">
            <a:xfrm>
              <a:off x="6924342" y="738592"/>
              <a:ext cx="533495" cy="369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L</a:t>
              </a:r>
            </a:p>
          </p:txBody>
        </p:sp>
        <p:sp>
          <p:nvSpPr>
            <p:cNvPr id="103" name="Text Box 45"/>
            <p:cNvSpPr txBox="1">
              <a:spLocks noChangeArrowheads="1"/>
            </p:cNvSpPr>
            <p:nvPr/>
          </p:nvSpPr>
          <p:spPr bwMode="auto">
            <a:xfrm>
              <a:off x="7328071" y="1779588"/>
              <a:ext cx="1416265" cy="150336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11</a:t>
              </a:r>
              <a:r>
                <a:rPr kumimoji="1" lang="en-US" altLang="zh-CN" sz="2000" b="1">
                  <a:latin typeface="Times New Roman" panose="02020603050405020304" pitchFamily="18" charset="0"/>
                </a:rPr>
                <a:t>:</a:t>
              </a:r>
            </a:p>
            <a:p>
              <a:pPr>
                <a:lnSpc>
                  <a:spcPts val="2200"/>
                </a:lnSpc>
                <a:defRPr/>
              </a:pPr>
              <a:r>
                <a:rPr kumimoji="1" lang="en-US" altLang="zh-CN" sz="2000" b="1" i="1">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latin typeface="Times New Roman" panose="02020603050405020304" pitchFamily="18" charset="0"/>
                </a:rPr>
                <a:t>R , </a:t>
              </a:r>
              <a:r>
                <a:rPr kumimoji="1" lang="en-US" altLang="zh-CN" sz="2000" b="1">
                  <a:latin typeface="华文楷体" panose="02010600040101010101" pitchFamily="2" charset="-122"/>
                </a:rPr>
                <a:t>$</a:t>
              </a:r>
              <a:endParaRPr kumimoji="1" lang="zh-CN" altLang="en-US" sz="2000" b="1" i="1">
                <a:latin typeface="Times New Roman" panose="02020603050405020304" pitchFamily="18" charset="0"/>
              </a:endParaRPr>
            </a:p>
            <a:p>
              <a:pPr>
                <a:lnSpc>
                  <a:spcPts val="2200"/>
                </a:lnSpc>
                <a:defRPr/>
              </a:pPr>
              <a:r>
                <a:rPr kumimoji="1" lang="en-US" altLang="zh-CN" sz="2000" b="1" i="1">
                  <a:latin typeface="Times New Roman" panose="02020603050405020304" pitchFamily="18" charset="0"/>
                </a:rPr>
                <a:t>R→</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latin typeface="Times New Roman" panose="02020603050405020304" pitchFamily="18" charset="0"/>
                </a:rPr>
                <a:t>L ,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a:p>
              <a:pPr>
                <a:lnSpc>
                  <a:spcPts val="2200"/>
                </a:lnSpc>
                <a:defRPr/>
              </a:pPr>
              <a:r>
                <a:rPr kumimoji="1" lang="en-US" altLang="zh-CN" sz="2000" b="1" i="1">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latin typeface="Times New Roman" panose="02020603050405020304" pitchFamily="18" charset="0"/>
                </a:rPr>
                <a:t>*R ,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a:p>
              <a:pPr>
                <a:lnSpc>
                  <a:spcPts val="2200"/>
                </a:lnSpc>
                <a:defRPr/>
              </a:pPr>
              <a:r>
                <a:rPr kumimoji="1" lang="en-US" altLang="zh-CN" sz="2000" b="1" i="1">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a:latin typeface="Times New Roman" panose="02020603050405020304" pitchFamily="18" charset="0"/>
                </a:rPr>
                <a:t>id </a:t>
              </a:r>
              <a:r>
                <a:rPr kumimoji="1" lang="en-US" altLang="zh-CN" sz="2000" b="1" i="1">
                  <a:latin typeface="Times New Roman" panose="02020603050405020304" pitchFamily="18" charset="0"/>
                </a:rPr>
                <a:t>,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p:txBody>
        </p:sp>
        <p:sp>
          <p:nvSpPr>
            <p:cNvPr id="49203" name="Text Box 46"/>
            <p:cNvSpPr txBox="1">
              <a:spLocks noChangeArrowheads="1"/>
            </p:cNvSpPr>
            <p:nvPr/>
          </p:nvSpPr>
          <p:spPr bwMode="auto">
            <a:xfrm>
              <a:off x="6891381" y="1187474"/>
              <a:ext cx="360425" cy="400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chemeClr val="tx1"/>
                  </a:solidFill>
                  <a:latin typeface="Times New Roman" panose="02020603050405020304" pitchFamily="18" charset="0"/>
                </a:rPr>
                <a:t>*</a:t>
              </a:r>
            </a:p>
          </p:txBody>
        </p:sp>
        <p:sp>
          <p:nvSpPr>
            <p:cNvPr id="49204" name="Line 47"/>
            <p:cNvSpPr>
              <a:spLocks noChangeShapeType="1"/>
            </p:cNvSpPr>
            <p:nvPr/>
          </p:nvSpPr>
          <p:spPr bwMode="auto">
            <a:xfrm>
              <a:off x="6940394" y="1406057"/>
              <a:ext cx="385967" cy="371307"/>
            </a:xfrm>
            <a:prstGeom prst="line">
              <a:avLst/>
            </a:prstGeom>
            <a:noFill/>
            <a:ln w="412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6" name="Text Box 48"/>
            <p:cNvSpPr txBox="1">
              <a:spLocks noChangeArrowheads="1"/>
            </p:cNvSpPr>
            <p:nvPr/>
          </p:nvSpPr>
          <p:spPr bwMode="auto">
            <a:xfrm>
              <a:off x="7348712" y="3592513"/>
              <a:ext cx="1395624"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12</a:t>
              </a:r>
              <a:r>
                <a:rPr kumimoji="1" lang="en-US" altLang="zh-CN" sz="2000" b="1">
                  <a:latin typeface="Times New Roman" panose="02020603050405020304" pitchFamily="18" charset="0"/>
                </a:rPr>
                <a:t>:</a:t>
              </a:r>
            </a:p>
            <a:p>
              <a:pPr>
                <a:defRPr/>
              </a:pPr>
              <a:r>
                <a:rPr kumimoji="1" lang="en-US" altLang="zh-CN" sz="2000" b="1" i="1">
                  <a:latin typeface="Times New Roman" panose="02020603050405020304" pitchFamily="18" charset="0"/>
                </a:rPr>
                <a:t>L→</a:t>
              </a:r>
              <a:r>
                <a:rPr kumimoji="1" lang="en-US" altLang="zh-CN" sz="2000" b="1">
                  <a:latin typeface="Times New Roman" panose="02020603050405020304" pitchFamily="18" charset="0"/>
                </a:rPr>
                <a:t>id</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latin typeface="Times New Roman" panose="02020603050405020304" pitchFamily="18" charset="0"/>
                </a:rPr>
                <a:t>,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p:txBody>
        </p:sp>
        <p:sp>
          <p:nvSpPr>
            <p:cNvPr id="49206" name="Line 49"/>
            <p:cNvSpPr>
              <a:spLocks noChangeShapeType="1"/>
            </p:cNvSpPr>
            <p:nvPr/>
          </p:nvSpPr>
          <p:spPr bwMode="auto">
            <a:xfrm>
              <a:off x="6924342" y="1689736"/>
              <a:ext cx="401956" cy="1836102"/>
            </a:xfrm>
            <a:prstGeom prst="line">
              <a:avLst/>
            </a:prstGeom>
            <a:noFill/>
            <a:ln w="412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8" name="Text Box 50"/>
            <p:cNvSpPr txBox="1">
              <a:spLocks noChangeArrowheads="1"/>
            </p:cNvSpPr>
            <p:nvPr/>
          </p:nvSpPr>
          <p:spPr bwMode="auto">
            <a:xfrm>
              <a:off x="7348712" y="4371975"/>
              <a:ext cx="1403563"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13</a:t>
              </a:r>
              <a:r>
                <a:rPr kumimoji="1" lang="en-US" altLang="zh-CN" sz="2000" b="1">
                  <a:latin typeface="Times New Roman" panose="02020603050405020304" pitchFamily="18" charset="0"/>
                </a:rPr>
                <a:t>:</a:t>
              </a:r>
            </a:p>
            <a:p>
              <a:pPr>
                <a:defRPr/>
              </a:pPr>
              <a:r>
                <a:rPr kumimoji="1" lang="en-US" altLang="zh-CN" sz="2000" b="1" i="1">
                  <a:latin typeface="Times New Roman" panose="02020603050405020304" pitchFamily="18" charset="0"/>
                </a:rPr>
                <a:t>L→*R</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latin typeface="Times New Roman" panose="02020603050405020304" pitchFamily="18" charset="0"/>
                </a:rPr>
                <a:t> ,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p:txBody>
        </p:sp>
        <p:sp>
          <p:nvSpPr>
            <p:cNvPr id="49208" name="Freeform 51"/>
            <p:cNvSpPr>
              <a:spLocks noChangeArrowheads="1"/>
            </p:cNvSpPr>
            <p:nvPr/>
          </p:nvSpPr>
          <p:spPr bwMode="auto">
            <a:xfrm>
              <a:off x="8723948" y="3188062"/>
              <a:ext cx="360425" cy="1612802"/>
            </a:xfrm>
            <a:custGeom>
              <a:avLst/>
              <a:gdLst>
                <a:gd name="T0" fmla="*/ 0 w 416"/>
                <a:gd name="T1" fmla="*/ 0 h 862"/>
                <a:gd name="T2" fmla="*/ 2147483646 w 416"/>
                <a:gd name="T3" fmla="*/ 2147483646 h 862"/>
                <a:gd name="T4" fmla="*/ 2147483646 w 416"/>
                <a:gd name="T5" fmla="*/ 2147483646 h 862"/>
                <a:gd name="T6" fmla="*/ 0 60000 65536"/>
                <a:gd name="T7" fmla="*/ 0 60000 65536"/>
                <a:gd name="T8" fmla="*/ 0 60000 65536"/>
                <a:gd name="T9" fmla="*/ 0 w 416"/>
                <a:gd name="T10" fmla="*/ 0 h 862"/>
                <a:gd name="T11" fmla="*/ 416 w 416"/>
                <a:gd name="T12" fmla="*/ 862 h 862"/>
              </a:gdLst>
              <a:ahLst/>
              <a:cxnLst>
                <a:cxn ang="T6">
                  <a:pos x="T0" y="T1"/>
                </a:cxn>
                <a:cxn ang="T7">
                  <a:pos x="T2" y="T3"/>
                </a:cxn>
                <a:cxn ang="T8">
                  <a:pos x="T4" y="T5"/>
                </a:cxn>
              </a:cxnLst>
              <a:rect l="T9" t="T10" r="T11" b="T12"/>
              <a:pathLst>
                <a:path w="416" h="862">
                  <a:moveTo>
                    <a:pt x="0" y="0"/>
                  </a:moveTo>
                  <a:cubicBezTo>
                    <a:pt x="200" y="177"/>
                    <a:pt x="400" y="355"/>
                    <a:pt x="408" y="499"/>
                  </a:cubicBezTo>
                  <a:cubicBezTo>
                    <a:pt x="416" y="643"/>
                    <a:pt x="231" y="752"/>
                    <a:pt x="46" y="862"/>
                  </a:cubicBezTo>
                </a:path>
              </a:pathLst>
            </a:custGeom>
            <a:noFill/>
            <a:ln w="38100">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9209" name="Text Box 52"/>
            <p:cNvSpPr txBox="1">
              <a:spLocks noChangeArrowheads="1"/>
            </p:cNvSpPr>
            <p:nvPr/>
          </p:nvSpPr>
          <p:spPr bwMode="auto">
            <a:xfrm>
              <a:off x="8842765" y="2979448"/>
              <a:ext cx="457281" cy="369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R</a:t>
              </a:r>
            </a:p>
          </p:txBody>
        </p:sp>
        <p:sp>
          <p:nvSpPr>
            <p:cNvPr id="49210" name="Freeform 53"/>
            <p:cNvSpPr>
              <a:spLocks noChangeArrowheads="1"/>
            </p:cNvSpPr>
            <p:nvPr/>
          </p:nvSpPr>
          <p:spPr bwMode="auto">
            <a:xfrm>
              <a:off x="8746431" y="2015087"/>
              <a:ext cx="360425" cy="353990"/>
            </a:xfrm>
            <a:custGeom>
              <a:avLst/>
              <a:gdLst>
                <a:gd name="T0" fmla="*/ 0 w 227"/>
                <a:gd name="T1" fmla="*/ 0 h 227"/>
                <a:gd name="T2" fmla="*/ 2147483646 w 227"/>
                <a:gd name="T3" fmla="*/ 2147483646 h 227"/>
                <a:gd name="T4" fmla="*/ 0 w 227"/>
                <a:gd name="T5" fmla="*/ 2147483646 h 227"/>
                <a:gd name="T6" fmla="*/ 0 60000 65536"/>
                <a:gd name="T7" fmla="*/ 0 60000 65536"/>
                <a:gd name="T8" fmla="*/ 0 60000 65536"/>
                <a:gd name="T9" fmla="*/ 0 w 227"/>
                <a:gd name="T10" fmla="*/ 0 h 227"/>
                <a:gd name="T11" fmla="*/ 227 w 227"/>
                <a:gd name="T12" fmla="*/ 227 h 227"/>
              </a:gdLst>
              <a:ahLst/>
              <a:cxnLst>
                <a:cxn ang="T6">
                  <a:pos x="T0" y="T1"/>
                </a:cxn>
                <a:cxn ang="T7">
                  <a:pos x="T2" y="T3"/>
                </a:cxn>
                <a:cxn ang="T8">
                  <a:pos x="T4" y="T5"/>
                </a:cxn>
              </a:cxnLst>
              <a:rect l="T9" t="T10" r="T11" b="T12"/>
              <a:pathLst>
                <a:path w="227" h="227">
                  <a:moveTo>
                    <a:pt x="0" y="0"/>
                  </a:moveTo>
                  <a:cubicBezTo>
                    <a:pt x="113" y="3"/>
                    <a:pt x="227" y="7"/>
                    <a:pt x="227" y="45"/>
                  </a:cubicBezTo>
                  <a:cubicBezTo>
                    <a:pt x="227" y="83"/>
                    <a:pt x="113" y="155"/>
                    <a:pt x="0" y="227"/>
                  </a:cubicBezTo>
                </a:path>
              </a:pathLst>
            </a:custGeom>
            <a:noFill/>
            <a:ln w="38100">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9211" name="Text Box 54"/>
            <p:cNvSpPr txBox="1">
              <a:spLocks noChangeArrowheads="1"/>
            </p:cNvSpPr>
            <p:nvPr/>
          </p:nvSpPr>
          <p:spPr bwMode="auto">
            <a:xfrm>
              <a:off x="8714675" y="1996038"/>
              <a:ext cx="533495" cy="400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chemeClr val="tx1"/>
                  </a:solidFill>
                  <a:latin typeface="Times New Roman" panose="02020603050405020304" pitchFamily="18" charset="0"/>
                </a:rPr>
                <a:t>*</a:t>
              </a:r>
            </a:p>
          </p:txBody>
        </p:sp>
        <p:sp>
          <p:nvSpPr>
            <p:cNvPr id="49212" name="Text Box 55"/>
            <p:cNvSpPr txBox="1">
              <a:spLocks noChangeArrowheads="1"/>
            </p:cNvSpPr>
            <p:nvPr/>
          </p:nvSpPr>
          <p:spPr bwMode="auto">
            <a:xfrm>
              <a:off x="7858813" y="1420009"/>
              <a:ext cx="381068" cy="368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L</a:t>
              </a:r>
            </a:p>
          </p:txBody>
        </p:sp>
        <p:sp>
          <p:nvSpPr>
            <p:cNvPr id="49213" name="Line 56"/>
            <p:cNvSpPr>
              <a:spLocks noChangeShapeType="1"/>
            </p:cNvSpPr>
            <p:nvPr/>
          </p:nvSpPr>
          <p:spPr bwMode="auto">
            <a:xfrm flipV="1">
              <a:off x="7866454" y="1492013"/>
              <a:ext cx="0" cy="269859"/>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214" name="Line 56"/>
            <p:cNvSpPr>
              <a:spLocks noChangeShapeType="1"/>
            </p:cNvSpPr>
            <p:nvPr/>
          </p:nvSpPr>
          <p:spPr bwMode="auto">
            <a:xfrm flipH="1">
              <a:off x="7976011" y="3292103"/>
              <a:ext cx="9527" cy="317481"/>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215" name="Text Box 17"/>
            <p:cNvSpPr txBox="1">
              <a:spLocks noChangeArrowheads="1"/>
            </p:cNvSpPr>
            <p:nvPr/>
          </p:nvSpPr>
          <p:spPr bwMode="auto">
            <a:xfrm>
              <a:off x="7984558" y="3285174"/>
              <a:ext cx="533495" cy="369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a:solidFill>
                    <a:schemeClr val="tx1"/>
                  </a:solidFill>
                  <a:latin typeface="Times New Roman" panose="02020603050405020304" pitchFamily="18" charset="0"/>
                </a:rPr>
                <a:t>id</a:t>
              </a:r>
            </a:p>
          </p:txBody>
        </p:sp>
        <p:sp>
          <p:nvSpPr>
            <p:cNvPr id="117" name="Text Box 18"/>
            <p:cNvSpPr txBox="1">
              <a:spLocks noChangeArrowheads="1"/>
            </p:cNvSpPr>
            <p:nvPr/>
          </p:nvSpPr>
          <p:spPr bwMode="auto">
            <a:xfrm>
              <a:off x="5289411" y="771525"/>
              <a:ext cx="1649664" cy="163195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dirty="0">
                  <a:solidFill>
                    <a:srgbClr val="000000"/>
                  </a:solidFill>
                  <a:latin typeface="Times New Roman" panose="02020603050405020304" pitchFamily="18" charset="0"/>
                </a:rPr>
                <a:t>I</a:t>
              </a:r>
              <a:r>
                <a:rPr kumimoji="1" lang="en-US" altLang="zh-CN" sz="2000" b="1" i="1" baseline="-25000" dirty="0">
                  <a:solidFill>
                    <a:srgbClr val="000000"/>
                  </a:solidFill>
                  <a:latin typeface="Times New Roman" panose="02020603050405020304" pitchFamily="18" charset="0"/>
                </a:rPr>
                <a:t>6</a:t>
              </a:r>
              <a:r>
                <a:rPr kumimoji="1" lang="en-US" altLang="zh-CN" sz="2000" b="1" dirty="0">
                  <a:solidFill>
                    <a:srgbClr val="000000"/>
                  </a:solidFill>
                  <a:latin typeface="Times New Roman" panose="02020603050405020304" pitchFamily="18" charset="0"/>
                </a:rPr>
                <a:t>:</a:t>
              </a:r>
            </a:p>
            <a:p>
              <a:pPr>
                <a:lnSpc>
                  <a:spcPts val="2400"/>
                </a:lnSpc>
                <a:defRPr/>
              </a:pPr>
              <a:r>
                <a:rPr kumimoji="1" lang="en-US" altLang="zh-CN" sz="2000" b="1" i="1" dirty="0">
                  <a:solidFill>
                    <a:srgbClr val="000000"/>
                  </a:solidFill>
                  <a:latin typeface="Times New Roman" panose="02020603050405020304" pitchFamily="18" charset="0"/>
                </a:rPr>
                <a:t>S→L=</a:t>
              </a:r>
              <a:r>
                <a:rPr lang="en-US" altLang="zh-CN" sz="2000" b="1" i="1" dirty="0">
                  <a:solidFill>
                    <a:srgbClr val="000000"/>
                  </a:solidFill>
                  <a:latin typeface="Times New Roman" panose="02020603050405020304" pitchFamily="18" charset="0"/>
                  <a:cs typeface="Times New Roman" panose="02020603050405020304" pitchFamily="18" charset="0"/>
                </a:rPr>
                <a:t> · </a:t>
              </a:r>
              <a:r>
                <a:rPr kumimoji="1" lang="en-US" altLang="zh-CN" sz="2000" b="1" i="1" dirty="0">
                  <a:solidFill>
                    <a:srgbClr val="000000"/>
                  </a:solidFill>
                  <a:latin typeface="Times New Roman" panose="02020603050405020304" pitchFamily="18" charset="0"/>
                </a:rPr>
                <a:t>R , </a:t>
              </a:r>
              <a:r>
                <a:rPr kumimoji="1" lang="en-US" altLang="zh-CN" sz="2000" b="1" dirty="0">
                  <a:solidFill>
                    <a:srgbClr val="000000"/>
                  </a:solidFill>
                  <a:latin typeface="华文楷体" panose="02010600040101010101" pitchFamily="2" charset="-122"/>
                </a:rPr>
                <a:t>$</a:t>
              </a:r>
              <a:endParaRPr kumimoji="1" lang="en-US" altLang="zh-CN" sz="2000" b="1" i="1" dirty="0">
                <a:solidFill>
                  <a:srgbClr val="000000"/>
                </a:solidFill>
                <a:latin typeface="Times New Roman" panose="02020603050405020304" pitchFamily="18" charset="0"/>
              </a:endParaRPr>
            </a:p>
            <a:p>
              <a:pPr>
                <a:lnSpc>
                  <a:spcPts val="2400"/>
                </a:lnSpc>
                <a:defRPr/>
              </a:pPr>
              <a:r>
                <a:rPr kumimoji="1" lang="en-US" altLang="zh-CN" sz="2000" b="1" i="1" dirty="0">
                  <a:solidFill>
                    <a:srgbClr val="000000"/>
                  </a:solidFill>
                  <a:latin typeface="Times New Roman" panose="02020603050405020304" pitchFamily="18" charset="0"/>
                </a:rPr>
                <a:t>R→</a:t>
              </a:r>
              <a:r>
                <a:rPr lang="en-US" altLang="zh-CN" sz="2000" b="1" i="1" dirty="0">
                  <a:solidFill>
                    <a:srgbClr val="000000"/>
                  </a:solidFill>
                  <a:latin typeface="Times New Roman" panose="02020603050405020304" pitchFamily="18" charset="0"/>
                  <a:cs typeface="Times New Roman" panose="02020603050405020304" pitchFamily="18" charset="0"/>
                </a:rPr>
                <a:t> · </a:t>
              </a:r>
              <a:r>
                <a:rPr kumimoji="1" lang="en-US" altLang="zh-CN" sz="2000" b="1" i="1" dirty="0">
                  <a:solidFill>
                    <a:srgbClr val="000000"/>
                  </a:solidFill>
                  <a:latin typeface="Times New Roman" panose="02020603050405020304" pitchFamily="18" charset="0"/>
                </a:rPr>
                <a:t>L , </a:t>
              </a:r>
              <a:r>
                <a:rPr kumimoji="1" lang="en-US" altLang="zh-CN" sz="2000" b="1" dirty="0">
                  <a:solidFill>
                    <a:srgbClr val="000000"/>
                  </a:solidFill>
                  <a:latin typeface="华文楷体" panose="02010600040101010101" pitchFamily="2" charset="-122"/>
                </a:rPr>
                <a:t>$</a:t>
              </a:r>
              <a:endParaRPr kumimoji="1" lang="en-US" altLang="zh-CN" sz="2000" b="1" i="1" dirty="0">
                <a:solidFill>
                  <a:srgbClr val="000000"/>
                </a:solidFill>
                <a:latin typeface="Times New Roman" panose="02020603050405020304" pitchFamily="18" charset="0"/>
              </a:endParaRPr>
            </a:p>
            <a:p>
              <a:pPr>
                <a:lnSpc>
                  <a:spcPts val="2400"/>
                </a:lnSpc>
                <a:defRPr/>
              </a:pPr>
              <a:r>
                <a:rPr kumimoji="1" lang="en-US" altLang="zh-CN" sz="2000" b="1" i="1" dirty="0">
                  <a:solidFill>
                    <a:srgbClr val="000000"/>
                  </a:solidFill>
                  <a:latin typeface="Times New Roman" panose="02020603050405020304" pitchFamily="18" charset="0"/>
                </a:rPr>
                <a:t>L→</a:t>
              </a:r>
              <a:r>
                <a:rPr lang="en-US" altLang="zh-CN" sz="2000" b="1" i="1" dirty="0">
                  <a:solidFill>
                    <a:srgbClr val="000000"/>
                  </a:solidFill>
                  <a:latin typeface="Times New Roman" panose="02020603050405020304" pitchFamily="18" charset="0"/>
                  <a:cs typeface="Times New Roman" panose="02020603050405020304" pitchFamily="18" charset="0"/>
                </a:rPr>
                <a:t> · </a:t>
              </a:r>
              <a:r>
                <a:rPr kumimoji="1" lang="en-US" altLang="zh-CN" sz="2000" b="1" i="1" dirty="0">
                  <a:solidFill>
                    <a:srgbClr val="000000"/>
                  </a:solidFill>
                  <a:latin typeface="Times New Roman" panose="02020603050405020304" pitchFamily="18" charset="0"/>
                </a:rPr>
                <a:t>*R , </a:t>
              </a:r>
              <a:r>
                <a:rPr kumimoji="1" lang="en-US" altLang="zh-CN" sz="2000" b="1" dirty="0">
                  <a:solidFill>
                    <a:srgbClr val="000000"/>
                  </a:solidFill>
                  <a:latin typeface="华文楷体" panose="02010600040101010101" pitchFamily="2" charset="-122"/>
                </a:rPr>
                <a:t>$</a:t>
              </a:r>
              <a:endParaRPr kumimoji="1" lang="en-US" altLang="zh-CN" sz="2000" b="1" i="1" dirty="0">
                <a:solidFill>
                  <a:srgbClr val="000000"/>
                </a:solidFill>
                <a:latin typeface="Times New Roman" panose="02020603050405020304" pitchFamily="18" charset="0"/>
              </a:endParaRPr>
            </a:p>
            <a:p>
              <a:pPr>
                <a:lnSpc>
                  <a:spcPts val="2400"/>
                </a:lnSpc>
                <a:defRPr/>
              </a:pPr>
              <a:r>
                <a:rPr kumimoji="1" lang="en-US" altLang="zh-CN" sz="2000" b="1" i="1" dirty="0">
                  <a:solidFill>
                    <a:srgbClr val="000000"/>
                  </a:solidFill>
                  <a:latin typeface="Times New Roman" panose="02020603050405020304" pitchFamily="18" charset="0"/>
                </a:rPr>
                <a:t>L→</a:t>
              </a:r>
              <a:r>
                <a:rPr lang="en-US" altLang="zh-CN" sz="2000" b="1" i="1" dirty="0">
                  <a:solidFill>
                    <a:srgbClr val="000000"/>
                  </a:solidFill>
                  <a:latin typeface="Times New Roman" panose="02020603050405020304" pitchFamily="18" charset="0"/>
                  <a:cs typeface="Times New Roman" panose="02020603050405020304" pitchFamily="18" charset="0"/>
                </a:rPr>
                <a:t> · </a:t>
              </a:r>
              <a:r>
                <a:rPr kumimoji="1" lang="en-US" altLang="zh-CN" sz="2000" b="1" dirty="0">
                  <a:solidFill>
                    <a:srgbClr val="000000"/>
                  </a:solidFill>
                  <a:latin typeface="Times New Roman" panose="02020603050405020304" pitchFamily="18" charset="0"/>
                </a:rPr>
                <a:t>id</a:t>
              </a:r>
              <a:r>
                <a:rPr kumimoji="1" lang="en-US" altLang="zh-CN" sz="2000" b="1" i="1" dirty="0">
                  <a:solidFill>
                    <a:srgbClr val="000000"/>
                  </a:solidFill>
                  <a:latin typeface="Times New Roman" panose="02020603050405020304" pitchFamily="18" charset="0"/>
                </a:rPr>
                <a:t> , </a:t>
              </a:r>
              <a:r>
                <a:rPr kumimoji="1" lang="en-US" altLang="zh-CN" sz="2000" b="1" dirty="0">
                  <a:solidFill>
                    <a:srgbClr val="000000"/>
                  </a:solidFill>
                  <a:latin typeface="华文楷体" panose="02010600040101010101" pitchFamily="2" charset="-122"/>
                </a:rPr>
                <a:t>$</a:t>
              </a:r>
              <a:endParaRPr kumimoji="1" lang="en-US" altLang="zh-CN" sz="2000" b="1" i="1" dirty="0">
                <a:solidFill>
                  <a:srgbClr val="000000"/>
                </a:solidFill>
                <a:latin typeface="Times New Roman" panose="02020603050405020304" pitchFamily="18" charset="0"/>
              </a:endParaRPr>
            </a:p>
          </p:txBody>
        </p:sp>
      </p:grpSp>
      <p:sp>
        <p:nvSpPr>
          <p:cNvPr id="121" name="矩形 120"/>
          <p:cNvSpPr/>
          <p:nvPr/>
        </p:nvSpPr>
        <p:spPr>
          <a:xfrm>
            <a:off x="7253288" y="811213"/>
            <a:ext cx="1558925" cy="792162"/>
          </a:xfrm>
          <a:prstGeom prst="rect">
            <a:avLst/>
          </a:prstGeom>
          <a:no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2" name="矩形 121"/>
          <p:cNvSpPr/>
          <p:nvPr/>
        </p:nvSpPr>
        <p:spPr>
          <a:xfrm>
            <a:off x="7283450" y="1708150"/>
            <a:ext cx="1525588" cy="1624013"/>
          </a:xfrm>
          <a:prstGeom prst="rect">
            <a:avLst/>
          </a:prstGeom>
          <a:noFill/>
          <a:ln w="38100">
            <a:solidFill>
              <a:srgbClr val="FF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3" name="矩形 122"/>
          <p:cNvSpPr/>
          <p:nvPr/>
        </p:nvSpPr>
        <p:spPr>
          <a:xfrm>
            <a:off x="3276600" y="3179763"/>
            <a:ext cx="1704975" cy="1624012"/>
          </a:xfrm>
          <a:prstGeom prst="rect">
            <a:avLst/>
          </a:prstGeom>
          <a:noFill/>
          <a:ln w="38100">
            <a:solidFill>
              <a:srgbClr val="FF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4" name="矩形 123"/>
          <p:cNvSpPr/>
          <p:nvPr/>
        </p:nvSpPr>
        <p:spPr>
          <a:xfrm>
            <a:off x="7285038" y="3552825"/>
            <a:ext cx="1527175" cy="792163"/>
          </a:xfrm>
          <a:prstGeom prst="rect">
            <a:avLst/>
          </a:prstGeom>
          <a:noFill/>
          <a:ln w="38100">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5" name="矩形 124"/>
          <p:cNvSpPr/>
          <p:nvPr/>
        </p:nvSpPr>
        <p:spPr>
          <a:xfrm>
            <a:off x="5219700" y="4227513"/>
            <a:ext cx="1704975" cy="792162"/>
          </a:xfrm>
          <a:prstGeom prst="rect">
            <a:avLst/>
          </a:prstGeom>
          <a:noFill/>
          <a:ln w="38100">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6" name="矩形 125"/>
          <p:cNvSpPr/>
          <p:nvPr/>
        </p:nvSpPr>
        <p:spPr>
          <a:xfrm>
            <a:off x="7281863" y="4349750"/>
            <a:ext cx="1527175" cy="752475"/>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7" name="矩形 126"/>
          <p:cNvSpPr/>
          <p:nvPr/>
        </p:nvSpPr>
        <p:spPr>
          <a:xfrm>
            <a:off x="5219700" y="2682875"/>
            <a:ext cx="1766888" cy="752475"/>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 name="灯片编号占位符 1">
            <a:extLst>
              <a:ext uri="{FF2B5EF4-FFF2-40B4-BE49-F238E27FC236}">
                <a16:creationId xmlns:a16="http://schemas.microsoft.com/office/drawing/2014/main" id="{9B9A3057-4D7F-4F8C-AB92-B72A24898BBF}"/>
              </a:ext>
            </a:extLst>
          </p:cNvPr>
          <p:cNvSpPr>
            <a:spLocks noGrp="1"/>
          </p:cNvSpPr>
          <p:nvPr>
            <p:ph type="sldNum" sz="quarter" idx="12"/>
          </p:nvPr>
        </p:nvSpPr>
        <p:spPr/>
        <p:txBody>
          <a:bodyPr/>
          <a:lstStyle/>
          <a:p>
            <a:pPr>
              <a:defRPr/>
            </a:pPr>
            <a:fld id="{76D20AB1-C80E-44EB-B890-88EEF3B3DC08}" type="slidenum">
              <a:rPr lang="zh-CN" altLang="en-US" smtClean="0"/>
              <a:pPr>
                <a:defRPr/>
              </a:pPr>
              <a:t>23</a:t>
            </a:fld>
            <a:endParaRPr lang="en-US" altLang="zh-CN"/>
          </a:p>
        </p:txBody>
      </p:sp>
      <p:sp>
        <p:nvSpPr>
          <p:cNvPr id="3" name="矩形 2">
            <a:extLst>
              <a:ext uri="{FF2B5EF4-FFF2-40B4-BE49-F238E27FC236}">
                <a16:creationId xmlns:a16="http://schemas.microsoft.com/office/drawing/2014/main" id="{A087FEB2-9114-4EB7-804C-730A23683BF8}"/>
              </a:ext>
            </a:extLst>
          </p:cNvPr>
          <p:cNvSpPr/>
          <p:nvPr/>
        </p:nvSpPr>
        <p:spPr>
          <a:xfrm>
            <a:off x="73192" y="3332163"/>
            <a:ext cx="2130711" cy="369332"/>
          </a:xfrm>
          <a:prstGeom prst="rect">
            <a:avLst/>
          </a:prstGeom>
        </p:spPr>
        <p:txBody>
          <a:bodyPr wrap="none">
            <a:spAutoFit/>
          </a:bodyPr>
          <a:lstStyle/>
          <a:p>
            <a:r>
              <a:rPr lang="en-US" altLang="zh-CN" i="1" dirty="0">
                <a:solidFill>
                  <a:srgbClr val="000000"/>
                </a:solidFill>
                <a:ea typeface="黑体" panose="02010609060101010101" pitchFamily="49" charset="-122"/>
                <a:cs typeface="Times New Roman" panose="02020603050405020304" pitchFamily="18" charset="0"/>
              </a:rPr>
              <a:t>LR</a:t>
            </a:r>
            <a:r>
              <a:rPr lang="en-US" altLang="zh-CN" dirty="0">
                <a:solidFill>
                  <a:srgbClr val="000000"/>
                </a:solidFill>
                <a:ea typeface="黑体" panose="02010609060101010101" pitchFamily="49" charset="-122"/>
                <a:cs typeface="Times New Roman" panose="02020603050405020304" pitchFamily="18" charset="0"/>
              </a:rPr>
              <a:t>(1)</a:t>
            </a:r>
            <a:r>
              <a:rPr lang="zh-CN" altLang="en-US" dirty="0">
                <a:solidFill>
                  <a:srgbClr val="000000"/>
                </a:solidFill>
                <a:latin typeface="微软雅黑" panose="020B0503020204020204" pitchFamily="34" charset="-122"/>
                <a:ea typeface="微软雅黑" panose="020B0503020204020204" pitchFamily="34" charset="-122"/>
              </a:rPr>
              <a:t>自动机同心集</a:t>
            </a:r>
            <a:endParaRPr lang="zh-CN" altLang="en-US" dirty="0"/>
          </a:p>
        </p:txBody>
      </p:sp>
    </p:spTree>
    <p:extLst>
      <p:ext uri="{BB962C8B-B14F-4D97-AF65-F5344CB8AC3E}">
        <p14:creationId xmlns:p14="http://schemas.microsoft.com/office/powerpoint/2010/main" val="26636647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67"/>
                                        </p:tgtEl>
                                        <p:attrNameLst>
                                          <p:attrName>style.visibility</p:attrName>
                                        </p:attrNameLst>
                                      </p:cBhvr>
                                      <p:to>
                                        <p:strVal val="visible"/>
                                      </p:to>
                                    </p:set>
                                    <p:anim calcmode="lin" valueType="num">
                                      <p:cBhvr>
                                        <p:cTn id="7" dur="500" fill="hold"/>
                                        <p:tgtEl>
                                          <p:spTgt spid="67"/>
                                        </p:tgtEl>
                                        <p:attrNameLst>
                                          <p:attrName>ppt_w</p:attrName>
                                        </p:attrNameLst>
                                      </p:cBhvr>
                                      <p:tavLst>
                                        <p:tav tm="0">
                                          <p:val>
                                            <p:fltVal val="0"/>
                                          </p:val>
                                        </p:tav>
                                        <p:tav tm="100000">
                                          <p:val>
                                            <p:strVal val="#ppt_w"/>
                                          </p:val>
                                        </p:tav>
                                      </p:tavLst>
                                    </p:anim>
                                    <p:anim calcmode="lin" valueType="num">
                                      <p:cBhvr>
                                        <p:cTn id="8" dur="500" fill="hold"/>
                                        <p:tgtEl>
                                          <p:spTgt spid="67"/>
                                        </p:tgtEl>
                                        <p:attrNameLst>
                                          <p:attrName>ppt_h</p:attrName>
                                        </p:attrNameLst>
                                      </p:cBhvr>
                                      <p:tavLst>
                                        <p:tav tm="0">
                                          <p:val>
                                            <p:fltVal val="0"/>
                                          </p:val>
                                        </p:tav>
                                        <p:tav tm="100000">
                                          <p:val>
                                            <p:strVal val="#ppt_h"/>
                                          </p:val>
                                        </p:tav>
                                      </p:tavLst>
                                    </p:anim>
                                    <p:animEffect transition="in" filter="fade">
                                      <p:cBhvr>
                                        <p:cTn id="9" dur="500"/>
                                        <p:tgtEl>
                                          <p:spTgt spid="67"/>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xit" presetSubtype="32" fill="hold" grpId="0" nodeType="clickEffect">
                                  <p:stCondLst>
                                    <p:cond delay="0"/>
                                  </p:stCondLst>
                                  <p:childTnLst>
                                    <p:anim calcmode="lin" valueType="num">
                                      <p:cBhvr>
                                        <p:cTn id="13" dur="500"/>
                                        <p:tgtEl>
                                          <p:spTgt spid="121"/>
                                        </p:tgtEl>
                                        <p:attrNameLst>
                                          <p:attrName>ppt_w</p:attrName>
                                        </p:attrNameLst>
                                      </p:cBhvr>
                                      <p:tavLst>
                                        <p:tav tm="0">
                                          <p:val>
                                            <p:strVal val="ppt_w"/>
                                          </p:val>
                                        </p:tav>
                                        <p:tav tm="100000">
                                          <p:val>
                                            <p:fltVal val="0"/>
                                          </p:val>
                                        </p:tav>
                                      </p:tavLst>
                                    </p:anim>
                                    <p:anim calcmode="lin" valueType="num">
                                      <p:cBhvr>
                                        <p:cTn id="14" dur="500"/>
                                        <p:tgtEl>
                                          <p:spTgt spid="121"/>
                                        </p:tgtEl>
                                        <p:attrNameLst>
                                          <p:attrName>ppt_h</p:attrName>
                                        </p:attrNameLst>
                                      </p:cBhvr>
                                      <p:tavLst>
                                        <p:tav tm="0">
                                          <p:val>
                                            <p:strVal val="ppt_h"/>
                                          </p:val>
                                        </p:tav>
                                        <p:tav tm="100000">
                                          <p:val>
                                            <p:fltVal val="0"/>
                                          </p:val>
                                        </p:tav>
                                      </p:tavLst>
                                    </p:anim>
                                    <p:animEffect transition="out" filter="fade">
                                      <p:cBhvr>
                                        <p:cTn id="15" dur="500"/>
                                        <p:tgtEl>
                                          <p:spTgt spid="121"/>
                                        </p:tgtEl>
                                      </p:cBhvr>
                                    </p:animEffect>
                                    <p:set>
                                      <p:cBhvr>
                                        <p:cTn id="16" dur="1" fill="hold">
                                          <p:stCondLst>
                                            <p:cond delay="499"/>
                                          </p:stCondLst>
                                        </p:cTn>
                                        <p:tgtEl>
                                          <p:spTgt spid="121"/>
                                        </p:tgtEl>
                                        <p:attrNameLst>
                                          <p:attrName>style.visibility</p:attrName>
                                        </p:attrNameLst>
                                      </p:cBhvr>
                                      <p:to>
                                        <p:strVal val="hidden"/>
                                      </p:to>
                                    </p:set>
                                  </p:childTnLst>
                                </p:cTn>
                              </p:par>
                              <p:par>
                                <p:cTn id="17" presetID="53" presetClass="exit" presetSubtype="32" fill="hold" grpId="0" nodeType="withEffect">
                                  <p:stCondLst>
                                    <p:cond delay="0"/>
                                  </p:stCondLst>
                                  <p:childTnLst>
                                    <p:anim calcmode="lin" valueType="num">
                                      <p:cBhvr>
                                        <p:cTn id="18" dur="500"/>
                                        <p:tgtEl>
                                          <p:spTgt spid="66"/>
                                        </p:tgtEl>
                                        <p:attrNameLst>
                                          <p:attrName>ppt_w</p:attrName>
                                        </p:attrNameLst>
                                      </p:cBhvr>
                                      <p:tavLst>
                                        <p:tav tm="0">
                                          <p:val>
                                            <p:strVal val="ppt_w"/>
                                          </p:val>
                                        </p:tav>
                                        <p:tav tm="100000">
                                          <p:val>
                                            <p:fltVal val="0"/>
                                          </p:val>
                                        </p:tav>
                                      </p:tavLst>
                                    </p:anim>
                                    <p:anim calcmode="lin" valueType="num">
                                      <p:cBhvr>
                                        <p:cTn id="19" dur="500"/>
                                        <p:tgtEl>
                                          <p:spTgt spid="66"/>
                                        </p:tgtEl>
                                        <p:attrNameLst>
                                          <p:attrName>ppt_h</p:attrName>
                                        </p:attrNameLst>
                                      </p:cBhvr>
                                      <p:tavLst>
                                        <p:tav tm="0">
                                          <p:val>
                                            <p:strVal val="ppt_h"/>
                                          </p:val>
                                        </p:tav>
                                        <p:tav tm="100000">
                                          <p:val>
                                            <p:fltVal val="0"/>
                                          </p:val>
                                        </p:tav>
                                      </p:tavLst>
                                    </p:anim>
                                    <p:animEffect transition="out" filter="fade">
                                      <p:cBhvr>
                                        <p:cTn id="20" dur="500"/>
                                        <p:tgtEl>
                                          <p:spTgt spid="66"/>
                                        </p:tgtEl>
                                      </p:cBhvr>
                                    </p:animEffect>
                                    <p:set>
                                      <p:cBhvr>
                                        <p:cTn id="21" dur="1" fill="hold">
                                          <p:stCondLst>
                                            <p:cond delay="499"/>
                                          </p:stCondLst>
                                        </p:cTn>
                                        <p:tgtEl>
                                          <p:spTgt spid="66"/>
                                        </p:tgtEl>
                                        <p:attrNameLst>
                                          <p:attrName>style.visibility</p:attrName>
                                        </p:attrNameLst>
                                      </p:cBhvr>
                                      <p:to>
                                        <p:strVal val="hidden"/>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122"/>
                                        </p:tgtEl>
                                        <p:attrNameLst>
                                          <p:attrName>style.visibility</p:attrName>
                                        </p:attrNameLst>
                                      </p:cBhvr>
                                      <p:to>
                                        <p:strVal val="visible"/>
                                      </p:to>
                                    </p:set>
                                    <p:anim calcmode="lin" valueType="num">
                                      <p:cBhvr>
                                        <p:cTn id="26" dur="500" fill="hold"/>
                                        <p:tgtEl>
                                          <p:spTgt spid="122"/>
                                        </p:tgtEl>
                                        <p:attrNameLst>
                                          <p:attrName>ppt_w</p:attrName>
                                        </p:attrNameLst>
                                      </p:cBhvr>
                                      <p:tavLst>
                                        <p:tav tm="0">
                                          <p:val>
                                            <p:fltVal val="0"/>
                                          </p:val>
                                        </p:tav>
                                        <p:tav tm="100000">
                                          <p:val>
                                            <p:strVal val="#ppt_w"/>
                                          </p:val>
                                        </p:tav>
                                      </p:tavLst>
                                    </p:anim>
                                    <p:anim calcmode="lin" valueType="num">
                                      <p:cBhvr>
                                        <p:cTn id="27" dur="500" fill="hold"/>
                                        <p:tgtEl>
                                          <p:spTgt spid="122"/>
                                        </p:tgtEl>
                                        <p:attrNameLst>
                                          <p:attrName>ppt_h</p:attrName>
                                        </p:attrNameLst>
                                      </p:cBhvr>
                                      <p:tavLst>
                                        <p:tav tm="0">
                                          <p:val>
                                            <p:fltVal val="0"/>
                                          </p:val>
                                        </p:tav>
                                        <p:tav tm="100000">
                                          <p:val>
                                            <p:strVal val="#ppt_h"/>
                                          </p:val>
                                        </p:tav>
                                      </p:tavLst>
                                    </p:anim>
                                    <p:animEffect transition="in" filter="fade">
                                      <p:cBhvr>
                                        <p:cTn id="28" dur="500"/>
                                        <p:tgtEl>
                                          <p:spTgt spid="122"/>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123"/>
                                        </p:tgtEl>
                                        <p:attrNameLst>
                                          <p:attrName>style.visibility</p:attrName>
                                        </p:attrNameLst>
                                      </p:cBhvr>
                                      <p:to>
                                        <p:strVal val="visible"/>
                                      </p:to>
                                    </p:set>
                                    <p:anim calcmode="lin" valueType="num">
                                      <p:cBhvr>
                                        <p:cTn id="31" dur="500" fill="hold"/>
                                        <p:tgtEl>
                                          <p:spTgt spid="123"/>
                                        </p:tgtEl>
                                        <p:attrNameLst>
                                          <p:attrName>ppt_w</p:attrName>
                                        </p:attrNameLst>
                                      </p:cBhvr>
                                      <p:tavLst>
                                        <p:tav tm="0">
                                          <p:val>
                                            <p:fltVal val="0"/>
                                          </p:val>
                                        </p:tav>
                                        <p:tav tm="100000">
                                          <p:val>
                                            <p:strVal val="#ppt_w"/>
                                          </p:val>
                                        </p:tav>
                                      </p:tavLst>
                                    </p:anim>
                                    <p:anim calcmode="lin" valueType="num">
                                      <p:cBhvr>
                                        <p:cTn id="32" dur="500" fill="hold"/>
                                        <p:tgtEl>
                                          <p:spTgt spid="123"/>
                                        </p:tgtEl>
                                        <p:attrNameLst>
                                          <p:attrName>ppt_h</p:attrName>
                                        </p:attrNameLst>
                                      </p:cBhvr>
                                      <p:tavLst>
                                        <p:tav tm="0">
                                          <p:val>
                                            <p:fltVal val="0"/>
                                          </p:val>
                                        </p:tav>
                                        <p:tav tm="100000">
                                          <p:val>
                                            <p:strVal val="#ppt_h"/>
                                          </p:val>
                                        </p:tav>
                                      </p:tavLst>
                                    </p:anim>
                                    <p:animEffect transition="in" filter="fade">
                                      <p:cBhvr>
                                        <p:cTn id="33" dur="500"/>
                                        <p:tgtEl>
                                          <p:spTgt spid="123"/>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53" presetClass="exit" presetSubtype="32" fill="hold" grpId="1" nodeType="clickEffect">
                                  <p:stCondLst>
                                    <p:cond delay="0"/>
                                  </p:stCondLst>
                                  <p:childTnLst>
                                    <p:anim calcmode="lin" valueType="num">
                                      <p:cBhvr>
                                        <p:cTn id="37" dur="500"/>
                                        <p:tgtEl>
                                          <p:spTgt spid="122"/>
                                        </p:tgtEl>
                                        <p:attrNameLst>
                                          <p:attrName>ppt_w</p:attrName>
                                        </p:attrNameLst>
                                      </p:cBhvr>
                                      <p:tavLst>
                                        <p:tav tm="0">
                                          <p:val>
                                            <p:strVal val="ppt_w"/>
                                          </p:val>
                                        </p:tav>
                                        <p:tav tm="100000">
                                          <p:val>
                                            <p:fltVal val="0"/>
                                          </p:val>
                                        </p:tav>
                                      </p:tavLst>
                                    </p:anim>
                                    <p:anim calcmode="lin" valueType="num">
                                      <p:cBhvr>
                                        <p:cTn id="38" dur="500"/>
                                        <p:tgtEl>
                                          <p:spTgt spid="122"/>
                                        </p:tgtEl>
                                        <p:attrNameLst>
                                          <p:attrName>ppt_h</p:attrName>
                                        </p:attrNameLst>
                                      </p:cBhvr>
                                      <p:tavLst>
                                        <p:tav tm="0">
                                          <p:val>
                                            <p:strVal val="ppt_h"/>
                                          </p:val>
                                        </p:tav>
                                        <p:tav tm="100000">
                                          <p:val>
                                            <p:fltVal val="0"/>
                                          </p:val>
                                        </p:tav>
                                      </p:tavLst>
                                    </p:anim>
                                    <p:animEffect transition="out" filter="fade">
                                      <p:cBhvr>
                                        <p:cTn id="39" dur="500"/>
                                        <p:tgtEl>
                                          <p:spTgt spid="122"/>
                                        </p:tgtEl>
                                      </p:cBhvr>
                                    </p:animEffect>
                                    <p:set>
                                      <p:cBhvr>
                                        <p:cTn id="40" dur="1" fill="hold">
                                          <p:stCondLst>
                                            <p:cond delay="499"/>
                                          </p:stCondLst>
                                        </p:cTn>
                                        <p:tgtEl>
                                          <p:spTgt spid="122"/>
                                        </p:tgtEl>
                                        <p:attrNameLst>
                                          <p:attrName>style.visibility</p:attrName>
                                        </p:attrNameLst>
                                      </p:cBhvr>
                                      <p:to>
                                        <p:strVal val="hidden"/>
                                      </p:to>
                                    </p:set>
                                  </p:childTnLst>
                                </p:cTn>
                              </p:par>
                              <p:par>
                                <p:cTn id="41" presetID="53" presetClass="exit" presetSubtype="32" fill="hold" grpId="1" nodeType="withEffect">
                                  <p:stCondLst>
                                    <p:cond delay="0"/>
                                  </p:stCondLst>
                                  <p:childTnLst>
                                    <p:anim calcmode="lin" valueType="num">
                                      <p:cBhvr>
                                        <p:cTn id="42" dur="500"/>
                                        <p:tgtEl>
                                          <p:spTgt spid="123"/>
                                        </p:tgtEl>
                                        <p:attrNameLst>
                                          <p:attrName>ppt_w</p:attrName>
                                        </p:attrNameLst>
                                      </p:cBhvr>
                                      <p:tavLst>
                                        <p:tav tm="0">
                                          <p:val>
                                            <p:strVal val="ppt_w"/>
                                          </p:val>
                                        </p:tav>
                                        <p:tav tm="100000">
                                          <p:val>
                                            <p:fltVal val="0"/>
                                          </p:val>
                                        </p:tav>
                                      </p:tavLst>
                                    </p:anim>
                                    <p:anim calcmode="lin" valueType="num">
                                      <p:cBhvr>
                                        <p:cTn id="43" dur="500"/>
                                        <p:tgtEl>
                                          <p:spTgt spid="123"/>
                                        </p:tgtEl>
                                        <p:attrNameLst>
                                          <p:attrName>ppt_h</p:attrName>
                                        </p:attrNameLst>
                                      </p:cBhvr>
                                      <p:tavLst>
                                        <p:tav tm="0">
                                          <p:val>
                                            <p:strVal val="ppt_h"/>
                                          </p:val>
                                        </p:tav>
                                        <p:tav tm="100000">
                                          <p:val>
                                            <p:fltVal val="0"/>
                                          </p:val>
                                        </p:tav>
                                      </p:tavLst>
                                    </p:anim>
                                    <p:animEffect transition="out" filter="fade">
                                      <p:cBhvr>
                                        <p:cTn id="44" dur="500"/>
                                        <p:tgtEl>
                                          <p:spTgt spid="123"/>
                                        </p:tgtEl>
                                      </p:cBhvr>
                                    </p:animEffect>
                                    <p:set>
                                      <p:cBhvr>
                                        <p:cTn id="45" dur="1" fill="hold">
                                          <p:stCondLst>
                                            <p:cond delay="499"/>
                                          </p:stCondLst>
                                        </p:cTn>
                                        <p:tgtEl>
                                          <p:spTgt spid="123"/>
                                        </p:tgtEl>
                                        <p:attrNameLst>
                                          <p:attrName>style.visibility</p:attrName>
                                        </p:attrNameLst>
                                      </p:cBhvr>
                                      <p:to>
                                        <p:strVal val="hidden"/>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53" presetClass="entr" presetSubtype="16" fill="hold" grpId="0" nodeType="clickEffect">
                                  <p:stCondLst>
                                    <p:cond delay="0"/>
                                  </p:stCondLst>
                                  <p:childTnLst>
                                    <p:set>
                                      <p:cBhvr>
                                        <p:cTn id="49" dur="1" fill="hold">
                                          <p:stCondLst>
                                            <p:cond delay="0"/>
                                          </p:stCondLst>
                                        </p:cTn>
                                        <p:tgtEl>
                                          <p:spTgt spid="124"/>
                                        </p:tgtEl>
                                        <p:attrNameLst>
                                          <p:attrName>style.visibility</p:attrName>
                                        </p:attrNameLst>
                                      </p:cBhvr>
                                      <p:to>
                                        <p:strVal val="visible"/>
                                      </p:to>
                                    </p:set>
                                    <p:anim calcmode="lin" valueType="num">
                                      <p:cBhvr>
                                        <p:cTn id="50" dur="500" fill="hold"/>
                                        <p:tgtEl>
                                          <p:spTgt spid="124"/>
                                        </p:tgtEl>
                                        <p:attrNameLst>
                                          <p:attrName>ppt_w</p:attrName>
                                        </p:attrNameLst>
                                      </p:cBhvr>
                                      <p:tavLst>
                                        <p:tav tm="0">
                                          <p:val>
                                            <p:fltVal val="0"/>
                                          </p:val>
                                        </p:tav>
                                        <p:tav tm="100000">
                                          <p:val>
                                            <p:strVal val="#ppt_w"/>
                                          </p:val>
                                        </p:tav>
                                      </p:tavLst>
                                    </p:anim>
                                    <p:anim calcmode="lin" valueType="num">
                                      <p:cBhvr>
                                        <p:cTn id="51" dur="500" fill="hold"/>
                                        <p:tgtEl>
                                          <p:spTgt spid="124"/>
                                        </p:tgtEl>
                                        <p:attrNameLst>
                                          <p:attrName>ppt_h</p:attrName>
                                        </p:attrNameLst>
                                      </p:cBhvr>
                                      <p:tavLst>
                                        <p:tav tm="0">
                                          <p:val>
                                            <p:fltVal val="0"/>
                                          </p:val>
                                        </p:tav>
                                        <p:tav tm="100000">
                                          <p:val>
                                            <p:strVal val="#ppt_h"/>
                                          </p:val>
                                        </p:tav>
                                      </p:tavLst>
                                    </p:anim>
                                    <p:animEffect transition="in" filter="fade">
                                      <p:cBhvr>
                                        <p:cTn id="52" dur="500"/>
                                        <p:tgtEl>
                                          <p:spTgt spid="124"/>
                                        </p:tgtEl>
                                      </p:cBhvr>
                                    </p:animEffect>
                                  </p:childTnLst>
                                </p:cTn>
                              </p:par>
                              <p:par>
                                <p:cTn id="53" presetID="53" presetClass="entr" presetSubtype="16" fill="hold" grpId="0" nodeType="withEffect">
                                  <p:stCondLst>
                                    <p:cond delay="0"/>
                                  </p:stCondLst>
                                  <p:childTnLst>
                                    <p:set>
                                      <p:cBhvr>
                                        <p:cTn id="54" dur="1" fill="hold">
                                          <p:stCondLst>
                                            <p:cond delay="0"/>
                                          </p:stCondLst>
                                        </p:cTn>
                                        <p:tgtEl>
                                          <p:spTgt spid="125"/>
                                        </p:tgtEl>
                                        <p:attrNameLst>
                                          <p:attrName>style.visibility</p:attrName>
                                        </p:attrNameLst>
                                      </p:cBhvr>
                                      <p:to>
                                        <p:strVal val="visible"/>
                                      </p:to>
                                    </p:set>
                                    <p:anim calcmode="lin" valueType="num">
                                      <p:cBhvr>
                                        <p:cTn id="55" dur="500" fill="hold"/>
                                        <p:tgtEl>
                                          <p:spTgt spid="125"/>
                                        </p:tgtEl>
                                        <p:attrNameLst>
                                          <p:attrName>ppt_w</p:attrName>
                                        </p:attrNameLst>
                                      </p:cBhvr>
                                      <p:tavLst>
                                        <p:tav tm="0">
                                          <p:val>
                                            <p:fltVal val="0"/>
                                          </p:val>
                                        </p:tav>
                                        <p:tav tm="100000">
                                          <p:val>
                                            <p:strVal val="#ppt_w"/>
                                          </p:val>
                                        </p:tav>
                                      </p:tavLst>
                                    </p:anim>
                                    <p:anim calcmode="lin" valueType="num">
                                      <p:cBhvr>
                                        <p:cTn id="56" dur="500" fill="hold"/>
                                        <p:tgtEl>
                                          <p:spTgt spid="125"/>
                                        </p:tgtEl>
                                        <p:attrNameLst>
                                          <p:attrName>ppt_h</p:attrName>
                                        </p:attrNameLst>
                                      </p:cBhvr>
                                      <p:tavLst>
                                        <p:tav tm="0">
                                          <p:val>
                                            <p:fltVal val="0"/>
                                          </p:val>
                                        </p:tav>
                                        <p:tav tm="100000">
                                          <p:val>
                                            <p:strVal val="#ppt_h"/>
                                          </p:val>
                                        </p:tav>
                                      </p:tavLst>
                                    </p:anim>
                                    <p:animEffect transition="in" filter="fade">
                                      <p:cBhvr>
                                        <p:cTn id="57" dur="500"/>
                                        <p:tgtEl>
                                          <p:spTgt spid="125"/>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53" presetClass="exit" presetSubtype="32" fill="hold" grpId="1" nodeType="clickEffect">
                                  <p:stCondLst>
                                    <p:cond delay="0"/>
                                  </p:stCondLst>
                                  <p:childTnLst>
                                    <p:anim calcmode="lin" valueType="num">
                                      <p:cBhvr>
                                        <p:cTn id="61" dur="500"/>
                                        <p:tgtEl>
                                          <p:spTgt spid="124"/>
                                        </p:tgtEl>
                                        <p:attrNameLst>
                                          <p:attrName>ppt_w</p:attrName>
                                        </p:attrNameLst>
                                      </p:cBhvr>
                                      <p:tavLst>
                                        <p:tav tm="0">
                                          <p:val>
                                            <p:strVal val="ppt_w"/>
                                          </p:val>
                                        </p:tav>
                                        <p:tav tm="100000">
                                          <p:val>
                                            <p:fltVal val="0"/>
                                          </p:val>
                                        </p:tav>
                                      </p:tavLst>
                                    </p:anim>
                                    <p:anim calcmode="lin" valueType="num">
                                      <p:cBhvr>
                                        <p:cTn id="62" dur="500"/>
                                        <p:tgtEl>
                                          <p:spTgt spid="124"/>
                                        </p:tgtEl>
                                        <p:attrNameLst>
                                          <p:attrName>ppt_h</p:attrName>
                                        </p:attrNameLst>
                                      </p:cBhvr>
                                      <p:tavLst>
                                        <p:tav tm="0">
                                          <p:val>
                                            <p:strVal val="ppt_h"/>
                                          </p:val>
                                        </p:tav>
                                        <p:tav tm="100000">
                                          <p:val>
                                            <p:fltVal val="0"/>
                                          </p:val>
                                        </p:tav>
                                      </p:tavLst>
                                    </p:anim>
                                    <p:animEffect transition="out" filter="fade">
                                      <p:cBhvr>
                                        <p:cTn id="63" dur="500"/>
                                        <p:tgtEl>
                                          <p:spTgt spid="124"/>
                                        </p:tgtEl>
                                      </p:cBhvr>
                                    </p:animEffect>
                                    <p:set>
                                      <p:cBhvr>
                                        <p:cTn id="64" dur="1" fill="hold">
                                          <p:stCondLst>
                                            <p:cond delay="499"/>
                                          </p:stCondLst>
                                        </p:cTn>
                                        <p:tgtEl>
                                          <p:spTgt spid="124"/>
                                        </p:tgtEl>
                                        <p:attrNameLst>
                                          <p:attrName>style.visibility</p:attrName>
                                        </p:attrNameLst>
                                      </p:cBhvr>
                                      <p:to>
                                        <p:strVal val="hidden"/>
                                      </p:to>
                                    </p:set>
                                  </p:childTnLst>
                                </p:cTn>
                              </p:par>
                              <p:par>
                                <p:cTn id="65" presetID="53" presetClass="exit" presetSubtype="32" fill="hold" grpId="1" nodeType="withEffect">
                                  <p:stCondLst>
                                    <p:cond delay="0"/>
                                  </p:stCondLst>
                                  <p:childTnLst>
                                    <p:anim calcmode="lin" valueType="num">
                                      <p:cBhvr>
                                        <p:cTn id="66" dur="500"/>
                                        <p:tgtEl>
                                          <p:spTgt spid="125"/>
                                        </p:tgtEl>
                                        <p:attrNameLst>
                                          <p:attrName>ppt_w</p:attrName>
                                        </p:attrNameLst>
                                      </p:cBhvr>
                                      <p:tavLst>
                                        <p:tav tm="0">
                                          <p:val>
                                            <p:strVal val="ppt_w"/>
                                          </p:val>
                                        </p:tav>
                                        <p:tav tm="100000">
                                          <p:val>
                                            <p:fltVal val="0"/>
                                          </p:val>
                                        </p:tav>
                                      </p:tavLst>
                                    </p:anim>
                                    <p:anim calcmode="lin" valueType="num">
                                      <p:cBhvr>
                                        <p:cTn id="67" dur="500"/>
                                        <p:tgtEl>
                                          <p:spTgt spid="125"/>
                                        </p:tgtEl>
                                        <p:attrNameLst>
                                          <p:attrName>ppt_h</p:attrName>
                                        </p:attrNameLst>
                                      </p:cBhvr>
                                      <p:tavLst>
                                        <p:tav tm="0">
                                          <p:val>
                                            <p:strVal val="ppt_h"/>
                                          </p:val>
                                        </p:tav>
                                        <p:tav tm="100000">
                                          <p:val>
                                            <p:fltVal val="0"/>
                                          </p:val>
                                        </p:tav>
                                      </p:tavLst>
                                    </p:anim>
                                    <p:animEffect transition="out" filter="fade">
                                      <p:cBhvr>
                                        <p:cTn id="68" dur="500"/>
                                        <p:tgtEl>
                                          <p:spTgt spid="125"/>
                                        </p:tgtEl>
                                      </p:cBhvr>
                                    </p:animEffect>
                                    <p:set>
                                      <p:cBhvr>
                                        <p:cTn id="69" dur="1" fill="hold">
                                          <p:stCondLst>
                                            <p:cond delay="499"/>
                                          </p:stCondLst>
                                        </p:cTn>
                                        <p:tgtEl>
                                          <p:spTgt spid="125"/>
                                        </p:tgtEl>
                                        <p:attrNameLst>
                                          <p:attrName>style.visibility</p:attrName>
                                        </p:attrNameLst>
                                      </p:cBhvr>
                                      <p:to>
                                        <p:strVal val="hidden"/>
                                      </p:to>
                                    </p:set>
                                  </p:childTnLst>
                                </p:cTn>
                              </p:par>
                            </p:childTnLst>
                          </p:cTn>
                        </p:par>
                      </p:childTnLst>
                    </p:cTn>
                  </p:par>
                  <p:par>
                    <p:cTn id="70" fill="hold" nodeType="clickPar">
                      <p:stCondLst>
                        <p:cond delay="indefinite"/>
                      </p:stCondLst>
                      <p:childTnLst>
                        <p:par>
                          <p:cTn id="71" fill="hold" nodeType="withGroup">
                            <p:stCondLst>
                              <p:cond delay="0"/>
                            </p:stCondLst>
                            <p:childTnLst>
                              <p:par>
                                <p:cTn id="72" presetID="53" presetClass="entr" presetSubtype="16" fill="hold" grpId="0" nodeType="clickEffect">
                                  <p:stCondLst>
                                    <p:cond delay="0"/>
                                  </p:stCondLst>
                                  <p:childTnLst>
                                    <p:set>
                                      <p:cBhvr>
                                        <p:cTn id="73" dur="1" fill="hold">
                                          <p:stCondLst>
                                            <p:cond delay="0"/>
                                          </p:stCondLst>
                                        </p:cTn>
                                        <p:tgtEl>
                                          <p:spTgt spid="126"/>
                                        </p:tgtEl>
                                        <p:attrNameLst>
                                          <p:attrName>style.visibility</p:attrName>
                                        </p:attrNameLst>
                                      </p:cBhvr>
                                      <p:to>
                                        <p:strVal val="visible"/>
                                      </p:to>
                                    </p:set>
                                    <p:anim calcmode="lin" valueType="num">
                                      <p:cBhvr>
                                        <p:cTn id="74" dur="500" fill="hold"/>
                                        <p:tgtEl>
                                          <p:spTgt spid="126"/>
                                        </p:tgtEl>
                                        <p:attrNameLst>
                                          <p:attrName>ppt_w</p:attrName>
                                        </p:attrNameLst>
                                      </p:cBhvr>
                                      <p:tavLst>
                                        <p:tav tm="0">
                                          <p:val>
                                            <p:fltVal val="0"/>
                                          </p:val>
                                        </p:tav>
                                        <p:tav tm="100000">
                                          <p:val>
                                            <p:strVal val="#ppt_w"/>
                                          </p:val>
                                        </p:tav>
                                      </p:tavLst>
                                    </p:anim>
                                    <p:anim calcmode="lin" valueType="num">
                                      <p:cBhvr>
                                        <p:cTn id="75" dur="500" fill="hold"/>
                                        <p:tgtEl>
                                          <p:spTgt spid="126"/>
                                        </p:tgtEl>
                                        <p:attrNameLst>
                                          <p:attrName>ppt_h</p:attrName>
                                        </p:attrNameLst>
                                      </p:cBhvr>
                                      <p:tavLst>
                                        <p:tav tm="0">
                                          <p:val>
                                            <p:fltVal val="0"/>
                                          </p:val>
                                        </p:tav>
                                        <p:tav tm="100000">
                                          <p:val>
                                            <p:strVal val="#ppt_h"/>
                                          </p:val>
                                        </p:tav>
                                      </p:tavLst>
                                    </p:anim>
                                    <p:animEffect transition="in" filter="fade">
                                      <p:cBhvr>
                                        <p:cTn id="76" dur="500"/>
                                        <p:tgtEl>
                                          <p:spTgt spid="126"/>
                                        </p:tgtEl>
                                      </p:cBhvr>
                                    </p:animEffect>
                                  </p:childTnLst>
                                </p:cTn>
                              </p:par>
                              <p:par>
                                <p:cTn id="77" presetID="53" presetClass="entr" presetSubtype="16" fill="hold" grpId="0" nodeType="withEffect">
                                  <p:stCondLst>
                                    <p:cond delay="0"/>
                                  </p:stCondLst>
                                  <p:childTnLst>
                                    <p:set>
                                      <p:cBhvr>
                                        <p:cTn id="78" dur="1" fill="hold">
                                          <p:stCondLst>
                                            <p:cond delay="0"/>
                                          </p:stCondLst>
                                        </p:cTn>
                                        <p:tgtEl>
                                          <p:spTgt spid="127"/>
                                        </p:tgtEl>
                                        <p:attrNameLst>
                                          <p:attrName>style.visibility</p:attrName>
                                        </p:attrNameLst>
                                      </p:cBhvr>
                                      <p:to>
                                        <p:strVal val="visible"/>
                                      </p:to>
                                    </p:set>
                                    <p:anim calcmode="lin" valueType="num">
                                      <p:cBhvr>
                                        <p:cTn id="79" dur="500" fill="hold"/>
                                        <p:tgtEl>
                                          <p:spTgt spid="127"/>
                                        </p:tgtEl>
                                        <p:attrNameLst>
                                          <p:attrName>ppt_w</p:attrName>
                                        </p:attrNameLst>
                                      </p:cBhvr>
                                      <p:tavLst>
                                        <p:tav tm="0">
                                          <p:val>
                                            <p:fltVal val="0"/>
                                          </p:val>
                                        </p:tav>
                                        <p:tav tm="100000">
                                          <p:val>
                                            <p:strVal val="#ppt_w"/>
                                          </p:val>
                                        </p:tav>
                                      </p:tavLst>
                                    </p:anim>
                                    <p:anim calcmode="lin" valueType="num">
                                      <p:cBhvr>
                                        <p:cTn id="80" dur="500" fill="hold"/>
                                        <p:tgtEl>
                                          <p:spTgt spid="127"/>
                                        </p:tgtEl>
                                        <p:attrNameLst>
                                          <p:attrName>ppt_h</p:attrName>
                                        </p:attrNameLst>
                                      </p:cBhvr>
                                      <p:tavLst>
                                        <p:tav tm="0">
                                          <p:val>
                                            <p:fltVal val="0"/>
                                          </p:val>
                                        </p:tav>
                                        <p:tav tm="100000">
                                          <p:val>
                                            <p:strVal val="#ppt_h"/>
                                          </p:val>
                                        </p:tav>
                                      </p:tavLst>
                                    </p:anim>
                                    <p:animEffect transition="in" filter="fade">
                                      <p:cBhvr>
                                        <p:cTn id="81" dur="50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p:bldP spid="67" grpId="0" animBg="1"/>
      <p:bldP spid="121" grpId="0" animBg="1"/>
      <p:bldP spid="122" grpId="0" animBg="1"/>
      <p:bldP spid="122" grpId="1" animBg="1"/>
      <p:bldP spid="123" grpId="0" animBg="1"/>
      <p:bldP spid="123" grpId="1" animBg="1"/>
      <p:bldP spid="124" grpId="0" animBg="1"/>
      <p:bldP spid="124" grpId="1" animBg="1"/>
      <p:bldP spid="125" grpId="0" animBg="1"/>
      <p:bldP spid="125" grpId="1" animBg="1"/>
      <p:bldP spid="126" grpId="0" animBg="1"/>
      <p:bldP spid="12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755650" y="268288"/>
            <a:ext cx="7931150" cy="358775"/>
          </a:xfrm>
        </p:spPr>
        <p:txBody>
          <a:bodyPr/>
          <a:lstStyle/>
          <a:p>
            <a:pPr eaLnBrk="1" hangingPunct="1"/>
            <a:r>
              <a:rPr lang="en-US" altLang="zh-CN" sz="3000" dirty="0">
                <a:solidFill>
                  <a:srgbClr val="000000"/>
                </a:solidFill>
                <a:latin typeface="微软雅黑" panose="020B0503020204020204" pitchFamily="34" charset="-122"/>
                <a:ea typeface="微软雅黑" panose="020B0503020204020204" pitchFamily="34" charset="-122"/>
              </a:rPr>
              <a:t>4.4.4 </a:t>
            </a:r>
            <a:r>
              <a:rPr lang="en-US" altLang="zh-CN" sz="3000" i="1" dirty="0">
                <a:solidFill>
                  <a:srgbClr val="000000"/>
                </a:solidFill>
                <a:ea typeface="黑体" panose="02010609060101010101" pitchFamily="49" charset="-122"/>
                <a:cs typeface="Times New Roman" panose="02020603050405020304" pitchFamily="18" charset="0"/>
              </a:rPr>
              <a:t>LALR</a:t>
            </a:r>
            <a:r>
              <a:rPr lang="zh-CN" altLang="en-US" sz="3000" dirty="0">
                <a:solidFill>
                  <a:srgbClr val="000000"/>
                </a:solidFill>
                <a:latin typeface="微软雅黑" panose="020B0503020204020204" pitchFamily="34" charset="-122"/>
                <a:ea typeface="微软雅黑" panose="020B0503020204020204" pitchFamily="34" charset="-122"/>
              </a:rPr>
              <a:t>分析</a:t>
            </a:r>
            <a:endParaRPr lang="zh-CN" altLang="en-US" sz="3000" dirty="0">
              <a:solidFill>
                <a:schemeClr val="tx1"/>
              </a:solidFill>
              <a:latin typeface="微软雅黑" panose="020B0503020204020204" pitchFamily="34" charset="-122"/>
              <a:ea typeface="微软雅黑" panose="020B0503020204020204" pitchFamily="34" charset="-122"/>
            </a:endParaRPr>
          </a:p>
        </p:txBody>
      </p:sp>
      <p:sp>
        <p:nvSpPr>
          <p:cNvPr id="59" name="Rectangle 37"/>
          <p:cNvSpPr>
            <a:spLocks noChangeArrowheads="1"/>
          </p:cNvSpPr>
          <p:nvPr/>
        </p:nvSpPr>
        <p:spPr bwMode="auto">
          <a:xfrm>
            <a:off x="98425" y="1328738"/>
            <a:ext cx="1290638" cy="1908175"/>
          </a:xfrm>
          <a:prstGeom prst="rect">
            <a:avLst/>
          </a:prstGeom>
          <a:solidFill>
            <a:schemeClr val="accent5">
              <a:lumMod val="60000"/>
              <a:lumOff val="40000"/>
            </a:schemeClr>
          </a:solidFill>
          <a:ln w="12700">
            <a:solidFill>
              <a:schemeClr val="tx1"/>
            </a:solidFill>
          </a:ln>
        </p:spPr>
        <p:txBody>
          <a:bodyPr>
            <a:spAutoFit/>
          </a:bodyPr>
          <a:lstStyle/>
          <a:p>
            <a:pPr marL="609600" indent="-609600" eaLnBrk="1" hangingPunct="1">
              <a:lnSpc>
                <a:spcPts val="2000"/>
              </a:lnSpc>
              <a:spcBef>
                <a:spcPct val="20000"/>
              </a:spcBef>
              <a:buFont typeface="Wingdings" pitchFamily="2" charset="2"/>
              <a:buNone/>
              <a:defRPr/>
            </a:pPr>
            <a:r>
              <a:rPr lang="zh-CN" altLang="zh-CN" b="1" noProof="1">
                <a:solidFill>
                  <a:srgbClr val="000000"/>
                </a:solidFill>
                <a:latin typeface="Times New Roman" pitchFamily="18" charset="0"/>
                <a:ea typeface="Times New Roman" pitchFamily="18" charset="0"/>
                <a:cs typeface="华文楷体" pitchFamily="2" charset="-122"/>
              </a:rPr>
              <a:t>0) </a:t>
            </a:r>
            <a:r>
              <a:rPr lang="en-US" altLang="zh-CN" b="1" i="1" noProof="1">
                <a:solidFill>
                  <a:srgbClr val="000000"/>
                </a:solidFill>
                <a:latin typeface="Times New Roman" pitchFamily="18" charset="0"/>
                <a:ea typeface="Times New Roman" pitchFamily="18" charset="0"/>
                <a:cs typeface="华文楷体" pitchFamily="2" charset="-122"/>
              </a:rPr>
              <a:t>S</a:t>
            </a:r>
            <a:r>
              <a:rPr lang="en-US" altLang="zh-CN" sz="1600" b="1" i="1" noProof="1">
                <a:solidFill>
                  <a:srgbClr val="000000"/>
                </a:solidFill>
                <a:latin typeface="Times New Roman" pitchFamily="18" charset="0"/>
                <a:ea typeface="Times New Roman" pitchFamily="18" charset="0"/>
                <a:cs typeface="华文楷体" pitchFamily="2" charset="-122"/>
              </a:rPr>
              <a:t>′ </a:t>
            </a:r>
            <a:r>
              <a:rPr lang="en-US" altLang="zh-CN" b="1" i="1" noProof="1">
                <a:solidFill>
                  <a:srgbClr val="000000"/>
                </a:solidFill>
                <a:latin typeface="Times New Roman" pitchFamily="18" charset="0"/>
                <a:ea typeface="Times New Roman" pitchFamily="18" charset="0"/>
                <a:cs typeface="华文楷体" pitchFamily="2" charset="-122"/>
              </a:rPr>
              <a:t>→S</a:t>
            </a:r>
          </a:p>
          <a:p>
            <a:pPr marL="609600" indent="-609600" eaLnBrk="1" hangingPunct="1">
              <a:lnSpc>
                <a:spcPts val="2000"/>
              </a:lnSpc>
              <a:spcBef>
                <a:spcPct val="20000"/>
              </a:spcBef>
              <a:buFont typeface="Wingdings" pitchFamily="2" charset="2"/>
              <a:buNone/>
              <a:defRPr/>
            </a:pPr>
            <a:r>
              <a:rPr lang="en-US" altLang="zh-CN" b="1" noProof="1">
                <a:solidFill>
                  <a:srgbClr val="000000"/>
                </a:solidFill>
                <a:latin typeface="Times New Roman" pitchFamily="18" charset="0"/>
                <a:ea typeface="Times New Roman" pitchFamily="18" charset="0"/>
                <a:cs typeface="华文楷体" pitchFamily="2" charset="-122"/>
              </a:rPr>
              <a:t>1) </a:t>
            </a:r>
            <a:r>
              <a:rPr lang="en-US" altLang="zh-CN" b="1" i="1" noProof="1">
                <a:solidFill>
                  <a:srgbClr val="000000"/>
                </a:solidFill>
                <a:latin typeface="Times New Roman" pitchFamily="18" charset="0"/>
                <a:ea typeface="Times New Roman" pitchFamily="18" charset="0"/>
                <a:cs typeface="华文楷体" pitchFamily="2" charset="-122"/>
              </a:rPr>
              <a:t>S→L=R</a:t>
            </a:r>
          </a:p>
          <a:p>
            <a:pPr marL="609600" indent="-609600" eaLnBrk="1" hangingPunct="1">
              <a:lnSpc>
                <a:spcPts val="2000"/>
              </a:lnSpc>
              <a:spcBef>
                <a:spcPct val="20000"/>
              </a:spcBef>
              <a:buFont typeface="Wingdings" pitchFamily="2" charset="2"/>
              <a:buNone/>
              <a:defRPr/>
            </a:pPr>
            <a:r>
              <a:rPr lang="en-US" altLang="zh-CN" b="1" noProof="1">
                <a:solidFill>
                  <a:srgbClr val="000000"/>
                </a:solidFill>
                <a:latin typeface="Times New Roman" pitchFamily="18" charset="0"/>
                <a:ea typeface="Times New Roman" pitchFamily="18" charset="0"/>
                <a:cs typeface="华文楷体" pitchFamily="2" charset="-122"/>
              </a:rPr>
              <a:t>2) </a:t>
            </a:r>
            <a:r>
              <a:rPr lang="en-US" altLang="zh-CN" b="1" i="1" noProof="1">
                <a:solidFill>
                  <a:srgbClr val="000000"/>
                </a:solidFill>
                <a:latin typeface="Times New Roman" pitchFamily="18" charset="0"/>
                <a:ea typeface="Times New Roman" pitchFamily="18" charset="0"/>
                <a:cs typeface="华文楷体" pitchFamily="2" charset="-122"/>
              </a:rPr>
              <a:t>S→R</a:t>
            </a:r>
          </a:p>
          <a:p>
            <a:pPr marL="609600" indent="-609600" eaLnBrk="1" hangingPunct="1">
              <a:lnSpc>
                <a:spcPts val="2000"/>
              </a:lnSpc>
              <a:spcBef>
                <a:spcPct val="20000"/>
              </a:spcBef>
              <a:buFont typeface="Wingdings" pitchFamily="2" charset="2"/>
              <a:buNone/>
              <a:defRPr/>
            </a:pPr>
            <a:r>
              <a:rPr lang="en-US" altLang="zh-CN" b="1" noProof="1">
                <a:solidFill>
                  <a:srgbClr val="000000"/>
                </a:solidFill>
                <a:latin typeface="Times New Roman" pitchFamily="18" charset="0"/>
                <a:ea typeface="Times New Roman" pitchFamily="18" charset="0"/>
                <a:cs typeface="华文楷体" pitchFamily="2" charset="-122"/>
              </a:rPr>
              <a:t>3) </a:t>
            </a:r>
            <a:r>
              <a:rPr lang="en-US" altLang="zh-CN" b="1" i="1" noProof="1">
                <a:solidFill>
                  <a:srgbClr val="000000"/>
                </a:solidFill>
                <a:latin typeface="Times New Roman" pitchFamily="18" charset="0"/>
                <a:ea typeface="Times New Roman" pitchFamily="18" charset="0"/>
                <a:cs typeface="华文楷体" pitchFamily="2" charset="-122"/>
              </a:rPr>
              <a:t>L→*R</a:t>
            </a:r>
          </a:p>
          <a:p>
            <a:pPr marL="609600" indent="-609600" eaLnBrk="1" hangingPunct="1">
              <a:lnSpc>
                <a:spcPts val="2000"/>
              </a:lnSpc>
              <a:spcBef>
                <a:spcPct val="20000"/>
              </a:spcBef>
              <a:buFont typeface="Wingdings" pitchFamily="2" charset="2"/>
              <a:buNone/>
              <a:defRPr/>
            </a:pPr>
            <a:r>
              <a:rPr lang="en-US" altLang="zh-CN" b="1" noProof="1">
                <a:solidFill>
                  <a:srgbClr val="000000"/>
                </a:solidFill>
                <a:latin typeface="Times New Roman" pitchFamily="18" charset="0"/>
                <a:ea typeface="Times New Roman" pitchFamily="18" charset="0"/>
                <a:cs typeface="华文楷体" pitchFamily="2" charset="-122"/>
              </a:rPr>
              <a:t>4) </a:t>
            </a:r>
            <a:r>
              <a:rPr lang="en-US" altLang="zh-CN" b="1" i="1" noProof="1">
                <a:solidFill>
                  <a:srgbClr val="000000"/>
                </a:solidFill>
                <a:latin typeface="Times New Roman" pitchFamily="18" charset="0"/>
                <a:ea typeface="Times New Roman" pitchFamily="18" charset="0"/>
                <a:cs typeface="华文楷体" pitchFamily="2" charset="-122"/>
              </a:rPr>
              <a:t>L→</a:t>
            </a:r>
            <a:r>
              <a:rPr lang="en-US" altLang="zh-CN" b="1" noProof="1">
                <a:solidFill>
                  <a:srgbClr val="000000"/>
                </a:solidFill>
                <a:latin typeface="Times New Roman" pitchFamily="18" charset="0"/>
                <a:ea typeface="Times New Roman" pitchFamily="18" charset="0"/>
                <a:cs typeface="华文楷体" pitchFamily="2" charset="-122"/>
              </a:rPr>
              <a:t>id</a:t>
            </a:r>
          </a:p>
          <a:p>
            <a:pPr marL="609600" indent="-609600" eaLnBrk="1" hangingPunct="1">
              <a:lnSpc>
                <a:spcPts val="2000"/>
              </a:lnSpc>
              <a:spcBef>
                <a:spcPct val="20000"/>
              </a:spcBef>
              <a:buFont typeface="Wingdings" pitchFamily="2" charset="2"/>
              <a:buNone/>
              <a:defRPr/>
            </a:pPr>
            <a:r>
              <a:rPr lang="en-US" altLang="zh-CN" b="1" noProof="1">
                <a:solidFill>
                  <a:srgbClr val="000000"/>
                </a:solidFill>
                <a:latin typeface="Times New Roman" pitchFamily="18" charset="0"/>
                <a:ea typeface="Times New Roman" pitchFamily="18" charset="0"/>
                <a:cs typeface="华文楷体" pitchFamily="2" charset="-122"/>
              </a:rPr>
              <a:t>5) </a:t>
            </a:r>
            <a:r>
              <a:rPr lang="en-US" altLang="zh-CN" b="1" i="1" noProof="1">
                <a:solidFill>
                  <a:srgbClr val="000000"/>
                </a:solidFill>
                <a:latin typeface="Times New Roman" pitchFamily="18" charset="0"/>
                <a:ea typeface="Times New Roman" pitchFamily="18" charset="0"/>
                <a:cs typeface="华文楷体" pitchFamily="2" charset="-122"/>
              </a:rPr>
              <a:t>R→L</a:t>
            </a:r>
          </a:p>
        </p:txBody>
      </p:sp>
      <p:sp>
        <p:nvSpPr>
          <p:cNvPr id="66" name="矩形 65"/>
          <p:cNvSpPr/>
          <p:nvPr/>
        </p:nvSpPr>
        <p:spPr>
          <a:xfrm>
            <a:off x="5237163" y="3457575"/>
            <a:ext cx="1711325" cy="814388"/>
          </a:xfrm>
          <a:prstGeom prst="rect">
            <a:avLst/>
          </a:prstGeom>
          <a:noFill/>
          <a:ln w="38100">
            <a:solidFill>
              <a:srgbClr val="FF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grpSp>
        <p:nvGrpSpPr>
          <p:cNvPr id="63493" name="组合 67"/>
          <p:cNvGrpSpPr>
            <a:grpSpLocks/>
          </p:cNvGrpSpPr>
          <p:nvPr/>
        </p:nvGrpSpPr>
        <p:grpSpPr bwMode="auto">
          <a:xfrm>
            <a:off x="1476375" y="63500"/>
            <a:ext cx="7823200" cy="5016500"/>
            <a:chOff x="1475656" y="63500"/>
            <a:chExt cx="7824390" cy="5016500"/>
          </a:xfrm>
        </p:grpSpPr>
        <p:sp>
          <p:nvSpPr>
            <p:cNvPr id="61455" name="Text Box 5"/>
            <p:cNvSpPr txBox="1">
              <a:spLocks noChangeArrowheads="1"/>
            </p:cNvSpPr>
            <p:nvPr/>
          </p:nvSpPr>
          <p:spPr bwMode="auto">
            <a:xfrm>
              <a:off x="1475656" y="1041400"/>
              <a:ext cx="1555987" cy="2154238"/>
            </a:xfrm>
            <a:prstGeom prst="rect">
              <a:avLst/>
            </a:prstGeom>
            <a:solidFill>
              <a:srgbClr val="B5CEED"/>
            </a:solidFill>
            <a:ln w="12700">
              <a:solidFill>
                <a:schemeClr val="tx1"/>
              </a:solidFill>
              <a:miter lim="800000"/>
              <a:headEnd type="none" w="sm" len="sm"/>
              <a:tailEnd type="none" w="sm" len="sm"/>
            </a:ln>
          </p:spPr>
          <p:txBody>
            <a:bodyPr tIns="0" bIns="0">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I</a:t>
              </a:r>
              <a:r>
                <a:rPr lang="en-US" altLang="zh-CN" sz="2000" b="1" i="1" baseline="-25000">
                  <a:solidFill>
                    <a:srgbClr val="000000"/>
                  </a:solidFill>
                  <a:latin typeface="Times New Roman" panose="02020603050405020304" pitchFamily="18" charset="0"/>
                </a:rPr>
                <a:t>0</a:t>
              </a:r>
              <a:r>
                <a:rPr lang="en-US" altLang="zh-CN" sz="2000" b="1">
                  <a:solidFill>
                    <a:srgbClr val="000000"/>
                  </a:solidFill>
                  <a:latin typeface="Times New Roman" panose="02020603050405020304" pitchFamily="18" charset="0"/>
                </a:rPr>
                <a:t>:</a:t>
              </a: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S′</a:t>
              </a:r>
              <a:r>
                <a:rPr lang="en-US" altLang="zh-CN" sz="2000" b="1" i="1">
                  <a:solidFill>
                    <a:srgbClr val="000000"/>
                  </a:solidFill>
                  <a:latin typeface="Times New Roman" panose="02020603050405020304" pitchFamily="18" charset="0"/>
                </a:rPr>
                <a:t>→ · S</a:t>
              </a:r>
              <a:r>
                <a:rPr lang="zh-CN" altLang="en-US" sz="2000" b="1" i="1">
                  <a:solidFill>
                    <a:srgbClr val="000000"/>
                  </a:solidFill>
                  <a:latin typeface="Times New Roman" panose="02020603050405020304" pitchFamily="18" charset="0"/>
                </a:rPr>
                <a:t> </a:t>
              </a:r>
              <a:r>
                <a:rPr lang="en-US" altLang="zh-CN" sz="2000" b="1" i="1">
                  <a:solidFill>
                    <a:srgbClr val="000000"/>
                  </a:solidFill>
                  <a:latin typeface="Times New Roman" panose="02020603050405020304" pitchFamily="18" charset="0"/>
                </a:rPr>
                <a:t>,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S→· L=R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S→ · R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L→·*R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 · </a:t>
              </a:r>
              <a:r>
                <a:rPr lang="en-US" altLang="zh-CN" sz="2000" b="1">
                  <a:solidFill>
                    <a:srgbClr val="000000"/>
                  </a:solidFill>
                  <a:latin typeface="Times New Roman" panose="02020603050405020304" pitchFamily="18" charset="0"/>
                </a:rPr>
                <a:t>id</a:t>
              </a:r>
              <a:r>
                <a:rPr lang="en-US" altLang="zh-CN" sz="2000" b="1" i="1">
                  <a:solidFill>
                    <a:srgbClr val="000000"/>
                  </a:solidFill>
                  <a:latin typeface="Times New Roman" panose="02020603050405020304" pitchFamily="18" charset="0"/>
                </a:rPr>
                <a:t>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 · L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p:txBody>
        </p:sp>
        <p:sp>
          <p:nvSpPr>
            <p:cNvPr id="61456" name="Text Box 6"/>
            <p:cNvSpPr txBox="1">
              <a:spLocks noChangeArrowheads="1"/>
            </p:cNvSpPr>
            <p:nvPr/>
          </p:nvSpPr>
          <p:spPr bwMode="auto">
            <a:xfrm>
              <a:off x="3334902" y="682625"/>
              <a:ext cx="1224148" cy="708025"/>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I</a:t>
              </a:r>
              <a:r>
                <a:rPr lang="en-US" altLang="zh-CN" sz="2000" b="1" i="1" baseline="-25000">
                  <a:solidFill>
                    <a:srgbClr val="000000"/>
                  </a:solidFill>
                  <a:latin typeface="Times New Roman" panose="02020603050405020304" pitchFamily="18" charset="0"/>
                </a:rPr>
                <a:t>1</a:t>
              </a:r>
              <a:r>
                <a:rPr lang="en-US" altLang="zh-CN" sz="2000" b="1">
                  <a:solidFill>
                    <a:srgbClr val="000000"/>
                  </a:solidFill>
                  <a:latin typeface="Times New Roman" panose="02020603050405020304" pitchFamily="18" charset="0"/>
                </a:rPr>
                <a:t>:</a:t>
              </a: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S′</a:t>
              </a:r>
              <a:r>
                <a:rPr lang="en-US" altLang="zh-CN" sz="2000" b="1" i="1">
                  <a:solidFill>
                    <a:srgbClr val="000000"/>
                  </a:solidFill>
                  <a:latin typeface="Times New Roman" panose="02020603050405020304" pitchFamily="18" charset="0"/>
                </a:rPr>
                <a:t>→S·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p:txBody>
        </p:sp>
        <p:sp>
          <p:nvSpPr>
            <p:cNvPr id="61457" name="Line 7"/>
            <p:cNvSpPr>
              <a:spLocks noChangeShapeType="1"/>
            </p:cNvSpPr>
            <p:nvPr/>
          </p:nvSpPr>
          <p:spPr bwMode="auto">
            <a:xfrm flipV="1">
              <a:off x="3056900" y="1273175"/>
              <a:ext cx="288942"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 name="Text Box 8"/>
            <p:cNvSpPr txBox="1">
              <a:spLocks noChangeArrowheads="1"/>
            </p:cNvSpPr>
            <p:nvPr/>
          </p:nvSpPr>
          <p:spPr bwMode="auto">
            <a:xfrm>
              <a:off x="3334902" y="1463675"/>
              <a:ext cx="1479775" cy="93821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2</a:t>
              </a:r>
              <a:r>
                <a:rPr kumimoji="1" lang="en-US" altLang="zh-CN" sz="2000" b="1">
                  <a:solidFill>
                    <a:srgbClr val="000000"/>
                  </a:solidFill>
                  <a:latin typeface="Times New Roman" panose="02020603050405020304" pitchFamily="18" charset="0"/>
                </a:rPr>
                <a:t>:</a:t>
              </a:r>
            </a:p>
            <a:p>
              <a:pPr>
                <a:lnSpc>
                  <a:spcPts val="2200"/>
                </a:lnSpc>
                <a:defRPr/>
              </a:pPr>
              <a:r>
                <a:rPr kumimoji="1" lang="en-US" altLang="zh-CN" sz="2000" b="1" i="1">
                  <a:solidFill>
                    <a:srgbClr val="000000"/>
                  </a:solidFill>
                  <a:latin typeface="Times New Roman" panose="02020603050405020304" pitchFamily="18" charset="0"/>
                </a:rPr>
                <a:t>S→L</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en-US" altLang="zh-CN" sz="2000" b="1" i="1">
                  <a:solidFill>
                    <a:srgbClr val="000000"/>
                  </a:solidFill>
                  <a:latin typeface="Times New Roman" panose="02020603050405020304" pitchFamily="18" charset="0"/>
                </a:rPr>
                <a:t>=R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200"/>
                </a:lnSpc>
                <a:defRPr/>
              </a:pPr>
              <a:r>
                <a:rPr kumimoji="1" lang="en-US" altLang="zh-CN" sz="2000" b="1" i="1">
                  <a:solidFill>
                    <a:srgbClr val="000000"/>
                  </a:solidFill>
                  <a:latin typeface="Times New Roman" panose="02020603050405020304" pitchFamily="18" charset="0"/>
                </a:rPr>
                <a:t>R→L</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en-US" altLang="zh-CN" sz="2000" b="1" i="1">
                  <a:solidFill>
                    <a:srgbClr val="000000"/>
                  </a:solidFill>
                  <a:latin typeface="Times New Roman" panose="02020603050405020304" pitchFamily="18" charset="0"/>
                </a:rPr>
                <a:t>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61459" name="Line 9"/>
            <p:cNvSpPr>
              <a:spLocks noChangeShapeType="1"/>
            </p:cNvSpPr>
            <p:nvPr/>
          </p:nvSpPr>
          <p:spPr bwMode="auto">
            <a:xfrm flipV="1">
              <a:off x="3047374" y="1860550"/>
              <a:ext cx="298468"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60" name="Text Box 10"/>
            <p:cNvSpPr txBox="1">
              <a:spLocks noChangeArrowheads="1"/>
            </p:cNvSpPr>
            <p:nvPr/>
          </p:nvSpPr>
          <p:spPr bwMode="auto">
            <a:xfrm>
              <a:off x="3023561" y="1465263"/>
              <a:ext cx="50326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a:t>
              </a:r>
            </a:p>
          </p:txBody>
        </p:sp>
        <p:sp>
          <p:nvSpPr>
            <p:cNvPr id="77" name="Text Box 11"/>
            <p:cNvSpPr txBox="1">
              <a:spLocks noChangeArrowheads="1"/>
            </p:cNvSpPr>
            <p:nvPr/>
          </p:nvSpPr>
          <p:spPr bwMode="auto">
            <a:xfrm>
              <a:off x="3334902" y="2444750"/>
              <a:ext cx="1224148"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3</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S→R</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srgbClr val="000000"/>
                  </a:solidFill>
                  <a:latin typeface="Times New Roman" panose="02020603050405020304" pitchFamily="18" charset="0"/>
                </a:rPr>
                <a:t>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61462" name="Line 12"/>
            <p:cNvSpPr>
              <a:spLocks noChangeShapeType="1"/>
            </p:cNvSpPr>
            <p:nvPr/>
          </p:nvSpPr>
          <p:spPr bwMode="auto">
            <a:xfrm flipV="1">
              <a:off x="3023561" y="2700338"/>
              <a:ext cx="288942"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63" name="Text Box 13"/>
            <p:cNvSpPr txBox="1">
              <a:spLocks noChangeArrowheads="1"/>
            </p:cNvSpPr>
            <p:nvPr/>
          </p:nvSpPr>
          <p:spPr bwMode="auto">
            <a:xfrm>
              <a:off x="2996571" y="2333625"/>
              <a:ext cx="609636"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a:t>
              </a:r>
            </a:p>
          </p:txBody>
        </p:sp>
        <p:sp>
          <p:nvSpPr>
            <p:cNvPr id="81" name="Text Box 14"/>
            <p:cNvSpPr txBox="1">
              <a:spLocks noChangeArrowheads="1"/>
            </p:cNvSpPr>
            <p:nvPr/>
          </p:nvSpPr>
          <p:spPr bwMode="auto">
            <a:xfrm>
              <a:off x="3346015" y="3236913"/>
              <a:ext cx="1568689" cy="150336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4</a:t>
              </a:r>
              <a:r>
                <a:rPr kumimoji="1" lang="en-US" altLang="zh-CN" sz="2000" b="1">
                  <a:solidFill>
                    <a:srgbClr val="000000"/>
                  </a:solidFill>
                  <a:latin typeface="Times New Roman" panose="02020603050405020304" pitchFamily="18" charset="0"/>
                </a:rPr>
                <a:t>:</a:t>
              </a:r>
            </a:p>
            <a:p>
              <a:pPr>
                <a:lnSpc>
                  <a:spcPts val="2200"/>
                </a:lnSpc>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srgbClr val="000000"/>
                  </a:solidFill>
                  <a:latin typeface="Times New Roman" panose="02020603050405020304" pitchFamily="18" charset="0"/>
                </a:rPr>
                <a:t>R</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200"/>
                </a:lnSpc>
                <a:defRPr/>
              </a:pPr>
              <a:r>
                <a:rPr kumimoji="1" lang="en-US" altLang="zh-CN" sz="2000" b="1" i="1">
                  <a:solidFill>
                    <a:srgbClr val="000000"/>
                  </a:solidFill>
                  <a:latin typeface="Times New Roman" panose="02020603050405020304" pitchFamily="18" charset="0"/>
                </a:rPr>
                <a:t>R→</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solidFill>
                    <a:srgbClr val="000000"/>
                  </a:solidFill>
                  <a:latin typeface="Times New Roman" panose="02020603050405020304" pitchFamily="18" charset="0"/>
                </a:rPr>
                <a:t>L</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200"/>
                </a:lnSpc>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srgbClr val="000000"/>
                  </a:solidFill>
                  <a:latin typeface="Times New Roman" panose="02020603050405020304" pitchFamily="18" charset="0"/>
                </a:rPr>
                <a:t>*R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200"/>
                </a:lnSpc>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lang="en-US" altLang="zh-CN" sz="2000" b="1">
                  <a:solidFill>
                    <a:srgbClr val="000000"/>
                  </a:solidFill>
                  <a:latin typeface="Times New Roman" panose="02020603050405020304" pitchFamily="18" charset="0"/>
                  <a:cs typeface="Times New Roman" panose="02020603050405020304" pitchFamily="18" charset="0"/>
                </a:rPr>
                <a:t> </a:t>
              </a:r>
              <a:r>
                <a:rPr kumimoji="1" lang="en-US" altLang="zh-CN" sz="2000" b="1">
                  <a:solidFill>
                    <a:srgbClr val="000000"/>
                  </a:solidFill>
                  <a:latin typeface="Times New Roman" panose="02020603050405020304" pitchFamily="18" charset="0"/>
                </a:rPr>
                <a:t>id</a:t>
              </a:r>
              <a:r>
                <a:rPr kumimoji="1" lang="zh-CN" altLang="en-US" sz="2000" b="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82" name="Text Box 15"/>
            <p:cNvSpPr txBox="1">
              <a:spLocks noChangeArrowheads="1"/>
            </p:cNvSpPr>
            <p:nvPr/>
          </p:nvSpPr>
          <p:spPr bwMode="auto">
            <a:xfrm>
              <a:off x="5289411" y="4281488"/>
              <a:ext cx="1582979" cy="706437"/>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5</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L→</a:t>
              </a:r>
              <a:r>
                <a:rPr kumimoji="1" lang="en-US" altLang="zh-CN" sz="2000" b="1">
                  <a:solidFill>
                    <a:srgbClr val="000000"/>
                  </a:solidFill>
                  <a:latin typeface="Times New Roman" panose="02020603050405020304" pitchFamily="18" charset="0"/>
                </a:rPr>
                <a:t>id</a:t>
              </a:r>
              <a:r>
                <a:rPr kumimoji="1" lang="en-US" altLang="zh-CN" sz="2000" b="1" i="1">
                  <a:solidFill>
                    <a:srgbClr val="000000"/>
                  </a:solidFill>
                  <a:latin typeface="Times New Roman" panose="02020603050405020304" pitchFamily="18" charset="0"/>
                </a:rPr>
                <a:t> </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 $</a:t>
              </a:r>
              <a:endParaRPr kumimoji="1" lang="en-US" altLang="zh-CN" sz="2000" b="1" i="1">
                <a:solidFill>
                  <a:srgbClr val="000000"/>
                </a:solidFill>
                <a:latin typeface="Times New Roman" panose="02020603050405020304" pitchFamily="18" charset="0"/>
              </a:endParaRPr>
            </a:p>
          </p:txBody>
        </p:sp>
        <p:sp>
          <p:nvSpPr>
            <p:cNvPr id="61466" name="Text Box 16"/>
            <p:cNvSpPr txBox="1">
              <a:spLocks noChangeArrowheads="1"/>
            </p:cNvSpPr>
            <p:nvPr/>
          </p:nvSpPr>
          <p:spPr bwMode="auto">
            <a:xfrm>
              <a:off x="3061663" y="2932113"/>
              <a:ext cx="53343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61467" name="Text Box 17"/>
            <p:cNvSpPr txBox="1">
              <a:spLocks noChangeArrowheads="1"/>
            </p:cNvSpPr>
            <p:nvPr/>
          </p:nvSpPr>
          <p:spPr bwMode="auto">
            <a:xfrm>
              <a:off x="2704454" y="3687763"/>
              <a:ext cx="53343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id</a:t>
              </a:r>
            </a:p>
          </p:txBody>
        </p:sp>
        <p:sp>
          <p:nvSpPr>
            <p:cNvPr id="61468" name="Line 19"/>
            <p:cNvSpPr>
              <a:spLocks noChangeShapeType="1"/>
            </p:cNvSpPr>
            <p:nvPr/>
          </p:nvSpPr>
          <p:spPr bwMode="auto">
            <a:xfrm flipV="1">
              <a:off x="4814367" y="1924050"/>
              <a:ext cx="430237"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69" name="Text Box 20"/>
            <p:cNvSpPr txBox="1">
              <a:spLocks noChangeArrowheads="1"/>
            </p:cNvSpPr>
            <p:nvPr/>
          </p:nvSpPr>
          <p:spPr bwMode="auto">
            <a:xfrm>
              <a:off x="4809603" y="1595438"/>
              <a:ext cx="45722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a:t>
              </a:r>
            </a:p>
          </p:txBody>
        </p:sp>
        <p:sp>
          <p:nvSpPr>
            <p:cNvPr id="87" name="Text Box 21"/>
            <p:cNvSpPr txBox="1">
              <a:spLocks noChangeArrowheads="1"/>
            </p:cNvSpPr>
            <p:nvPr/>
          </p:nvSpPr>
          <p:spPr bwMode="auto">
            <a:xfrm>
              <a:off x="5289411" y="2733675"/>
              <a:ext cx="1654427" cy="70643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7</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L→*R</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 $</a:t>
              </a:r>
              <a:endParaRPr kumimoji="1" lang="en-US" altLang="zh-CN" sz="2000" b="1" i="1">
                <a:solidFill>
                  <a:srgbClr val="000000"/>
                </a:solidFill>
                <a:latin typeface="Times New Roman" panose="02020603050405020304" pitchFamily="18" charset="0"/>
              </a:endParaRPr>
            </a:p>
          </p:txBody>
        </p:sp>
        <p:sp>
          <p:nvSpPr>
            <p:cNvPr id="61471" name="Line 22"/>
            <p:cNvSpPr>
              <a:spLocks noChangeShapeType="1"/>
            </p:cNvSpPr>
            <p:nvPr/>
          </p:nvSpPr>
          <p:spPr bwMode="auto">
            <a:xfrm>
              <a:off x="4933436" y="3308350"/>
              <a:ext cx="393723"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72" name="Text Box 23"/>
            <p:cNvSpPr txBox="1">
              <a:spLocks noChangeArrowheads="1"/>
            </p:cNvSpPr>
            <p:nvPr/>
          </p:nvSpPr>
          <p:spPr bwMode="auto">
            <a:xfrm>
              <a:off x="4879457" y="2949575"/>
              <a:ext cx="45722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a:t>
              </a:r>
            </a:p>
          </p:txBody>
        </p:sp>
        <p:sp>
          <p:nvSpPr>
            <p:cNvPr id="90" name="Text Box 24"/>
            <p:cNvSpPr txBox="1">
              <a:spLocks noChangeArrowheads="1"/>
            </p:cNvSpPr>
            <p:nvPr/>
          </p:nvSpPr>
          <p:spPr bwMode="auto">
            <a:xfrm>
              <a:off x="5289411" y="3525838"/>
              <a:ext cx="1582979" cy="706437"/>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8</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R→L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 $</a:t>
              </a:r>
              <a:endParaRPr kumimoji="1" lang="en-US" altLang="zh-CN" sz="2000" b="1" i="1">
                <a:solidFill>
                  <a:srgbClr val="000000"/>
                </a:solidFill>
                <a:latin typeface="Times New Roman" panose="02020603050405020304" pitchFamily="18" charset="0"/>
              </a:endParaRPr>
            </a:p>
          </p:txBody>
        </p:sp>
        <p:sp>
          <p:nvSpPr>
            <p:cNvPr id="61474" name="Line 25"/>
            <p:cNvSpPr>
              <a:spLocks noChangeShapeType="1"/>
            </p:cNvSpPr>
            <p:nvPr/>
          </p:nvSpPr>
          <p:spPr bwMode="auto">
            <a:xfrm>
              <a:off x="4901684" y="3957638"/>
              <a:ext cx="387373"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75" name="Text Box 26"/>
            <p:cNvSpPr txBox="1">
              <a:spLocks noChangeArrowheads="1"/>
            </p:cNvSpPr>
            <p:nvPr/>
          </p:nvSpPr>
          <p:spPr bwMode="auto">
            <a:xfrm>
              <a:off x="4895333" y="3597275"/>
              <a:ext cx="38102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a:t>
              </a:r>
            </a:p>
          </p:txBody>
        </p:sp>
        <p:sp>
          <p:nvSpPr>
            <p:cNvPr id="93" name="Text Box 27"/>
            <p:cNvSpPr txBox="1">
              <a:spLocks noChangeArrowheads="1"/>
            </p:cNvSpPr>
            <p:nvPr/>
          </p:nvSpPr>
          <p:spPr bwMode="auto">
            <a:xfrm>
              <a:off x="7318545" y="63500"/>
              <a:ext cx="1524232"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9</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S→L=R</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srgbClr val="000000"/>
                  </a:solidFill>
                  <a:latin typeface="Times New Roman" panose="02020603050405020304" pitchFamily="18" charset="0"/>
                </a:rPr>
                <a:t>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61477" name="Line 28"/>
            <p:cNvSpPr>
              <a:spLocks noChangeShapeType="1"/>
            </p:cNvSpPr>
            <p:nvPr/>
          </p:nvSpPr>
          <p:spPr bwMode="auto">
            <a:xfrm flipV="1">
              <a:off x="6954443" y="373257"/>
              <a:ext cx="327891" cy="38556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78" name="Text Box 29"/>
            <p:cNvSpPr txBox="1">
              <a:spLocks noChangeArrowheads="1"/>
            </p:cNvSpPr>
            <p:nvPr/>
          </p:nvSpPr>
          <p:spPr bwMode="auto">
            <a:xfrm>
              <a:off x="6718374" y="369251"/>
              <a:ext cx="53343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a:t>
              </a:r>
            </a:p>
          </p:txBody>
        </p:sp>
        <p:sp>
          <p:nvSpPr>
            <p:cNvPr id="61479" name="Text Box 33"/>
            <p:cNvSpPr txBox="1">
              <a:spLocks noChangeArrowheads="1"/>
            </p:cNvSpPr>
            <p:nvPr/>
          </p:nvSpPr>
          <p:spPr bwMode="auto">
            <a:xfrm>
              <a:off x="3031498" y="896938"/>
              <a:ext cx="53343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S</a:t>
              </a:r>
            </a:p>
          </p:txBody>
        </p:sp>
        <p:sp>
          <p:nvSpPr>
            <p:cNvPr id="61480" name="Line 34"/>
            <p:cNvSpPr>
              <a:spLocks noChangeShapeType="1"/>
            </p:cNvSpPr>
            <p:nvPr/>
          </p:nvSpPr>
          <p:spPr bwMode="auto">
            <a:xfrm flipV="1">
              <a:off x="4911209" y="4564063"/>
              <a:ext cx="377847" cy="158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81" name="Text Box 35"/>
            <p:cNvSpPr txBox="1">
              <a:spLocks noChangeArrowheads="1"/>
            </p:cNvSpPr>
            <p:nvPr/>
          </p:nvSpPr>
          <p:spPr bwMode="auto">
            <a:xfrm>
              <a:off x="4879457" y="4175125"/>
              <a:ext cx="53343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id</a:t>
              </a:r>
            </a:p>
          </p:txBody>
        </p:sp>
        <p:grpSp>
          <p:nvGrpSpPr>
            <p:cNvPr id="61482" name="Group 36"/>
            <p:cNvGrpSpPr>
              <a:grpSpLocks/>
            </p:cNvGrpSpPr>
            <p:nvPr/>
          </p:nvGrpSpPr>
          <p:grpSpPr bwMode="auto">
            <a:xfrm>
              <a:off x="3045787" y="3975100"/>
              <a:ext cx="290529" cy="269875"/>
              <a:chOff x="2335" y="3249"/>
              <a:chExt cx="183" cy="226"/>
            </a:xfrm>
          </p:grpSpPr>
          <p:sp>
            <p:nvSpPr>
              <p:cNvPr id="61506" name="Line 37"/>
              <p:cNvSpPr>
                <a:spLocks noChangeShapeType="1"/>
              </p:cNvSpPr>
              <p:nvPr/>
            </p:nvSpPr>
            <p:spPr bwMode="auto">
              <a:xfrm>
                <a:off x="2335" y="3249"/>
                <a:ext cx="18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507" name="Line 38"/>
              <p:cNvSpPr>
                <a:spLocks noChangeShapeType="1"/>
              </p:cNvSpPr>
              <p:nvPr/>
            </p:nvSpPr>
            <p:spPr bwMode="auto">
              <a:xfrm>
                <a:off x="2335" y="3249"/>
                <a:ext cx="0" cy="22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508" name="Line 39"/>
              <p:cNvSpPr>
                <a:spLocks noChangeShapeType="1"/>
              </p:cNvSpPr>
              <p:nvPr/>
            </p:nvSpPr>
            <p:spPr bwMode="auto">
              <a:xfrm>
                <a:off x="2336" y="3475"/>
                <a:ext cx="18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61483" name="Text Box 40"/>
            <p:cNvSpPr txBox="1">
              <a:spLocks noChangeArrowheads="1"/>
            </p:cNvSpPr>
            <p:nvPr/>
          </p:nvSpPr>
          <p:spPr bwMode="auto">
            <a:xfrm>
              <a:off x="3021973" y="3944938"/>
              <a:ext cx="53343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61484" name="Line 41"/>
            <p:cNvSpPr>
              <a:spLocks noChangeShapeType="1"/>
            </p:cNvSpPr>
            <p:nvPr/>
          </p:nvSpPr>
          <p:spPr bwMode="auto">
            <a:xfrm>
              <a:off x="3056900" y="3038475"/>
              <a:ext cx="261954" cy="433388"/>
            </a:xfrm>
            <a:prstGeom prst="line">
              <a:avLst/>
            </a:prstGeom>
            <a:noFill/>
            <a:ln w="412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85" name="Line 57"/>
            <p:cNvSpPr>
              <a:spLocks noChangeShapeType="1"/>
            </p:cNvSpPr>
            <p:nvPr/>
          </p:nvSpPr>
          <p:spPr bwMode="auto">
            <a:xfrm flipV="1">
              <a:off x="2759099" y="4872037"/>
              <a:ext cx="2529957" cy="2540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86" name="Line 59"/>
            <p:cNvSpPr>
              <a:spLocks noChangeShapeType="1"/>
            </p:cNvSpPr>
            <p:nvPr/>
          </p:nvSpPr>
          <p:spPr bwMode="auto">
            <a:xfrm flipH="1" flipV="1">
              <a:off x="2759099" y="3195638"/>
              <a:ext cx="12701" cy="172402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87" name="Text Box 32"/>
            <p:cNvSpPr txBox="1">
              <a:spLocks noChangeArrowheads="1"/>
            </p:cNvSpPr>
            <p:nvPr/>
          </p:nvSpPr>
          <p:spPr bwMode="auto">
            <a:xfrm>
              <a:off x="6944918" y="1677862"/>
              <a:ext cx="503327" cy="369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a:solidFill>
                    <a:srgbClr val="000000"/>
                  </a:solidFill>
                  <a:latin typeface="Times New Roman" panose="02020603050405020304" pitchFamily="18" charset="0"/>
                </a:rPr>
                <a:t>id</a:t>
              </a:r>
            </a:p>
          </p:txBody>
        </p:sp>
        <p:sp>
          <p:nvSpPr>
            <p:cNvPr id="105" name="Text Box 42"/>
            <p:cNvSpPr txBox="1">
              <a:spLocks noChangeArrowheads="1"/>
            </p:cNvSpPr>
            <p:nvPr/>
          </p:nvSpPr>
          <p:spPr bwMode="auto">
            <a:xfrm>
              <a:off x="7312194" y="844550"/>
              <a:ext cx="1440082" cy="65563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sz="2000" b="1" i="1">
                  <a:solidFill>
                    <a:prstClr val="black"/>
                  </a:solidFill>
                  <a:latin typeface="Times New Roman" panose="02020603050405020304" pitchFamily="18" charset="0"/>
                </a:rPr>
                <a:t>I</a:t>
              </a:r>
              <a:r>
                <a:rPr kumimoji="1" lang="en-US" altLang="zh-CN" sz="2000" b="1" i="1" baseline="-25000">
                  <a:solidFill>
                    <a:prstClr val="black"/>
                  </a:solidFill>
                  <a:latin typeface="Times New Roman" panose="02020603050405020304" pitchFamily="18" charset="0"/>
                </a:rPr>
                <a:t>10</a:t>
              </a:r>
              <a:r>
                <a:rPr kumimoji="1" lang="en-US" altLang="zh-CN" sz="2000" b="1">
                  <a:solidFill>
                    <a:prstClr val="black"/>
                  </a:solidFill>
                  <a:latin typeface="Times New Roman" panose="02020603050405020304" pitchFamily="18" charset="0"/>
                </a:rPr>
                <a:t>:</a:t>
              </a:r>
            </a:p>
            <a:p>
              <a:pPr>
                <a:lnSpc>
                  <a:spcPts val="2200"/>
                </a:lnSpc>
                <a:defRPr/>
              </a:pPr>
              <a:r>
                <a:rPr kumimoji="1" lang="en-US" altLang="zh-CN" sz="2000" b="1" i="1">
                  <a:solidFill>
                    <a:prstClr val="black"/>
                  </a:solidFill>
                  <a:latin typeface="Times New Roman" panose="02020603050405020304" pitchFamily="18" charset="0"/>
                </a:rPr>
                <a:t>R→L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prstClr val="black"/>
                  </a:solidFill>
                  <a:latin typeface="Times New Roman" panose="02020603050405020304" pitchFamily="18" charset="0"/>
                </a:rPr>
                <a:t> , </a:t>
              </a:r>
              <a:r>
                <a:rPr kumimoji="1" lang="en-US" altLang="zh-CN" sz="2000" b="1">
                  <a:solidFill>
                    <a:prstClr val="black"/>
                  </a:solidFill>
                  <a:latin typeface="华文楷体" panose="02010600040101010101" pitchFamily="2" charset="-122"/>
                </a:rPr>
                <a:t>$</a:t>
              </a:r>
              <a:endParaRPr kumimoji="1" lang="en-US" altLang="zh-CN" sz="2000" b="1" i="1">
                <a:solidFill>
                  <a:prstClr val="black"/>
                </a:solidFill>
                <a:latin typeface="Times New Roman" panose="02020603050405020304" pitchFamily="18" charset="0"/>
              </a:endParaRPr>
            </a:p>
          </p:txBody>
        </p:sp>
        <p:sp>
          <p:nvSpPr>
            <p:cNvPr id="61489" name="Line 43"/>
            <p:cNvSpPr>
              <a:spLocks noChangeShapeType="1"/>
            </p:cNvSpPr>
            <p:nvPr/>
          </p:nvSpPr>
          <p:spPr bwMode="auto">
            <a:xfrm flipV="1">
              <a:off x="6906952" y="1050284"/>
              <a:ext cx="405544" cy="18842"/>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90" name="Text Box 44"/>
            <p:cNvSpPr txBox="1">
              <a:spLocks noChangeArrowheads="1"/>
            </p:cNvSpPr>
            <p:nvPr/>
          </p:nvSpPr>
          <p:spPr bwMode="auto">
            <a:xfrm>
              <a:off x="6924342" y="738592"/>
              <a:ext cx="533495" cy="369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a:solidFill>
                    <a:srgbClr val="000000"/>
                  </a:solidFill>
                  <a:latin typeface="Times New Roman" panose="02020603050405020304" pitchFamily="18" charset="0"/>
                </a:rPr>
                <a:t>L</a:t>
              </a:r>
            </a:p>
          </p:txBody>
        </p:sp>
        <p:sp>
          <p:nvSpPr>
            <p:cNvPr id="108" name="Text Box 45"/>
            <p:cNvSpPr txBox="1">
              <a:spLocks noChangeArrowheads="1"/>
            </p:cNvSpPr>
            <p:nvPr/>
          </p:nvSpPr>
          <p:spPr bwMode="auto">
            <a:xfrm>
              <a:off x="7328071" y="1779588"/>
              <a:ext cx="1416265" cy="150336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sz="2000" b="1" i="1">
                  <a:solidFill>
                    <a:prstClr val="black"/>
                  </a:solidFill>
                  <a:latin typeface="Times New Roman" panose="02020603050405020304" pitchFamily="18" charset="0"/>
                </a:rPr>
                <a:t>I</a:t>
              </a:r>
              <a:r>
                <a:rPr kumimoji="1" lang="en-US" altLang="zh-CN" sz="2000" b="1" i="1" baseline="-25000">
                  <a:solidFill>
                    <a:prstClr val="black"/>
                  </a:solidFill>
                  <a:latin typeface="Times New Roman" panose="02020603050405020304" pitchFamily="18" charset="0"/>
                </a:rPr>
                <a:t>11</a:t>
              </a:r>
              <a:r>
                <a:rPr kumimoji="1" lang="en-US" altLang="zh-CN" sz="2000" b="1">
                  <a:solidFill>
                    <a:prstClr val="black"/>
                  </a:solidFill>
                  <a:latin typeface="Times New Roman" panose="02020603050405020304" pitchFamily="18" charset="0"/>
                </a:rPr>
                <a:t>:</a:t>
              </a:r>
            </a:p>
            <a:p>
              <a:pPr>
                <a:lnSpc>
                  <a:spcPts val="2200"/>
                </a:lnSpc>
                <a:defRPr/>
              </a:pPr>
              <a:r>
                <a:rPr kumimoji="1" lang="en-US" altLang="zh-CN" sz="2000" b="1" i="1">
                  <a:solidFill>
                    <a:prstClr val="black"/>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prstClr val="black"/>
                  </a:solidFill>
                  <a:latin typeface="Times New Roman" panose="02020603050405020304" pitchFamily="18" charset="0"/>
                </a:rPr>
                <a:t>R , </a:t>
              </a:r>
              <a:r>
                <a:rPr kumimoji="1" lang="en-US" altLang="zh-CN" sz="2000" b="1">
                  <a:solidFill>
                    <a:prstClr val="black"/>
                  </a:solidFill>
                  <a:latin typeface="华文楷体" panose="02010600040101010101" pitchFamily="2" charset="-122"/>
                </a:rPr>
                <a:t>$</a:t>
              </a:r>
              <a:endParaRPr kumimoji="1" lang="zh-CN" altLang="en-US" sz="2000" b="1" i="1">
                <a:solidFill>
                  <a:prstClr val="black"/>
                </a:solidFill>
                <a:latin typeface="Times New Roman" panose="02020603050405020304" pitchFamily="18" charset="0"/>
              </a:endParaRPr>
            </a:p>
            <a:p>
              <a:pPr>
                <a:lnSpc>
                  <a:spcPts val="2200"/>
                </a:lnSpc>
                <a:defRPr/>
              </a:pPr>
              <a:r>
                <a:rPr kumimoji="1" lang="en-US" altLang="zh-CN" sz="2000" b="1" i="1">
                  <a:solidFill>
                    <a:prstClr val="black"/>
                  </a:solidFill>
                  <a:latin typeface="Times New Roman" panose="02020603050405020304" pitchFamily="18" charset="0"/>
                </a:rPr>
                <a:t>R→</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solidFill>
                    <a:prstClr val="black"/>
                  </a:solidFill>
                  <a:latin typeface="Times New Roman" panose="02020603050405020304" pitchFamily="18" charset="0"/>
                </a:rPr>
                <a:t>L , </a:t>
              </a:r>
              <a:r>
                <a:rPr kumimoji="1" lang="en-US" altLang="zh-CN" sz="2000" b="1">
                  <a:solidFill>
                    <a:prstClr val="black"/>
                  </a:solidFill>
                  <a:latin typeface="华文楷体" panose="02010600040101010101" pitchFamily="2" charset="-122"/>
                </a:rPr>
                <a:t>$</a:t>
              </a:r>
              <a:endParaRPr kumimoji="1" lang="en-US" altLang="zh-CN" sz="2000" b="1" i="1">
                <a:solidFill>
                  <a:prstClr val="black"/>
                </a:solidFill>
                <a:latin typeface="Times New Roman" panose="02020603050405020304" pitchFamily="18" charset="0"/>
              </a:endParaRPr>
            </a:p>
            <a:p>
              <a:pPr>
                <a:lnSpc>
                  <a:spcPts val="2200"/>
                </a:lnSpc>
                <a:defRPr/>
              </a:pPr>
              <a:r>
                <a:rPr kumimoji="1" lang="en-US" altLang="zh-CN" sz="2000" b="1" i="1">
                  <a:solidFill>
                    <a:prstClr val="black"/>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prstClr val="black"/>
                  </a:solidFill>
                  <a:latin typeface="Times New Roman" panose="02020603050405020304" pitchFamily="18" charset="0"/>
                </a:rPr>
                <a:t>*R , </a:t>
              </a:r>
              <a:r>
                <a:rPr kumimoji="1" lang="en-US" altLang="zh-CN" sz="2000" b="1">
                  <a:solidFill>
                    <a:prstClr val="black"/>
                  </a:solidFill>
                  <a:latin typeface="华文楷体" panose="02010600040101010101" pitchFamily="2" charset="-122"/>
                </a:rPr>
                <a:t>$</a:t>
              </a:r>
              <a:endParaRPr kumimoji="1" lang="en-US" altLang="zh-CN" sz="2000" b="1" i="1">
                <a:solidFill>
                  <a:prstClr val="black"/>
                </a:solidFill>
                <a:latin typeface="Times New Roman" panose="02020603050405020304" pitchFamily="18" charset="0"/>
              </a:endParaRPr>
            </a:p>
            <a:p>
              <a:pPr>
                <a:lnSpc>
                  <a:spcPts val="2200"/>
                </a:lnSpc>
                <a:defRPr/>
              </a:pPr>
              <a:r>
                <a:rPr kumimoji="1" lang="en-US" altLang="zh-CN" sz="2000" b="1" i="1">
                  <a:solidFill>
                    <a:prstClr val="black"/>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a:solidFill>
                    <a:prstClr val="black"/>
                  </a:solidFill>
                  <a:latin typeface="Times New Roman" panose="02020603050405020304" pitchFamily="18" charset="0"/>
                </a:rPr>
                <a:t>id </a:t>
              </a:r>
              <a:r>
                <a:rPr kumimoji="1" lang="en-US" altLang="zh-CN" sz="2000" b="1" i="1">
                  <a:solidFill>
                    <a:prstClr val="black"/>
                  </a:solidFill>
                  <a:latin typeface="Times New Roman" panose="02020603050405020304" pitchFamily="18" charset="0"/>
                </a:rPr>
                <a:t>, </a:t>
              </a:r>
              <a:r>
                <a:rPr kumimoji="1" lang="en-US" altLang="zh-CN" sz="2000" b="1">
                  <a:solidFill>
                    <a:prstClr val="black"/>
                  </a:solidFill>
                  <a:latin typeface="华文楷体" panose="02010600040101010101" pitchFamily="2" charset="-122"/>
                </a:rPr>
                <a:t>$</a:t>
              </a:r>
              <a:endParaRPr kumimoji="1" lang="en-US" altLang="zh-CN" sz="2000" b="1" i="1">
                <a:solidFill>
                  <a:prstClr val="black"/>
                </a:solidFill>
                <a:latin typeface="Times New Roman" panose="02020603050405020304" pitchFamily="18" charset="0"/>
              </a:endParaRPr>
            </a:p>
          </p:txBody>
        </p:sp>
        <p:sp>
          <p:nvSpPr>
            <p:cNvPr id="61492" name="Text Box 46"/>
            <p:cNvSpPr txBox="1">
              <a:spLocks noChangeArrowheads="1"/>
            </p:cNvSpPr>
            <p:nvPr/>
          </p:nvSpPr>
          <p:spPr bwMode="auto">
            <a:xfrm>
              <a:off x="6891381" y="1187474"/>
              <a:ext cx="360425" cy="400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61493" name="Line 47"/>
            <p:cNvSpPr>
              <a:spLocks noChangeShapeType="1"/>
            </p:cNvSpPr>
            <p:nvPr/>
          </p:nvSpPr>
          <p:spPr bwMode="auto">
            <a:xfrm>
              <a:off x="6940394" y="1406057"/>
              <a:ext cx="385967" cy="371307"/>
            </a:xfrm>
            <a:prstGeom prst="line">
              <a:avLst/>
            </a:prstGeom>
            <a:noFill/>
            <a:ln w="412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1" name="Text Box 48"/>
            <p:cNvSpPr txBox="1">
              <a:spLocks noChangeArrowheads="1"/>
            </p:cNvSpPr>
            <p:nvPr/>
          </p:nvSpPr>
          <p:spPr bwMode="auto">
            <a:xfrm>
              <a:off x="7348712" y="3592513"/>
              <a:ext cx="1395624"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prstClr val="black"/>
                  </a:solidFill>
                  <a:latin typeface="Times New Roman" panose="02020603050405020304" pitchFamily="18" charset="0"/>
                </a:rPr>
                <a:t>I</a:t>
              </a:r>
              <a:r>
                <a:rPr kumimoji="1" lang="en-US" altLang="zh-CN" sz="2000" b="1" i="1" baseline="-25000">
                  <a:solidFill>
                    <a:prstClr val="black"/>
                  </a:solidFill>
                  <a:latin typeface="Times New Roman" panose="02020603050405020304" pitchFamily="18" charset="0"/>
                </a:rPr>
                <a:t>12</a:t>
              </a:r>
              <a:r>
                <a:rPr kumimoji="1" lang="en-US" altLang="zh-CN" sz="2000" b="1">
                  <a:solidFill>
                    <a:prstClr val="black"/>
                  </a:solidFill>
                  <a:latin typeface="Times New Roman" panose="02020603050405020304" pitchFamily="18" charset="0"/>
                </a:rPr>
                <a:t>:</a:t>
              </a:r>
            </a:p>
            <a:p>
              <a:pPr>
                <a:defRPr/>
              </a:pPr>
              <a:r>
                <a:rPr kumimoji="1" lang="en-US" altLang="zh-CN" sz="2000" b="1" i="1">
                  <a:solidFill>
                    <a:prstClr val="black"/>
                  </a:solidFill>
                  <a:latin typeface="Times New Roman" panose="02020603050405020304" pitchFamily="18" charset="0"/>
                </a:rPr>
                <a:t>L→</a:t>
              </a:r>
              <a:r>
                <a:rPr kumimoji="1" lang="en-US" altLang="zh-CN" sz="2000" b="1">
                  <a:solidFill>
                    <a:prstClr val="black"/>
                  </a:solidFill>
                  <a:latin typeface="Times New Roman" panose="02020603050405020304" pitchFamily="18" charset="0"/>
                </a:rPr>
                <a:t>id</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solidFill>
                    <a:prstClr val="black"/>
                  </a:solidFill>
                  <a:latin typeface="Times New Roman" panose="02020603050405020304" pitchFamily="18" charset="0"/>
                </a:rPr>
                <a:t>, </a:t>
              </a:r>
              <a:r>
                <a:rPr kumimoji="1" lang="en-US" altLang="zh-CN" sz="2000" b="1">
                  <a:solidFill>
                    <a:prstClr val="black"/>
                  </a:solidFill>
                  <a:latin typeface="华文楷体" panose="02010600040101010101" pitchFamily="2" charset="-122"/>
                </a:rPr>
                <a:t>$</a:t>
              </a:r>
              <a:endParaRPr kumimoji="1" lang="en-US" altLang="zh-CN" sz="2000" b="1" i="1">
                <a:solidFill>
                  <a:prstClr val="black"/>
                </a:solidFill>
                <a:latin typeface="Times New Roman" panose="02020603050405020304" pitchFamily="18" charset="0"/>
              </a:endParaRPr>
            </a:p>
          </p:txBody>
        </p:sp>
        <p:sp>
          <p:nvSpPr>
            <p:cNvPr id="61495" name="Line 49"/>
            <p:cNvSpPr>
              <a:spLocks noChangeShapeType="1"/>
            </p:cNvSpPr>
            <p:nvPr/>
          </p:nvSpPr>
          <p:spPr bwMode="auto">
            <a:xfrm>
              <a:off x="6924342" y="1689736"/>
              <a:ext cx="401956" cy="1836102"/>
            </a:xfrm>
            <a:prstGeom prst="line">
              <a:avLst/>
            </a:prstGeom>
            <a:noFill/>
            <a:ln w="412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3" name="Text Box 50"/>
            <p:cNvSpPr txBox="1">
              <a:spLocks noChangeArrowheads="1"/>
            </p:cNvSpPr>
            <p:nvPr/>
          </p:nvSpPr>
          <p:spPr bwMode="auto">
            <a:xfrm>
              <a:off x="7348712" y="4371975"/>
              <a:ext cx="1403563"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prstClr val="black"/>
                  </a:solidFill>
                  <a:latin typeface="Times New Roman" panose="02020603050405020304" pitchFamily="18" charset="0"/>
                </a:rPr>
                <a:t>I</a:t>
              </a:r>
              <a:r>
                <a:rPr kumimoji="1" lang="en-US" altLang="zh-CN" sz="2000" b="1" i="1" baseline="-25000">
                  <a:solidFill>
                    <a:prstClr val="black"/>
                  </a:solidFill>
                  <a:latin typeface="Times New Roman" panose="02020603050405020304" pitchFamily="18" charset="0"/>
                </a:rPr>
                <a:t>13</a:t>
              </a:r>
              <a:r>
                <a:rPr kumimoji="1" lang="en-US" altLang="zh-CN" sz="2000" b="1">
                  <a:solidFill>
                    <a:prstClr val="black"/>
                  </a:solidFill>
                  <a:latin typeface="Times New Roman" panose="02020603050405020304" pitchFamily="18" charset="0"/>
                </a:rPr>
                <a:t>:</a:t>
              </a:r>
            </a:p>
            <a:p>
              <a:pPr>
                <a:defRPr/>
              </a:pPr>
              <a:r>
                <a:rPr kumimoji="1" lang="en-US" altLang="zh-CN" sz="2000" b="1" i="1">
                  <a:solidFill>
                    <a:prstClr val="black"/>
                  </a:solidFill>
                  <a:latin typeface="Times New Roman" panose="02020603050405020304" pitchFamily="18" charset="0"/>
                </a:rPr>
                <a:t>L→*R</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prstClr val="black"/>
                  </a:solidFill>
                  <a:latin typeface="Times New Roman" panose="02020603050405020304" pitchFamily="18" charset="0"/>
                </a:rPr>
                <a:t> , </a:t>
              </a:r>
              <a:r>
                <a:rPr kumimoji="1" lang="en-US" altLang="zh-CN" sz="2000" b="1">
                  <a:solidFill>
                    <a:prstClr val="black"/>
                  </a:solidFill>
                  <a:latin typeface="华文楷体" panose="02010600040101010101" pitchFamily="2" charset="-122"/>
                </a:rPr>
                <a:t>$</a:t>
              </a:r>
              <a:endParaRPr kumimoji="1" lang="en-US" altLang="zh-CN" sz="2000" b="1" i="1">
                <a:solidFill>
                  <a:prstClr val="black"/>
                </a:solidFill>
                <a:latin typeface="Times New Roman" panose="02020603050405020304" pitchFamily="18" charset="0"/>
              </a:endParaRPr>
            </a:p>
          </p:txBody>
        </p:sp>
        <p:sp>
          <p:nvSpPr>
            <p:cNvPr id="61497" name="Freeform 51"/>
            <p:cNvSpPr>
              <a:spLocks noChangeArrowheads="1"/>
            </p:cNvSpPr>
            <p:nvPr/>
          </p:nvSpPr>
          <p:spPr bwMode="auto">
            <a:xfrm>
              <a:off x="8723948" y="3188062"/>
              <a:ext cx="360425" cy="1612802"/>
            </a:xfrm>
            <a:custGeom>
              <a:avLst/>
              <a:gdLst>
                <a:gd name="T0" fmla="*/ 0 w 416"/>
                <a:gd name="T1" fmla="*/ 0 h 862"/>
                <a:gd name="T2" fmla="*/ 2147483646 w 416"/>
                <a:gd name="T3" fmla="*/ 2147483646 h 862"/>
                <a:gd name="T4" fmla="*/ 2147483646 w 416"/>
                <a:gd name="T5" fmla="*/ 2147483646 h 862"/>
                <a:gd name="T6" fmla="*/ 0 60000 65536"/>
                <a:gd name="T7" fmla="*/ 0 60000 65536"/>
                <a:gd name="T8" fmla="*/ 0 60000 65536"/>
                <a:gd name="T9" fmla="*/ 0 w 416"/>
                <a:gd name="T10" fmla="*/ 0 h 862"/>
                <a:gd name="T11" fmla="*/ 416 w 416"/>
                <a:gd name="T12" fmla="*/ 862 h 862"/>
              </a:gdLst>
              <a:ahLst/>
              <a:cxnLst>
                <a:cxn ang="T6">
                  <a:pos x="T0" y="T1"/>
                </a:cxn>
                <a:cxn ang="T7">
                  <a:pos x="T2" y="T3"/>
                </a:cxn>
                <a:cxn ang="T8">
                  <a:pos x="T4" y="T5"/>
                </a:cxn>
              </a:cxnLst>
              <a:rect l="T9" t="T10" r="T11" b="T12"/>
              <a:pathLst>
                <a:path w="416" h="862">
                  <a:moveTo>
                    <a:pt x="0" y="0"/>
                  </a:moveTo>
                  <a:cubicBezTo>
                    <a:pt x="200" y="177"/>
                    <a:pt x="400" y="355"/>
                    <a:pt x="408" y="499"/>
                  </a:cubicBezTo>
                  <a:cubicBezTo>
                    <a:pt x="416" y="643"/>
                    <a:pt x="231" y="752"/>
                    <a:pt x="46" y="862"/>
                  </a:cubicBezTo>
                </a:path>
              </a:pathLst>
            </a:custGeom>
            <a:noFill/>
            <a:ln w="38100">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498" name="Text Box 52"/>
            <p:cNvSpPr txBox="1">
              <a:spLocks noChangeArrowheads="1"/>
            </p:cNvSpPr>
            <p:nvPr/>
          </p:nvSpPr>
          <p:spPr bwMode="auto">
            <a:xfrm>
              <a:off x="8842765" y="2979448"/>
              <a:ext cx="457281" cy="369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a:solidFill>
                    <a:srgbClr val="000000"/>
                  </a:solidFill>
                  <a:latin typeface="Times New Roman" panose="02020603050405020304" pitchFamily="18" charset="0"/>
                </a:rPr>
                <a:t>R</a:t>
              </a:r>
            </a:p>
          </p:txBody>
        </p:sp>
        <p:sp>
          <p:nvSpPr>
            <p:cNvPr id="61499" name="Freeform 53"/>
            <p:cNvSpPr>
              <a:spLocks noChangeArrowheads="1"/>
            </p:cNvSpPr>
            <p:nvPr/>
          </p:nvSpPr>
          <p:spPr bwMode="auto">
            <a:xfrm>
              <a:off x="8746431" y="2015087"/>
              <a:ext cx="360425" cy="353990"/>
            </a:xfrm>
            <a:custGeom>
              <a:avLst/>
              <a:gdLst>
                <a:gd name="T0" fmla="*/ 0 w 227"/>
                <a:gd name="T1" fmla="*/ 0 h 227"/>
                <a:gd name="T2" fmla="*/ 2147483646 w 227"/>
                <a:gd name="T3" fmla="*/ 2147483646 h 227"/>
                <a:gd name="T4" fmla="*/ 0 w 227"/>
                <a:gd name="T5" fmla="*/ 2147483646 h 227"/>
                <a:gd name="T6" fmla="*/ 0 60000 65536"/>
                <a:gd name="T7" fmla="*/ 0 60000 65536"/>
                <a:gd name="T8" fmla="*/ 0 60000 65536"/>
                <a:gd name="T9" fmla="*/ 0 w 227"/>
                <a:gd name="T10" fmla="*/ 0 h 227"/>
                <a:gd name="T11" fmla="*/ 227 w 227"/>
                <a:gd name="T12" fmla="*/ 227 h 227"/>
              </a:gdLst>
              <a:ahLst/>
              <a:cxnLst>
                <a:cxn ang="T6">
                  <a:pos x="T0" y="T1"/>
                </a:cxn>
                <a:cxn ang="T7">
                  <a:pos x="T2" y="T3"/>
                </a:cxn>
                <a:cxn ang="T8">
                  <a:pos x="T4" y="T5"/>
                </a:cxn>
              </a:cxnLst>
              <a:rect l="T9" t="T10" r="T11" b="T12"/>
              <a:pathLst>
                <a:path w="227" h="227">
                  <a:moveTo>
                    <a:pt x="0" y="0"/>
                  </a:moveTo>
                  <a:cubicBezTo>
                    <a:pt x="113" y="3"/>
                    <a:pt x="227" y="7"/>
                    <a:pt x="227" y="45"/>
                  </a:cubicBezTo>
                  <a:cubicBezTo>
                    <a:pt x="227" y="83"/>
                    <a:pt x="113" y="155"/>
                    <a:pt x="0" y="227"/>
                  </a:cubicBezTo>
                </a:path>
              </a:pathLst>
            </a:custGeom>
            <a:noFill/>
            <a:ln w="38100">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500" name="Text Box 54"/>
            <p:cNvSpPr txBox="1">
              <a:spLocks noChangeArrowheads="1"/>
            </p:cNvSpPr>
            <p:nvPr/>
          </p:nvSpPr>
          <p:spPr bwMode="auto">
            <a:xfrm>
              <a:off x="8714675" y="1996038"/>
              <a:ext cx="533495" cy="400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61501" name="Text Box 55"/>
            <p:cNvSpPr txBox="1">
              <a:spLocks noChangeArrowheads="1"/>
            </p:cNvSpPr>
            <p:nvPr/>
          </p:nvSpPr>
          <p:spPr bwMode="auto">
            <a:xfrm>
              <a:off x="7858813" y="1420009"/>
              <a:ext cx="381068" cy="368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a:solidFill>
                    <a:srgbClr val="000000"/>
                  </a:solidFill>
                  <a:latin typeface="Times New Roman" panose="02020603050405020304" pitchFamily="18" charset="0"/>
                </a:rPr>
                <a:t>L</a:t>
              </a:r>
            </a:p>
          </p:txBody>
        </p:sp>
        <p:sp>
          <p:nvSpPr>
            <p:cNvPr id="61502" name="Line 56"/>
            <p:cNvSpPr>
              <a:spLocks noChangeShapeType="1"/>
            </p:cNvSpPr>
            <p:nvPr/>
          </p:nvSpPr>
          <p:spPr bwMode="auto">
            <a:xfrm flipV="1">
              <a:off x="7866454" y="1492013"/>
              <a:ext cx="0" cy="269859"/>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503" name="Line 56"/>
            <p:cNvSpPr>
              <a:spLocks noChangeShapeType="1"/>
            </p:cNvSpPr>
            <p:nvPr/>
          </p:nvSpPr>
          <p:spPr bwMode="auto">
            <a:xfrm flipH="1">
              <a:off x="7976011" y="3292103"/>
              <a:ext cx="9527" cy="317481"/>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504" name="Text Box 17"/>
            <p:cNvSpPr txBox="1">
              <a:spLocks noChangeArrowheads="1"/>
            </p:cNvSpPr>
            <p:nvPr/>
          </p:nvSpPr>
          <p:spPr bwMode="auto">
            <a:xfrm>
              <a:off x="7984558" y="3285174"/>
              <a:ext cx="533495" cy="369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a:solidFill>
                    <a:srgbClr val="000000"/>
                  </a:solidFill>
                  <a:latin typeface="Times New Roman" panose="02020603050405020304" pitchFamily="18" charset="0"/>
                </a:rPr>
                <a:t>id</a:t>
              </a:r>
            </a:p>
          </p:txBody>
        </p:sp>
        <p:sp>
          <p:nvSpPr>
            <p:cNvPr id="122" name="Text Box 18"/>
            <p:cNvSpPr txBox="1">
              <a:spLocks noChangeArrowheads="1"/>
            </p:cNvSpPr>
            <p:nvPr/>
          </p:nvSpPr>
          <p:spPr bwMode="auto">
            <a:xfrm>
              <a:off x="5289411" y="771525"/>
              <a:ext cx="1649664" cy="163195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dirty="0">
                  <a:solidFill>
                    <a:srgbClr val="000000"/>
                  </a:solidFill>
                  <a:latin typeface="Times New Roman" panose="02020603050405020304" pitchFamily="18" charset="0"/>
                </a:rPr>
                <a:t>I</a:t>
              </a:r>
              <a:r>
                <a:rPr kumimoji="1" lang="en-US" altLang="zh-CN" sz="2000" b="1" i="1" baseline="-25000" dirty="0">
                  <a:solidFill>
                    <a:srgbClr val="000000"/>
                  </a:solidFill>
                  <a:latin typeface="Times New Roman" panose="02020603050405020304" pitchFamily="18" charset="0"/>
                </a:rPr>
                <a:t>6</a:t>
              </a:r>
              <a:r>
                <a:rPr kumimoji="1" lang="en-US" altLang="zh-CN" sz="2000" b="1" dirty="0">
                  <a:solidFill>
                    <a:srgbClr val="000000"/>
                  </a:solidFill>
                  <a:latin typeface="Times New Roman" panose="02020603050405020304" pitchFamily="18" charset="0"/>
                </a:rPr>
                <a:t>:</a:t>
              </a:r>
            </a:p>
            <a:p>
              <a:pPr>
                <a:lnSpc>
                  <a:spcPts val="2400"/>
                </a:lnSpc>
                <a:defRPr/>
              </a:pPr>
              <a:r>
                <a:rPr kumimoji="1" lang="en-US" altLang="zh-CN" sz="2000" b="1" i="1" dirty="0">
                  <a:solidFill>
                    <a:srgbClr val="000000"/>
                  </a:solidFill>
                  <a:latin typeface="Times New Roman" panose="02020603050405020304" pitchFamily="18" charset="0"/>
                </a:rPr>
                <a:t>S→L=</a:t>
              </a:r>
              <a:r>
                <a:rPr lang="en-US" altLang="zh-CN" sz="2000" b="1" i="1" dirty="0">
                  <a:solidFill>
                    <a:srgbClr val="000000"/>
                  </a:solidFill>
                  <a:latin typeface="Times New Roman" panose="02020603050405020304" pitchFamily="18" charset="0"/>
                  <a:cs typeface="Times New Roman" panose="02020603050405020304" pitchFamily="18" charset="0"/>
                </a:rPr>
                <a:t> · </a:t>
              </a:r>
              <a:r>
                <a:rPr kumimoji="1" lang="en-US" altLang="zh-CN" sz="2000" b="1" i="1" dirty="0">
                  <a:solidFill>
                    <a:srgbClr val="000000"/>
                  </a:solidFill>
                  <a:latin typeface="Times New Roman" panose="02020603050405020304" pitchFamily="18" charset="0"/>
                </a:rPr>
                <a:t>R , </a:t>
              </a:r>
              <a:r>
                <a:rPr kumimoji="1" lang="en-US" altLang="zh-CN" sz="2000" b="1" dirty="0">
                  <a:solidFill>
                    <a:srgbClr val="000000"/>
                  </a:solidFill>
                  <a:latin typeface="华文楷体" panose="02010600040101010101" pitchFamily="2" charset="-122"/>
                </a:rPr>
                <a:t>$</a:t>
              </a:r>
              <a:endParaRPr kumimoji="1" lang="en-US" altLang="zh-CN" sz="2000" b="1" i="1" dirty="0">
                <a:solidFill>
                  <a:srgbClr val="000000"/>
                </a:solidFill>
                <a:latin typeface="Times New Roman" panose="02020603050405020304" pitchFamily="18" charset="0"/>
              </a:endParaRPr>
            </a:p>
            <a:p>
              <a:pPr>
                <a:lnSpc>
                  <a:spcPts val="2400"/>
                </a:lnSpc>
                <a:defRPr/>
              </a:pPr>
              <a:r>
                <a:rPr kumimoji="1" lang="en-US" altLang="zh-CN" sz="2000" b="1" i="1" dirty="0">
                  <a:solidFill>
                    <a:srgbClr val="000000"/>
                  </a:solidFill>
                  <a:latin typeface="Times New Roman" panose="02020603050405020304" pitchFamily="18" charset="0"/>
                </a:rPr>
                <a:t>R→</a:t>
              </a:r>
              <a:r>
                <a:rPr lang="en-US" altLang="zh-CN" sz="2000" b="1" i="1" dirty="0">
                  <a:solidFill>
                    <a:srgbClr val="000000"/>
                  </a:solidFill>
                  <a:latin typeface="Times New Roman" panose="02020603050405020304" pitchFamily="18" charset="0"/>
                  <a:cs typeface="Times New Roman" panose="02020603050405020304" pitchFamily="18" charset="0"/>
                </a:rPr>
                <a:t> · </a:t>
              </a:r>
              <a:r>
                <a:rPr kumimoji="1" lang="en-US" altLang="zh-CN" sz="2000" b="1" i="1" dirty="0">
                  <a:solidFill>
                    <a:srgbClr val="000000"/>
                  </a:solidFill>
                  <a:latin typeface="Times New Roman" panose="02020603050405020304" pitchFamily="18" charset="0"/>
                </a:rPr>
                <a:t>L , </a:t>
              </a:r>
              <a:r>
                <a:rPr kumimoji="1" lang="en-US" altLang="zh-CN" sz="2000" b="1" dirty="0">
                  <a:solidFill>
                    <a:srgbClr val="000000"/>
                  </a:solidFill>
                  <a:latin typeface="华文楷体" panose="02010600040101010101" pitchFamily="2" charset="-122"/>
                </a:rPr>
                <a:t>$</a:t>
              </a:r>
              <a:endParaRPr kumimoji="1" lang="en-US" altLang="zh-CN" sz="2000" b="1" i="1" dirty="0">
                <a:solidFill>
                  <a:srgbClr val="000000"/>
                </a:solidFill>
                <a:latin typeface="Times New Roman" panose="02020603050405020304" pitchFamily="18" charset="0"/>
              </a:endParaRPr>
            </a:p>
            <a:p>
              <a:pPr>
                <a:lnSpc>
                  <a:spcPts val="2400"/>
                </a:lnSpc>
                <a:defRPr/>
              </a:pPr>
              <a:r>
                <a:rPr kumimoji="1" lang="en-US" altLang="zh-CN" sz="2000" b="1" i="1" dirty="0">
                  <a:solidFill>
                    <a:srgbClr val="000000"/>
                  </a:solidFill>
                  <a:latin typeface="Times New Roman" panose="02020603050405020304" pitchFamily="18" charset="0"/>
                </a:rPr>
                <a:t>L→</a:t>
              </a:r>
              <a:r>
                <a:rPr lang="en-US" altLang="zh-CN" sz="2000" b="1" i="1" dirty="0">
                  <a:solidFill>
                    <a:srgbClr val="000000"/>
                  </a:solidFill>
                  <a:latin typeface="Times New Roman" panose="02020603050405020304" pitchFamily="18" charset="0"/>
                  <a:cs typeface="Times New Roman" panose="02020603050405020304" pitchFamily="18" charset="0"/>
                </a:rPr>
                <a:t> · </a:t>
              </a:r>
              <a:r>
                <a:rPr kumimoji="1" lang="en-US" altLang="zh-CN" sz="2000" b="1" i="1" dirty="0">
                  <a:solidFill>
                    <a:srgbClr val="000000"/>
                  </a:solidFill>
                  <a:latin typeface="Times New Roman" panose="02020603050405020304" pitchFamily="18" charset="0"/>
                </a:rPr>
                <a:t>*R , </a:t>
              </a:r>
              <a:r>
                <a:rPr kumimoji="1" lang="en-US" altLang="zh-CN" sz="2000" b="1" dirty="0">
                  <a:solidFill>
                    <a:srgbClr val="000000"/>
                  </a:solidFill>
                  <a:latin typeface="华文楷体" panose="02010600040101010101" pitchFamily="2" charset="-122"/>
                </a:rPr>
                <a:t>$</a:t>
              </a:r>
              <a:endParaRPr kumimoji="1" lang="en-US" altLang="zh-CN" sz="2000" b="1" i="1" dirty="0">
                <a:solidFill>
                  <a:srgbClr val="000000"/>
                </a:solidFill>
                <a:latin typeface="Times New Roman" panose="02020603050405020304" pitchFamily="18" charset="0"/>
              </a:endParaRPr>
            </a:p>
            <a:p>
              <a:pPr>
                <a:lnSpc>
                  <a:spcPts val="2400"/>
                </a:lnSpc>
                <a:defRPr/>
              </a:pPr>
              <a:r>
                <a:rPr kumimoji="1" lang="en-US" altLang="zh-CN" sz="2000" b="1" i="1" dirty="0">
                  <a:solidFill>
                    <a:srgbClr val="000000"/>
                  </a:solidFill>
                  <a:latin typeface="Times New Roman" panose="02020603050405020304" pitchFamily="18" charset="0"/>
                </a:rPr>
                <a:t>L→</a:t>
              </a:r>
              <a:r>
                <a:rPr lang="en-US" altLang="zh-CN" sz="2000" b="1" i="1" dirty="0">
                  <a:solidFill>
                    <a:srgbClr val="000000"/>
                  </a:solidFill>
                  <a:latin typeface="Times New Roman" panose="02020603050405020304" pitchFamily="18" charset="0"/>
                  <a:cs typeface="Times New Roman" panose="02020603050405020304" pitchFamily="18" charset="0"/>
                </a:rPr>
                <a:t> · </a:t>
              </a:r>
              <a:r>
                <a:rPr kumimoji="1" lang="en-US" altLang="zh-CN" sz="2000" b="1" dirty="0">
                  <a:solidFill>
                    <a:srgbClr val="000000"/>
                  </a:solidFill>
                  <a:latin typeface="Times New Roman" panose="02020603050405020304" pitchFamily="18" charset="0"/>
                </a:rPr>
                <a:t>id</a:t>
              </a:r>
              <a:r>
                <a:rPr kumimoji="1" lang="en-US" altLang="zh-CN" sz="2000" b="1" i="1" dirty="0">
                  <a:solidFill>
                    <a:srgbClr val="000000"/>
                  </a:solidFill>
                  <a:latin typeface="Times New Roman" panose="02020603050405020304" pitchFamily="18" charset="0"/>
                </a:rPr>
                <a:t> , </a:t>
              </a:r>
              <a:r>
                <a:rPr kumimoji="1" lang="en-US" altLang="zh-CN" sz="2000" b="1" dirty="0">
                  <a:solidFill>
                    <a:srgbClr val="000000"/>
                  </a:solidFill>
                  <a:latin typeface="华文楷体" panose="02010600040101010101" pitchFamily="2" charset="-122"/>
                </a:rPr>
                <a:t>$</a:t>
              </a:r>
              <a:endParaRPr kumimoji="1" lang="en-US" altLang="zh-CN" sz="2000" b="1" i="1" dirty="0">
                <a:solidFill>
                  <a:srgbClr val="000000"/>
                </a:solidFill>
                <a:latin typeface="Times New Roman" panose="02020603050405020304" pitchFamily="18" charset="0"/>
              </a:endParaRPr>
            </a:p>
          </p:txBody>
        </p:sp>
      </p:grpSp>
      <p:sp>
        <p:nvSpPr>
          <p:cNvPr id="126" name="矩形 125"/>
          <p:cNvSpPr/>
          <p:nvPr/>
        </p:nvSpPr>
        <p:spPr>
          <a:xfrm>
            <a:off x="7253288" y="811213"/>
            <a:ext cx="1558925" cy="792162"/>
          </a:xfrm>
          <a:prstGeom prst="rect">
            <a:avLst/>
          </a:prstGeom>
          <a:noFill/>
          <a:ln w="38100">
            <a:solidFill>
              <a:srgbClr val="FF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63495" name="矩形 1"/>
          <p:cNvSpPr>
            <a:spLocks noChangeArrowheads="1"/>
          </p:cNvSpPr>
          <p:nvPr/>
        </p:nvSpPr>
        <p:spPr bwMode="auto">
          <a:xfrm>
            <a:off x="-7938" y="811213"/>
            <a:ext cx="920751" cy="54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273050" indent="-27305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lnSpc>
                <a:spcPts val="3500"/>
              </a:lnSpc>
              <a:buClrTx/>
              <a:buFont typeface="Wingdings" panose="05000000000000000000" pitchFamily="2" charset="2"/>
              <a:buChar char="Ø"/>
            </a:pPr>
            <a:r>
              <a:rPr lang="zh-CN" altLang="en-US" sz="3200" b="1">
                <a:solidFill>
                  <a:srgbClr val="000000"/>
                </a:solidFill>
                <a:latin typeface="Times New Roman" panose="02020603050405020304" pitchFamily="18" charset="0"/>
                <a:ea typeface="华文楷体" panose="02010600040101010101" pitchFamily="2" charset="-122"/>
              </a:rPr>
              <a:t>例</a:t>
            </a:r>
            <a:endParaRPr lang="en-US" altLang="zh-CN" sz="3200" b="1">
              <a:solidFill>
                <a:srgbClr val="000000"/>
              </a:solidFill>
              <a:latin typeface="Times New Roman" panose="02020603050405020304" pitchFamily="18" charset="0"/>
              <a:cs typeface="Times New Roman" panose="02020603050405020304" pitchFamily="18" charset="0"/>
            </a:endParaRPr>
          </a:p>
        </p:txBody>
      </p:sp>
      <p:sp>
        <p:nvSpPr>
          <p:cNvPr id="63496" name="矩形 2"/>
          <p:cNvSpPr>
            <a:spLocks noChangeArrowheads="1"/>
          </p:cNvSpPr>
          <p:nvPr/>
        </p:nvSpPr>
        <p:spPr bwMode="auto">
          <a:xfrm>
            <a:off x="5214938" y="323850"/>
            <a:ext cx="15811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 typeface="Arial" panose="020B0604020202020204" pitchFamily="34" charset="0"/>
              <a:buNone/>
            </a:pPr>
            <a:r>
              <a:rPr lang="en-US" altLang="zh-CN" sz="2000" b="1" i="1">
                <a:solidFill>
                  <a:srgbClr val="2D83F4"/>
                </a:solidFill>
                <a:latin typeface="Times New Roman" panose="02020603050405020304" pitchFamily="18" charset="0"/>
                <a:cs typeface="Times New Roman" panose="02020603050405020304" pitchFamily="18" charset="0"/>
              </a:rPr>
              <a:t>LR</a:t>
            </a:r>
            <a:r>
              <a:rPr lang="en-US" altLang="zh-CN" sz="2000" b="1">
                <a:solidFill>
                  <a:srgbClr val="2D83F4"/>
                </a:solidFill>
                <a:latin typeface="Times New Roman" panose="02020603050405020304" pitchFamily="18" charset="0"/>
                <a:cs typeface="Times New Roman" panose="02020603050405020304" pitchFamily="18" charset="0"/>
              </a:rPr>
              <a:t>(1)</a:t>
            </a:r>
            <a:r>
              <a:rPr lang="zh-CN" altLang="en-US" sz="2000" b="1">
                <a:solidFill>
                  <a:srgbClr val="2D83F4"/>
                </a:solidFill>
                <a:latin typeface="Times New Roman" panose="02020603050405020304" pitchFamily="18" charset="0"/>
                <a:ea typeface="华文楷体" panose="02010600040101010101" pitchFamily="2" charset="-122"/>
                <a:cs typeface="Times New Roman" panose="02020603050405020304" pitchFamily="18" charset="0"/>
              </a:rPr>
              <a:t>分析器</a:t>
            </a:r>
          </a:p>
        </p:txBody>
      </p:sp>
      <p:sp>
        <p:nvSpPr>
          <p:cNvPr id="63" name="矩形 62"/>
          <p:cNvSpPr/>
          <p:nvPr/>
        </p:nvSpPr>
        <p:spPr>
          <a:xfrm>
            <a:off x="7283450" y="1708150"/>
            <a:ext cx="1525588" cy="1624013"/>
          </a:xfrm>
          <a:prstGeom prst="rect">
            <a:avLst/>
          </a:prstGeom>
          <a:noFill/>
          <a:ln w="38100">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64" name="矩形 63"/>
          <p:cNvSpPr/>
          <p:nvPr/>
        </p:nvSpPr>
        <p:spPr>
          <a:xfrm>
            <a:off x="3276600" y="3179763"/>
            <a:ext cx="1704975" cy="1624012"/>
          </a:xfrm>
          <a:prstGeom prst="rect">
            <a:avLst/>
          </a:prstGeom>
          <a:noFill/>
          <a:ln w="38100">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65" name="矩形 64"/>
          <p:cNvSpPr/>
          <p:nvPr/>
        </p:nvSpPr>
        <p:spPr>
          <a:xfrm>
            <a:off x="7285038" y="3552825"/>
            <a:ext cx="1527175" cy="792163"/>
          </a:xfrm>
          <a:prstGeom prst="rect">
            <a:avLst/>
          </a:prstGeom>
          <a:no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67" name="矩形 66"/>
          <p:cNvSpPr/>
          <p:nvPr/>
        </p:nvSpPr>
        <p:spPr>
          <a:xfrm>
            <a:off x="5219700" y="4227513"/>
            <a:ext cx="1704975" cy="792162"/>
          </a:xfrm>
          <a:prstGeom prst="rect">
            <a:avLst/>
          </a:prstGeom>
          <a:no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68" name="矩形 67"/>
          <p:cNvSpPr/>
          <p:nvPr/>
        </p:nvSpPr>
        <p:spPr>
          <a:xfrm>
            <a:off x="7281863" y="4349750"/>
            <a:ext cx="1527175" cy="752475"/>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71" name="矩形 70"/>
          <p:cNvSpPr/>
          <p:nvPr/>
        </p:nvSpPr>
        <p:spPr>
          <a:xfrm>
            <a:off x="5219700" y="2682875"/>
            <a:ext cx="1766888" cy="752475"/>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2" name="灯片编号占位符 1">
            <a:extLst>
              <a:ext uri="{FF2B5EF4-FFF2-40B4-BE49-F238E27FC236}">
                <a16:creationId xmlns:a16="http://schemas.microsoft.com/office/drawing/2014/main" id="{A0AE866B-603C-46DB-9B07-41EC44D8C024}"/>
              </a:ext>
            </a:extLst>
          </p:cNvPr>
          <p:cNvSpPr>
            <a:spLocks noGrp="1"/>
          </p:cNvSpPr>
          <p:nvPr>
            <p:ph type="sldNum" sz="quarter" idx="12"/>
          </p:nvPr>
        </p:nvSpPr>
        <p:spPr/>
        <p:txBody>
          <a:bodyPr/>
          <a:lstStyle/>
          <a:p>
            <a:pPr>
              <a:defRPr/>
            </a:pPr>
            <a:fld id="{76D20AB1-C80E-44EB-B890-88EEF3B3DC08}" type="slidenum">
              <a:rPr lang="zh-CN" altLang="en-US" smtClean="0"/>
              <a:pPr>
                <a:defRPr/>
              </a:pPr>
              <a:t>24</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3495"/>
                                        </p:tgtEl>
                                        <p:attrNameLst>
                                          <p:attrName>style.visibility</p:attrName>
                                        </p:attrNameLst>
                                      </p:cBhvr>
                                      <p:to>
                                        <p:strVal val="visible"/>
                                      </p:to>
                                    </p:set>
                                    <p:anim calcmode="lin" valueType="num">
                                      <p:cBhvr>
                                        <p:cTn id="7" dur="500" fill="hold"/>
                                        <p:tgtEl>
                                          <p:spTgt spid="63495"/>
                                        </p:tgtEl>
                                        <p:attrNameLst>
                                          <p:attrName>ppt_w</p:attrName>
                                        </p:attrNameLst>
                                      </p:cBhvr>
                                      <p:tavLst>
                                        <p:tav tm="0">
                                          <p:val>
                                            <p:fltVal val="0"/>
                                          </p:val>
                                        </p:tav>
                                        <p:tav tm="100000">
                                          <p:val>
                                            <p:strVal val="#ppt_w"/>
                                          </p:val>
                                        </p:tav>
                                      </p:tavLst>
                                    </p:anim>
                                    <p:anim calcmode="lin" valueType="num">
                                      <p:cBhvr>
                                        <p:cTn id="8" dur="500" fill="hold"/>
                                        <p:tgtEl>
                                          <p:spTgt spid="63495"/>
                                        </p:tgtEl>
                                        <p:attrNameLst>
                                          <p:attrName>ppt_h</p:attrName>
                                        </p:attrNameLst>
                                      </p:cBhvr>
                                      <p:tavLst>
                                        <p:tav tm="0">
                                          <p:val>
                                            <p:fltVal val="0"/>
                                          </p:val>
                                        </p:tav>
                                        <p:tav tm="100000">
                                          <p:val>
                                            <p:strVal val="#ppt_h"/>
                                          </p:val>
                                        </p:tav>
                                      </p:tavLst>
                                    </p:anim>
                                    <p:animEffect transition="in" filter="fade">
                                      <p:cBhvr>
                                        <p:cTn id="9" dur="500"/>
                                        <p:tgtEl>
                                          <p:spTgt spid="6349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59"/>
                                        </p:tgtEl>
                                        <p:attrNameLst>
                                          <p:attrName>style.visibility</p:attrName>
                                        </p:attrNameLst>
                                      </p:cBhvr>
                                      <p:to>
                                        <p:strVal val="visible"/>
                                      </p:to>
                                    </p:set>
                                    <p:anim calcmode="lin" valueType="num">
                                      <p:cBhvr>
                                        <p:cTn id="12" dur="500" fill="hold"/>
                                        <p:tgtEl>
                                          <p:spTgt spid="59"/>
                                        </p:tgtEl>
                                        <p:attrNameLst>
                                          <p:attrName>ppt_w</p:attrName>
                                        </p:attrNameLst>
                                      </p:cBhvr>
                                      <p:tavLst>
                                        <p:tav tm="0">
                                          <p:val>
                                            <p:fltVal val="0"/>
                                          </p:val>
                                        </p:tav>
                                        <p:tav tm="100000">
                                          <p:val>
                                            <p:strVal val="#ppt_w"/>
                                          </p:val>
                                        </p:tav>
                                      </p:tavLst>
                                    </p:anim>
                                    <p:anim calcmode="lin" valueType="num">
                                      <p:cBhvr>
                                        <p:cTn id="13" dur="500" fill="hold"/>
                                        <p:tgtEl>
                                          <p:spTgt spid="59"/>
                                        </p:tgtEl>
                                        <p:attrNameLst>
                                          <p:attrName>ppt_h</p:attrName>
                                        </p:attrNameLst>
                                      </p:cBhvr>
                                      <p:tavLst>
                                        <p:tav tm="0">
                                          <p:val>
                                            <p:fltVal val="0"/>
                                          </p:val>
                                        </p:tav>
                                        <p:tav tm="100000">
                                          <p:val>
                                            <p:strVal val="#ppt_h"/>
                                          </p:val>
                                        </p:tav>
                                      </p:tavLst>
                                    </p:anim>
                                    <p:animEffect transition="in" filter="fade">
                                      <p:cBhvr>
                                        <p:cTn id="14" dur="500"/>
                                        <p:tgtEl>
                                          <p:spTgt spid="59"/>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63496"/>
                                        </p:tgtEl>
                                        <p:attrNameLst>
                                          <p:attrName>style.visibility</p:attrName>
                                        </p:attrNameLst>
                                      </p:cBhvr>
                                      <p:to>
                                        <p:strVal val="visible"/>
                                      </p:to>
                                    </p:set>
                                    <p:anim calcmode="lin" valueType="num">
                                      <p:cBhvr>
                                        <p:cTn id="17" dur="500" fill="hold"/>
                                        <p:tgtEl>
                                          <p:spTgt spid="63496"/>
                                        </p:tgtEl>
                                        <p:attrNameLst>
                                          <p:attrName>ppt_w</p:attrName>
                                        </p:attrNameLst>
                                      </p:cBhvr>
                                      <p:tavLst>
                                        <p:tav tm="0">
                                          <p:val>
                                            <p:fltVal val="0"/>
                                          </p:val>
                                        </p:tav>
                                        <p:tav tm="100000">
                                          <p:val>
                                            <p:strVal val="#ppt_w"/>
                                          </p:val>
                                        </p:tav>
                                      </p:tavLst>
                                    </p:anim>
                                    <p:anim calcmode="lin" valueType="num">
                                      <p:cBhvr>
                                        <p:cTn id="18" dur="500" fill="hold"/>
                                        <p:tgtEl>
                                          <p:spTgt spid="63496"/>
                                        </p:tgtEl>
                                        <p:attrNameLst>
                                          <p:attrName>ppt_h</p:attrName>
                                        </p:attrNameLst>
                                      </p:cBhvr>
                                      <p:tavLst>
                                        <p:tav tm="0">
                                          <p:val>
                                            <p:fltVal val="0"/>
                                          </p:val>
                                        </p:tav>
                                        <p:tav tm="100000">
                                          <p:val>
                                            <p:strVal val="#ppt_h"/>
                                          </p:val>
                                        </p:tav>
                                      </p:tavLst>
                                    </p:anim>
                                    <p:animEffect transition="in" filter="fade">
                                      <p:cBhvr>
                                        <p:cTn id="19" dur="500"/>
                                        <p:tgtEl>
                                          <p:spTgt spid="63496"/>
                                        </p:tgtEl>
                                      </p:cBhvr>
                                    </p:animEffect>
                                  </p:childTnLst>
                                </p:cTn>
                              </p:par>
                              <p:par>
                                <p:cTn id="20" presetID="53" presetClass="entr" presetSubtype="16" fill="hold" nodeType="withEffect">
                                  <p:stCondLst>
                                    <p:cond delay="0"/>
                                  </p:stCondLst>
                                  <p:childTnLst>
                                    <p:set>
                                      <p:cBhvr>
                                        <p:cTn id="21" dur="1" fill="hold">
                                          <p:stCondLst>
                                            <p:cond delay="0"/>
                                          </p:stCondLst>
                                        </p:cTn>
                                        <p:tgtEl>
                                          <p:spTgt spid="63493"/>
                                        </p:tgtEl>
                                        <p:attrNameLst>
                                          <p:attrName>style.visibility</p:attrName>
                                        </p:attrNameLst>
                                      </p:cBhvr>
                                      <p:to>
                                        <p:strVal val="visible"/>
                                      </p:to>
                                    </p:set>
                                    <p:anim calcmode="lin" valueType="num">
                                      <p:cBhvr>
                                        <p:cTn id="22" dur="500" fill="hold"/>
                                        <p:tgtEl>
                                          <p:spTgt spid="63493"/>
                                        </p:tgtEl>
                                        <p:attrNameLst>
                                          <p:attrName>ppt_w</p:attrName>
                                        </p:attrNameLst>
                                      </p:cBhvr>
                                      <p:tavLst>
                                        <p:tav tm="0">
                                          <p:val>
                                            <p:fltVal val="0"/>
                                          </p:val>
                                        </p:tav>
                                        <p:tav tm="100000">
                                          <p:val>
                                            <p:strVal val="#ppt_w"/>
                                          </p:val>
                                        </p:tav>
                                      </p:tavLst>
                                    </p:anim>
                                    <p:anim calcmode="lin" valueType="num">
                                      <p:cBhvr>
                                        <p:cTn id="23" dur="500" fill="hold"/>
                                        <p:tgtEl>
                                          <p:spTgt spid="63493"/>
                                        </p:tgtEl>
                                        <p:attrNameLst>
                                          <p:attrName>ppt_h</p:attrName>
                                        </p:attrNameLst>
                                      </p:cBhvr>
                                      <p:tavLst>
                                        <p:tav tm="0">
                                          <p:val>
                                            <p:fltVal val="0"/>
                                          </p:val>
                                        </p:tav>
                                        <p:tav tm="100000">
                                          <p:val>
                                            <p:strVal val="#ppt_h"/>
                                          </p:val>
                                        </p:tav>
                                      </p:tavLst>
                                    </p:anim>
                                    <p:animEffect transition="in" filter="fade">
                                      <p:cBhvr>
                                        <p:cTn id="24" dur="500"/>
                                        <p:tgtEl>
                                          <p:spTgt spid="63493"/>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53" presetClass="entr" presetSubtype="16" fill="hold" grpId="0" nodeType="clickEffect">
                                  <p:stCondLst>
                                    <p:cond delay="0"/>
                                  </p:stCondLst>
                                  <p:childTnLst>
                                    <p:set>
                                      <p:cBhvr>
                                        <p:cTn id="28" dur="1" fill="hold">
                                          <p:stCondLst>
                                            <p:cond delay="0"/>
                                          </p:stCondLst>
                                        </p:cTn>
                                        <p:tgtEl>
                                          <p:spTgt spid="66"/>
                                        </p:tgtEl>
                                        <p:attrNameLst>
                                          <p:attrName>style.visibility</p:attrName>
                                        </p:attrNameLst>
                                      </p:cBhvr>
                                      <p:to>
                                        <p:strVal val="visible"/>
                                      </p:to>
                                    </p:set>
                                    <p:anim calcmode="lin" valueType="num">
                                      <p:cBhvr>
                                        <p:cTn id="29" dur="500" fill="hold"/>
                                        <p:tgtEl>
                                          <p:spTgt spid="66"/>
                                        </p:tgtEl>
                                        <p:attrNameLst>
                                          <p:attrName>ppt_w</p:attrName>
                                        </p:attrNameLst>
                                      </p:cBhvr>
                                      <p:tavLst>
                                        <p:tav tm="0">
                                          <p:val>
                                            <p:fltVal val="0"/>
                                          </p:val>
                                        </p:tav>
                                        <p:tav tm="100000">
                                          <p:val>
                                            <p:strVal val="#ppt_w"/>
                                          </p:val>
                                        </p:tav>
                                      </p:tavLst>
                                    </p:anim>
                                    <p:anim calcmode="lin" valueType="num">
                                      <p:cBhvr>
                                        <p:cTn id="30" dur="500" fill="hold"/>
                                        <p:tgtEl>
                                          <p:spTgt spid="66"/>
                                        </p:tgtEl>
                                        <p:attrNameLst>
                                          <p:attrName>ppt_h</p:attrName>
                                        </p:attrNameLst>
                                      </p:cBhvr>
                                      <p:tavLst>
                                        <p:tav tm="0">
                                          <p:val>
                                            <p:fltVal val="0"/>
                                          </p:val>
                                        </p:tav>
                                        <p:tav tm="100000">
                                          <p:val>
                                            <p:strVal val="#ppt_h"/>
                                          </p:val>
                                        </p:tav>
                                      </p:tavLst>
                                    </p:anim>
                                    <p:animEffect transition="in" filter="fade">
                                      <p:cBhvr>
                                        <p:cTn id="31" dur="500"/>
                                        <p:tgtEl>
                                          <p:spTgt spid="66"/>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126"/>
                                        </p:tgtEl>
                                        <p:attrNameLst>
                                          <p:attrName>style.visibility</p:attrName>
                                        </p:attrNameLst>
                                      </p:cBhvr>
                                      <p:to>
                                        <p:strVal val="visible"/>
                                      </p:to>
                                    </p:set>
                                    <p:anim calcmode="lin" valueType="num">
                                      <p:cBhvr>
                                        <p:cTn id="34" dur="500" fill="hold"/>
                                        <p:tgtEl>
                                          <p:spTgt spid="126"/>
                                        </p:tgtEl>
                                        <p:attrNameLst>
                                          <p:attrName>ppt_w</p:attrName>
                                        </p:attrNameLst>
                                      </p:cBhvr>
                                      <p:tavLst>
                                        <p:tav tm="0">
                                          <p:val>
                                            <p:fltVal val="0"/>
                                          </p:val>
                                        </p:tav>
                                        <p:tav tm="100000">
                                          <p:val>
                                            <p:strVal val="#ppt_w"/>
                                          </p:val>
                                        </p:tav>
                                      </p:tavLst>
                                    </p:anim>
                                    <p:anim calcmode="lin" valueType="num">
                                      <p:cBhvr>
                                        <p:cTn id="35" dur="500" fill="hold"/>
                                        <p:tgtEl>
                                          <p:spTgt spid="126"/>
                                        </p:tgtEl>
                                        <p:attrNameLst>
                                          <p:attrName>ppt_h</p:attrName>
                                        </p:attrNameLst>
                                      </p:cBhvr>
                                      <p:tavLst>
                                        <p:tav tm="0">
                                          <p:val>
                                            <p:fltVal val="0"/>
                                          </p:val>
                                        </p:tav>
                                        <p:tav tm="100000">
                                          <p:val>
                                            <p:strVal val="#ppt_h"/>
                                          </p:val>
                                        </p:tav>
                                      </p:tavLst>
                                    </p:anim>
                                    <p:animEffect transition="in" filter="fade">
                                      <p:cBhvr>
                                        <p:cTn id="36" dur="500"/>
                                        <p:tgtEl>
                                          <p:spTgt spid="126"/>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53" presetClass="exit" presetSubtype="32" fill="hold" grpId="1" nodeType="clickEffect">
                                  <p:stCondLst>
                                    <p:cond delay="0"/>
                                  </p:stCondLst>
                                  <p:childTnLst>
                                    <p:anim calcmode="lin" valueType="num">
                                      <p:cBhvr>
                                        <p:cTn id="40" dur="500"/>
                                        <p:tgtEl>
                                          <p:spTgt spid="66"/>
                                        </p:tgtEl>
                                        <p:attrNameLst>
                                          <p:attrName>ppt_w</p:attrName>
                                        </p:attrNameLst>
                                      </p:cBhvr>
                                      <p:tavLst>
                                        <p:tav tm="0">
                                          <p:val>
                                            <p:strVal val="ppt_w"/>
                                          </p:val>
                                        </p:tav>
                                        <p:tav tm="100000">
                                          <p:val>
                                            <p:fltVal val="0"/>
                                          </p:val>
                                        </p:tav>
                                      </p:tavLst>
                                    </p:anim>
                                    <p:anim calcmode="lin" valueType="num">
                                      <p:cBhvr>
                                        <p:cTn id="41" dur="500"/>
                                        <p:tgtEl>
                                          <p:spTgt spid="66"/>
                                        </p:tgtEl>
                                        <p:attrNameLst>
                                          <p:attrName>ppt_h</p:attrName>
                                        </p:attrNameLst>
                                      </p:cBhvr>
                                      <p:tavLst>
                                        <p:tav tm="0">
                                          <p:val>
                                            <p:strVal val="ppt_h"/>
                                          </p:val>
                                        </p:tav>
                                        <p:tav tm="100000">
                                          <p:val>
                                            <p:fltVal val="0"/>
                                          </p:val>
                                        </p:tav>
                                      </p:tavLst>
                                    </p:anim>
                                    <p:animEffect transition="out" filter="fade">
                                      <p:cBhvr>
                                        <p:cTn id="42" dur="500"/>
                                        <p:tgtEl>
                                          <p:spTgt spid="66"/>
                                        </p:tgtEl>
                                      </p:cBhvr>
                                    </p:animEffect>
                                    <p:set>
                                      <p:cBhvr>
                                        <p:cTn id="43" dur="1" fill="hold">
                                          <p:stCondLst>
                                            <p:cond delay="499"/>
                                          </p:stCondLst>
                                        </p:cTn>
                                        <p:tgtEl>
                                          <p:spTgt spid="66"/>
                                        </p:tgtEl>
                                        <p:attrNameLst>
                                          <p:attrName>style.visibility</p:attrName>
                                        </p:attrNameLst>
                                      </p:cBhvr>
                                      <p:to>
                                        <p:strVal val="hidden"/>
                                      </p:to>
                                    </p:set>
                                  </p:childTnLst>
                                </p:cTn>
                              </p:par>
                              <p:par>
                                <p:cTn id="44" presetID="53" presetClass="exit" presetSubtype="32" fill="hold" grpId="1" nodeType="withEffect">
                                  <p:stCondLst>
                                    <p:cond delay="0"/>
                                  </p:stCondLst>
                                  <p:childTnLst>
                                    <p:anim calcmode="lin" valueType="num">
                                      <p:cBhvr>
                                        <p:cTn id="45" dur="500"/>
                                        <p:tgtEl>
                                          <p:spTgt spid="126"/>
                                        </p:tgtEl>
                                        <p:attrNameLst>
                                          <p:attrName>ppt_w</p:attrName>
                                        </p:attrNameLst>
                                      </p:cBhvr>
                                      <p:tavLst>
                                        <p:tav tm="0">
                                          <p:val>
                                            <p:strVal val="ppt_w"/>
                                          </p:val>
                                        </p:tav>
                                        <p:tav tm="100000">
                                          <p:val>
                                            <p:fltVal val="0"/>
                                          </p:val>
                                        </p:tav>
                                      </p:tavLst>
                                    </p:anim>
                                    <p:anim calcmode="lin" valueType="num">
                                      <p:cBhvr>
                                        <p:cTn id="46" dur="500"/>
                                        <p:tgtEl>
                                          <p:spTgt spid="126"/>
                                        </p:tgtEl>
                                        <p:attrNameLst>
                                          <p:attrName>ppt_h</p:attrName>
                                        </p:attrNameLst>
                                      </p:cBhvr>
                                      <p:tavLst>
                                        <p:tav tm="0">
                                          <p:val>
                                            <p:strVal val="ppt_h"/>
                                          </p:val>
                                        </p:tav>
                                        <p:tav tm="100000">
                                          <p:val>
                                            <p:fltVal val="0"/>
                                          </p:val>
                                        </p:tav>
                                      </p:tavLst>
                                    </p:anim>
                                    <p:animEffect transition="out" filter="fade">
                                      <p:cBhvr>
                                        <p:cTn id="47" dur="500"/>
                                        <p:tgtEl>
                                          <p:spTgt spid="126"/>
                                        </p:tgtEl>
                                      </p:cBhvr>
                                    </p:animEffect>
                                    <p:set>
                                      <p:cBhvr>
                                        <p:cTn id="48" dur="1" fill="hold">
                                          <p:stCondLst>
                                            <p:cond delay="499"/>
                                          </p:stCondLst>
                                        </p:cTn>
                                        <p:tgtEl>
                                          <p:spTgt spid="126"/>
                                        </p:tgtEl>
                                        <p:attrNameLst>
                                          <p:attrName>style.visibility</p:attrName>
                                        </p:attrNameLst>
                                      </p:cBhvr>
                                      <p:to>
                                        <p:strVal val="hidden"/>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53" presetClass="entr" presetSubtype="16" fill="hold" grpId="0" nodeType="clickEffect">
                                  <p:stCondLst>
                                    <p:cond delay="0"/>
                                  </p:stCondLst>
                                  <p:childTnLst>
                                    <p:set>
                                      <p:cBhvr>
                                        <p:cTn id="52" dur="1" fill="hold">
                                          <p:stCondLst>
                                            <p:cond delay="0"/>
                                          </p:stCondLst>
                                        </p:cTn>
                                        <p:tgtEl>
                                          <p:spTgt spid="63"/>
                                        </p:tgtEl>
                                        <p:attrNameLst>
                                          <p:attrName>style.visibility</p:attrName>
                                        </p:attrNameLst>
                                      </p:cBhvr>
                                      <p:to>
                                        <p:strVal val="visible"/>
                                      </p:to>
                                    </p:set>
                                    <p:anim calcmode="lin" valueType="num">
                                      <p:cBhvr>
                                        <p:cTn id="53" dur="500" fill="hold"/>
                                        <p:tgtEl>
                                          <p:spTgt spid="63"/>
                                        </p:tgtEl>
                                        <p:attrNameLst>
                                          <p:attrName>ppt_w</p:attrName>
                                        </p:attrNameLst>
                                      </p:cBhvr>
                                      <p:tavLst>
                                        <p:tav tm="0">
                                          <p:val>
                                            <p:fltVal val="0"/>
                                          </p:val>
                                        </p:tav>
                                        <p:tav tm="100000">
                                          <p:val>
                                            <p:strVal val="#ppt_w"/>
                                          </p:val>
                                        </p:tav>
                                      </p:tavLst>
                                    </p:anim>
                                    <p:anim calcmode="lin" valueType="num">
                                      <p:cBhvr>
                                        <p:cTn id="54" dur="500" fill="hold"/>
                                        <p:tgtEl>
                                          <p:spTgt spid="63"/>
                                        </p:tgtEl>
                                        <p:attrNameLst>
                                          <p:attrName>ppt_h</p:attrName>
                                        </p:attrNameLst>
                                      </p:cBhvr>
                                      <p:tavLst>
                                        <p:tav tm="0">
                                          <p:val>
                                            <p:fltVal val="0"/>
                                          </p:val>
                                        </p:tav>
                                        <p:tav tm="100000">
                                          <p:val>
                                            <p:strVal val="#ppt_h"/>
                                          </p:val>
                                        </p:tav>
                                      </p:tavLst>
                                    </p:anim>
                                    <p:animEffect transition="in" filter="fade">
                                      <p:cBhvr>
                                        <p:cTn id="55" dur="500"/>
                                        <p:tgtEl>
                                          <p:spTgt spid="63"/>
                                        </p:tgtEl>
                                      </p:cBhvr>
                                    </p:animEffect>
                                  </p:childTnLst>
                                </p:cTn>
                              </p:par>
                              <p:par>
                                <p:cTn id="56" presetID="53" presetClass="entr" presetSubtype="16" fill="hold" grpId="0" nodeType="withEffect">
                                  <p:stCondLst>
                                    <p:cond delay="0"/>
                                  </p:stCondLst>
                                  <p:childTnLst>
                                    <p:set>
                                      <p:cBhvr>
                                        <p:cTn id="57" dur="1" fill="hold">
                                          <p:stCondLst>
                                            <p:cond delay="0"/>
                                          </p:stCondLst>
                                        </p:cTn>
                                        <p:tgtEl>
                                          <p:spTgt spid="64"/>
                                        </p:tgtEl>
                                        <p:attrNameLst>
                                          <p:attrName>style.visibility</p:attrName>
                                        </p:attrNameLst>
                                      </p:cBhvr>
                                      <p:to>
                                        <p:strVal val="visible"/>
                                      </p:to>
                                    </p:set>
                                    <p:anim calcmode="lin" valueType="num">
                                      <p:cBhvr>
                                        <p:cTn id="58" dur="500" fill="hold"/>
                                        <p:tgtEl>
                                          <p:spTgt spid="64"/>
                                        </p:tgtEl>
                                        <p:attrNameLst>
                                          <p:attrName>ppt_w</p:attrName>
                                        </p:attrNameLst>
                                      </p:cBhvr>
                                      <p:tavLst>
                                        <p:tav tm="0">
                                          <p:val>
                                            <p:fltVal val="0"/>
                                          </p:val>
                                        </p:tav>
                                        <p:tav tm="100000">
                                          <p:val>
                                            <p:strVal val="#ppt_w"/>
                                          </p:val>
                                        </p:tav>
                                      </p:tavLst>
                                    </p:anim>
                                    <p:anim calcmode="lin" valueType="num">
                                      <p:cBhvr>
                                        <p:cTn id="59" dur="500" fill="hold"/>
                                        <p:tgtEl>
                                          <p:spTgt spid="64"/>
                                        </p:tgtEl>
                                        <p:attrNameLst>
                                          <p:attrName>ppt_h</p:attrName>
                                        </p:attrNameLst>
                                      </p:cBhvr>
                                      <p:tavLst>
                                        <p:tav tm="0">
                                          <p:val>
                                            <p:fltVal val="0"/>
                                          </p:val>
                                        </p:tav>
                                        <p:tav tm="100000">
                                          <p:val>
                                            <p:strVal val="#ppt_h"/>
                                          </p:val>
                                        </p:tav>
                                      </p:tavLst>
                                    </p:anim>
                                    <p:animEffect transition="in" filter="fade">
                                      <p:cBhvr>
                                        <p:cTn id="60" dur="500"/>
                                        <p:tgtEl>
                                          <p:spTgt spid="64"/>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53" presetClass="exit" presetSubtype="32" fill="hold" grpId="1" nodeType="clickEffect">
                                  <p:stCondLst>
                                    <p:cond delay="0"/>
                                  </p:stCondLst>
                                  <p:childTnLst>
                                    <p:anim calcmode="lin" valueType="num">
                                      <p:cBhvr>
                                        <p:cTn id="64" dur="500"/>
                                        <p:tgtEl>
                                          <p:spTgt spid="63"/>
                                        </p:tgtEl>
                                        <p:attrNameLst>
                                          <p:attrName>ppt_w</p:attrName>
                                        </p:attrNameLst>
                                      </p:cBhvr>
                                      <p:tavLst>
                                        <p:tav tm="0">
                                          <p:val>
                                            <p:strVal val="ppt_w"/>
                                          </p:val>
                                        </p:tav>
                                        <p:tav tm="100000">
                                          <p:val>
                                            <p:fltVal val="0"/>
                                          </p:val>
                                        </p:tav>
                                      </p:tavLst>
                                    </p:anim>
                                    <p:anim calcmode="lin" valueType="num">
                                      <p:cBhvr>
                                        <p:cTn id="65" dur="500"/>
                                        <p:tgtEl>
                                          <p:spTgt spid="63"/>
                                        </p:tgtEl>
                                        <p:attrNameLst>
                                          <p:attrName>ppt_h</p:attrName>
                                        </p:attrNameLst>
                                      </p:cBhvr>
                                      <p:tavLst>
                                        <p:tav tm="0">
                                          <p:val>
                                            <p:strVal val="ppt_h"/>
                                          </p:val>
                                        </p:tav>
                                        <p:tav tm="100000">
                                          <p:val>
                                            <p:fltVal val="0"/>
                                          </p:val>
                                        </p:tav>
                                      </p:tavLst>
                                    </p:anim>
                                    <p:animEffect transition="out" filter="fade">
                                      <p:cBhvr>
                                        <p:cTn id="66" dur="500"/>
                                        <p:tgtEl>
                                          <p:spTgt spid="63"/>
                                        </p:tgtEl>
                                      </p:cBhvr>
                                    </p:animEffect>
                                    <p:set>
                                      <p:cBhvr>
                                        <p:cTn id="67" dur="1" fill="hold">
                                          <p:stCondLst>
                                            <p:cond delay="499"/>
                                          </p:stCondLst>
                                        </p:cTn>
                                        <p:tgtEl>
                                          <p:spTgt spid="63"/>
                                        </p:tgtEl>
                                        <p:attrNameLst>
                                          <p:attrName>style.visibility</p:attrName>
                                        </p:attrNameLst>
                                      </p:cBhvr>
                                      <p:to>
                                        <p:strVal val="hidden"/>
                                      </p:to>
                                    </p:set>
                                  </p:childTnLst>
                                </p:cTn>
                              </p:par>
                              <p:par>
                                <p:cTn id="68" presetID="53" presetClass="exit" presetSubtype="32" fill="hold" grpId="1" nodeType="withEffect">
                                  <p:stCondLst>
                                    <p:cond delay="0"/>
                                  </p:stCondLst>
                                  <p:childTnLst>
                                    <p:anim calcmode="lin" valueType="num">
                                      <p:cBhvr>
                                        <p:cTn id="69" dur="500"/>
                                        <p:tgtEl>
                                          <p:spTgt spid="64"/>
                                        </p:tgtEl>
                                        <p:attrNameLst>
                                          <p:attrName>ppt_w</p:attrName>
                                        </p:attrNameLst>
                                      </p:cBhvr>
                                      <p:tavLst>
                                        <p:tav tm="0">
                                          <p:val>
                                            <p:strVal val="ppt_w"/>
                                          </p:val>
                                        </p:tav>
                                        <p:tav tm="100000">
                                          <p:val>
                                            <p:fltVal val="0"/>
                                          </p:val>
                                        </p:tav>
                                      </p:tavLst>
                                    </p:anim>
                                    <p:anim calcmode="lin" valueType="num">
                                      <p:cBhvr>
                                        <p:cTn id="70" dur="500"/>
                                        <p:tgtEl>
                                          <p:spTgt spid="64"/>
                                        </p:tgtEl>
                                        <p:attrNameLst>
                                          <p:attrName>ppt_h</p:attrName>
                                        </p:attrNameLst>
                                      </p:cBhvr>
                                      <p:tavLst>
                                        <p:tav tm="0">
                                          <p:val>
                                            <p:strVal val="ppt_h"/>
                                          </p:val>
                                        </p:tav>
                                        <p:tav tm="100000">
                                          <p:val>
                                            <p:fltVal val="0"/>
                                          </p:val>
                                        </p:tav>
                                      </p:tavLst>
                                    </p:anim>
                                    <p:animEffect transition="out" filter="fade">
                                      <p:cBhvr>
                                        <p:cTn id="71" dur="500"/>
                                        <p:tgtEl>
                                          <p:spTgt spid="64"/>
                                        </p:tgtEl>
                                      </p:cBhvr>
                                    </p:animEffect>
                                    <p:set>
                                      <p:cBhvr>
                                        <p:cTn id="72" dur="1" fill="hold">
                                          <p:stCondLst>
                                            <p:cond delay="499"/>
                                          </p:stCondLst>
                                        </p:cTn>
                                        <p:tgtEl>
                                          <p:spTgt spid="64"/>
                                        </p:tgtEl>
                                        <p:attrNameLst>
                                          <p:attrName>style.visibility</p:attrName>
                                        </p:attrNameLst>
                                      </p:cBhvr>
                                      <p:to>
                                        <p:strVal val="hidden"/>
                                      </p:to>
                                    </p:set>
                                  </p:childTnLst>
                                </p:cTn>
                              </p:par>
                            </p:childTnLst>
                          </p:cTn>
                        </p:par>
                      </p:childTnLst>
                    </p:cTn>
                  </p:par>
                  <p:par>
                    <p:cTn id="73" fill="hold" nodeType="clickPar">
                      <p:stCondLst>
                        <p:cond delay="indefinite"/>
                      </p:stCondLst>
                      <p:childTnLst>
                        <p:par>
                          <p:cTn id="74" fill="hold" nodeType="withGroup">
                            <p:stCondLst>
                              <p:cond delay="0"/>
                            </p:stCondLst>
                            <p:childTnLst>
                              <p:par>
                                <p:cTn id="75" presetID="53" presetClass="entr" presetSubtype="16" fill="hold" grpId="0" nodeType="clickEffect">
                                  <p:stCondLst>
                                    <p:cond delay="0"/>
                                  </p:stCondLst>
                                  <p:childTnLst>
                                    <p:set>
                                      <p:cBhvr>
                                        <p:cTn id="76" dur="1" fill="hold">
                                          <p:stCondLst>
                                            <p:cond delay="0"/>
                                          </p:stCondLst>
                                        </p:cTn>
                                        <p:tgtEl>
                                          <p:spTgt spid="65"/>
                                        </p:tgtEl>
                                        <p:attrNameLst>
                                          <p:attrName>style.visibility</p:attrName>
                                        </p:attrNameLst>
                                      </p:cBhvr>
                                      <p:to>
                                        <p:strVal val="visible"/>
                                      </p:to>
                                    </p:set>
                                    <p:anim calcmode="lin" valueType="num">
                                      <p:cBhvr>
                                        <p:cTn id="77" dur="500" fill="hold"/>
                                        <p:tgtEl>
                                          <p:spTgt spid="65"/>
                                        </p:tgtEl>
                                        <p:attrNameLst>
                                          <p:attrName>ppt_w</p:attrName>
                                        </p:attrNameLst>
                                      </p:cBhvr>
                                      <p:tavLst>
                                        <p:tav tm="0">
                                          <p:val>
                                            <p:fltVal val="0"/>
                                          </p:val>
                                        </p:tav>
                                        <p:tav tm="100000">
                                          <p:val>
                                            <p:strVal val="#ppt_w"/>
                                          </p:val>
                                        </p:tav>
                                      </p:tavLst>
                                    </p:anim>
                                    <p:anim calcmode="lin" valueType="num">
                                      <p:cBhvr>
                                        <p:cTn id="78" dur="500" fill="hold"/>
                                        <p:tgtEl>
                                          <p:spTgt spid="65"/>
                                        </p:tgtEl>
                                        <p:attrNameLst>
                                          <p:attrName>ppt_h</p:attrName>
                                        </p:attrNameLst>
                                      </p:cBhvr>
                                      <p:tavLst>
                                        <p:tav tm="0">
                                          <p:val>
                                            <p:fltVal val="0"/>
                                          </p:val>
                                        </p:tav>
                                        <p:tav tm="100000">
                                          <p:val>
                                            <p:strVal val="#ppt_h"/>
                                          </p:val>
                                        </p:tav>
                                      </p:tavLst>
                                    </p:anim>
                                    <p:animEffect transition="in" filter="fade">
                                      <p:cBhvr>
                                        <p:cTn id="79" dur="500"/>
                                        <p:tgtEl>
                                          <p:spTgt spid="65"/>
                                        </p:tgtEl>
                                      </p:cBhvr>
                                    </p:animEffect>
                                  </p:childTnLst>
                                </p:cTn>
                              </p:par>
                              <p:par>
                                <p:cTn id="80" presetID="53" presetClass="entr" presetSubtype="16" fill="hold" grpId="0" nodeType="withEffect">
                                  <p:stCondLst>
                                    <p:cond delay="0"/>
                                  </p:stCondLst>
                                  <p:childTnLst>
                                    <p:set>
                                      <p:cBhvr>
                                        <p:cTn id="81" dur="1" fill="hold">
                                          <p:stCondLst>
                                            <p:cond delay="0"/>
                                          </p:stCondLst>
                                        </p:cTn>
                                        <p:tgtEl>
                                          <p:spTgt spid="67"/>
                                        </p:tgtEl>
                                        <p:attrNameLst>
                                          <p:attrName>style.visibility</p:attrName>
                                        </p:attrNameLst>
                                      </p:cBhvr>
                                      <p:to>
                                        <p:strVal val="visible"/>
                                      </p:to>
                                    </p:set>
                                    <p:anim calcmode="lin" valueType="num">
                                      <p:cBhvr>
                                        <p:cTn id="82" dur="500" fill="hold"/>
                                        <p:tgtEl>
                                          <p:spTgt spid="67"/>
                                        </p:tgtEl>
                                        <p:attrNameLst>
                                          <p:attrName>ppt_w</p:attrName>
                                        </p:attrNameLst>
                                      </p:cBhvr>
                                      <p:tavLst>
                                        <p:tav tm="0">
                                          <p:val>
                                            <p:fltVal val="0"/>
                                          </p:val>
                                        </p:tav>
                                        <p:tav tm="100000">
                                          <p:val>
                                            <p:strVal val="#ppt_w"/>
                                          </p:val>
                                        </p:tav>
                                      </p:tavLst>
                                    </p:anim>
                                    <p:anim calcmode="lin" valueType="num">
                                      <p:cBhvr>
                                        <p:cTn id="83" dur="500" fill="hold"/>
                                        <p:tgtEl>
                                          <p:spTgt spid="67"/>
                                        </p:tgtEl>
                                        <p:attrNameLst>
                                          <p:attrName>ppt_h</p:attrName>
                                        </p:attrNameLst>
                                      </p:cBhvr>
                                      <p:tavLst>
                                        <p:tav tm="0">
                                          <p:val>
                                            <p:fltVal val="0"/>
                                          </p:val>
                                        </p:tav>
                                        <p:tav tm="100000">
                                          <p:val>
                                            <p:strVal val="#ppt_h"/>
                                          </p:val>
                                        </p:tav>
                                      </p:tavLst>
                                    </p:anim>
                                    <p:animEffect transition="in" filter="fade">
                                      <p:cBhvr>
                                        <p:cTn id="84" dur="500"/>
                                        <p:tgtEl>
                                          <p:spTgt spid="67"/>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53" presetClass="exit" presetSubtype="32" fill="hold" grpId="1" nodeType="clickEffect">
                                  <p:stCondLst>
                                    <p:cond delay="0"/>
                                  </p:stCondLst>
                                  <p:childTnLst>
                                    <p:anim calcmode="lin" valueType="num">
                                      <p:cBhvr>
                                        <p:cTn id="88" dur="500"/>
                                        <p:tgtEl>
                                          <p:spTgt spid="65"/>
                                        </p:tgtEl>
                                        <p:attrNameLst>
                                          <p:attrName>ppt_w</p:attrName>
                                        </p:attrNameLst>
                                      </p:cBhvr>
                                      <p:tavLst>
                                        <p:tav tm="0">
                                          <p:val>
                                            <p:strVal val="ppt_w"/>
                                          </p:val>
                                        </p:tav>
                                        <p:tav tm="100000">
                                          <p:val>
                                            <p:fltVal val="0"/>
                                          </p:val>
                                        </p:tav>
                                      </p:tavLst>
                                    </p:anim>
                                    <p:anim calcmode="lin" valueType="num">
                                      <p:cBhvr>
                                        <p:cTn id="89" dur="500"/>
                                        <p:tgtEl>
                                          <p:spTgt spid="65"/>
                                        </p:tgtEl>
                                        <p:attrNameLst>
                                          <p:attrName>ppt_h</p:attrName>
                                        </p:attrNameLst>
                                      </p:cBhvr>
                                      <p:tavLst>
                                        <p:tav tm="0">
                                          <p:val>
                                            <p:strVal val="ppt_h"/>
                                          </p:val>
                                        </p:tav>
                                        <p:tav tm="100000">
                                          <p:val>
                                            <p:fltVal val="0"/>
                                          </p:val>
                                        </p:tav>
                                      </p:tavLst>
                                    </p:anim>
                                    <p:animEffect transition="out" filter="fade">
                                      <p:cBhvr>
                                        <p:cTn id="90" dur="500"/>
                                        <p:tgtEl>
                                          <p:spTgt spid="65"/>
                                        </p:tgtEl>
                                      </p:cBhvr>
                                    </p:animEffect>
                                    <p:set>
                                      <p:cBhvr>
                                        <p:cTn id="91" dur="1" fill="hold">
                                          <p:stCondLst>
                                            <p:cond delay="499"/>
                                          </p:stCondLst>
                                        </p:cTn>
                                        <p:tgtEl>
                                          <p:spTgt spid="65"/>
                                        </p:tgtEl>
                                        <p:attrNameLst>
                                          <p:attrName>style.visibility</p:attrName>
                                        </p:attrNameLst>
                                      </p:cBhvr>
                                      <p:to>
                                        <p:strVal val="hidden"/>
                                      </p:to>
                                    </p:set>
                                  </p:childTnLst>
                                </p:cTn>
                              </p:par>
                              <p:par>
                                <p:cTn id="92" presetID="53" presetClass="exit" presetSubtype="32" fill="hold" grpId="1" nodeType="withEffect">
                                  <p:stCondLst>
                                    <p:cond delay="0"/>
                                  </p:stCondLst>
                                  <p:childTnLst>
                                    <p:anim calcmode="lin" valueType="num">
                                      <p:cBhvr>
                                        <p:cTn id="93" dur="500"/>
                                        <p:tgtEl>
                                          <p:spTgt spid="67"/>
                                        </p:tgtEl>
                                        <p:attrNameLst>
                                          <p:attrName>ppt_w</p:attrName>
                                        </p:attrNameLst>
                                      </p:cBhvr>
                                      <p:tavLst>
                                        <p:tav tm="0">
                                          <p:val>
                                            <p:strVal val="ppt_w"/>
                                          </p:val>
                                        </p:tav>
                                        <p:tav tm="100000">
                                          <p:val>
                                            <p:fltVal val="0"/>
                                          </p:val>
                                        </p:tav>
                                      </p:tavLst>
                                    </p:anim>
                                    <p:anim calcmode="lin" valueType="num">
                                      <p:cBhvr>
                                        <p:cTn id="94" dur="500"/>
                                        <p:tgtEl>
                                          <p:spTgt spid="67"/>
                                        </p:tgtEl>
                                        <p:attrNameLst>
                                          <p:attrName>ppt_h</p:attrName>
                                        </p:attrNameLst>
                                      </p:cBhvr>
                                      <p:tavLst>
                                        <p:tav tm="0">
                                          <p:val>
                                            <p:strVal val="ppt_h"/>
                                          </p:val>
                                        </p:tav>
                                        <p:tav tm="100000">
                                          <p:val>
                                            <p:fltVal val="0"/>
                                          </p:val>
                                        </p:tav>
                                      </p:tavLst>
                                    </p:anim>
                                    <p:animEffect transition="out" filter="fade">
                                      <p:cBhvr>
                                        <p:cTn id="95" dur="500"/>
                                        <p:tgtEl>
                                          <p:spTgt spid="67"/>
                                        </p:tgtEl>
                                      </p:cBhvr>
                                    </p:animEffect>
                                    <p:set>
                                      <p:cBhvr>
                                        <p:cTn id="96" dur="1" fill="hold">
                                          <p:stCondLst>
                                            <p:cond delay="499"/>
                                          </p:stCondLst>
                                        </p:cTn>
                                        <p:tgtEl>
                                          <p:spTgt spid="67"/>
                                        </p:tgtEl>
                                        <p:attrNameLst>
                                          <p:attrName>style.visibility</p:attrName>
                                        </p:attrNameLst>
                                      </p:cBhvr>
                                      <p:to>
                                        <p:strVal val="hidden"/>
                                      </p:to>
                                    </p:set>
                                  </p:childTnLst>
                                </p:cTn>
                              </p:par>
                            </p:childTnLst>
                          </p:cTn>
                        </p:par>
                      </p:childTnLst>
                    </p:cTn>
                  </p:par>
                  <p:par>
                    <p:cTn id="97" fill="hold" nodeType="clickPar">
                      <p:stCondLst>
                        <p:cond delay="indefinite"/>
                      </p:stCondLst>
                      <p:childTnLst>
                        <p:par>
                          <p:cTn id="98" fill="hold" nodeType="withGroup">
                            <p:stCondLst>
                              <p:cond delay="0"/>
                            </p:stCondLst>
                            <p:childTnLst>
                              <p:par>
                                <p:cTn id="99" presetID="53" presetClass="entr" presetSubtype="16" fill="hold" grpId="0" nodeType="clickEffect">
                                  <p:stCondLst>
                                    <p:cond delay="0"/>
                                  </p:stCondLst>
                                  <p:childTnLst>
                                    <p:set>
                                      <p:cBhvr>
                                        <p:cTn id="100" dur="1" fill="hold">
                                          <p:stCondLst>
                                            <p:cond delay="0"/>
                                          </p:stCondLst>
                                        </p:cTn>
                                        <p:tgtEl>
                                          <p:spTgt spid="68"/>
                                        </p:tgtEl>
                                        <p:attrNameLst>
                                          <p:attrName>style.visibility</p:attrName>
                                        </p:attrNameLst>
                                      </p:cBhvr>
                                      <p:to>
                                        <p:strVal val="visible"/>
                                      </p:to>
                                    </p:set>
                                    <p:anim calcmode="lin" valueType="num">
                                      <p:cBhvr>
                                        <p:cTn id="101" dur="500" fill="hold"/>
                                        <p:tgtEl>
                                          <p:spTgt spid="68"/>
                                        </p:tgtEl>
                                        <p:attrNameLst>
                                          <p:attrName>ppt_w</p:attrName>
                                        </p:attrNameLst>
                                      </p:cBhvr>
                                      <p:tavLst>
                                        <p:tav tm="0">
                                          <p:val>
                                            <p:fltVal val="0"/>
                                          </p:val>
                                        </p:tav>
                                        <p:tav tm="100000">
                                          <p:val>
                                            <p:strVal val="#ppt_w"/>
                                          </p:val>
                                        </p:tav>
                                      </p:tavLst>
                                    </p:anim>
                                    <p:anim calcmode="lin" valueType="num">
                                      <p:cBhvr>
                                        <p:cTn id="102" dur="500" fill="hold"/>
                                        <p:tgtEl>
                                          <p:spTgt spid="68"/>
                                        </p:tgtEl>
                                        <p:attrNameLst>
                                          <p:attrName>ppt_h</p:attrName>
                                        </p:attrNameLst>
                                      </p:cBhvr>
                                      <p:tavLst>
                                        <p:tav tm="0">
                                          <p:val>
                                            <p:fltVal val="0"/>
                                          </p:val>
                                        </p:tav>
                                        <p:tav tm="100000">
                                          <p:val>
                                            <p:strVal val="#ppt_h"/>
                                          </p:val>
                                        </p:tav>
                                      </p:tavLst>
                                    </p:anim>
                                    <p:animEffect transition="in" filter="fade">
                                      <p:cBhvr>
                                        <p:cTn id="103" dur="500"/>
                                        <p:tgtEl>
                                          <p:spTgt spid="68"/>
                                        </p:tgtEl>
                                      </p:cBhvr>
                                    </p:animEffect>
                                  </p:childTnLst>
                                </p:cTn>
                              </p:par>
                              <p:par>
                                <p:cTn id="104" presetID="53" presetClass="entr" presetSubtype="16" fill="hold" grpId="0" nodeType="withEffect">
                                  <p:stCondLst>
                                    <p:cond delay="0"/>
                                  </p:stCondLst>
                                  <p:childTnLst>
                                    <p:set>
                                      <p:cBhvr>
                                        <p:cTn id="105" dur="1" fill="hold">
                                          <p:stCondLst>
                                            <p:cond delay="0"/>
                                          </p:stCondLst>
                                        </p:cTn>
                                        <p:tgtEl>
                                          <p:spTgt spid="71"/>
                                        </p:tgtEl>
                                        <p:attrNameLst>
                                          <p:attrName>style.visibility</p:attrName>
                                        </p:attrNameLst>
                                      </p:cBhvr>
                                      <p:to>
                                        <p:strVal val="visible"/>
                                      </p:to>
                                    </p:set>
                                    <p:anim calcmode="lin" valueType="num">
                                      <p:cBhvr>
                                        <p:cTn id="106" dur="500" fill="hold"/>
                                        <p:tgtEl>
                                          <p:spTgt spid="71"/>
                                        </p:tgtEl>
                                        <p:attrNameLst>
                                          <p:attrName>ppt_w</p:attrName>
                                        </p:attrNameLst>
                                      </p:cBhvr>
                                      <p:tavLst>
                                        <p:tav tm="0">
                                          <p:val>
                                            <p:fltVal val="0"/>
                                          </p:val>
                                        </p:tav>
                                        <p:tav tm="100000">
                                          <p:val>
                                            <p:strVal val="#ppt_w"/>
                                          </p:val>
                                        </p:tav>
                                      </p:tavLst>
                                    </p:anim>
                                    <p:anim calcmode="lin" valueType="num">
                                      <p:cBhvr>
                                        <p:cTn id="107" dur="500" fill="hold"/>
                                        <p:tgtEl>
                                          <p:spTgt spid="71"/>
                                        </p:tgtEl>
                                        <p:attrNameLst>
                                          <p:attrName>ppt_h</p:attrName>
                                        </p:attrNameLst>
                                      </p:cBhvr>
                                      <p:tavLst>
                                        <p:tav tm="0">
                                          <p:val>
                                            <p:fltVal val="0"/>
                                          </p:val>
                                        </p:tav>
                                        <p:tav tm="100000">
                                          <p:val>
                                            <p:strVal val="#ppt_h"/>
                                          </p:val>
                                        </p:tav>
                                      </p:tavLst>
                                    </p:anim>
                                    <p:animEffect transition="in" filter="fade">
                                      <p:cBhvr>
                                        <p:cTn id="108"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66" grpId="0" animBg="1"/>
      <p:bldP spid="66" grpId="1" animBg="1"/>
      <p:bldP spid="126" grpId="0" animBg="1"/>
      <p:bldP spid="126" grpId="1" animBg="1"/>
      <p:bldP spid="63495" grpId="0"/>
      <p:bldP spid="63496" grpId="0"/>
      <p:bldP spid="63" grpId="0" animBg="1"/>
      <p:bldP spid="63" grpId="1" animBg="1"/>
      <p:bldP spid="64" grpId="0" animBg="1"/>
      <p:bldP spid="64" grpId="1" animBg="1"/>
      <p:bldP spid="65" grpId="0" animBg="1"/>
      <p:bldP spid="65" grpId="1" animBg="1"/>
      <p:bldP spid="67" grpId="0" animBg="1"/>
      <p:bldP spid="67" grpId="1" animBg="1"/>
      <p:bldP spid="68" grpId="0" animBg="1"/>
      <p:bldP spid="71"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内容占位符 2"/>
          <p:cNvSpPr>
            <a:spLocks noGrp="1" noChangeArrowheads="1"/>
          </p:cNvSpPr>
          <p:nvPr>
            <p:ph idx="1"/>
          </p:nvPr>
        </p:nvSpPr>
        <p:spPr>
          <a:xfrm>
            <a:off x="428625" y="785813"/>
            <a:ext cx="8015288" cy="3948112"/>
          </a:xfrm>
        </p:spPr>
        <p:txBody>
          <a:bodyPr/>
          <a:lstStyle/>
          <a:p>
            <a:pPr eaLnBrk="1" hangingPunct="1">
              <a:lnSpc>
                <a:spcPts val="4000"/>
              </a:lnSpc>
              <a:buClr>
                <a:schemeClr val="tx1"/>
              </a:buClr>
              <a:buFont typeface="Wingdings" pitchFamily="2" charset="2"/>
              <a:buChar char="Ø"/>
              <a:defRPr/>
            </a:pPr>
            <a:r>
              <a:rPr lang="zh-CN" altLang="en-US" sz="2800" b="1" dirty="0">
                <a:solidFill>
                  <a:schemeClr val="tx1"/>
                </a:solidFill>
                <a:latin typeface="+mn-ea"/>
              </a:rPr>
              <a:t>寻找具有</a:t>
            </a:r>
            <a:r>
              <a:rPr lang="zh-CN" altLang="en-US" sz="2800" b="1" dirty="0">
                <a:solidFill>
                  <a:srgbClr val="2D83F4"/>
                </a:solidFill>
                <a:latin typeface="+mn-ea"/>
              </a:rPr>
              <a:t>相同核心</a:t>
            </a:r>
            <a:r>
              <a:rPr lang="zh-CN" altLang="en-US" sz="2800" b="1" dirty="0">
                <a:solidFill>
                  <a:schemeClr val="tx1"/>
                </a:solidFill>
                <a:latin typeface="+mn-ea"/>
              </a:rPr>
              <a:t>的</a:t>
            </a:r>
            <a:r>
              <a:rPr lang="en-US" altLang="zh-CN" sz="2800" b="1" i="1" dirty="0">
                <a:solidFill>
                  <a:schemeClr val="tx1"/>
                </a:solidFill>
              </a:rPr>
              <a:t>LR</a:t>
            </a:r>
            <a:r>
              <a:rPr lang="en-US" altLang="zh-CN" sz="2800" i="1" dirty="0">
                <a:solidFill>
                  <a:schemeClr val="tx1"/>
                </a:solidFill>
              </a:rPr>
              <a:t>  </a:t>
            </a:r>
            <a:r>
              <a:rPr lang="en-US" altLang="zh-CN" sz="2800" b="1" dirty="0">
                <a:solidFill>
                  <a:schemeClr val="tx1"/>
                </a:solidFill>
              </a:rPr>
              <a:t>(1)</a:t>
            </a:r>
            <a:r>
              <a:rPr lang="en-US" altLang="zh-CN" sz="2800" dirty="0">
                <a:solidFill>
                  <a:schemeClr val="tx1"/>
                </a:solidFill>
              </a:rPr>
              <a:t> </a:t>
            </a:r>
            <a:r>
              <a:rPr lang="zh-CN" altLang="en-US" sz="2800" b="1" dirty="0">
                <a:solidFill>
                  <a:schemeClr val="tx1"/>
                </a:solidFill>
                <a:latin typeface="+mn-ea"/>
              </a:rPr>
              <a:t>项集，并将这些项集合并为一个项集。</a:t>
            </a:r>
            <a:r>
              <a:rPr lang="en-US" altLang="zh-CN" sz="2800" b="1" dirty="0">
                <a:solidFill>
                  <a:schemeClr val="tx1"/>
                </a:solidFill>
                <a:latin typeface="+mn-ea"/>
              </a:rPr>
              <a:t> </a:t>
            </a:r>
            <a:r>
              <a:rPr lang="zh-CN" altLang="en-US" sz="2800" b="1" dirty="0">
                <a:solidFill>
                  <a:schemeClr val="tx1"/>
                </a:solidFill>
                <a:latin typeface="+mn-ea"/>
              </a:rPr>
              <a:t>所谓项集的核心就是其第一分量的集合</a:t>
            </a:r>
            <a:endParaRPr lang="en-US" altLang="zh-CN" sz="2800" b="1" dirty="0">
              <a:solidFill>
                <a:schemeClr val="tx1"/>
              </a:solidFill>
              <a:latin typeface="+mn-ea"/>
            </a:endParaRPr>
          </a:p>
          <a:p>
            <a:pPr eaLnBrk="1" hangingPunct="1">
              <a:lnSpc>
                <a:spcPts val="4000"/>
              </a:lnSpc>
              <a:buClr>
                <a:schemeClr val="tx1"/>
              </a:buClr>
              <a:buFont typeface="Wingdings" pitchFamily="2" charset="2"/>
              <a:buChar char="Ø"/>
              <a:defRPr/>
            </a:pPr>
            <a:r>
              <a:rPr lang="zh-CN" altLang="en-US" sz="2800" b="1" dirty="0">
                <a:solidFill>
                  <a:schemeClr val="tx1"/>
                </a:solidFill>
                <a:latin typeface="+mn-ea"/>
              </a:rPr>
              <a:t>然后根据合并后得到的项集族构造语法分析表</a:t>
            </a:r>
            <a:endParaRPr lang="en-US" altLang="zh-CN" sz="2800" b="1" dirty="0">
              <a:solidFill>
                <a:schemeClr val="tx1"/>
              </a:solidFill>
              <a:latin typeface="+mn-ea"/>
            </a:endParaRPr>
          </a:p>
          <a:p>
            <a:pPr eaLnBrk="1" hangingPunct="1">
              <a:lnSpc>
                <a:spcPts val="4000"/>
              </a:lnSpc>
              <a:buClr>
                <a:schemeClr val="tx1"/>
              </a:buClr>
              <a:buFont typeface="Wingdings" pitchFamily="2" charset="2"/>
              <a:buChar char="Ø"/>
              <a:defRPr/>
            </a:pPr>
            <a:r>
              <a:rPr lang="zh-CN" altLang="en-US" sz="2800" b="1" dirty="0">
                <a:solidFill>
                  <a:schemeClr val="tx1"/>
                </a:solidFill>
                <a:latin typeface="+mn-ea"/>
              </a:rPr>
              <a:t>如果分析表中</a:t>
            </a:r>
            <a:r>
              <a:rPr lang="zh-CN" altLang="en-US" sz="2800" b="1" dirty="0">
                <a:solidFill>
                  <a:srgbClr val="2D83F4"/>
                </a:solidFill>
                <a:latin typeface="+mn-ea"/>
              </a:rPr>
              <a:t>没有</a:t>
            </a:r>
            <a:r>
              <a:rPr lang="zh-CN" altLang="en-US" sz="2800" b="1" dirty="0">
                <a:solidFill>
                  <a:schemeClr val="tx1"/>
                </a:solidFill>
                <a:latin typeface="+mn-ea"/>
              </a:rPr>
              <a:t>语法分析动作</a:t>
            </a:r>
            <a:r>
              <a:rPr lang="zh-CN" altLang="en-US" sz="2800" b="1" dirty="0">
                <a:solidFill>
                  <a:srgbClr val="2D83F4"/>
                </a:solidFill>
                <a:latin typeface="+mn-ea"/>
              </a:rPr>
              <a:t>冲突</a:t>
            </a:r>
            <a:r>
              <a:rPr lang="zh-CN" altLang="en-US" sz="2800" b="1" dirty="0">
                <a:solidFill>
                  <a:schemeClr val="tx1"/>
                </a:solidFill>
                <a:latin typeface="+mn-ea"/>
              </a:rPr>
              <a:t>，给定的文法就称为</a:t>
            </a:r>
            <a:r>
              <a:rPr lang="en-US" altLang="zh-CN" sz="2800" b="1" i="1" dirty="0">
                <a:solidFill>
                  <a:srgbClr val="FF0000"/>
                </a:solidFill>
              </a:rPr>
              <a:t>LALR</a:t>
            </a:r>
            <a:r>
              <a:rPr lang="en-US" altLang="zh-CN" sz="2800" i="1" dirty="0">
                <a:solidFill>
                  <a:srgbClr val="FF0000"/>
                </a:solidFill>
              </a:rPr>
              <a:t>  </a:t>
            </a:r>
            <a:r>
              <a:rPr lang="en-US" altLang="zh-CN" sz="2800" b="1" dirty="0">
                <a:solidFill>
                  <a:srgbClr val="FF0000"/>
                </a:solidFill>
              </a:rPr>
              <a:t>(1)</a:t>
            </a:r>
            <a:r>
              <a:rPr lang="en-US" altLang="zh-CN" sz="2800" dirty="0">
                <a:solidFill>
                  <a:srgbClr val="FF0000"/>
                </a:solidFill>
              </a:rPr>
              <a:t> </a:t>
            </a:r>
            <a:r>
              <a:rPr lang="zh-CN" altLang="en-US" sz="2800" b="1" dirty="0">
                <a:solidFill>
                  <a:srgbClr val="FF0000"/>
                </a:solidFill>
                <a:latin typeface="+mn-ea"/>
              </a:rPr>
              <a:t>文法</a:t>
            </a:r>
            <a:r>
              <a:rPr lang="zh-CN" altLang="en-US" sz="2800" b="1" dirty="0">
                <a:solidFill>
                  <a:schemeClr val="tx1"/>
                </a:solidFill>
                <a:latin typeface="+mn-ea"/>
              </a:rPr>
              <a:t>，就可以根据该分析表进行语法分析</a:t>
            </a:r>
            <a:endParaRPr lang="en-US" altLang="zh-CN" dirty="0">
              <a:latin typeface="+mn-ea"/>
            </a:endParaRPr>
          </a:p>
        </p:txBody>
      </p:sp>
      <p:sp>
        <p:nvSpPr>
          <p:cNvPr id="63491" name="标题 1"/>
          <p:cNvSpPr>
            <a:spLocks noGrp="1" noChangeArrowheads="1"/>
          </p:cNvSpPr>
          <p:nvPr>
            <p:ph type="title"/>
          </p:nvPr>
        </p:nvSpPr>
        <p:spPr>
          <a:xfrm>
            <a:off x="755650" y="268288"/>
            <a:ext cx="7931150" cy="358775"/>
          </a:xfrm>
        </p:spPr>
        <p:txBody>
          <a:bodyPr/>
          <a:lstStyle/>
          <a:p>
            <a:pPr eaLnBrk="1" hangingPunct="1"/>
            <a:r>
              <a:rPr lang="en-US" altLang="zh-CN" sz="3000" i="1">
                <a:solidFill>
                  <a:schemeClr val="tx1"/>
                </a:solidFill>
                <a:ea typeface="黑体" panose="02010609060101010101" pitchFamily="49" charset="-122"/>
              </a:rPr>
              <a:t>LALR </a:t>
            </a:r>
            <a:r>
              <a:rPr lang="en-US" altLang="zh-CN" sz="3000">
                <a:solidFill>
                  <a:schemeClr val="tx1"/>
                </a:solidFill>
                <a:ea typeface="黑体" panose="02010609060101010101" pitchFamily="49" charset="-122"/>
              </a:rPr>
              <a:t>( </a:t>
            </a:r>
            <a:r>
              <a:rPr lang="en-US" altLang="zh-CN" sz="3000" i="1">
                <a:solidFill>
                  <a:schemeClr val="tx1"/>
                </a:solidFill>
                <a:ea typeface="黑体" panose="02010609060101010101" pitchFamily="49" charset="-122"/>
              </a:rPr>
              <a:t>lookahead-LR</a:t>
            </a:r>
            <a:r>
              <a:rPr lang="en-US" altLang="zh-CN" sz="3000">
                <a:solidFill>
                  <a:schemeClr val="tx1"/>
                </a:solidFill>
                <a:ea typeface="黑体" panose="02010609060101010101" pitchFamily="49" charset="-122"/>
              </a:rPr>
              <a:t> )</a:t>
            </a:r>
            <a:r>
              <a:rPr lang="zh-CN" altLang="en-US" sz="3000">
                <a:solidFill>
                  <a:schemeClr val="tx1"/>
                </a:solidFill>
                <a:latin typeface="微软雅黑" panose="020B0503020204020204" pitchFamily="34" charset="-122"/>
                <a:ea typeface="微软雅黑" panose="020B0503020204020204" pitchFamily="34" charset="-122"/>
              </a:rPr>
              <a:t>分析的基本思想</a:t>
            </a:r>
          </a:p>
        </p:txBody>
      </p:sp>
      <p:sp>
        <p:nvSpPr>
          <p:cNvPr id="2" name="灯片编号占位符 1">
            <a:extLst>
              <a:ext uri="{FF2B5EF4-FFF2-40B4-BE49-F238E27FC236}">
                <a16:creationId xmlns:a16="http://schemas.microsoft.com/office/drawing/2014/main" id="{171A89DB-E299-4462-B8E9-6DFDEBEC8074}"/>
              </a:ext>
            </a:extLst>
          </p:cNvPr>
          <p:cNvSpPr>
            <a:spLocks noGrp="1"/>
          </p:cNvSpPr>
          <p:nvPr>
            <p:ph type="sldNum" sz="quarter" idx="12"/>
          </p:nvPr>
        </p:nvSpPr>
        <p:spPr/>
        <p:txBody>
          <a:bodyPr/>
          <a:lstStyle/>
          <a:p>
            <a:pPr>
              <a:defRPr/>
            </a:pPr>
            <a:fld id="{76D20AB1-C80E-44EB-B890-88EEF3B3DC08}" type="slidenum">
              <a:rPr lang="zh-CN" altLang="en-US" smtClean="0"/>
              <a:pPr>
                <a:defRPr/>
              </a:pPr>
              <a:t>25</a:t>
            </a:fld>
            <a:endParaRPr lang="en-US" altLang="zh-CN"/>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 Box 5"/>
          <p:cNvSpPr txBox="1">
            <a:spLocks noChangeArrowheads="1"/>
          </p:cNvSpPr>
          <p:nvPr/>
        </p:nvSpPr>
        <p:spPr bwMode="auto">
          <a:xfrm>
            <a:off x="107950" y="1041400"/>
            <a:ext cx="1555750" cy="2154238"/>
          </a:xfrm>
          <a:prstGeom prst="rect">
            <a:avLst/>
          </a:prstGeom>
          <a:solidFill>
            <a:srgbClr val="B5CEED"/>
          </a:solidFill>
          <a:ln w="12700">
            <a:solidFill>
              <a:schemeClr val="tx1"/>
            </a:solidFill>
            <a:miter lim="800000"/>
            <a:headEnd type="none" w="sm" len="sm"/>
            <a:tailEnd type="none" w="sm" len="sm"/>
          </a:ln>
        </p:spPr>
        <p:txBody>
          <a:bodyPr tIns="0" bIns="0">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I</a:t>
            </a:r>
            <a:r>
              <a:rPr lang="en-US" altLang="zh-CN" sz="2000" b="1" i="1" baseline="-25000">
                <a:solidFill>
                  <a:srgbClr val="000000"/>
                </a:solidFill>
                <a:latin typeface="Times New Roman" panose="02020603050405020304" pitchFamily="18" charset="0"/>
              </a:rPr>
              <a:t>0</a:t>
            </a:r>
            <a:r>
              <a:rPr lang="en-US" altLang="zh-CN" sz="2000" b="1">
                <a:solidFill>
                  <a:srgbClr val="000000"/>
                </a:solidFill>
                <a:latin typeface="Times New Roman" panose="02020603050405020304" pitchFamily="18" charset="0"/>
              </a:rPr>
              <a:t>:</a:t>
            </a: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S′</a:t>
            </a:r>
            <a:r>
              <a:rPr lang="en-US" altLang="zh-CN" sz="2000" b="1" i="1">
                <a:solidFill>
                  <a:srgbClr val="000000"/>
                </a:solidFill>
                <a:latin typeface="Times New Roman" panose="02020603050405020304" pitchFamily="18" charset="0"/>
              </a:rPr>
              <a:t>→ · S</a:t>
            </a:r>
            <a:r>
              <a:rPr lang="zh-CN" altLang="en-US" sz="2000" b="1" i="1">
                <a:solidFill>
                  <a:srgbClr val="000000"/>
                </a:solidFill>
                <a:latin typeface="Times New Roman" panose="02020603050405020304" pitchFamily="18" charset="0"/>
              </a:rPr>
              <a:t> </a:t>
            </a:r>
            <a:r>
              <a:rPr lang="en-US" altLang="zh-CN" sz="2000" b="1" i="1">
                <a:solidFill>
                  <a:srgbClr val="000000"/>
                </a:solidFill>
                <a:latin typeface="Times New Roman" panose="02020603050405020304" pitchFamily="18" charset="0"/>
              </a:rPr>
              <a:t>,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S→· L=R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S→ · R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L→·*R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 · </a:t>
            </a:r>
            <a:r>
              <a:rPr lang="en-US" altLang="zh-CN" sz="2000" b="1">
                <a:solidFill>
                  <a:srgbClr val="000000"/>
                </a:solidFill>
                <a:latin typeface="Times New Roman" panose="02020603050405020304" pitchFamily="18" charset="0"/>
              </a:rPr>
              <a:t>id</a:t>
            </a:r>
            <a:r>
              <a:rPr lang="en-US" altLang="zh-CN" sz="2000" b="1" i="1">
                <a:solidFill>
                  <a:srgbClr val="000000"/>
                </a:solidFill>
                <a:latin typeface="Times New Roman" panose="02020603050405020304" pitchFamily="18" charset="0"/>
              </a:rPr>
              <a:t>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 · L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p:txBody>
      </p:sp>
      <p:sp>
        <p:nvSpPr>
          <p:cNvPr id="65539" name="Text Box 6"/>
          <p:cNvSpPr txBox="1">
            <a:spLocks noChangeArrowheads="1"/>
          </p:cNvSpPr>
          <p:nvPr/>
        </p:nvSpPr>
        <p:spPr bwMode="auto">
          <a:xfrm>
            <a:off x="1966913" y="682625"/>
            <a:ext cx="1223962" cy="708025"/>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I</a:t>
            </a:r>
            <a:r>
              <a:rPr lang="en-US" altLang="zh-CN" sz="2000" b="1" i="1" baseline="-25000">
                <a:solidFill>
                  <a:srgbClr val="000000"/>
                </a:solidFill>
                <a:latin typeface="Times New Roman" panose="02020603050405020304" pitchFamily="18" charset="0"/>
              </a:rPr>
              <a:t>1</a:t>
            </a:r>
            <a:r>
              <a:rPr lang="en-US" altLang="zh-CN" sz="2000" b="1">
                <a:solidFill>
                  <a:srgbClr val="000000"/>
                </a:solidFill>
                <a:latin typeface="Times New Roman" panose="02020603050405020304" pitchFamily="18" charset="0"/>
              </a:rPr>
              <a:t>:</a:t>
            </a: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S′</a:t>
            </a:r>
            <a:r>
              <a:rPr lang="en-US" altLang="zh-CN" sz="2000" b="1" i="1">
                <a:solidFill>
                  <a:srgbClr val="000000"/>
                </a:solidFill>
                <a:latin typeface="Times New Roman" panose="02020603050405020304" pitchFamily="18" charset="0"/>
              </a:rPr>
              <a:t>→S·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p:txBody>
      </p:sp>
      <p:sp>
        <p:nvSpPr>
          <p:cNvPr id="65540" name="Line 7"/>
          <p:cNvSpPr>
            <a:spLocks noChangeShapeType="1"/>
          </p:cNvSpPr>
          <p:nvPr/>
        </p:nvSpPr>
        <p:spPr bwMode="auto">
          <a:xfrm flipV="1">
            <a:off x="1689100" y="1273175"/>
            <a:ext cx="288925"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1499" name="Text Box 8"/>
          <p:cNvSpPr txBox="1">
            <a:spLocks noChangeArrowheads="1"/>
          </p:cNvSpPr>
          <p:nvPr/>
        </p:nvSpPr>
        <p:spPr bwMode="auto">
          <a:xfrm>
            <a:off x="1966913" y="1463675"/>
            <a:ext cx="1479550" cy="93821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2</a:t>
            </a:r>
            <a:r>
              <a:rPr kumimoji="1" lang="en-US" altLang="zh-CN" sz="2000" b="1">
                <a:solidFill>
                  <a:srgbClr val="000000"/>
                </a:solidFill>
                <a:latin typeface="Times New Roman" panose="02020603050405020304" pitchFamily="18" charset="0"/>
              </a:rPr>
              <a:t>:</a:t>
            </a:r>
          </a:p>
          <a:p>
            <a:pPr>
              <a:lnSpc>
                <a:spcPts val="2200"/>
              </a:lnSpc>
              <a:defRPr/>
            </a:pPr>
            <a:r>
              <a:rPr kumimoji="1" lang="en-US" altLang="zh-CN" sz="2000" b="1" i="1">
                <a:solidFill>
                  <a:srgbClr val="000000"/>
                </a:solidFill>
                <a:latin typeface="Times New Roman" panose="02020603050405020304" pitchFamily="18" charset="0"/>
              </a:rPr>
              <a:t>S→L</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en-US" altLang="zh-CN" sz="2000" b="1" i="1">
                <a:solidFill>
                  <a:srgbClr val="000000"/>
                </a:solidFill>
                <a:latin typeface="Times New Roman" panose="02020603050405020304" pitchFamily="18" charset="0"/>
              </a:rPr>
              <a:t>=R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200"/>
              </a:lnSpc>
              <a:defRPr/>
            </a:pPr>
            <a:r>
              <a:rPr kumimoji="1" lang="en-US" altLang="zh-CN" sz="2000" b="1" i="1">
                <a:solidFill>
                  <a:srgbClr val="000000"/>
                </a:solidFill>
                <a:latin typeface="Times New Roman" panose="02020603050405020304" pitchFamily="18" charset="0"/>
              </a:rPr>
              <a:t>R→L</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en-US" altLang="zh-CN" sz="2000" b="1" i="1">
                <a:solidFill>
                  <a:srgbClr val="000000"/>
                </a:solidFill>
                <a:latin typeface="Times New Roman" panose="02020603050405020304" pitchFamily="18" charset="0"/>
              </a:rPr>
              <a:t>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65542" name="Line 9"/>
          <p:cNvSpPr>
            <a:spLocks noChangeShapeType="1"/>
          </p:cNvSpPr>
          <p:nvPr/>
        </p:nvSpPr>
        <p:spPr bwMode="auto">
          <a:xfrm flipV="1">
            <a:off x="1679575" y="1860550"/>
            <a:ext cx="29845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43" name="Text Box 10"/>
          <p:cNvSpPr txBox="1">
            <a:spLocks noChangeArrowheads="1"/>
          </p:cNvSpPr>
          <p:nvPr/>
        </p:nvSpPr>
        <p:spPr bwMode="auto">
          <a:xfrm>
            <a:off x="1655763" y="1465263"/>
            <a:ext cx="5032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a:t>
            </a:r>
          </a:p>
        </p:txBody>
      </p:sp>
      <p:sp>
        <p:nvSpPr>
          <p:cNvPr id="101502" name="Text Box 11"/>
          <p:cNvSpPr txBox="1">
            <a:spLocks noChangeArrowheads="1"/>
          </p:cNvSpPr>
          <p:nvPr/>
        </p:nvSpPr>
        <p:spPr bwMode="auto">
          <a:xfrm>
            <a:off x="1966913" y="2444750"/>
            <a:ext cx="1223962"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3</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S→R</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srgbClr val="000000"/>
                </a:solidFill>
                <a:latin typeface="Times New Roman" panose="02020603050405020304" pitchFamily="18" charset="0"/>
              </a:rPr>
              <a:t>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65545" name="Line 12"/>
          <p:cNvSpPr>
            <a:spLocks noChangeShapeType="1"/>
          </p:cNvSpPr>
          <p:nvPr/>
        </p:nvSpPr>
        <p:spPr bwMode="auto">
          <a:xfrm flipV="1">
            <a:off x="1655763" y="2700338"/>
            <a:ext cx="288925"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46" name="Text Box 13"/>
          <p:cNvSpPr txBox="1">
            <a:spLocks noChangeArrowheads="1"/>
          </p:cNvSpPr>
          <p:nvPr/>
        </p:nvSpPr>
        <p:spPr bwMode="auto">
          <a:xfrm>
            <a:off x="1628775" y="2333625"/>
            <a:ext cx="609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a:t>
            </a:r>
          </a:p>
        </p:txBody>
      </p:sp>
      <p:sp>
        <p:nvSpPr>
          <p:cNvPr id="101505" name="Text Box 14"/>
          <p:cNvSpPr txBox="1">
            <a:spLocks noChangeArrowheads="1"/>
          </p:cNvSpPr>
          <p:nvPr/>
        </p:nvSpPr>
        <p:spPr bwMode="auto">
          <a:xfrm>
            <a:off x="1978025" y="3236913"/>
            <a:ext cx="1568450" cy="1503362"/>
          </a:xfrm>
          <a:prstGeom prst="rect">
            <a:avLst/>
          </a:prstGeom>
          <a:solidFill>
            <a:schemeClr val="accent4">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sz="2000" b="1" i="1" dirty="0">
                <a:solidFill>
                  <a:srgbClr val="000000"/>
                </a:solidFill>
                <a:latin typeface="Times New Roman" panose="02020603050405020304" pitchFamily="18" charset="0"/>
              </a:rPr>
              <a:t>I</a:t>
            </a:r>
            <a:r>
              <a:rPr kumimoji="1" lang="en-US" altLang="zh-CN" sz="2000" b="1" i="1" baseline="-25000" dirty="0">
                <a:solidFill>
                  <a:srgbClr val="000000"/>
                </a:solidFill>
                <a:latin typeface="Times New Roman" panose="02020603050405020304" pitchFamily="18" charset="0"/>
              </a:rPr>
              <a:t>4</a:t>
            </a:r>
            <a:r>
              <a:rPr kumimoji="1" lang="en-US" altLang="zh-CN" sz="2000" b="1" dirty="0">
                <a:solidFill>
                  <a:srgbClr val="000000"/>
                </a:solidFill>
                <a:latin typeface="Times New Roman" panose="02020603050405020304" pitchFamily="18" charset="0"/>
              </a:rPr>
              <a:t>:</a:t>
            </a:r>
          </a:p>
          <a:p>
            <a:pPr>
              <a:lnSpc>
                <a:spcPts val="2200"/>
              </a:lnSpc>
              <a:defRPr/>
            </a:pPr>
            <a:r>
              <a:rPr kumimoji="1" lang="en-US" altLang="zh-CN" sz="2000" b="1" i="1" dirty="0">
                <a:solidFill>
                  <a:srgbClr val="000000"/>
                </a:solidFill>
                <a:latin typeface="Times New Roman" panose="02020603050405020304" pitchFamily="18" charset="0"/>
              </a:rPr>
              <a:t>L→*</a:t>
            </a:r>
            <a:r>
              <a:rPr lang="en-US" altLang="zh-CN" sz="2000" b="1" i="1" dirty="0">
                <a:solidFill>
                  <a:srgbClr val="000000"/>
                </a:solidFill>
                <a:latin typeface="Times New Roman" panose="02020603050405020304" pitchFamily="18" charset="0"/>
                <a:cs typeface="Times New Roman" panose="02020603050405020304" pitchFamily="18" charset="0"/>
              </a:rPr>
              <a:t> ·</a:t>
            </a:r>
            <a:r>
              <a:rPr kumimoji="1" lang="en-US" altLang="zh-CN" sz="2000" b="1" i="1" dirty="0">
                <a:solidFill>
                  <a:srgbClr val="000000"/>
                </a:solidFill>
                <a:latin typeface="Times New Roman" panose="02020603050405020304" pitchFamily="18" charset="0"/>
              </a:rPr>
              <a:t>R</a:t>
            </a:r>
            <a:r>
              <a:rPr kumimoji="1" lang="zh-CN" altLang="en-US" sz="2000" b="1" i="1" dirty="0">
                <a:solidFill>
                  <a:srgbClr val="000000"/>
                </a:solidFill>
                <a:latin typeface="Times New Roman" panose="02020603050405020304" pitchFamily="18" charset="0"/>
              </a:rPr>
              <a:t> </a:t>
            </a:r>
            <a:r>
              <a:rPr kumimoji="1" lang="en-US" altLang="zh-CN" sz="2000" b="1" i="1" dirty="0">
                <a:solidFill>
                  <a:srgbClr val="000000"/>
                </a:solidFill>
                <a:latin typeface="Times New Roman" panose="02020603050405020304" pitchFamily="18" charset="0"/>
              </a:rPr>
              <a:t>, =/</a:t>
            </a:r>
            <a:r>
              <a:rPr kumimoji="1" lang="en-US" altLang="zh-CN" sz="2000" b="1" dirty="0">
                <a:solidFill>
                  <a:srgbClr val="000000"/>
                </a:solidFill>
                <a:latin typeface="华文楷体" panose="02010600040101010101" pitchFamily="2" charset="-122"/>
              </a:rPr>
              <a:t>$</a:t>
            </a:r>
            <a:endParaRPr kumimoji="1" lang="en-US" altLang="zh-CN" sz="2000" b="1" i="1" dirty="0">
              <a:solidFill>
                <a:srgbClr val="000000"/>
              </a:solidFill>
              <a:latin typeface="Times New Roman" panose="02020603050405020304" pitchFamily="18" charset="0"/>
            </a:endParaRPr>
          </a:p>
          <a:p>
            <a:pPr>
              <a:lnSpc>
                <a:spcPts val="2200"/>
              </a:lnSpc>
              <a:defRPr/>
            </a:pPr>
            <a:r>
              <a:rPr kumimoji="1" lang="en-US" altLang="zh-CN" sz="2000" b="1" i="1" dirty="0">
                <a:solidFill>
                  <a:srgbClr val="000000"/>
                </a:solidFill>
                <a:latin typeface="Times New Roman" panose="02020603050405020304" pitchFamily="18" charset="0"/>
              </a:rPr>
              <a:t>R→</a:t>
            </a:r>
            <a:r>
              <a:rPr lang="en-US" altLang="zh-CN" sz="2000" b="1" i="1" dirty="0">
                <a:solidFill>
                  <a:srgbClr val="000000"/>
                </a:solidFill>
                <a:latin typeface="Times New Roman" panose="02020603050405020304" pitchFamily="18" charset="0"/>
                <a:cs typeface="Times New Roman" panose="02020603050405020304" pitchFamily="18" charset="0"/>
              </a:rPr>
              <a:t> · </a:t>
            </a:r>
            <a:r>
              <a:rPr kumimoji="1" lang="en-US" altLang="zh-CN" sz="2000" b="1" i="1" dirty="0">
                <a:solidFill>
                  <a:srgbClr val="000000"/>
                </a:solidFill>
                <a:latin typeface="Times New Roman" panose="02020603050405020304" pitchFamily="18" charset="0"/>
              </a:rPr>
              <a:t>L</a:t>
            </a:r>
            <a:r>
              <a:rPr kumimoji="1" lang="zh-CN" altLang="en-US" sz="2000" b="1" i="1" dirty="0">
                <a:solidFill>
                  <a:srgbClr val="000000"/>
                </a:solidFill>
                <a:latin typeface="Times New Roman" panose="02020603050405020304" pitchFamily="18" charset="0"/>
              </a:rPr>
              <a:t> </a:t>
            </a:r>
            <a:r>
              <a:rPr kumimoji="1" lang="en-US" altLang="zh-CN" sz="2000" b="1" i="1" dirty="0">
                <a:solidFill>
                  <a:srgbClr val="000000"/>
                </a:solidFill>
                <a:latin typeface="Times New Roman" panose="02020603050405020304" pitchFamily="18" charset="0"/>
              </a:rPr>
              <a:t>, =/</a:t>
            </a:r>
            <a:r>
              <a:rPr kumimoji="1" lang="en-US" altLang="zh-CN" sz="2000" b="1" dirty="0">
                <a:solidFill>
                  <a:srgbClr val="000000"/>
                </a:solidFill>
                <a:latin typeface="华文楷体" panose="02010600040101010101" pitchFamily="2" charset="-122"/>
              </a:rPr>
              <a:t>$</a:t>
            </a:r>
            <a:endParaRPr kumimoji="1" lang="en-US" altLang="zh-CN" sz="2000" b="1" i="1" dirty="0">
              <a:solidFill>
                <a:srgbClr val="000000"/>
              </a:solidFill>
              <a:latin typeface="Times New Roman" panose="02020603050405020304" pitchFamily="18" charset="0"/>
            </a:endParaRPr>
          </a:p>
          <a:p>
            <a:pPr>
              <a:lnSpc>
                <a:spcPts val="2200"/>
              </a:lnSpc>
              <a:defRPr/>
            </a:pPr>
            <a:r>
              <a:rPr kumimoji="1" lang="en-US" altLang="zh-CN" sz="2000" b="1" i="1" dirty="0">
                <a:solidFill>
                  <a:srgbClr val="000000"/>
                </a:solidFill>
                <a:latin typeface="Times New Roman" panose="02020603050405020304" pitchFamily="18" charset="0"/>
              </a:rPr>
              <a:t>L→</a:t>
            </a:r>
            <a:r>
              <a:rPr lang="en-US" altLang="zh-CN" sz="2000" b="1" i="1" dirty="0">
                <a:solidFill>
                  <a:srgbClr val="000000"/>
                </a:solidFill>
                <a:latin typeface="Times New Roman" panose="02020603050405020304" pitchFamily="18" charset="0"/>
                <a:cs typeface="Times New Roman" panose="02020603050405020304" pitchFamily="18" charset="0"/>
              </a:rPr>
              <a:t> ·</a:t>
            </a:r>
            <a:r>
              <a:rPr kumimoji="1" lang="en-US" altLang="zh-CN" sz="2000" b="1" i="1" dirty="0">
                <a:solidFill>
                  <a:srgbClr val="000000"/>
                </a:solidFill>
                <a:latin typeface="Times New Roman" panose="02020603050405020304" pitchFamily="18" charset="0"/>
              </a:rPr>
              <a:t>*R , =/</a:t>
            </a:r>
            <a:r>
              <a:rPr kumimoji="1" lang="en-US" altLang="zh-CN" sz="2000" b="1" dirty="0">
                <a:solidFill>
                  <a:srgbClr val="000000"/>
                </a:solidFill>
                <a:latin typeface="华文楷体" panose="02010600040101010101" pitchFamily="2" charset="-122"/>
              </a:rPr>
              <a:t>$</a:t>
            </a:r>
            <a:endParaRPr kumimoji="1" lang="en-US" altLang="zh-CN" sz="2000" b="1" i="1" dirty="0">
              <a:solidFill>
                <a:srgbClr val="000000"/>
              </a:solidFill>
              <a:latin typeface="Times New Roman" panose="02020603050405020304" pitchFamily="18" charset="0"/>
            </a:endParaRPr>
          </a:p>
          <a:p>
            <a:pPr>
              <a:lnSpc>
                <a:spcPts val="2200"/>
              </a:lnSpc>
              <a:defRPr/>
            </a:pPr>
            <a:r>
              <a:rPr kumimoji="1" lang="en-US" altLang="zh-CN" sz="2000" b="1" i="1" dirty="0">
                <a:solidFill>
                  <a:srgbClr val="000000"/>
                </a:solidFill>
                <a:latin typeface="Times New Roman" panose="02020603050405020304" pitchFamily="18" charset="0"/>
              </a:rPr>
              <a:t>L→</a:t>
            </a:r>
            <a:r>
              <a:rPr lang="en-US" altLang="zh-CN" sz="2000" b="1" i="1" dirty="0">
                <a:solidFill>
                  <a:srgbClr val="000000"/>
                </a:solidFill>
                <a:latin typeface="Times New Roman" panose="02020603050405020304" pitchFamily="18" charset="0"/>
                <a:cs typeface="Times New Roman" panose="02020603050405020304" pitchFamily="18" charset="0"/>
              </a:rPr>
              <a:t> ·</a:t>
            </a:r>
            <a:r>
              <a:rPr lang="en-US" altLang="zh-CN" sz="2000" b="1" dirty="0">
                <a:solidFill>
                  <a:srgbClr val="000000"/>
                </a:solidFill>
                <a:latin typeface="Times New Roman" panose="02020603050405020304" pitchFamily="18" charset="0"/>
                <a:cs typeface="Times New Roman" panose="02020603050405020304" pitchFamily="18" charset="0"/>
              </a:rPr>
              <a:t> </a:t>
            </a:r>
            <a:r>
              <a:rPr kumimoji="1" lang="en-US" altLang="zh-CN" sz="2000" b="1" dirty="0">
                <a:solidFill>
                  <a:srgbClr val="000000"/>
                </a:solidFill>
                <a:latin typeface="Times New Roman" panose="02020603050405020304" pitchFamily="18" charset="0"/>
              </a:rPr>
              <a:t>id</a:t>
            </a:r>
            <a:r>
              <a:rPr kumimoji="1" lang="zh-CN" altLang="en-US" sz="2000" b="1" dirty="0">
                <a:solidFill>
                  <a:srgbClr val="000000"/>
                </a:solidFill>
                <a:latin typeface="Times New Roman" panose="02020603050405020304" pitchFamily="18" charset="0"/>
              </a:rPr>
              <a:t> </a:t>
            </a:r>
            <a:r>
              <a:rPr kumimoji="1" lang="en-US" altLang="zh-CN" sz="2000" b="1" i="1" dirty="0">
                <a:solidFill>
                  <a:srgbClr val="000000"/>
                </a:solidFill>
                <a:latin typeface="Times New Roman" panose="02020603050405020304" pitchFamily="18" charset="0"/>
              </a:rPr>
              <a:t>, =/</a:t>
            </a:r>
            <a:r>
              <a:rPr kumimoji="1" lang="en-US" altLang="zh-CN" sz="2000" b="1" dirty="0">
                <a:solidFill>
                  <a:srgbClr val="000000"/>
                </a:solidFill>
                <a:latin typeface="华文楷体" panose="02010600040101010101" pitchFamily="2" charset="-122"/>
              </a:rPr>
              <a:t>$</a:t>
            </a:r>
            <a:endParaRPr kumimoji="1" lang="en-US" altLang="zh-CN" sz="2000" b="1" i="1" dirty="0">
              <a:solidFill>
                <a:srgbClr val="000000"/>
              </a:solidFill>
              <a:latin typeface="Times New Roman" panose="02020603050405020304" pitchFamily="18" charset="0"/>
            </a:endParaRPr>
          </a:p>
        </p:txBody>
      </p:sp>
      <p:sp>
        <p:nvSpPr>
          <p:cNvPr id="101506" name="Text Box 15"/>
          <p:cNvSpPr txBox="1">
            <a:spLocks noChangeArrowheads="1"/>
          </p:cNvSpPr>
          <p:nvPr/>
        </p:nvSpPr>
        <p:spPr bwMode="auto">
          <a:xfrm>
            <a:off x="3921125" y="4281488"/>
            <a:ext cx="1584325" cy="706437"/>
          </a:xfrm>
          <a:prstGeom prst="rect">
            <a:avLst/>
          </a:prstGeom>
          <a:solidFill>
            <a:schemeClr val="bg1">
              <a:lumMod val="85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dirty="0">
                <a:solidFill>
                  <a:srgbClr val="000000"/>
                </a:solidFill>
                <a:latin typeface="Times New Roman" panose="02020603050405020304" pitchFamily="18" charset="0"/>
              </a:rPr>
              <a:t>I</a:t>
            </a:r>
            <a:r>
              <a:rPr kumimoji="1" lang="en-US" altLang="zh-CN" sz="2000" b="1" i="1" baseline="-25000" dirty="0">
                <a:solidFill>
                  <a:srgbClr val="000000"/>
                </a:solidFill>
                <a:latin typeface="Times New Roman" panose="02020603050405020304" pitchFamily="18" charset="0"/>
              </a:rPr>
              <a:t>5</a:t>
            </a:r>
            <a:r>
              <a:rPr kumimoji="1" lang="en-US" altLang="zh-CN" sz="2000" b="1" dirty="0">
                <a:solidFill>
                  <a:srgbClr val="000000"/>
                </a:solidFill>
                <a:latin typeface="Times New Roman" panose="02020603050405020304" pitchFamily="18" charset="0"/>
              </a:rPr>
              <a:t>:</a:t>
            </a:r>
          </a:p>
          <a:p>
            <a:pPr>
              <a:defRPr/>
            </a:pPr>
            <a:r>
              <a:rPr kumimoji="1" lang="en-US" altLang="zh-CN" sz="2000" b="1" i="1" dirty="0" err="1">
                <a:solidFill>
                  <a:srgbClr val="000000"/>
                </a:solidFill>
                <a:latin typeface="Times New Roman" panose="02020603050405020304" pitchFamily="18" charset="0"/>
              </a:rPr>
              <a:t>L→</a:t>
            </a:r>
            <a:r>
              <a:rPr kumimoji="1" lang="en-US" altLang="zh-CN" sz="2000" b="1" dirty="0" err="1">
                <a:solidFill>
                  <a:srgbClr val="000000"/>
                </a:solidFill>
                <a:latin typeface="Times New Roman" panose="02020603050405020304" pitchFamily="18" charset="0"/>
              </a:rPr>
              <a:t>id</a:t>
            </a:r>
            <a:r>
              <a:rPr kumimoji="1" lang="en-US" altLang="zh-CN" sz="2000" b="1" i="1" dirty="0">
                <a:solidFill>
                  <a:srgbClr val="000000"/>
                </a:solidFill>
                <a:latin typeface="Times New Roman" panose="02020603050405020304" pitchFamily="18" charset="0"/>
              </a:rPr>
              <a:t> </a:t>
            </a:r>
            <a:r>
              <a:rPr lang="en-US" altLang="zh-CN" sz="2000" b="1" i="1" dirty="0">
                <a:solidFill>
                  <a:srgbClr val="000000"/>
                </a:solidFill>
                <a:latin typeface="Times New Roman" panose="02020603050405020304" pitchFamily="18" charset="0"/>
                <a:cs typeface="Times New Roman" panose="02020603050405020304" pitchFamily="18" charset="0"/>
              </a:rPr>
              <a:t>·</a:t>
            </a:r>
            <a:r>
              <a:rPr kumimoji="1" lang="zh-CN" altLang="en-US" sz="2000" b="1" i="1" dirty="0">
                <a:solidFill>
                  <a:srgbClr val="000000"/>
                </a:solidFill>
                <a:latin typeface="Times New Roman" panose="02020603050405020304" pitchFamily="18" charset="0"/>
              </a:rPr>
              <a:t> </a:t>
            </a:r>
            <a:r>
              <a:rPr kumimoji="1" lang="en-US" altLang="zh-CN" sz="2000" b="1" i="1" dirty="0">
                <a:solidFill>
                  <a:srgbClr val="000000"/>
                </a:solidFill>
                <a:latin typeface="Times New Roman" panose="02020603050405020304" pitchFamily="18" charset="0"/>
              </a:rPr>
              <a:t>, =/</a:t>
            </a:r>
            <a:r>
              <a:rPr kumimoji="1" lang="en-US" altLang="zh-CN" sz="2000" b="1" dirty="0">
                <a:solidFill>
                  <a:srgbClr val="000000"/>
                </a:solidFill>
                <a:latin typeface="华文楷体" panose="02010600040101010101" pitchFamily="2" charset="-122"/>
              </a:rPr>
              <a:t> $</a:t>
            </a:r>
            <a:endParaRPr kumimoji="1" lang="en-US" altLang="zh-CN" sz="2000" b="1" i="1" dirty="0">
              <a:solidFill>
                <a:srgbClr val="000000"/>
              </a:solidFill>
              <a:latin typeface="Times New Roman" panose="02020603050405020304" pitchFamily="18" charset="0"/>
            </a:endParaRPr>
          </a:p>
        </p:txBody>
      </p:sp>
      <p:sp>
        <p:nvSpPr>
          <p:cNvPr id="65549" name="Text Box 16"/>
          <p:cNvSpPr txBox="1">
            <a:spLocks noChangeArrowheads="1"/>
          </p:cNvSpPr>
          <p:nvPr/>
        </p:nvSpPr>
        <p:spPr bwMode="auto">
          <a:xfrm>
            <a:off x="1693863" y="2932113"/>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65550" name="Text Box 17"/>
          <p:cNvSpPr txBox="1">
            <a:spLocks noChangeArrowheads="1"/>
          </p:cNvSpPr>
          <p:nvPr/>
        </p:nvSpPr>
        <p:spPr bwMode="auto">
          <a:xfrm>
            <a:off x="1336675" y="3687763"/>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id</a:t>
            </a:r>
          </a:p>
        </p:txBody>
      </p:sp>
      <p:sp>
        <p:nvSpPr>
          <p:cNvPr id="101509" name="Text Box 18"/>
          <p:cNvSpPr txBox="1">
            <a:spLocks noChangeArrowheads="1"/>
          </p:cNvSpPr>
          <p:nvPr/>
        </p:nvSpPr>
        <p:spPr bwMode="auto">
          <a:xfrm>
            <a:off x="3921125" y="771525"/>
            <a:ext cx="1655763" cy="163195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6</a:t>
            </a:r>
            <a:r>
              <a:rPr kumimoji="1" lang="en-US" altLang="zh-CN" sz="2000" b="1">
                <a:solidFill>
                  <a:srgbClr val="000000"/>
                </a:solidFill>
                <a:latin typeface="Times New Roman" panose="02020603050405020304" pitchFamily="18" charset="0"/>
              </a:rPr>
              <a:t>:</a:t>
            </a:r>
          </a:p>
          <a:p>
            <a:pPr>
              <a:lnSpc>
                <a:spcPts val="2400"/>
              </a:lnSpc>
              <a:defRPr/>
            </a:pPr>
            <a:r>
              <a:rPr kumimoji="1" lang="en-US" altLang="zh-CN" sz="2000" b="1" i="1">
                <a:solidFill>
                  <a:srgbClr val="000000"/>
                </a:solidFill>
                <a:latin typeface="Times New Roman" panose="02020603050405020304" pitchFamily="18" charset="0"/>
              </a:rPr>
              <a:t>S→L=</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solidFill>
                  <a:srgbClr val="000000"/>
                </a:solidFill>
                <a:latin typeface="Times New Roman" panose="02020603050405020304" pitchFamily="18" charset="0"/>
              </a:rPr>
              <a:t>R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400"/>
              </a:lnSpc>
              <a:defRPr/>
            </a:pPr>
            <a:r>
              <a:rPr kumimoji="1" lang="en-US" altLang="zh-CN" sz="2000" b="1" i="1">
                <a:solidFill>
                  <a:srgbClr val="000000"/>
                </a:solidFill>
                <a:latin typeface="Times New Roman" panose="02020603050405020304" pitchFamily="18" charset="0"/>
              </a:rPr>
              <a:t>R→</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solidFill>
                  <a:srgbClr val="000000"/>
                </a:solidFill>
                <a:latin typeface="Times New Roman" panose="02020603050405020304" pitchFamily="18" charset="0"/>
              </a:rPr>
              <a:t>L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400"/>
              </a:lnSpc>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solidFill>
                  <a:srgbClr val="000000"/>
                </a:solidFill>
                <a:latin typeface="Times New Roman" panose="02020603050405020304" pitchFamily="18" charset="0"/>
              </a:rPr>
              <a:t>*R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400"/>
              </a:lnSpc>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a:solidFill>
                  <a:srgbClr val="000000"/>
                </a:solidFill>
                <a:latin typeface="Times New Roman" panose="02020603050405020304" pitchFamily="18" charset="0"/>
              </a:rPr>
              <a:t>id</a:t>
            </a:r>
            <a:r>
              <a:rPr kumimoji="1" lang="en-US" altLang="zh-CN" sz="2000" b="1" i="1">
                <a:solidFill>
                  <a:srgbClr val="000000"/>
                </a:solidFill>
                <a:latin typeface="Times New Roman" panose="02020603050405020304" pitchFamily="18" charset="0"/>
              </a:rPr>
              <a:t>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65552" name="Line 19"/>
          <p:cNvSpPr>
            <a:spLocks noChangeShapeType="1"/>
          </p:cNvSpPr>
          <p:nvPr/>
        </p:nvSpPr>
        <p:spPr bwMode="auto">
          <a:xfrm flipV="1">
            <a:off x="3446463" y="1924050"/>
            <a:ext cx="430212"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53" name="Text Box 20"/>
          <p:cNvSpPr txBox="1">
            <a:spLocks noChangeArrowheads="1"/>
          </p:cNvSpPr>
          <p:nvPr/>
        </p:nvSpPr>
        <p:spPr bwMode="auto">
          <a:xfrm>
            <a:off x="3441700" y="1595438"/>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a:t>
            </a:r>
          </a:p>
        </p:txBody>
      </p:sp>
      <p:sp>
        <p:nvSpPr>
          <p:cNvPr id="101512" name="Text Box 21"/>
          <p:cNvSpPr txBox="1">
            <a:spLocks noChangeArrowheads="1"/>
          </p:cNvSpPr>
          <p:nvPr/>
        </p:nvSpPr>
        <p:spPr bwMode="auto">
          <a:xfrm>
            <a:off x="3921125" y="2733675"/>
            <a:ext cx="1655763" cy="706438"/>
          </a:xfrm>
          <a:prstGeom prst="rect">
            <a:avLst/>
          </a:prstGeom>
          <a:solidFill>
            <a:srgbClr val="FFCCCC"/>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7</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L→*R</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 $</a:t>
            </a:r>
            <a:endParaRPr kumimoji="1" lang="en-US" altLang="zh-CN" sz="2000" b="1" i="1">
              <a:solidFill>
                <a:srgbClr val="000000"/>
              </a:solidFill>
              <a:latin typeface="Times New Roman" panose="02020603050405020304" pitchFamily="18" charset="0"/>
            </a:endParaRPr>
          </a:p>
        </p:txBody>
      </p:sp>
      <p:sp>
        <p:nvSpPr>
          <p:cNvPr id="65555" name="Line 22"/>
          <p:cNvSpPr>
            <a:spLocks noChangeShapeType="1"/>
          </p:cNvSpPr>
          <p:nvPr/>
        </p:nvSpPr>
        <p:spPr bwMode="auto">
          <a:xfrm>
            <a:off x="3565525" y="3308350"/>
            <a:ext cx="3937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56" name="Text Box 23"/>
          <p:cNvSpPr txBox="1">
            <a:spLocks noChangeArrowheads="1"/>
          </p:cNvSpPr>
          <p:nvPr/>
        </p:nvSpPr>
        <p:spPr bwMode="auto">
          <a:xfrm>
            <a:off x="3511550" y="2949575"/>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a:t>
            </a:r>
          </a:p>
        </p:txBody>
      </p:sp>
      <p:sp>
        <p:nvSpPr>
          <p:cNvPr id="101515" name="Text Box 24"/>
          <p:cNvSpPr txBox="1">
            <a:spLocks noChangeArrowheads="1"/>
          </p:cNvSpPr>
          <p:nvPr/>
        </p:nvSpPr>
        <p:spPr bwMode="auto">
          <a:xfrm>
            <a:off x="3921125" y="3525838"/>
            <a:ext cx="1584325" cy="706437"/>
          </a:xfrm>
          <a:prstGeom prst="rect">
            <a:avLst/>
          </a:prstGeom>
          <a:solidFill>
            <a:srgbClr val="FFC000"/>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8</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R→L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 $</a:t>
            </a:r>
            <a:endParaRPr kumimoji="1" lang="en-US" altLang="zh-CN" sz="2000" b="1" i="1">
              <a:solidFill>
                <a:srgbClr val="000000"/>
              </a:solidFill>
              <a:latin typeface="Times New Roman" panose="02020603050405020304" pitchFamily="18" charset="0"/>
            </a:endParaRPr>
          </a:p>
        </p:txBody>
      </p:sp>
      <p:sp>
        <p:nvSpPr>
          <p:cNvPr id="65558" name="Line 25"/>
          <p:cNvSpPr>
            <a:spLocks noChangeShapeType="1"/>
          </p:cNvSpPr>
          <p:nvPr/>
        </p:nvSpPr>
        <p:spPr bwMode="auto">
          <a:xfrm>
            <a:off x="3533775" y="3957638"/>
            <a:ext cx="38735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59" name="Text Box 26"/>
          <p:cNvSpPr txBox="1">
            <a:spLocks noChangeArrowheads="1"/>
          </p:cNvSpPr>
          <p:nvPr/>
        </p:nvSpPr>
        <p:spPr bwMode="auto">
          <a:xfrm>
            <a:off x="3527425" y="3597275"/>
            <a:ext cx="381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a:t>
            </a:r>
          </a:p>
        </p:txBody>
      </p:sp>
      <p:sp>
        <p:nvSpPr>
          <p:cNvPr id="101518" name="Text Box 27"/>
          <p:cNvSpPr txBox="1">
            <a:spLocks noChangeArrowheads="1"/>
          </p:cNvSpPr>
          <p:nvPr/>
        </p:nvSpPr>
        <p:spPr bwMode="auto">
          <a:xfrm>
            <a:off x="6119813" y="63500"/>
            <a:ext cx="1719262"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9</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S→L=R</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srgbClr val="000000"/>
                </a:solidFill>
                <a:latin typeface="Times New Roman" panose="02020603050405020304" pitchFamily="18" charset="0"/>
              </a:rPr>
              <a:t>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65561" name="Line 28"/>
          <p:cNvSpPr>
            <a:spLocks noChangeShapeType="1"/>
          </p:cNvSpPr>
          <p:nvPr/>
        </p:nvSpPr>
        <p:spPr bwMode="auto">
          <a:xfrm flipV="1">
            <a:off x="5586413" y="514350"/>
            <a:ext cx="533400" cy="244475"/>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62" name="Text Box 29"/>
          <p:cNvSpPr txBox="1">
            <a:spLocks noChangeArrowheads="1"/>
          </p:cNvSpPr>
          <p:nvPr/>
        </p:nvSpPr>
        <p:spPr bwMode="auto">
          <a:xfrm>
            <a:off x="5621338" y="304800"/>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a:t>
            </a:r>
          </a:p>
        </p:txBody>
      </p:sp>
      <p:sp>
        <p:nvSpPr>
          <p:cNvPr id="67727" name="Line 30"/>
          <p:cNvSpPr>
            <a:spLocks noChangeShapeType="1"/>
          </p:cNvSpPr>
          <p:nvPr/>
        </p:nvSpPr>
        <p:spPr bwMode="auto">
          <a:xfrm flipH="1">
            <a:off x="3441700" y="2125663"/>
            <a:ext cx="479425" cy="1149350"/>
          </a:xfrm>
          <a:prstGeom prst="line">
            <a:avLst/>
          </a:prstGeom>
          <a:noFill/>
          <a:ln w="38100">
            <a:solidFill>
              <a:schemeClr val="hlink"/>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728" name="Text Box 31"/>
          <p:cNvSpPr txBox="1">
            <a:spLocks noChangeArrowheads="1"/>
          </p:cNvSpPr>
          <p:nvPr/>
        </p:nvSpPr>
        <p:spPr bwMode="auto">
          <a:xfrm>
            <a:off x="3530600" y="2198688"/>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2D83F4"/>
                </a:solidFill>
                <a:latin typeface="Times New Roman" panose="02020603050405020304" pitchFamily="18" charset="0"/>
              </a:rPr>
              <a:t>*</a:t>
            </a:r>
          </a:p>
        </p:txBody>
      </p:sp>
      <p:sp>
        <p:nvSpPr>
          <p:cNvPr id="65565" name="Text Box 33"/>
          <p:cNvSpPr txBox="1">
            <a:spLocks noChangeArrowheads="1"/>
          </p:cNvSpPr>
          <p:nvPr/>
        </p:nvSpPr>
        <p:spPr bwMode="auto">
          <a:xfrm>
            <a:off x="1663700" y="896938"/>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S</a:t>
            </a:r>
          </a:p>
        </p:txBody>
      </p:sp>
      <p:sp>
        <p:nvSpPr>
          <p:cNvPr id="65566" name="Line 34"/>
          <p:cNvSpPr>
            <a:spLocks noChangeShapeType="1"/>
          </p:cNvSpPr>
          <p:nvPr/>
        </p:nvSpPr>
        <p:spPr bwMode="auto">
          <a:xfrm flipV="1">
            <a:off x="3543300" y="4564063"/>
            <a:ext cx="377825" cy="158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67" name="Text Box 35"/>
          <p:cNvSpPr txBox="1">
            <a:spLocks noChangeArrowheads="1"/>
          </p:cNvSpPr>
          <p:nvPr/>
        </p:nvSpPr>
        <p:spPr bwMode="auto">
          <a:xfrm>
            <a:off x="3511550" y="4175125"/>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id</a:t>
            </a:r>
          </a:p>
        </p:txBody>
      </p:sp>
      <p:grpSp>
        <p:nvGrpSpPr>
          <p:cNvPr id="65568" name="Group 36"/>
          <p:cNvGrpSpPr>
            <a:grpSpLocks/>
          </p:cNvGrpSpPr>
          <p:nvPr/>
        </p:nvGrpSpPr>
        <p:grpSpPr bwMode="auto">
          <a:xfrm>
            <a:off x="1677988" y="3975100"/>
            <a:ext cx="290512" cy="269875"/>
            <a:chOff x="2335" y="3249"/>
            <a:chExt cx="183" cy="226"/>
          </a:xfrm>
        </p:grpSpPr>
        <p:sp>
          <p:nvSpPr>
            <p:cNvPr id="65599" name="Line 37"/>
            <p:cNvSpPr>
              <a:spLocks noChangeShapeType="1"/>
            </p:cNvSpPr>
            <p:nvPr/>
          </p:nvSpPr>
          <p:spPr bwMode="auto">
            <a:xfrm>
              <a:off x="2335" y="3249"/>
              <a:ext cx="18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600" name="Line 38"/>
            <p:cNvSpPr>
              <a:spLocks noChangeShapeType="1"/>
            </p:cNvSpPr>
            <p:nvPr/>
          </p:nvSpPr>
          <p:spPr bwMode="auto">
            <a:xfrm>
              <a:off x="2335" y="3249"/>
              <a:ext cx="0" cy="22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601" name="Line 39"/>
            <p:cNvSpPr>
              <a:spLocks noChangeShapeType="1"/>
            </p:cNvSpPr>
            <p:nvPr/>
          </p:nvSpPr>
          <p:spPr bwMode="auto">
            <a:xfrm>
              <a:off x="2336" y="3475"/>
              <a:ext cx="18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65569" name="Text Box 40"/>
          <p:cNvSpPr txBox="1">
            <a:spLocks noChangeArrowheads="1"/>
          </p:cNvSpPr>
          <p:nvPr/>
        </p:nvSpPr>
        <p:spPr bwMode="auto">
          <a:xfrm>
            <a:off x="1654175" y="3944938"/>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65570" name="Line 41"/>
          <p:cNvSpPr>
            <a:spLocks noChangeShapeType="1"/>
          </p:cNvSpPr>
          <p:nvPr/>
        </p:nvSpPr>
        <p:spPr bwMode="auto">
          <a:xfrm>
            <a:off x="1689100" y="3038475"/>
            <a:ext cx="261938" cy="433388"/>
          </a:xfrm>
          <a:prstGeom prst="line">
            <a:avLst/>
          </a:prstGeom>
          <a:noFill/>
          <a:ln w="412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71" name="Line 57"/>
          <p:cNvSpPr>
            <a:spLocks noChangeShapeType="1"/>
          </p:cNvSpPr>
          <p:nvPr/>
        </p:nvSpPr>
        <p:spPr bwMode="auto">
          <a:xfrm flipV="1">
            <a:off x="1314450" y="4872038"/>
            <a:ext cx="2606675" cy="2063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72" name="Line 59"/>
          <p:cNvSpPr>
            <a:spLocks noChangeShapeType="1"/>
          </p:cNvSpPr>
          <p:nvPr/>
        </p:nvSpPr>
        <p:spPr bwMode="auto">
          <a:xfrm flipH="1" flipV="1">
            <a:off x="1301750" y="3195638"/>
            <a:ext cx="12700" cy="172402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737" name="Freeform 65"/>
          <p:cNvSpPr>
            <a:spLocks noChangeArrowheads="1"/>
          </p:cNvSpPr>
          <p:nvPr/>
        </p:nvSpPr>
        <p:spPr bwMode="auto">
          <a:xfrm rot="232506">
            <a:off x="5513388" y="2090738"/>
            <a:ext cx="330200" cy="2000250"/>
          </a:xfrm>
          <a:custGeom>
            <a:avLst/>
            <a:gdLst>
              <a:gd name="T0" fmla="*/ 0 w 208"/>
              <a:gd name="T1" fmla="*/ 0 h 1680"/>
              <a:gd name="T2" fmla="*/ 2147483646 w 208"/>
              <a:gd name="T3" fmla="*/ 2147483646 h 1680"/>
              <a:gd name="T4" fmla="*/ 2147483646 w 208"/>
              <a:gd name="T5" fmla="*/ 2147483646 h 1680"/>
              <a:gd name="T6" fmla="*/ 2147483646 w 208"/>
              <a:gd name="T7" fmla="*/ 2147483646 h 1680"/>
              <a:gd name="T8" fmla="*/ 0 60000 65536"/>
              <a:gd name="T9" fmla="*/ 0 60000 65536"/>
              <a:gd name="T10" fmla="*/ 0 60000 65536"/>
              <a:gd name="T11" fmla="*/ 0 60000 65536"/>
              <a:gd name="T12" fmla="*/ 0 w 208"/>
              <a:gd name="T13" fmla="*/ 0 h 1680"/>
              <a:gd name="T14" fmla="*/ 208 w 208"/>
              <a:gd name="T15" fmla="*/ 1680 h 1680"/>
            </a:gdLst>
            <a:ahLst/>
            <a:cxnLst>
              <a:cxn ang="T8">
                <a:pos x="T0" y="T1"/>
              </a:cxn>
              <a:cxn ang="T9">
                <a:pos x="T2" y="T3"/>
              </a:cxn>
              <a:cxn ang="T10">
                <a:pos x="T4" y="T5"/>
              </a:cxn>
              <a:cxn ang="T11">
                <a:pos x="T6" y="T7"/>
              </a:cxn>
            </a:cxnLst>
            <a:rect l="T12" t="T13" r="T14" b="T15"/>
            <a:pathLst>
              <a:path w="208" h="1680">
                <a:moveTo>
                  <a:pt x="0" y="0"/>
                </a:moveTo>
                <a:cubicBezTo>
                  <a:pt x="56" y="132"/>
                  <a:pt x="112" y="264"/>
                  <a:pt x="144" y="432"/>
                </a:cubicBezTo>
                <a:cubicBezTo>
                  <a:pt x="176" y="600"/>
                  <a:pt x="208" y="800"/>
                  <a:pt x="192" y="1008"/>
                </a:cubicBezTo>
                <a:cubicBezTo>
                  <a:pt x="176" y="1216"/>
                  <a:pt x="112" y="1448"/>
                  <a:pt x="48" y="1680"/>
                </a:cubicBezTo>
              </a:path>
            </a:pathLst>
          </a:custGeom>
          <a:noFill/>
          <a:ln w="38100">
            <a:solidFill>
              <a:schemeClr val="hlink"/>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7738" name="Text Box 66"/>
          <p:cNvSpPr txBox="1">
            <a:spLocks noChangeArrowheads="1"/>
          </p:cNvSpPr>
          <p:nvPr/>
        </p:nvSpPr>
        <p:spPr bwMode="auto">
          <a:xfrm>
            <a:off x="5418138" y="2325688"/>
            <a:ext cx="4587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2D83F4"/>
                </a:solidFill>
                <a:latin typeface="Times New Roman" panose="02020603050405020304" pitchFamily="18" charset="0"/>
              </a:rPr>
              <a:t>L</a:t>
            </a:r>
          </a:p>
        </p:txBody>
      </p:sp>
      <p:sp>
        <p:nvSpPr>
          <p:cNvPr id="67739" name="Text Box 68"/>
          <p:cNvSpPr txBox="1">
            <a:spLocks noChangeArrowheads="1"/>
          </p:cNvSpPr>
          <p:nvPr/>
        </p:nvSpPr>
        <p:spPr bwMode="auto">
          <a:xfrm>
            <a:off x="5888038" y="3275013"/>
            <a:ext cx="685800" cy="400050"/>
          </a:xfrm>
          <a:prstGeom prst="rect">
            <a:avLst/>
          </a:prstGeom>
          <a:noFill/>
          <a:ln>
            <a:noFill/>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defRPr/>
            </a:pPr>
            <a:r>
              <a:rPr kumimoji="1" lang="en-US" altLang="zh-CN" sz="2000" b="1" dirty="0">
                <a:solidFill>
                  <a:schemeClr val="tx2">
                    <a:lumMod val="60000"/>
                    <a:lumOff val="40000"/>
                  </a:schemeClr>
                </a:solidFill>
                <a:latin typeface="Times New Roman" panose="02020603050405020304" pitchFamily="18" charset="0"/>
              </a:rPr>
              <a:t>id</a:t>
            </a:r>
          </a:p>
        </p:txBody>
      </p:sp>
      <p:sp>
        <p:nvSpPr>
          <p:cNvPr id="67740" name="Freeform 69"/>
          <p:cNvSpPr>
            <a:spLocks noChangeArrowheads="1"/>
          </p:cNvSpPr>
          <p:nvPr/>
        </p:nvSpPr>
        <p:spPr bwMode="auto">
          <a:xfrm rot="169672">
            <a:off x="5557838" y="1835150"/>
            <a:ext cx="712787" cy="2700338"/>
          </a:xfrm>
          <a:custGeom>
            <a:avLst/>
            <a:gdLst>
              <a:gd name="T0" fmla="*/ 0 w 598"/>
              <a:gd name="T1" fmla="*/ 0 h 2268"/>
              <a:gd name="T2" fmla="*/ 2147483646 w 598"/>
              <a:gd name="T3" fmla="*/ 2147483646 h 2268"/>
              <a:gd name="T4" fmla="*/ 2147483646 w 598"/>
              <a:gd name="T5" fmla="*/ 2147483646 h 2268"/>
              <a:gd name="T6" fmla="*/ 0 60000 65536"/>
              <a:gd name="T7" fmla="*/ 0 60000 65536"/>
              <a:gd name="T8" fmla="*/ 0 60000 65536"/>
              <a:gd name="T9" fmla="*/ 0 w 598"/>
              <a:gd name="T10" fmla="*/ 0 h 2268"/>
              <a:gd name="T11" fmla="*/ 598 w 598"/>
              <a:gd name="T12" fmla="*/ 2268 h 2268"/>
            </a:gdLst>
            <a:ahLst/>
            <a:cxnLst>
              <a:cxn ang="T6">
                <a:pos x="T0" y="T1"/>
              </a:cxn>
              <a:cxn ang="T7">
                <a:pos x="T2" y="T3"/>
              </a:cxn>
              <a:cxn ang="T8">
                <a:pos x="T4" y="T5"/>
              </a:cxn>
            </a:cxnLst>
            <a:rect l="T9" t="T10" r="T11" b="T12"/>
            <a:pathLst>
              <a:path w="598" h="2268">
                <a:moveTo>
                  <a:pt x="0" y="0"/>
                </a:moveTo>
                <a:cubicBezTo>
                  <a:pt x="291" y="491"/>
                  <a:pt x="582" y="983"/>
                  <a:pt x="590" y="1361"/>
                </a:cubicBezTo>
                <a:cubicBezTo>
                  <a:pt x="598" y="1739"/>
                  <a:pt x="322" y="2003"/>
                  <a:pt x="46" y="2268"/>
                </a:cubicBezTo>
              </a:path>
            </a:pathLst>
          </a:custGeom>
          <a:noFill/>
          <a:ln w="38100">
            <a:solidFill>
              <a:schemeClr val="hlink"/>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 name="矩形 2"/>
          <p:cNvSpPr/>
          <p:nvPr/>
        </p:nvSpPr>
        <p:spPr bwMode="auto">
          <a:xfrm>
            <a:off x="3927475" y="196850"/>
            <a:ext cx="1695450" cy="400050"/>
          </a:xfrm>
          <a:prstGeom prst="rect">
            <a:avLst/>
          </a:prstGeom>
          <a:solidFill>
            <a:schemeClr val="accent5">
              <a:lumMod val="60000"/>
              <a:lumOff val="40000"/>
            </a:schemeClr>
          </a:solidFill>
          <a:ln w="12700">
            <a:solidFill>
              <a:schemeClr val="tx1"/>
            </a:solidFill>
          </a:ln>
        </p:spPr>
        <p:txBody>
          <a:bodyPr>
            <a:spAutoFit/>
          </a:bodyPr>
          <a:lstStyle/>
          <a:p>
            <a:pPr eaLnBrk="1" hangingPunct="1">
              <a:buFont typeface="Arial" panose="020B0604020202020204" pitchFamily="34" charset="0"/>
              <a:buNone/>
              <a:defRPr/>
            </a:pPr>
            <a:r>
              <a:rPr lang="en-US" altLang="zh-CN" sz="2000" b="1" i="1" noProof="1">
                <a:solidFill>
                  <a:srgbClr val="000000"/>
                </a:solidFill>
                <a:latin typeface="Times New Roman" pitchFamily="18" charset="0"/>
                <a:ea typeface="Times New Roman" pitchFamily="18" charset="0"/>
                <a:cs typeface="华文楷体" pitchFamily="2" charset="-122"/>
              </a:rPr>
              <a:t>LALR</a:t>
            </a:r>
            <a:r>
              <a:rPr lang="zh-CN" altLang="en-US" sz="2000" b="1" noProof="1">
                <a:solidFill>
                  <a:srgbClr val="000000"/>
                </a:solidFill>
                <a:latin typeface="华文楷体" pitchFamily="2" charset="-122"/>
                <a:ea typeface="Times New Roman" pitchFamily="18" charset="0"/>
                <a:cs typeface="华文楷体" pitchFamily="2" charset="-122"/>
              </a:rPr>
              <a:t>自动机</a:t>
            </a:r>
            <a:endParaRPr lang="zh-CN" altLang="en-US" sz="1000" noProof="1">
              <a:solidFill>
                <a:srgbClr val="000000"/>
              </a:solidFill>
              <a:latin typeface="华文楷体" pitchFamily="2" charset="-122"/>
              <a:ea typeface="Times New Roman" pitchFamily="18" charset="0"/>
              <a:cs typeface="华文楷体" pitchFamily="2" charset="-122"/>
            </a:endParaRPr>
          </a:p>
        </p:txBody>
      </p:sp>
      <p:sp>
        <p:nvSpPr>
          <p:cNvPr id="65578" name="Rectangle 2"/>
          <p:cNvSpPr>
            <a:spLocks noGrp="1" noChangeArrowheads="1"/>
          </p:cNvSpPr>
          <p:nvPr>
            <p:ph type="title"/>
          </p:nvPr>
        </p:nvSpPr>
        <p:spPr>
          <a:xfrm>
            <a:off x="755650" y="195486"/>
            <a:ext cx="3121025" cy="358775"/>
          </a:xfrm>
        </p:spPr>
        <p:txBody>
          <a:bodyPr/>
          <a:lstStyle/>
          <a:p>
            <a:pPr eaLnBrk="1" hangingPunct="1"/>
            <a:r>
              <a:rPr lang="zh-CN" altLang="en-US" sz="2400" dirty="0">
                <a:solidFill>
                  <a:schemeClr val="tx1"/>
                </a:solidFill>
                <a:latin typeface="微软雅黑" panose="020B0503020204020204" pitchFamily="34" charset="-122"/>
                <a:ea typeface="微软雅黑" panose="020B0503020204020204" pitchFamily="34" charset="-122"/>
              </a:rPr>
              <a:t>例：合并同心项集</a:t>
            </a:r>
          </a:p>
        </p:txBody>
      </p:sp>
      <p:grpSp>
        <p:nvGrpSpPr>
          <p:cNvPr id="4" name="组合 3"/>
          <p:cNvGrpSpPr>
            <a:grpSpLocks/>
          </p:cNvGrpSpPr>
          <p:nvPr/>
        </p:nvGrpSpPr>
        <p:grpSpPr bwMode="auto">
          <a:xfrm>
            <a:off x="5499100" y="746125"/>
            <a:ext cx="3570288" cy="4333875"/>
            <a:chOff x="5498998" y="745697"/>
            <a:chExt cx="3569869" cy="4334139"/>
          </a:xfrm>
        </p:grpSpPr>
        <p:sp>
          <p:nvSpPr>
            <p:cNvPr id="65581" name="Text Box 32"/>
            <p:cNvSpPr txBox="1">
              <a:spLocks noChangeArrowheads="1"/>
            </p:cNvSpPr>
            <p:nvPr/>
          </p:nvSpPr>
          <p:spPr bwMode="auto">
            <a:xfrm>
              <a:off x="5548312" y="1381283"/>
              <a:ext cx="5032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a:solidFill>
                    <a:schemeClr val="tx1"/>
                  </a:solidFill>
                  <a:latin typeface="Times New Roman" panose="02020603050405020304" pitchFamily="18" charset="0"/>
                </a:rPr>
                <a:t>id</a:t>
              </a:r>
            </a:p>
          </p:txBody>
        </p:sp>
        <p:sp>
          <p:nvSpPr>
            <p:cNvPr id="51" name="Text Box 42"/>
            <p:cNvSpPr txBox="1">
              <a:spLocks noChangeArrowheads="1"/>
            </p:cNvSpPr>
            <p:nvPr/>
          </p:nvSpPr>
          <p:spPr bwMode="auto">
            <a:xfrm>
              <a:off x="7081550" y="844128"/>
              <a:ext cx="1439693" cy="655678"/>
            </a:xfrm>
            <a:prstGeom prst="rect">
              <a:avLst/>
            </a:prstGeom>
            <a:solidFill>
              <a:srgbClr val="FFC000"/>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sz="2000" b="1" i="1" dirty="0">
                  <a:latin typeface="Times New Roman" panose="02020603050405020304" pitchFamily="18" charset="0"/>
                </a:rPr>
                <a:t>I</a:t>
              </a:r>
              <a:r>
                <a:rPr kumimoji="1" lang="en-US" altLang="zh-CN" sz="2000" b="1" i="1" baseline="-25000" dirty="0">
                  <a:latin typeface="Times New Roman" panose="02020603050405020304" pitchFamily="18" charset="0"/>
                </a:rPr>
                <a:t>10</a:t>
              </a:r>
              <a:r>
                <a:rPr kumimoji="1" lang="en-US" altLang="zh-CN" sz="2000" b="1" dirty="0">
                  <a:latin typeface="Times New Roman" panose="02020603050405020304" pitchFamily="18" charset="0"/>
                </a:rPr>
                <a:t>:</a:t>
              </a:r>
            </a:p>
            <a:p>
              <a:pPr>
                <a:lnSpc>
                  <a:spcPts val="2200"/>
                </a:lnSpc>
                <a:defRPr/>
              </a:pPr>
              <a:r>
                <a:rPr kumimoji="1" lang="en-US" altLang="zh-CN" sz="2000" b="1" i="1" dirty="0">
                  <a:latin typeface="Times New Roman" panose="02020603050405020304" pitchFamily="18" charset="0"/>
                </a:rPr>
                <a:t>R→L</a:t>
              </a:r>
              <a:r>
                <a:rPr lang="en-US" altLang="zh-CN" sz="2000" b="1" i="1" dirty="0">
                  <a:solidFill>
                    <a:srgbClr val="000000"/>
                  </a:solidFill>
                  <a:latin typeface="Times New Roman" panose="02020603050405020304" pitchFamily="18" charset="0"/>
                  <a:cs typeface="Times New Roman" panose="02020603050405020304" pitchFamily="18" charset="0"/>
                </a:rPr>
                <a:t> ·</a:t>
              </a:r>
              <a:r>
                <a:rPr kumimoji="1" lang="en-US" altLang="zh-CN" sz="2000" b="1" i="1" dirty="0">
                  <a:latin typeface="Times New Roman" panose="02020603050405020304" pitchFamily="18" charset="0"/>
                </a:rPr>
                <a:t> , </a:t>
              </a:r>
              <a:r>
                <a:rPr kumimoji="1" lang="en-US" altLang="zh-CN" sz="2000" b="1" dirty="0">
                  <a:latin typeface="华文楷体" panose="02010600040101010101" pitchFamily="2" charset="-122"/>
                </a:rPr>
                <a:t>$</a:t>
              </a:r>
              <a:endParaRPr kumimoji="1" lang="en-US" altLang="zh-CN" sz="2000" b="1" i="1" dirty="0">
                <a:latin typeface="Times New Roman" panose="02020603050405020304" pitchFamily="18" charset="0"/>
              </a:endParaRPr>
            </a:p>
          </p:txBody>
        </p:sp>
        <p:sp>
          <p:nvSpPr>
            <p:cNvPr id="65583" name="Line 43"/>
            <p:cNvSpPr>
              <a:spLocks noChangeShapeType="1"/>
            </p:cNvSpPr>
            <p:nvPr/>
          </p:nvSpPr>
          <p:spPr bwMode="auto">
            <a:xfrm flipV="1">
              <a:off x="5575176" y="1049915"/>
              <a:ext cx="1506313" cy="18804"/>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84" name="Text Box 44"/>
            <p:cNvSpPr txBox="1">
              <a:spLocks noChangeArrowheads="1"/>
            </p:cNvSpPr>
            <p:nvPr/>
          </p:nvSpPr>
          <p:spPr bwMode="auto">
            <a:xfrm>
              <a:off x="5509164" y="745697"/>
              <a:ext cx="533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L</a:t>
              </a:r>
            </a:p>
          </p:txBody>
        </p:sp>
        <p:sp>
          <p:nvSpPr>
            <p:cNvPr id="54" name="Text Box 45"/>
            <p:cNvSpPr txBox="1">
              <a:spLocks noChangeArrowheads="1"/>
            </p:cNvSpPr>
            <p:nvPr/>
          </p:nvSpPr>
          <p:spPr bwMode="auto">
            <a:xfrm>
              <a:off x="7097423" y="1779223"/>
              <a:ext cx="1415884" cy="1503454"/>
            </a:xfrm>
            <a:prstGeom prst="rect">
              <a:avLst/>
            </a:prstGeom>
            <a:solidFill>
              <a:schemeClr val="accent4">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11</a:t>
              </a:r>
              <a:r>
                <a:rPr kumimoji="1" lang="en-US" altLang="zh-CN" sz="2000" b="1">
                  <a:latin typeface="Times New Roman" panose="02020603050405020304" pitchFamily="18" charset="0"/>
                </a:rPr>
                <a:t>:</a:t>
              </a:r>
            </a:p>
            <a:p>
              <a:pPr>
                <a:lnSpc>
                  <a:spcPts val="2200"/>
                </a:lnSpc>
                <a:defRPr/>
              </a:pPr>
              <a:r>
                <a:rPr kumimoji="1" lang="en-US" altLang="zh-CN" sz="2000" b="1" i="1">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latin typeface="Times New Roman" panose="02020603050405020304" pitchFamily="18" charset="0"/>
                </a:rPr>
                <a:t>R , </a:t>
              </a:r>
              <a:r>
                <a:rPr kumimoji="1" lang="en-US" altLang="zh-CN" sz="2000" b="1">
                  <a:latin typeface="华文楷体" panose="02010600040101010101" pitchFamily="2" charset="-122"/>
                </a:rPr>
                <a:t>$</a:t>
              </a:r>
              <a:endParaRPr kumimoji="1" lang="zh-CN" altLang="en-US" sz="2000" b="1" i="1">
                <a:latin typeface="Times New Roman" panose="02020603050405020304" pitchFamily="18" charset="0"/>
              </a:endParaRPr>
            </a:p>
            <a:p>
              <a:pPr>
                <a:lnSpc>
                  <a:spcPts val="2200"/>
                </a:lnSpc>
                <a:defRPr/>
              </a:pPr>
              <a:r>
                <a:rPr kumimoji="1" lang="en-US" altLang="zh-CN" sz="2000" b="1" i="1">
                  <a:latin typeface="Times New Roman" panose="02020603050405020304" pitchFamily="18" charset="0"/>
                </a:rPr>
                <a:t>R→</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latin typeface="Times New Roman" panose="02020603050405020304" pitchFamily="18" charset="0"/>
                </a:rPr>
                <a:t>L ,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a:p>
              <a:pPr>
                <a:lnSpc>
                  <a:spcPts val="2200"/>
                </a:lnSpc>
                <a:defRPr/>
              </a:pPr>
              <a:r>
                <a:rPr kumimoji="1" lang="en-US" altLang="zh-CN" sz="2000" b="1" i="1">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latin typeface="Times New Roman" panose="02020603050405020304" pitchFamily="18" charset="0"/>
                </a:rPr>
                <a:t>*R ,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a:p>
              <a:pPr>
                <a:lnSpc>
                  <a:spcPts val="2200"/>
                </a:lnSpc>
                <a:defRPr/>
              </a:pPr>
              <a:r>
                <a:rPr kumimoji="1" lang="en-US" altLang="zh-CN" sz="2000" b="1" i="1">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a:latin typeface="Times New Roman" panose="02020603050405020304" pitchFamily="18" charset="0"/>
                </a:rPr>
                <a:t>id </a:t>
              </a:r>
              <a:r>
                <a:rPr kumimoji="1" lang="en-US" altLang="zh-CN" sz="2000" b="1" i="1">
                  <a:latin typeface="Times New Roman" panose="02020603050405020304" pitchFamily="18" charset="0"/>
                </a:rPr>
                <a:t>,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p:txBody>
        </p:sp>
        <p:sp>
          <p:nvSpPr>
            <p:cNvPr id="65586" name="Text Box 46"/>
            <p:cNvSpPr txBox="1">
              <a:spLocks noChangeArrowheads="1"/>
            </p:cNvSpPr>
            <p:nvPr/>
          </p:nvSpPr>
          <p:spPr bwMode="auto">
            <a:xfrm>
              <a:off x="5498998" y="1088423"/>
              <a:ext cx="3603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chemeClr val="tx1"/>
                  </a:solidFill>
                  <a:latin typeface="Times New Roman" panose="02020603050405020304" pitchFamily="18" charset="0"/>
                </a:rPr>
                <a:t>*</a:t>
              </a:r>
            </a:p>
          </p:txBody>
        </p:sp>
        <p:sp>
          <p:nvSpPr>
            <p:cNvPr id="65587" name="Line 47"/>
            <p:cNvSpPr>
              <a:spLocks noChangeShapeType="1"/>
            </p:cNvSpPr>
            <p:nvPr/>
          </p:nvSpPr>
          <p:spPr bwMode="auto">
            <a:xfrm>
              <a:off x="5592563" y="1354965"/>
              <a:ext cx="1487348" cy="449401"/>
            </a:xfrm>
            <a:prstGeom prst="line">
              <a:avLst/>
            </a:prstGeom>
            <a:noFill/>
            <a:ln w="412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 name="Text Box 48"/>
            <p:cNvSpPr txBox="1">
              <a:spLocks noChangeArrowheads="1"/>
            </p:cNvSpPr>
            <p:nvPr/>
          </p:nvSpPr>
          <p:spPr bwMode="auto">
            <a:xfrm>
              <a:off x="7118058" y="3592258"/>
              <a:ext cx="1395249" cy="708068"/>
            </a:xfrm>
            <a:prstGeom prst="rect">
              <a:avLst/>
            </a:prstGeom>
            <a:solidFill>
              <a:schemeClr val="bg1">
                <a:lumMod val="85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12</a:t>
              </a:r>
              <a:r>
                <a:rPr kumimoji="1" lang="en-US" altLang="zh-CN" sz="2000" b="1">
                  <a:latin typeface="Times New Roman" panose="02020603050405020304" pitchFamily="18" charset="0"/>
                </a:rPr>
                <a:t>:</a:t>
              </a:r>
            </a:p>
            <a:p>
              <a:pPr>
                <a:defRPr/>
              </a:pPr>
              <a:r>
                <a:rPr kumimoji="1" lang="en-US" altLang="zh-CN" sz="2000" b="1" i="1">
                  <a:latin typeface="Times New Roman" panose="02020603050405020304" pitchFamily="18" charset="0"/>
                </a:rPr>
                <a:t>L→</a:t>
              </a:r>
              <a:r>
                <a:rPr kumimoji="1" lang="en-US" altLang="zh-CN" sz="2000" b="1">
                  <a:latin typeface="Times New Roman" panose="02020603050405020304" pitchFamily="18" charset="0"/>
                </a:rPr>
                <a:t>id</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latin typeface="Times New Roman" panose="02020603050405020304" pitchFamily="18" charset="0"/>
                </a:rPr>
                <a:t>,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p:txBody>
        </p:sp>
        <p:sp>
          <p:nvSpPr>
            <p:cNvPr id="65589" name="Line 49"/>
            <p:cNvSpPr>
              <a:spLocks noChangeShapeType="1"/>
            </p:cNvSpPr>
            <p:nvPr/>
          </p:nvSpPr>
          <p:spPr bwMode="auto">
            <a:xfrm>
              <a:off x="5592563" y="1689365"/>
              <a:ext cx="1502568" cy="1902691"/>
            </a:xfrm>
            <a:prstGeom prst="line">
              <a:avLst/>
            </a:prstGeom>
            <a:noFill/>
            <a:ln w="412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 name="Text Box 50"/>
            <p:cNvSpPr txBox="1">
              <a:spLocks noChangeArrowheads="1"/>
            </p:cNvSpPr>
            <p:nvPr/>
          </p:nvSpPr>
          <p:spPr bwMode="auto">
            <a:xfrm>
              <a:off x="7118058" y="4371768"/>
              <a:ext cx="1403185" cy="708068"/>
            </a:xfrm>
            <a:prstGeom prst="rect">
              <a:avLst/>
            </a:prstGeom>
            <a:solidFill>
              <a:srgbClr val="FFCCCC"/>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13</a:t>
              </a:r>
              <a:r>
                <a:rPr kumimoji="1" lang="en-US" altLang="zh-CN" sz="2000" b="1">
                  <a:latin typeface="Times New Roman" panose="02020603050405020304" pitchFamily="18" charset="0"/>
                </a:rPr>
                <a:t>:</a:t>
              </a:r>
            </a:p>
            <a:p>
              <a:pPr>
                <a:defRPr/>
              </a:pPr>
              <a:r>
                <a:rPr kumimoji="1" lang="en-US" altLang="zh-CN" sz="2000" b="1" i="1">
                  <a:latin typeface="Times New Roman" panose="02020603050405020304" pitchFamily="18" charset="0"/>
                </a:rPr>
                <a:t>L→*R</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latin typeface="Times New Roman" panose="02020603050405020304" pitchFamily="18" charset="0"/>
                </a:rPr>
                <a:t> ,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p:txBody>
        </p:sp>
        <p:sp>
          <p:nvSpPr>
            <p:cNvPr id="65591" name="Freeform 51"/>
            <p:cNvSpPr>
              <a:spLocks noChangeArrowheads="1"/>
            </p:cNvSpPr>
            <p:nvPr/>
          </p:nvSpPr>
          <p:spPr bwMode="auto">
            <a:xfrm>
              <a:off x="8593649" y="3187783"/>
              <a:ext cx="360362" cy="1612900"/>
            </a:xfrm>
            <a:custGeom>
              <a:avLst/>
              <a:gdLst>
                <a:gd name="T0" fmla="*/ 0 w 416"/>
                <a:gd name="T1" fmla="*/ 0 h 862"/>
                <a:gd name="T2" fmla="*/ 2147483646 w 416"/>
                <a:gd name="T3" fmla="*/ 2147483646 h 862"/>
                <a:gd name="T4" fmla="*/ 2147483646 w 416"/>
                <a:gd name="T5" fmla="*/ 2147483646 h 862"/>
                <a:gd name="T6" fmla="*/ 0 60000 65536"/>
                <a:gd name="T7" fmla="*/ 0 60000 65536"/>
                <a:gd name="T8" fmla="*/ 0 60000 65536"/>
                <a:gd name="T9" fmla="*/ 0 w 416"/>
                <a:gd name="T10" fmla="*/ 0 h 862"/>
                <a:gd name="T11" fmla="*/ 416 w 416"/>
                <a:gd name="T12" fmla="*/ 862 h 862"/>
              </a:gdLst>
              <a:ahLst/>
              <a:cxnLst>
                <a:cxn ang="T6">
                  <a:pos x="T0" y="T1"/>
                </a:cxn>
                <a:cxn ang="T7">
                  <a:pos x="T2" y="T3"/>
                </a:cxn>
                <a:cxn ang="T8">
                  <a:pos x="T4" y="T5"/>
                </a:cxn>
              </a:cxnLst>
              <a:rect l="T9" t="T10" r="T11" b="T12"/>
              <a:pathLst>
                <a:path w="416" h="862">
                  <a:moveTo>
                    <a:pt x="0" y="0"/>
                  </a:moveTo>
                  <a:cubicBezTo>
                    <a:pt x="200" y="177"/>
                    <a:pt x="400" y="355"/>
                    <a:pt x="408" y="499"/>
                  </a:cubicBezTo>
                  <a:cubicBezTo>
                    <a:pt x="416" y="643"/>
                    <a:pt x="231" y="752"/>
                    <a:pt x="46" y="862"/>
                  </a:cubicBezTo>
                </a:path>
              </a:pathLst>
            </a:custGeom>
            <a:noFill/>
            <a:ln w="38100">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5592" name="Text Box 52"/>
            <p:cNvSpPr txBox="1">
              <a:spLocks noChangeArrowheads="1"/>
            </p:cNvSpPr>
            <p:nvPr/>
          </p:nvSpPr>
          <p:spPr bwMode="auto">
            <a:xfrm>
              <a:off x="8611667" y="2979156"/>
              <a:ext cx="457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R</a:t>
              </a:r>
            </a:p>
          </p:txBody>
        </p:sp>
        <p:sp>
          <p:nvSpPr>
            <p:cNvPr id="65593" name="Freeform 53"/>
            <p:cNvSpPr>
              <a:spLocks noChangeArrowheads="1"/>
            </p:cNvSpPr>
            <p:nvPr/>
          </p:nvSpPr>
          <p:spPr bwMode="auto">
            <a:xfrm>
              <a:off x="8515350" y="2014736"/>
              <a:ext cx="360362" cy="354012"/>
            </a:xfrm>
            <a:custGeom>
              <a:avLst/>
              <a:gdLst>
                <a:gd name="T0" fmla="*/ 0 w 227"/>
                <a:gd name="T1" fmla="*/ 0 h 227"/>
                <a:gd name="T2" fmla="*/ 2147483646 w 227"/>
                <a:gd name="T3" fmla="*/ 2147483646 h 227"/>
                <a:gd name="T4" fmla="*/ 0 w 227"/>
                <a:gd name="T5" fmla="*/ 2147483646 h 227"/>
                <a:gd name="T6" fmla="*/ 0 60000 65536"/>
                <a:gd name="T7" fmla="*/ 0 60000 65536"/>
                <a:gd name="T8" fmla="*/ 0 60000 65536"/>
                <a:gd name="T9" fmla="*/ 0 w 227"/>
                <a:gd name="T10" fmla="*/ 0 h 227"/>
                <a:gd name="T11" fmla="*/ 227 w 227"/>
                <a:gd name="T12" fmla="*/ 227 h 227"/>
              </a:gdLst>
              <a:ahLst/>
              <a:cxnLst>
                <a:cxn ang="T6">
                  <a:pos x="T0" y="T1"/>
                </a:cxn>
                <a:cxn ang="T7">
                  <a:pos x="T2" y="T3"/>
                </a:cxn>
                <a:cxn ang="T8">
                  <a:pos x="T4" y="T5"/>
                </a:cxn>
              </a:cxnLst>
              <a:rect l="T9" t="T10" r="T11" b="T12"/>
              <a:pathLst>
                <a:path w="227" h="227">
                  <a:moveTo>
                    <a:pt x="0" y="0"/>
                  </a:moveTo>
                  <a:cubicBezTo>
                    <a:pt x="113" y="3"/>
                    <a:pt x="227" y="7"/>
                    <a:pt x="227" y="45"/>
                  </a:cubicBezTo>
                  <a:cubicBezTo>
                    <a:pt x="227" y="83"/>
                    <a:pt x="113" y="155"/>
                    <a:pt x="0" y="227"/>
                  </a:cubicBezTo>
                </a:path>
              </a:pathLst>
            </a:custGeom>
            <a:noFill/>
            <a:ln w="38100">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5594" name="Text Box 54"/>
            <p:cNvSpPr txBox="1">
              <a:spLocks noChangeArrowheads="1"/>
            </p:cNvSpPr>
            <p:nvPr/>
          </p:nvSpPr>
          <p:spPr bwMode="auto">
            <a:xfrm>
              <a:off x="8483600" y="1995686"/>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chemeClr val="tx1"/>
                  </a:solidFill>
                  <a:latin typeface="Times New Roman" panose="02020603050405020304" pitchFamily="18" charset="0"/>
                </a:rPr>
                <a:t>*</a:t>
              </a:r>
            </a:p>
          </p:txBody>
        </p:sp>
        <p:sp>
          <p:nvSpPr>
            <p:cNvPr id="65595" name="Text Box 55"/>
            <p:cNvSpPr txBox="1">
              <a:spLocks noChangeArrowheads="1"/>
            </p:cNvSpPr>
            <p:nvPr/>
          </p:nvSpPr>
          <p:spPr bwMode="auto">
            <a:xfrm>
              <a:off x="7627888" y="1419622"/>
              <a:ext cx="381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L</a:t>
              </a:r>
            </a:p>
          </p:txBody>
        </p:sp>
        <p:sp>
          <p:nvSpPr>
            <p:cNvPr id="65596" name="Line 56"/>
            <p:cNvSpPr>
              <a:spLocks noChangeShapeType="1"/>
            </p:cNvSpPr>
            <p:nvPr/>
          </p:nvSpPr>
          <p:spPr bwMode="auto">
            <a:xfrm flipV="1">
              <a:off x="7635528" y="1491630"/>
              <a:ext cx="0" cy="26987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97" name="Line 56"/>
            <p:cNvSpPr>
              <a:spLocks noChangeShapeType="1"/>
            </p:cNvSpPr>
            <p:nvPr/>
          </p:nvSpPr>
          <p:spPr bwMode="auto">
            <a:xfrm flipH="1">
              <a:off x="7745065" y="3291830"/>
              <a:ext cx="9525" cy="3175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98" name="Text Box 17"/>
            <p:cNvSpPr txBox="1">
              <a:spLocks noChangeArrowheads="1"/>
            </p:cNvSpPr>
            <p:nvPr/>
          </p:nvSpPr>
          <p:spPr bwMode="auto">
            <a:xfrm>
              <a:off x="7753611" y="3284901"/>
              <a:ext cx="533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a:solidFill>
                    <a:schemeClr val="tx1"/>
                  </a:solidFill>
                  <a:latin typeface="Times New Roman" panose="02020603050405020304" pitchFamily="18" charset="0"/>
                </a:rPr>
                <a:t>id</a:t>
              </a:r>
            </a:p>
          </p:txBody>
        </p:sp>
      </p:grpSp>
      <p:sp>
        <p:nvSpPr>
          <p:cNvPr id="72" name="Rectangle 66"/>
          <p:cNvSpPr>
            <a:spLocks noChangeArrowheads="1"/>
          </p:cNvSpPr>
          <p:nvPr/>
        </p:nvSpPr>
        <p:spPr bwMode="auto">
          <a:xfrm>
            <a:off x="117475" y="3638550"/>
            <a:ext cx="1050925" cy="1323975"/>
          </a:xfrm>
          <a:prstGeom prst="rect">
            <a:avLst/>
          </a:prstGeom>
          <a:solidFill>
            <a:schemeClr val="accent5">
              <a:lumMod val="60000"/>
              <a:lumOff val="40000"/>
            </a:schemeClr>
          </a:solidFill>
          <a:ln w="12700">
            <a:solidFill>
              <a:schemeClr val="tx1"/>
            </a:solidFill>
            <a:miter lim="800000"/>
          </a:ln>
        </p:spPr>
        <p:txBody>
          <a:bodyPr>
            <a:spAutoFit/>
          </a:bodyPr>
          <a:lstStyle/>
          <a:p>
            <a:pPr eaLnBrk="1" hangingPunct="1">
              <a:buClr>
                <a:srgbClr val="000000"/>
              </a:buClr>
              <a:buFont typeface="Arial" panose="020B0604020202020204" pitchFamily="34" charset="0"/>
              <a:buNone/>
              <a:defRPr/>
            </a:pPr>
            <a:r>
              <a:rPr lang="en-US" altLang="zh-CN" sz="2000" b="1" i="1" noProof="1">
                <a:solidFill>
                  <a:srgbClr val="000000"/>
                </a:solidFill>
                <a:latin typeface="Times New Roman" pitchFamily="18" charset="0"/>
                <a:ea typeface="Times New Roman" pitchFamily="18" charset="0"/>
                <a:cs typeface="华文楷体" pitchFamily="2" charset="-122"/>
              </a:rPr>
              <a:t>I</a:t>
            </a:r>
            <a:r>
              <a:rPr lang="en-US" altLang="zh-CN" sz="2000" b="1" i="1" baseline="-25000" noProof="1">
                <a:solidFill>
                  <a:srgbClr val="000000"/>
                </a:solidFill>
                <a:latin typeface="Times New Roman" pitchFamily="18" charset="0"/>
                <a:ea typeface="Times New Roman" pitchFamily="18" charset="0"/>
                <a:cs typeface="华文楷体" pitchFamily="2" charset="-122"/>
              </a:rPr>
              <a:t>10</a:t>
            </a:r>
            <a:r>
              <a:rPr lang="en-US" altLang="en-US" sz="2000" b="1" i="1" noProof="1">
                <a:solidFill>
                  <a:srgbClr val="000000"/>
                </a:solidFill>
                <a:latin typeface="Times New Roman" pitchFamily="18" charset="0"/>
                <a:ea typeface="Times New Roman" pitchFamily="18" charset="0"/>
                <a:cs typeface="华文楷体" pitchFamily="2" charset="-122"/>
              </a:rPr>
              <a:t>、</a:t>
            </a:r>
            <a:r>
              <a:rPr lang="en-US" altLang="zh-CN" sz="2000" b="1" i="1" noProof="1">
                <a:solidFill>
                  <a:srgbClr val="000000"/>
                </a:solidFill>
                <a:latin typeface="Times New Roman" pitchFamily="18" charset="0"/>
                <a:ea typeface="Times New Roman" pitchFamily="18" charset="0"/>
                <a:cs typeface="华文楷体" pitchFamily="2" charset="-122"/>
              </a:rPr>
              <a:t> I</a:t>
            </a:r>
            <a:r>
              <a:rPr lang="en-US" altLang="zh-CN" sz="2000" b="1" i="1" baseline="-25000" noProof="1">
                <a:solidFill>
                  <a:srgbClr val="000000"/>
                </a:solidFill>
                <a:latin typeface="Times New Roman" pitchFamily="18" charset="0"/>
                <a:ea typeface="Times New Roman" pitchFamily="18" charset="0"/>
                <a:cs typeface="华文楷体" pitchFamily="2" charset="-122"/>
              </a:rPr>
              <a:t>8</a:t>
            </a:r>
            <a:endParaRPr lang="en-US" altLang="zh-CN" sz="2000" b="1" i="1" noProof="1">
              <a:solidFill>
                <a:srgbClr val="000000"/>
              </a:solidFill>
              <a:latin typeface="Times New Roman" pitchFamily="18" charset="0"/>
              <a:ea typeface="Times New Roman" pitchFamily="18" charset="0"/>
              <a:cs typeface="华文楷体" pitchFamily="2" charset="-122"/>
            </a:endParaRPr>
          </a:p>
          <a:p>
            <a:pPr eaLnBrk="1" hangingPunct="1">
              <a:buClr>
                <a:srgbClr val="000000"/>
              </a:buClr>
              <a:buFont typeface="Arial" panose="020B0604020202020204" pitchFamily="34" charset="0"/>
              <a:buNone/>
              <a:defRPr/>
            </a:pPr>
            <a:r>
              <a:rPr lang="en-US" altLang="zh-CN" sz="2000" b="1" i="1" noProof="1">
                <a:solidFill>
                  <a:srgbClr val="000000"/>
                </a:solidFill>
                <a:latin typeface="Times New Roman" pitchFamily="18" charset="0"/>
                <a:ea typeface="Times New Roman" pitchFamily="18" charset="0"/>
                <a:cs typeface="华文楷体" pitchFamily="2" charset="-122"/>
              </a:rPr>
              <a:t>I</a:t>
            </a:r>
            <a:r>
              <a:rPr lang="en-US" altLang="zh-CN" sz="2000" b="1" i="1" baseline="-25000" noProof="1">
                <a:solidFill>
                  <a:srgbClr val="000000"/>
                </a:solidFill>
                <a:latin typeface="Times New Roman" pitchFamily="18" charset="0"/>
                <a:ea typeface="Times New Roman" pitchFamily="18" charset="0"/>
                <a:cs typeface="华文楷体" pitchFamily="2" charset="-122"/>
              </a:rPr>
              <a:t>11</a:t>
            </a:r>
            <a:r>
              <a:rPr lang="en-US" altLang="en-US" sz="2000" b="1" i="1" noProof="1">
                <a:solidFill>
                  <a:srgbClr val="000000"/>
                </a:solidFill>
                <a:latin typeface="Times New Roman" pitchFamily="18" charset="0"/>
                <a:ea typeface="Times New Roman" pitchFamily="18" charset="0"/>
                <a:cs typeface="华文楷体" pitchFamily="2" charset="-122"/>
              </a:rPr>
              <a:t>、</a:t>
            </a:r>
            <a:r>
              <a:rPr lang="en-US" altLang="zh-CN" sz="2000" b="1" i="1" noProof="1">
                <a:solidFill>
                  <a:srgbClr val="000000"/>
                </a:solidFill>
                <a:latin typeface="Times New Roman" pitchFamily="18" charset="0"/>
                <a:ea typeface="Times New Roman" pitchFamily="18" charset="0"/>
                <a:cs typeface="华文楷体" pitchFamily="2" charset="-122"/>
              </a:rPr>
              <a:t> I</a:t>
            </a:r>
            <a:r>
              <a:rPr lang="en-US" altLang="zh-CN" sz="2000" b="1" i="1" baseline="-25000" noProof="1">
                <a:solidFill>
                  <a:srgbClr val="000000"/>
                </a:solidFill>
                <a:latin typeface="Times New Roman" pitchFamily="18" charset="0"/>
                <a:ea typeface="Times New Roman" pitchFamily="18" charset="0"/>
                <a:cs typeface="华文楷体" pitchFamily="2" charset="-122"/>
              </a:rPr>
              <a:t>4</a:t>
            </a:r>
            <a:endParaRPr lang="en-US" altLang="zh-CN" sz="2000" b="1" i="1" noProof="1">
              <a:solidFill>
                <a:srgbClr val="000000"/>
              </a:solidFill>
              <a:latin typeface="Times New Roman" pitchFamily="18" charset="0"/>
              <a:ea typeface="Times New Roman" pitchFamily="18" charset="0"/>
              <a:cs typeface="华文楷体" pitchFamily="2" charset="-122"/>
            </a:endParaRPr>
          </a:p>
          <a:p>
            <a:pPr eaLnBrk="1" hangingPunct="1">
              <a:buClr>
                <a:srgbClr val="000000"/>
              </a:buClr>
              <a:buFont typeface="Arial" panose="020B0604020202020204" pitchFamily="34" charset="0"/>
              <a:buNone/>
              <a:defRPr/>
            </a:pPr>
            <a:r>
              <a:rPr lang="en-US" altLang="zh-CN" sz="2000" b="1" i="1" noProof="1">
                <a:solidFill>
                  <a:srgbClr val="000000"/>
                </a:solidFill>
                <a:latin typeface="Times New Roman" pitchFamily="18" charset="0"/>
                <a:ea typeface="Times New Roman" pitchFamily="18" charset="0"/>
                <a:cs typeface="华文楷体" pitchFamily="2" charset="-122"/>
              </a:rPr>
              <a:t>I</a:t>
            </a:r>
            <a:r>
              <a:rPr lang="en-US" altLang="zh-CN" sz="2000" b="1" i="1" baseline="-25000" noProof="1">
                <a:solidFill>
                  <a:srgbClr val="000000"/>
                </a:solidFill>
                <a:latin typeface="Times New Roman" pitchFamily="18" charset="0"/>
                <a:ea typeface="Times New Roman" pitchFamily="18" charset="0"/>
                <a:cs typeface="华文楷体" pitchFamily="2" charset="-122"/>
              </a:rPr>
              <a:t>12</a:t>
            </a:r>
            <a:r>
              <a:rPr lang="en-US" altLang="en-US" sz="2000" b="1" i="1" noProof="1">
                <a:solidFill>
                  <a:srgbClr val="000000"/>
                </a:solidFill>
                <a:latin typeface="Times New Roman" pitchFamily="18" charset="0"/>
                <a:ea typeface="Times New Roman" pitchFamily="18" charset="0"/>
                <a:cs typeface="华文楷体" pitchFamily="2" charset="-122"/>
              </a:rPr>
              <a:t>、</a:t>
            </a:r>
            <a:r>
              <a:rPr lang="en-US" altLang="zh-CN" sz="2000" b="1" i="1" noProof="1">
                <a:solidFill>
                  <a:srgbClr val="000000"/>
                </a:solidFill>
                <a:latin typeface="Times New Roman" pitchFamily="18" charset="0"/>
                <a:ea typeface="Times New Roman" pitchFamily="18" charset="0"/>
                <a:cs typeface="华文楷体" pitchFamily="2" charset="-122"/>
              </a:rPr>
              <a:t> I</a:t>
            </a:r>
            <a:r>
              <a:rPr lang="en-US" altLang="zh-CN" sz="2000" b="1" i="1" baseline="-25000" noProof="1">
                <a:solidFill>
                  <a:srgbClr val="000000"/>
                </a:solidFill>
                <a:latin typeface="Times New Roman" pitchFamily="18" charset="0"/>
                <a:ea typeface="Times New Roman" pitchFamily="18" charset="0"/>
                <a:cs typeface="华文楷体" pitchFamily="2" charset="-122"/>
              </a:rPr>
              <a:t>5</a:t>
            </a:r>
            <a:endParaRPr lang="en-US" altLang="zh-CN" sz="2000" b="1" i="1" noProof="1">
              <a:solidFill>
                <a:srgbClr val="000000"/>
              </a:solidFill>
              <a:latin typeface="Times New Roman" pitchFamily="18" charset="0"/>
              <a:ea typeface="Times New Roman" pitchFamily="18" charset="0"/>
              <a:cs typeface="华文楷体" pitchFamily="2" charset="-122"/>
            </a:endParaRPr>
          </a:p>
          <a:p>
            <a:pPr eaLnBrk="1" hangingPunct="1">
              <a:buClr>
                <a:srgbClr val="000000"/>
              </a:buClr>
              <a:buFont typeface="Arial" panose="020B0604020202020204" pitchFamily="34" charset="0"/>
              <a:buNone/>
              <a:defRPr/>
            </a:pPr>
            <a:r>
              <a:rPr lang="en-US" altLang="zh-CN" sz="2000" b="1" i="1" noProof="1">
                <a:solidFill>
                  <a:srgbClr val="000000"/>
                </a:solidFill>
                <a:latin typeface="Times New Roman" pitchFamily="18" charset="0"/>
                <a:ea typeface="Times New Roman" pitchFamily="18" charset="0"/>
                <a:cs typeface="华文楷体" pitchFamily="2" charset="-122"/>
              </a:rPr>
              <a:t>I</a:t>
            </a:r>
            <a:r>
              <a:rPr lang="en-US" altLang="zh-CN" sz="2000" b="1" i="1" baseline="-25000" noProof="1">
                <a:solidFill>
                  <a:srgbClr val="000000"/>
                </a:solidFill>
                <a:latin typeface="Times New Roman" pitchFamily="18" charset="0"/>
                <a:ea typeface="Times New Roman" pitchFamily="18" charset="0"/>
                <a:cs typeface="华文楷体" pitchFamily="2" charset="-122"/>
              </a:rPr>
              <a:t>13</a:t>
            </a:r>
            <a:r>
              <a:rPr lang="en-US" altLang="en-US" sz="2000" b="1" i="1" noProof="1">
                <a:solidFill>
                  <a:srgbClr val="000000"/>
                </a:solidFill>
                <a:latin typeface="Times New Roman" pitchFamily="18" charset="0"/>
                <a:ea typeface="Times New Roman" pitchFamily="18" charset="0"/>
                <a:cs typeface="华文楷体" pitchFamily="2" charset="-122"/>
              </a:rPr>
              <a:t>、</a:t>
            </a:r>
            <a:r>
              <a:rPr lang="en-US" altLang="zh-CN" sz="2000" b="1" i="1" noProof="1">
                <a:solidFill>
                  <a:srgbClr val="000000"/>
                </a:solidFill>
                <a:latin typeface="Times New Roman" pitchFamily="18" charset="0"/>
                <a:ea typeface="Times New Roman" pitchFamily="18" charset="0"/>
                <a:cs typeface="华文楷体" pitchFamily="2" charset="-122"/>
              </a:rPr>
              <a:t> I</a:t>
            </a:r>
            <a:r>
              <a:rPr lang="en-US" altLang="zh-CN" sz="2000" b="1" i="1" baseline="-25000" noProof="1">
                <a:solidFill>
                  <a:srgbClr val="000000"/>
                </a:solidFill>
                <a:latin typeface="Times New Roman" pitchFamily="18" charset="0"/>
                <a:ea typeface="Times New Roman" pitchFamily="18" charset="0"/>
                <a:cs typeface="华文楷体" pitchFamily="2" charset="-122"/>
              </a:rPr>
              <a:t>7</a:t>
            </a:r>
            <a:endParaRPr lang="en-US" altLang="zh-CN" sz="2000" b="1" i="1" noProof="1">
              <a:solidFill>
                <a:srgbClr val="000000"/>
              </a:solidFill>
              <a:latin typeface="Times New Roman" pitchFamily="18" charset="0"/>
              <a:ea typeface="Times New Roman" pitchFamily="18" charset="0"/>
              <a:cs typeface="华文楷体" pitchFamily="2" charset="-122"/>
            </a:endParaRPr>
          </a:p>
        </p:txBody>
      </p:sp>
      <p:sp>
        <p:nvSpPr>
          <p:cNvPr id="2" name="灯片编号占位符 1">
            <a:extLst>
              <a:ext uri="{FF2B5EF4-FFF2-40B4-BE49-F238E27FC236}">
                <a16:creationId xmlns:a16="http://schemas.microsoft.com/office/drawing/2014/main" id="{4AA91BEC-BB6A-4719-B14D-904EC7BD34D1}"/>
              </a:ext>
            </a:extLst>
          </p:cNvPr>
          <p:cNvSpPr>
            <a:spLocks noGrp="1"/>
          </p:cNvSpPr>
          <p:nvPr>
            <p:ph type="sldNum" sz="quarter" idx="12"/>
          </p:nvPr>
        </p:nvSpPr>
        <p:spPr/>
        <p:txBody>
          <a:bodyPr/>
          <a:lstStyle/>
          <a:p>
            <a:pPr>
              <a:defRPr/>
            </a:pPr>
            <a:fld id="{76D20AB1-C80E-44EB-B890-88EEF3B3DC08}" type="slidenum">
              <a:rPr lang="zh-CN" altLang="en-US" smtClean="0"/>
              <a:pPr>
                <a:defRPr/>
              </a:pPr>
              <a:t>26</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101505"/>
                                        </p:tgtEl>
                                      </p:cBhvr>
                                    </p:animEffect>
                                    <p:animScale>
                                      <p:cBhvr>
                                        <p:cTn id="7" dur="250" autoRev="1" fill="hold"/>
                                        <p:tgtEl>
                                          <p:spTgt spid="101505"/>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grpId="0" nodeType="clickEffect">
                                  <p:stCondLst>
                                    <p:cond delay="0"/>
                                  </p:stCondLst>
                                  <p:childTnLst>
                                    <p:animEffect transition="out" filter="fade">
                                      <p:cBhvr>
                                        <p:cTn id="11" dur="500" tmFilter="0, 0; .2, .5; .8, .5; 1, 0"/>
                                        <p:tgtEl>
                                          <p:spTgt spid="101506"/>
                                        </p:tgtEl>
                                      </p:cBhvr>
                                    </p:animEffect>
                                    <p:animScale>
                                      <p:cBhvr>
                                        <p:cTn id="12" dur="250" autoRev="1" fill="hold"/>
                                        <p:tgtEl>
                                          <p:spTgt spid="101506"/>
                                        </p:tgtEl>
                                      </p:cBhvr>
                                      <p:by x="105000" y="105000"/>
                                    </p:animScale>
                                  </p:childTnLst>
                                </p:cTn>
                              </p:par>
                            </p:childTnLst>
                          </p:cTn>
                        </p:par>
                      </p:childTnLst>
                    </p:cTn>
                  </p:par>
                  <p:par>
                    <p:cTn id="13" fill="hold">
                      <p:stCondLst>
                        <p:cond delay="indefinite"/>
                      </p:stCondLst>
                      <p:childTnLst>
                        <p:par>
                          <p:cTn id="14" fill="hold">
                            <p:stCondLst>
                              <p:cond delay="0"/>
                            </p:stCondLst>
                            <p:childTnLst>
                              <p:par>
                                <p:cTn id="15" presetID="26" presetClass="emph" presetSubtype="0" fill="hold" grpId="0" nodeType="clickEffect">
                                  <p:stCondLst>
                                    <p:cond delay="0"/>
                                  </p:stCondLst>
                                  <p:childTnLst>
                                    <p:animEffect transition="out" filter="fade">
                                      <p:cBhvr>
                                        <p:cTn id="16" dur="500" tmFilter="0, 0; .2, .5; .8, .5; 1, 0"/>
                                        <p:tgtEl>
                                          <p:spTgt spid="101512"/>
                                        </p:tgtEl>
                                      </p:cBhvr>
                                    </p:animEffect>
                                    <p:animScale>
                                      <p:cBhvr>
                                        <p:cTn id="17" dur="250" autoRev="1" fill="hold"/>
                                        <p:tgtEl>
                                          <p:spTgt spid="101512"/>
                                        </p:tgtEl>
                                      </p:cBhvr>
                                      <p:by x="105000" y="105000"/>
                                    </p:animScale>
                                  </p:childTnLst>
                                </p:cTn>
                              </p:par>
                            </p:childTnLst>
                          </p:cTn>
                        </p:par>
                      </p:childTnLst>
                    </p:cTn>
                  </p:par>
                  <p:par>
                    <p:cTn id="18" fill="hold">
                      <p:stCondLst>
                        <p:cond delay="indefinite"/>
                      </p:stCondLst>
                      <p:childTnLst>
                        <p:par>
                          <p:cTn id="19" fill="hold">
                            <p:stCondLst>
                              <p:cond delay="0"/>
                            </p:stCondLst>
                            <p:childTnLst>
                              <p:par>
                                <p:cTn id="20" presetID="26" presetClass="emph" presetSubtype="0" fill="hold" grpId="0" nodeType="clickEffect">
                                  <p:stCondLst>
                                    <p:cond delay="0"/>
                                  </p:stCondLst>
                                  <p:childTnLst>
                                    <p:animEffect transition="out" filter="fade">
                                      <p:cBhvr>
                                        <p:cTn id="21" dur="500" tmFilter="0, 0; .2, .5; .8, .5; 1, 0"/>
                                        <p:tgtEl>
                                          <p:spTgt spid="101515"/>
                                        </p:tgtEl>
                                      </p:cBhvr>
                                    </p:animEffect>
                                    <p:animScale>
                                      <p:cBhvr>
                                        <p:cTn id="22" dur="250" autoRev="1" fill="hold"/>
                                        <p:tgtEl>
                                          <p:spTgt spid="101515"/>
                                        </p:tgtEl>
                                      </p:cBhvr>
                                      <p:by x="105000" y="105000"/>
                                    </p:animScale>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72">
                                            <p:bg/>
                                          </p:spTgt>
                                        </p:tgtEl>
                                        <p:attrNameLst>
                                          <p:attrName>style.visibility</p:attrName>
                                        </p:attrNameLst>
                                      </p:cBhvr>
                                      <p:to>
                                        <p:strVal val="visible"/>
                                      </p:to>
                                    </p:set>
                                    <p:animEffect transition="in" filter="wipe(down)">
                                      <p:cBhvr>
                                        <p:cTn id="27" dur="500"/>
                                        <p:tgtEl>
                                          <p:spTgt spid="72">
                                            <p:bg/>
                                          </p:spTgt>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72">
                                            <p:txEl>
                                              <p:pRg st="0" end="0"/>
                                            </p:txEl>
                                          </p:spTgt>
                                        </p:tgtEl>
                                        <p:attrNameLst>
                                          <p:attrName>style.visibility</p:attrName>
                                        </p:attrNameLst>
                                      </p:cBhvr>
                                      <p:to>
                                        <p:strVal val="visible"/>
                                      </p:to>
                                    </p:set>
                                    <p:animEffect transition="in" filter="wipe(down)">
                                      <p:cBhvr>
                                        <p:cTn id="30" dur="500"/>
                                        <p:tgtEl>
                                          <p:spTgt spid="72">
                                            <p:txEl>
                                              <p:pRg st="0" end="0"/>
                                            </p:txEl>
                                          </p:spTgt>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72">
                                            <p:txEl>
                                              <p:pRg st="1" end="1"/>
                                            </p:txEl>
                                          </p:spTgt>
                                        </p:tgtEl>
                                        <p:attrNameLst>
                                          <p:attrName>style.visibility</p:attrName>
                                        </p:attrNameLst>
                                      </p:cBhvr>
                                      <p:to>
                                        <p:strVal val="visible"/>
                                      </p:to>
                                    </p:set>
                                    <p:animEffect transition="in" filter="wipe(down)">
                                      <p:cBhvr>
                                        <p:cTn id="33" dur="500"/>
                                        <p:tgtEl>
                                          <p:spTgt spid="72">
                                            <p:txEl>
                                              <p:pRg st="1" end="1"/>
                                            </p:txEl>
                                          </p:spTgt>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72">
                                            <p:txEl>
                                              <p:pRg st="2" end="2"/>
                                            </p:txEl>
                                          </p:spTgt>
                                        </p:tgtEl>
                                        <p:attrNameLst>
                                          <p:attrName>style.visibility</p:attrName>
                                        </p:attrNameLst>
                                      </p:cBhvr>
                                      <p:to>
                                        <p:strVal val="visible"/>
                                      </p:to>
                                    </p:set>
                                    <p:animEffect transition="in" filter="wipe(down)">
                                      <p:cBhvr>
                                        <p:cTn id="36" dur="500"/>
                                        <p:tgtEl>
                                          <p:spTgt spid="72">
                                            <p:txEl>
                                              <p:pRg st="2" end="2"/>
                                            </p:txEl>
                                          </p:spTgt>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72">
                                            <p:txEl>
                                              <p:pRg st="3" end="3"/>
                                            </p:txEl>
                                          </p:spTgt>
                                        </p:tgtEl>
                                        <p:attrNameLst>
                                          <p:attrName>style.visibility</p:attrName>
                                        </p:attrNameLst>
                                      </p:cBhvr>
                                      <p:to>
                                        <p:strVal val="visible"/>
                                      </p:to>
                                    </p:set>
                                    <p:animEffect transition="in" filter="wipe(down)">
                                      <p:cBhvr>
                                        <p:cTn id="39" dur="500"/>
                                        <p:tgtEl>
                                          <p:spTgt spid="72">
                                            <p:txEl>
                                              <p:pRg st="3" end="3"/>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grpId="0" nodeType="clickEffect">
                                  <p:stCondLst>
                                    <p:cond delay="0"/>
                                  </p:stCondLst>
                                  <p:childTnLst>
                                    <p:set>
                                      <p:cBhvr>
                                        <p:cTn id="43" dur="1" fill="hold">
                                          <p:stCondLst>
                                            <p:cond delay="0"/>
                                          </p:stCondLst>
                                        </p:cTn>
                                        <p:tgtEl>
                                          <p:spTgt spid="67738"/>
                                        </p:tgtEl>
                                        <p:attrNameLst>
                                          <p:attrName>style.visibility</p:attrName>
                                        </p:attrNameLst>
                                      </p:cBhvr>
                                      <p:to>
                                        <p:strVal val="visible"/>
                                      </p:to>
                                    </p:set>
                                    <p:anim calcmode="lin" valueType="num">
                                      <p:cBhvr>
                                        <p:cTn id="44" dur="500" fill="hold"/>
                                        <p:tgtEl>
                                          <p:spTgt spid="67738"/>
                                        </p:tgtEl>
                                        <p:attrNameLst>
                                          <p:attrName>ppt_w</p:attrName>
                                        </p:attrNameLst>
                                      </p:cBhvr>
                                      <p:tavLst>
                                        <p:tav tm="0">
                                          <p:val>
                                            <p:fltVal val="0"/>
                                          </p:val>
                                        </p:tav>
                                        <p:tav tm="100000">
                                          <p:val>
                                            <p:strVal val="#ppt_w"/>
                                          </p:val>
                                        </p:tav>
                                      </p:tavLst>
                                    </p:anim>
                                    <p:anim calcmode="lin" valueType="num">
                                      <p:cBhvr>
                                        <p:cTn id="45" dur="500" fill="hold"/>
                                        <p:tgtEl>
                                          <p:spTgt spid="67738"/>
                                        </p:tgtEl>
                                        <p:attrNameLst>
                                          <p:attrName>ppt_h</p:attrName>
                                        </p:attrNameLst>
                                      </p:cBhvr>
                                      <p:tavLst>
                                        <p:tav tm="0">
                                          <p:val>
                                            <p:fltVal val="0"/>
                                          </p:val>
                                        </p:tav>
                                        <p:tav tm="100000">
                                          <p:val>
                                            <p:strVal val="#ppt_h"/>
                                          </p:val>
                                        </p:tav>
                                      </p:tavLst>
                                    </p:anim>
                                    <p:animEffect transition="in" filter="fade">
                                      <p:cBhvr>
                                        <p:cTn id="46" dur="500"/>
                                        <p:tgtEl>
                                          <p:spTgt spid="67738"/>
                                        </p:tgtEl>
                                      </p:cBhvr>
                                    </p:animEffect>
                                  </p:childTnLst>
                                </p:cTn>
                              </p:par>
                              <p:par>
                                <p:cTn id="47" presetID="53" presetClass="entr" presetSubtype="16" fill="hold" grpId="0" nodeType="withEffect">
                                  <p:stCondLst>
                                    <p:cond delay="0"/>
                                  </p:stCondLst>
                                  <p:childTnLst>
                                    <p:set>
                                      <p:cBhvr>
                                        <p:cTn id="48" dur="1" fill="hold">
                                          <p:stCondLst>
                                            <p:cond delay="0"/>
                                          </p:stCondLst>
                                        </p:cTn>
                                        <p:tgtEl>
                                          <p:spTgt spid="67737"/>
                                        </p:tgtEl>
                                        <p:attrNameLst>
                                          <p:attrName>style.visibility</p:attrName>
                                        </p:attrNameLst>
                                      </p:cBhvr>
                                      <p:to>
                                        <p:strVal val="visible"/>
                                      </p:to>
                                    </p:set>
                                    <p:anim calcmode="lin" valueType="num">
                                      <p:cBhvr>
                                        <p:cTn id="49" dur="500" fill="hold"/>
                                        <p:tgtEl>
                                          <p:spTgt spid="67737"/>
                                        </p:tgtEl>
                                        <p:attrNameLst>
                                          <p:attrName>ppt_w</p:attrName>
                                        </p:attrNameLst>
                                      </p:cBhvr>
                                      <p:tavLst>
                                        <p:tav tm="0">
                                          <p:val>
                                            <p:fltVal val="0"/>
                                          </p:val>
                                        </p:tav>
                                        <p:tav tm="100000">
                                          <p:val>
                                            <p:strVal val="#ppt_w"/>
                                          </p:val>
                                        </p:tav>
                                      </p:tavLst>
                                    </p:anim>
                                    <p:anim calcmode="lin" valueType="num">
                                      <p:cBhvr>
                                        <p:cTn id="50" dur="500" fill="hold"/>
                                        <p:tgtEl>
                                          <p:spTgt spid="67737"/>
                                        </p:tgtEl>
                                        <p:attrNameLst>
                                          <p:attrName>ppt_h</p:attrName>
                                        </p:attrNameLst>
                                      </p:cBhvr>
                                      <p:tavLst>
                                        <p:tav tm="0">
                                          <p:val>
                                            <p:fltVal val="0"/>
                                          </p:val>
                                        </p:tav>
                                        <p:tav tm="100000">
                                          <p:val>
                                            <p:strVal val="#ppt_h"/>
                                          </p:val>
                                        </p:tav>
                                      </p:tavLst>
                                    </p:anim>
                                    <p:animEffect transition="in" filter="fade">
                                      <p:cBhvr>
                                        <p:cTn id="51" dur="500"/>
                                        <p:tgtEl>
                                          <p:spTgt spid="67737"/>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53" presetClass="entr" presetSubtype="16" fill="hold" grpId="0" nodeType="clickEffect">
                                  <p:stCondLst>
                                    <p:cond delay="0"/>
                                  </p:stCondLst>
                                  <p:childTnLst>
                                    <p:set>
                                      <p:cBhvr>
                                        <p:cTn id="55" dur="1" fill="hold">
                                          <p:stCondLst>
                                            <p:cond delay="0"/>
                                          </p:stCondLst>
                                        </p:cTn>
                                        <p:tgtEl>
                                          <p:spTgt spid="67728"/>
                                        </p:tgtEl>
                                        <p:attrNameLst>
                                          <p:attrName>style.visibility</p:attrName>
                                        </p:attrNameLst>
                                      </p:cBhvr>
                                      <p:to>
                                        <p:strVal val="visible"/>
                                      </p:to>
                                    </p:set>
                                    <p:anim calcmode="lin" valueType="num">
                                      <p:cBhvr>
                                        <p:cTn id="56" dur="500" fill="hold"/>
                                        <p:tgtEl>
                                          <p:spTgt spid="67728"/>
                                        </p:tgtEl>
                                        <p:attrNameLst>
                                          <p:attrName>ppt_w</p:attrName>
                                        </p:attrNameLst>
                                      </p:cBhvr>
                                      <p:tavLst>
                                        <p:tav tm="0">
                                          <p:val>
                                            <p:fltVal val="0"/>
                                          </p:val>
                                        </p:tav>
                                        <p:tav tm="100000">
                                          <p:val>
                                            <p:strVal val="#ppt_w"/>
                                          </p:val>
                                        </p:tav>
                                      </p:tavLst>
                                    </p:anim>
                                    <p:anim calcmode="lin" valueType="num">
                                      <p:cBhvr>
                                        <p:cTn id="57" dur="500" fill="hold"/>
                                        <p:tgtEl>
                                          <p:spTgt spid="67728"/>
                                        </p:tgtEl>
                                        <p:attrNameLst>
                                          <p:attrName>ppt_h</p:attrName>
                                        </p:attrNameLst>
                                      </p:cBhvr>
                                      <p:tavLst>
                                        <p:tav tm="0">
                                          <p:val>
                                            <p:fltVal val="0"/>
                                          </p:val>
                                        </p:tav>
                                        <p:tav tm="100000">
                                          <p:val>
                                            <p:strVal val="#ppt_h"/>
                                          </p:val>
                                        </p:tav>
                                      </p:tavLst>
                                    </p:anim>
                                    <p:animEffect transition="in" filter="fade">
                                      <p:cBhvr>
                                        <p:cTn id="58" dur="500"/>
                                        <p:tgtEl>
                                          <p:spTgt spid="67728"/>
                                        </p:tgtEl>
                                      </p:cBhvr>
                                    </p:animEffect>
                                  </p:childTnLst>
                                </p:cTn>
                              </p:par>
                              <p:par>
                                <p:cTn id="59" presetID="53" presetClass="entr" presetSubtype="16" fill="hold" grpId="0" nodeType="withEffect">
                                  <p:stCondLst>
                                    <p:cond delay="0"/>
                                  </p:stCondLst>
                                  <p:childTnLst>
                                    <p:set>
                                      <p:cBhvr>
                                        <p:cTn id="60" dur="1" fill="hold">
                                          <p:stCondLst>
                                            <p:cond delay="0"/>
                                          </p:stCondLst>
                                        </p:cTn>
                                        <p:tgtEl>
                                          <p:spTgt spid="67727"/>
                                        </p:tgtEl>
                                        <p:attrNameLst>
                                          <p:attrName>style.visibility</p:attrName>
                                        </p:attrNameLst>
                                      </p:cBhvr>
                                      <p:to>
                                        <p:strVal val="visible"/>
                                      </p:to>
                                    </p:set>
                                    <p:anim calcmode="lin" valueType="num">
                                      <p:cBhvr>
                                        <p:cTn id="61" dur="500" fill="hold"/>
                                        <p:tgtEl>
                                          <p:spTgt spid="67727"/>
                                        </p:tgtEl>
                                        <p:attrNameLst>
                                          <p:attrName>ppt_w</p:attrName>
                                        </p:attrNameLst>
                                      </p:cBhvr>
                                      <p:tavLst>
                                        <p:tav tm="0">
                                          <p:val>
                                            <p:fltVal val="0"/>
                                          </p:val>
                                        </p:tav>
                                        <p:tav tm="100000">
                                          <p:val>
                                            <p:strVal val="#ppt_w"/>
                                          </p:val>
                                        </p:tav>
                                      </p:tavLst>
                                    </p:anim>
                                    <p:anim calcmode="lin" valueType="num">
                                      <p:cBhvr>
                                        <p:cTn id="62" dur="500" fill="hold"/>
                                        <p:tgtEl>
                                          <p:spTgt spid="67727"/>
                                        </p:tgtEl>
                                        <p:attrNameLst>
                                          <p:attrName>ppt_h</p:attrName>
                                        </p:attrNameLst>
                                      </p:cBhvr>
                                      <p:tavLst>
                                        <p:tav tm="0">
                                          <p:val>
                                            <p:fltVal val="0"/>
                                          </p:val>
                                        </p:tav>
                                        <p:tav tm="100000">
                                          <p:val>
                                            <p:strVal val="#ppt_h"/>
                                          </p:val>
                                        </p:tav>
                                      </p:tavLst>
                                    </p:anim>
                                    <p:animEffect transition="in" filter="fade">
                                      <p:cBhvr>
                                        <p:cTn id="63" dur="500"/>
                                        <p:tgtEl>
                                          <p:spTgt spid="67727"/>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53" presetClass="entr" presetSubtype="16" fill="hold" grpId="0" nodeType="clickEffect">
                                  <p:stCondLst>
                                    <p:cond delay="0"/>
                                  </p:stCondLst>
                                  <p:childTnLst>
                                    <p:set>
                                      <p:cBhvr>
                                        <p:cTn id="67" dur="1" fill="hold">
                                          <p:stCondLst>
                                            <p:cond delay="0"/>
                                          </p:stCondLst>
                                        </p:cTn>
                                        <p:tgtEl>
                                          <p:spTgt spid="67739"/>
                                        </p:tgtEl>
                                        <p:attrNameLst>
                                          <p:attrName>style.visibility</p:attrName>
                                        </p:attrNameLst>
                                      </p:cBhvr>
                                      <p:to>
                                        <p:strVal val="visible"/>
                                      </p:to>
                                    </p:set>
                                    <p:anim calcmode="lin" valueType="num">
                                      <p:cBhvr>
                                        <p:cTn id="68" dur="500" fill="hold"/>
                                        <p:tgtEl>
                                          <p:spTgt spid="67739"/>
                                        </p:tgtEl>
                                        <p:attrNameLst>
                                          <p:attrName>ppt_w</p:attrName>
                                        </p:attrNameLst>
                                      </p:cBhvr>
                                      <p:tavLst>
                                        <p:tav tm="0">
                                          <p:val>
                                            <p:fltVal val="0"/>
                                          </p:val>
                                        </p:tav>
                                        <p:tav tm="100000">
                                          <p:val>
                                            <p:strVal val="#ppt_w"/>
                                          </p:val>
                                        </p:tav>
                                      </p:tavLst>
                                    </p:anim>
                                    <p:anim calcmode="lin" valueType="num">
                                      <p:cBhvr>
                                        <p:cTn id="69" dur="500" fill="hold"/>
                                        <p:tgtEl>
                                          <p:spTgt spid="67739"/>
                                        </p:tgtEl>
                                        <p:attrNameLst>
                                          <p:attrName>ppt_h</p:attrName>
                                        </p:attrNameLst>
                                      </p:cBhvr>
                                      <p:tavLst>
                                        <p:tav tm="0">
                                          <p:val>
                                            <p:fltVal val="0"/>
                                          </p:val>
                                        </p:tav>
                                        <p:tav tm="100000">
                                          <p:val>
                                            <p:strVal val="#ppt_h"/>
                                          </p:val>
                                        </p:tav>
                                      </p:tavLst>
                                    </p:anim>
                                    <p:animEffect transition="in" filter="fade">
                                      <p:cBhvr>
                                        <p:cTn id="70" dur="500"/>
                                        <p:tgtEl>
                                          <p:spTgt spid="67739"/>
                                        </p:tgtEl>
                                      </p:cBhvr>
                                    </p:animEffect>
                                  </p:childTnLst>
                                </p:cTn>
                              </p:par>
                              <p:par>
                                <p:cTn id="71" presetID="53" presetClass="entr" presetSubtype="16" fill="hold" grpId="0" nodeType="withEffect">
                                  <p:stCondLst>
                                    <p:cond delay="0"/>
                                  </p:stCondLst>
                                  <p:childTnLst>
                                    <p:set>
                                      <p:cBhvr>
                                        <p:cTn id="72" dur="1" fill="hold">
                                          <p:stCondLst>
                                            <p:cond delay="0"/>
                                          </p:stCondLst>
                                        </p:cTn>
                                        <p:tgtEl>
                                          <p:spTgt spid="67740"/>
                                        </p:tgtEl>
                                        <p:attrNameLst>
                                          <p:attrName>style.visibility</p:attrName>
                                        </p:attrNameLst>
                                      </p:cBhvr>
                                      <p:to>
                                        <p:strVal val="visible"/>
                                      </p:to>
                                    </p:set>
                                    <p:anim calcmode="lin" valueType="num">
                                      <p:cBhvr>
                                        <p:cTn id="73" dur="500" fill="hold"/>
                                        <p:tgtEl>
                                          <p:spTgt spid="67740"/>
                                        </p:tgtEl>
                                        <p:attrNameLst>
                                          <p:attrName>ppt_w</p:attrName>
                                        </p:attrNameLst>
                                      </p:cBhvr>
                                      <p:tavLst>
                                        <p:tav tm="0">
                                          <p:val>
                                            <p:fltVal val="0"/>
                                          </p:val>
                                        </p:tav>
                                        <p:tav tm="100000">
                                          <p:val>
                                            <p:strVal val="#ppt_w"/>
                                          </p:val>
                                        </p:tav>
                                      </p:tavLst>
                                    </p:anim>
                                    <p:anim calcmode="lin" valueType="num">
                                      <p:cBhvr>
                                        <p:cTn id="74" dur="500" fill="hold"/>
                                        <p:tgtEl>
                                          <p:spTgt spid="67740"/>
                                        </p:tgtEl>
                                        <p:attrNameLst>
                                          <p:attrName>ppt_h</p:attrName>
                                        </p:attrNameLst>
                                      </p:cBhvr>
                                      <p:tavLst>
                                        <p:tav tm="0">
                                          <p:val>
                                            <p:fltVal val="0"/>
                                          </p:val>
                                        </p:tav>
                                        <p:tav tm="100000">
                                          <p:val>
                                            <p:strVal val="#ppt_h"/>
                                          </p:val>
                                        </p:tav>
                                      </p:tavLst>
                                    </p:anim>
                                    <p:animEffect transition="in" filter="fade">
                                      <p:cBhvr>
                                        <p:cTn id="75" dur="500"/>
                                        <p:tgtEl>
                                          <p:spTgt spid="67740"/>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53" presetClass="exit" presetSubtype="32" fill="hold" nodeType="clickEffect">
                                  <p:stCondLst>
                                    <p:cond delay="0"/>
                                  </p:stCondLst>
                                  <p:childTnLst>
                                    <p:anim calcmode="lin" valueType="num">
                                      <p:cBhvr>
                                        <p:cTn id="79" dur="500"/>
                                        <p:tgtEl>
                                          <p:spTgt spid="4"/>
                                        </p:tgtEl>
                                        <p:attrNameLst>
                                          <p:attrName>ppt_w</p:attrName>
                                        </p:attrNameLst>
                                      </p:cBhvr>
                                      <p:tavLst>
                                        <p:tav tm="0">
                                          <p:val>
                                            <p:strVal val="ppt_w"/>
                                          </p:val>
                                        </p:tav>
                                        <p:tav tm="100000">
                                          <p:val>
                                            <p:fltVal val="0"/>
                                          </p:val>
                                        </p:tav>
                                      </p:tavLst>
                                    </p:anim>
                                    <p:anim calcmode="lin" valueType="num">
                                      <p:cBhvr>
                                        <p:cTn id="80" dur="500"/>
                                        <p:tgtEl>
                                          <p:spTgt spid="4"/>
                                        </p:tgtEl>
                                        <p:attrNameLst>
                                          <p:attrName>ppt_h</p:attrName>
                                        </p:attrNameLst>
                                      </p:cBhvr>
                                      <p:tavLst>
                                        <p:tav tm="0">
                                          <p:val>
                                            <p:strVal val="ppt_h"/>
                                          </p:val>
                                        </p:tav>
                                        <p:tav tm="100000">
                                          <p:val>
                                            <p:fltVal val="0"/>
                                          </p:val>
                                        </p:tav>
                                      </p:tavLst>
                                    </p:anim>
                                    <p:animEffect transition="out" filter="fade">
                                      <p:cBhvr>
                                        <p:cTn id="81" dur="500"/>
                                        <p:tgtEl>
                                          <p:spTgt spid="4"/>
                                        </p:tgtEl>
                                      </p:cBhvr>
                                    </p:animEffect>
                                    <p:set>
                                      <p:cBhvr>
                                        <p:cTn id="82" dur="1" fill="hold">
                                          <p:stCondLst>
                                            <p:cond delay="499"/>
                                          </p:stCondLst>
                                        </p:cTn>
                                        <p:tgtEl>
                                          <p:spTgt spid="4"/>
                                        </p:tgtEl>
                                        <p:attrNameLst>
                                          <p:attrName>style.visibility</p:attrName>
                                        </p:attrNameLst>
                                      </p:cBhvr>
                                      <p:to>
                                        <p:strVal val="hidden"/>
                                      </p:to>
                                    </p:set>
                                  </p:childTnLst>
                                </p:cTn>
                              </p:par>
                            </p:childTnLst>
                          </p:cTn>
                        </p:par>
                        <p:par>
                          <p:cTn id="83" fill="hold" nodeType="afterGroup">
                            <p:stCondLst>
                              <p:cond delay="500"/>
                            </p:stCondLst>
                            <p:childTnLst>
                              <p:par>
                                <p:cTn id="84" presetID="53" presetClass="entr" presetSubtype="16" fill="hold" grpId="0" nodeType="afterEffect">
                                  <p:stCondLst>
                                    <p:cond delay="0"/>
                                  </p:stCondLst>
                                  <p:childTnLst>
                                    <p:set>
                                      <p:cBhvr>
                                        <p:cTn id="85" dur="1" fill="hold">
                                          <p:stCondLst>
                                            <p:cond delay="0"/>
                                          </p:stCondLst>
                                        </p:cTn>
                                        <p:tgtEl>
                                          <p:spTgt spid="3"/>
                                        </p:tgtEl>
                                        <p:attrNameLst>
                                          <p:attrName>style.visibility</p:attrName>
                                        </p:attrNameLst>
                                      </p:cBhvr>
                                      <p:to>
                                        <p:strVal val="visible"/>
                                      </p:to>
                                    </p:set>
                                    <p:anim calcmode="lin" valueType="num">
                                      <p:cBhvr>
                                        <p:cTn id="86" dur="500" fill="hold"/>
                                        <p:tgtEl>
                                          <p:spTgt spid="3"/>
                                        </p:tgtEl>
                                        <p:attrNameLst>
                                          <p:attrName>ppt_w</p:attrName>
                                        </p:attrNameLst>
                                      </p:cBhvr>
                                      <p:tavLst>
                                        <p:tav tm="0">
                                          <p:val>
                                            <p:fltVal val="0"/>
                                          </p:val>
                                        </p:tav>
                                        <p:tav tm="100000">
                                          <p:val>
                                            <p:strVal val="#ppt_w"/>
                                          </p:val>
                                        </p:tav>
                                      </p:tavLst>
                                    </p:anim>
                                    <p:anim calcmode="lin" valueType="num">
                                      <p:cBhvr>
                                        <p:cTn id="87" dur="500" fill="hold"/>
                                        <p:tgtEl>
                                          <p:spTgt spid="3"/>
                                        </p:tgtEl>
                                        <p:attrNameLst>
                                          <p:attrName>ppt_h</p:attrName>
                                        </p:attrNameLst>
                                      </p:cBhvr>
                                      <p:tavLst>
                                        <p:tav tm="0">
                                          <p:val>
                                            <p:fltVal val="0"/>
                                          </p:val>
                                        </p:tav>
                                        <p:tav tm="100000">
                                          <p:val>
                                            <p:strVal val="#ppt_h"/>
                                          </p:val>
                                        </p:tav>
                                      </p:tavLst>
                                    </p:anim>
                                    <p:animEffect transition="in" filter="fade">
                                      <p:cBhvr>
                                        <p:cTn id="8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505" grpId="0" animBg="1"/>
      <p:bldP spid="101506" grpId="0" animBg="1"/>
      <p:bldP spid="101512" grpId="0" animBg="1"/>
      <p:bldP spid="101515" grpId="0" animBg="1"/>
      <p:bldP spid="67727" grpId="0" animBg="1"/>
      <p:bldP spid="67728" grpId="0"/>
      <p:bldP spid="67737" grpId="0" animBg="1"/>
      <p:bldP spid="67738" grpId="0"/>
      <p:bldP spid="67739" grpId="0"/>
      <p:bldP spid="67740" grpId="0" animBg="1"/>
      <p:bldP spid="3" grpId="0" animBg="1"/>
      <p:bldP spid="72" grpId="0" uiExpand="1" build="p"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5"/>
          <p:cNvSpPr txBox="1">
            <a:spLocks noChangeArrowheads="1"/>
          </p:cNvSpPr>
          <p:nvPr/>
        </p:nvSpPr>
        <p:spPr bwMode="auto">
          <a:xfrm>
            <a:off x="107950" y="1041400"/>
            <a:ext cx="1555750" cy="2154238"/>
          </a:xfrm>
          <a:prstGeom prst="rect">
            <a:avLst/>
          </a:prstGeom>
          <a:solidFill>
            <a:srgbClr val="B5CEED"/>
          </a:solidFill>
          <a:ln w="12700">
            <a:solidFill>
              <a:schemeClr val="tx1"/>
            </a:solidFill>
            <a:miter lim="800000"/>
            <a:headEnd type="none" w="sm" len="sm"/>
            <a:tailEnd type="none" w="sm" len="sm"/>
          </a:ln>
        </p:spPr>
        <p:txBody>
          <a:bodyPr tIns="0" bIns="0">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I</a:t>
            </a:r>
            <a:r>
              <a:rPr lang="en-US" altLang="zh-CN" sz="2000" b="1" i="1" baseline="-25000">
                <a:solidFill>
                  <a:srgbClr val="000000"/>
                </a:solidFill>
                <a:latin typeface="Times New Roman" panose="02020603050405020304" pitchFamily="18" charset="0"/>
              </a:rPr>
              <a:t>0</a:t>
            </a:r>
            <a:r>
              <a:rPr lang="en-US" altLang="zh-CN" sz="2000" b="1">
                <a:solidFill>
                  <a:srgbClr val="000000"/>
                </a:solidFill>
                <a:latin typeface="Times New Roman" panose="02020603050405020304" pitchFamily="18" charset="0"/>
              </a:rPr>
              <a:t>:</a:t>
            </a: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S′</a:t>
            </a:r>
            <a:r>
              <a:rPr lang="en-US" altLang="zh-CN" sz="2000" b="1" i="1">
                <a:solidFill>
                  <a:srgbClr val="000000"/>
                </a:solidFill>
                <a:latin typeface="Times New Roman" panose="02020603050405020304" pitchFamily="18" charset="0"/>
              </a:rPr>
              <a:t>→ · S</a:t>
            </a:r>
            <a:r>
              <a:rPr lang="zh-CN" altLang="en-US" sz="2000" b="1" i="1">
                <a:solidFill>
                  <a:srgbClr val="000000"/>
                </a:solidFill>
                <a:latin typeface="Times New Roman" panose="02020603050405020304" pitchFamily="18" charset="0"/>
              </a:rPr>
              <a:t> </a:t>
            </a:r>
            <a:r>
              <a:rPr lang="en-US" altLang="zh-CN" sz="2000" b="1" i="1">
                <a:solidFill>
                  <a:srgbClr val="000000"/>
                </a:solidFill>
                <a:latin typeface="Times New Roman" panose="02020603050405020304" pitchFamily="18" charset="0"/>
              </a:rPr>
              <a:t>,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S→· L=R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S→ · R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L→·*R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 · </a:t>
            </a:r>
            <a:r>
              <a:rPr lang="en-US" altLang="zh-CN" sz="2000" b="1">
                <a:solidFill>
                  <a:srgbClr val="000000"/>
                </a:solidFill>
                <a:latin typeface="Times New Roman" panose="02020603050405020304" pitchFamily="18" charset="0"/>
              </a:rPr>
              <a:t>id</a:t>
            </a:r>
            <a:r>
              <a:rPr lang="en-US" altLang="zh-CN" sz="2000" b="1" i="1">
                <a:solidFill>
                  <a:srgbClr val="000000"/>
                </a:solidFill>
                <a:latin typeface="Times New Roman" panose="02020603050405020304" pitchFamily="18" charset="0"/>
              </a:rPr>
              <a:t>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 · L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p:txBody>
      </p:sp>
      <p:sp>
        <p:nvSpPr>
          <p:cNvPr id="67587" name="Text Box 6"/>
          <p:cNvSpPr txBox="1">
            <a:spLocks noChangeArrowheads="1"/>
          </p:cNvSpPr>
          <p:nvPr/>
        </p:nvSpPr>
        <p:spPr bwMode="auto">
          <a:xfrm>
            <a:off x="1966913" y="682625"/>
            <a:ext cx="1223962" cy="708025"/>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I</a:t>
            </a:r>
            <a:r>
              <a:rPr lang="en-US" altLang="zh-CN" sz="2000" b="1" i="1" baseline="-25000">
                <a:solidFill>
                  <a:srgbClr val="000000"/>
                </a:solidFill>
                <a:latin typeface="Times New Roman" panose="02020603050405020304" pitchFamily="18" charset="0"/>
              </a:rPr>
              <a:t>1</a:t>
            </a:r>
            <a:r>
              <a:rPr lang="en-US" altLang="zh-CN" sz="2000" b="1">
                <a:solidFill>
                  <a:srgbClr val="000000"/>
                </a:solidFill>
                <a:latin typeface="Times New Roman" panose="02020603050405020304" pitchFamily="18" charset="0"/>
              </a:rPr>
              <a:t>:</a:t>
            </a: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S′</a:t>
            </a:r>
            <a:r>
              <a:rPr lang="en-US" altLang="zh-CN" sz="2000" b="1" i="1">
                <a:solidFill>
                  <a:srgbClr val="000000"/>
                </a:solidFill>
                <a:latin typeface="Times New Roman" panose="02020603050405020304" pitchFamily="18" charset="0"/>
              </a:rPr>
              <a:t>→S·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p:txBody>
      </p:sp>
      <p:sp>
        <p:nvSpPr>
          <p:cNvPr id="67588" name="Line 7"/>
          <p:cNvSpPr>
            <a:spLocks noChangeShapeType="1"/>
          </p:cNvSpPr>
          <p:nvPr/>
        </p:nvSpPr>
        <p:spPr bwMode="auto">
          <a:xfrm flipV="1">
            <a:off x="1689100" y="1273175"/>
            <a:ext cx="288925"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1499" name="Text Box 8"/>
          <p:cNvSpPr txBox="1">
            <a:spLocks noChangeArrowheads="1"/>
          </p:cNvSpPr>
          <p:nvPr/>
        </p:nvSpPr>
        <p:spPr bwMode="auto">
          <a:xfrm>
            <a:off x="1966913" y="1463675"/>
            <a:ext cx="1479550" cy="93821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2</a:t>
            </a:r>
            <a:r>
              <a:rPr kumimoji="1" lang="en-US" altLang="zh-CN" sz="2000" b="1">
                <a:solidFill>
                  <a:srgbClr val="000000"/>
                </a:solidFill>
                <a:latin typeface="Times New Roman" panose="02020603050405020304" pitchFamily="18" charset="0"/>
              </a:rPr>
              <a:t>:</a:t>
            </a:r>
          </a:p>
          <a:p>
            <a:pPr>
              <a:lnSpc>
                <a:spcPts val="2200"/>
              </a:lnSpc>
              <a:defRPr/>
            </a:pPr>
            <a:r>
              <a:rPr kumimoji="1" lang="en-US" altLang="zh-CN" sz="2000" b="1" i="1">
                <a:solidFill>
                  <a:srgbClr val="000000"/>
                </a:solidFill>
                <a:latin typeface="Times New Roman" panose="02020603050405020304" pitchFamily="18" charset="0"/>
              </a:rPr>
              <a:t>S→L</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en-US" altLang="zh-CN" sz="2000" b="1" i="1">
                <a:solidFill>
                  <a:srgbClr val="000000"/>
                </a:solidFill>
                <a:latin typeface="Times New Roman" panose="02020603050405020304" pitchFamily="18" charset="0"/>
              </a:rPr>
              <a:t>=R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200"/>
              </a:lnSpc>
              <a:defRPr/>
            </a:pPr>
            <a:r>
              <a:rPr kumimoji="1" lang="en-US" altLang="zh-CN" sz="2000" b="1" i="1">
                <a:solidFill>
                  <a:srgbClr val="000000"/>
                </a:solidFill>
                <a:latin typeface="Times New Roman" panose="02020603050405020304" pitchFamily="18" charset="0"/>
              </a:rPr>
              <a:t>R→L</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en-US" altLang="zh-CN" sz="2000" b="1" i="1">
                <a:solidFill>
                  <a:srgbClr val="000000"/>
                </a:solidFill>
                <a:latin typeface="Times New Roman" panose="02020603050405020304" pitchFamily="18" charset="0"/>
              </a:rPr>
              <a:t>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67590" name="Line 9"/>
          <p:cNvSpPr>
            <a:spLocks noChangeShapeType="1"/>
          </p:cNvSpPr>
          <p:nvPr/>
        </p:nvSpPr>
        <p:spPr bwMode="auto">
          <a:xfrm flipV="1">
            <a:off x="1679575" y="1860550"/>
            <a:ext cx="29845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591" name="Text Box 10"/>
          <p:cNvSpPr txBox="1">
            <a:spLocks noChangeArrowheads="1"/>
          </p:cNvSpPr>
          <p:nvPr/>
        </p:nvSpPr>
        <p:spPr bwMode="auto">
          <a:xfrm>
            <a:off x="1655763" y="1465263"/>
            <a:ext cx="5032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a:t>
            </a:r>
          </a:p>
        </p:txBody>
      </p:sp>
      <p:sp>
        <p:nvSpPr>
          <p:cNvPr id="101502" name="Text Box 11"/>
          <p:cNvSpPr txBox="1">
            <a:spLocks noChangeArrowheads="1"/>
          </p:cNvSpPr>
          <p:nvPr/>
        </p:nvSpPr>
        <p:spPr bwMode="auto">
          <a:xfrm>
            <a:off x="1966913" y="2444750"/>
            <a:ext cx="1223962"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3</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S→R</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srgbClr val="000000"/>
                </a:solidFill>
                <a:latin typeface="Times New Roman" panose="02020603050405020304" pitchFamily="18" charset="0"/>
              </a:rPr>
              <a:t>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67593" name="Line 12"/>
          <p:cNvSpPr>
            <a:spLocks noChangeShapeType="1"/>
          </p:cNvSpPr>
          <p:nvPr/>
        </p:nvSpPr>
        <p:spPr bwMode="auto">
          <a:xfrm flipV="1">
            <a:off x="1655763" y="2700338"/>
            <a:ext cx="288925"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594" name="Text Box 13"/>
          <p:cNvSpPr txBox="1">
            <a:spLocks noChangeArrowheads="1"/>
          </p:cNvSpPr>
          <p:nvPr/>
        </p:nvSpPr>
        <p:spPr bwMode="auto">
          <a:xfrm>
            <a:off x="1628775" y="2333625"/>
            <a:ext cx="609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a:t>
            </a:r>
          </a:p>
        </p:txBody>
      </p:sp>
      <p:sp>
        <p:nvSpPr>
          <p:cNvPr id="101505" name="Text Box 14"/>
          <p:cNvSpPr txBox="1">
            <a:spLocks noChangeArrowheads="1"/>
          </p:cNvSpPr>
          <p:nvPr/>
        </p:nvSpPr>
        <p:spPr bwMode="auto">
          <a:xfrm>
            <a:off x="1978025" y="3236913"/>
            <a:ext cx="1568450" cy="150336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4</a:t>
            </a:r>
            <a:r>
              <a:rPr kumimoji="1" lang="en-US" altLang="zh-CN" sz="2000" b="1">
                <a:solidFill>
                  <a:srgbClr val="000000"/>
                </a:solidFill>
                <a:latin typeface="Times New Roman" panose="02020603050405020304" pitchFamily="18" charset="0"/>
              </a:rPr>
              <a:t>:</a:t>
            </a:r>
          </a:p>
          <a:p>
            <a:pPr>
              <a:lnSpc>
                <a:spcPts val="2200"/>
              </a:lnSpc>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srgbClr val="000000"/>
                </a:solidFill>
                <a:latin typeface="Times New Roman" panose="02020603050405020304" pitchFamily="18" charset="0"/>
              </a:rPr>
              <a:t>R</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200"/>
              </a:lnSpc>
              <a:defRPr/>
            </a:pPr>
            <a:r>
              <a:rPr kumimoji="1" lang="en-US" altLang="zh-CN" sz="2000" b="1" i="1">
                <a:solidFill>
                  <a:srgbClr val="000000"/>
                </a:solidFill>
                <a:latin typeface="Times New Roman" panose="02020603050405020304" pitchFamily="18" charset="0"/>
              </a:rPr>
              <a:t>R→</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solidFill>
                  <a:srgbClr val="000000"/>
                </a:solidFill>
                <a:latin typeface="Times New Roman" panose="02020603050405020304" pitchFamily="18" charset="0"/>
              </a:rPr>
              <a:t>L</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200"/>
              </a:lnSpc>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srgbClr val="000000"/>
                </a:solidFill>
                <a:latin typeface="Times New Roman" panose="02020603050405020304" pitchFamily="18" charset="0"/>
              </a:rPr>
              <a:t>*R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200"/>
              </a:lnSpc>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lang="en-US" altLang="zh-CN" sz="2000" b="1">
                <a:solidFill>
                  <a:srgbClr val="000000"/>
                </a:solidFill>
                <a:latin typeface="Times New Roman" panose="02020603050405020304" pitchFamily="18" charset="0"/>
                <a:cs typeface="Times New Roman" panose="02020603050405020304" pitchFamily="18" charset="0"/>
              </a:rPr>
              <a:t> </a:t>
            </a:r>
            <a:r>
              <a:rPr kumimoji="1" lang="en-US" altLang="zh-CN" sz="2000" b="1">
                <a:solidFill>
                  <a:srgbClr val="000000"/>
                </a:solidFill>
                <a:latin typeface="Times New Roman" panose="02020603050405020304" pitchFamily="18" charset="0"/>
              </a:rPr>
              <a:t>id</a:t>
            </a:r>
            <a:r>
              <a:rPr kumimoji="1" lang="zh-CN" altLang="en-US" sz="2000" b="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101506" name="Text Box 15"/>
          <p:cNvSpPr txBox="1">
            <a:spLocks noChangeArrowheads="1"/>
          </p:cNvSpPr>
          <p:nvPr/>
        </p:nvSpPr>
        <p:spPr bwMode="auto">
          <a:xfrm>
            <a:off x="3921125" y="4281488"/>
            <a:ext cx="1584325" cy="706437"/>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5</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L→</a:t>
            </a:r>
            <a:r>
              <a:rPr kumimoji="1" lang="en-US" altLang="zh-CN" sz="2000" b="1">
                <a:solidFill>
                  <a:srgbClr val="000000"/>
                </a:solidFill>
                <a:latin typeface="Times New Roman" panose="02020603050405020304" pitchFamily="18" charset="0"/>
              </a:rPr>
              <a:t>id</a:t>
            </a:r>
            <a:r>
              <a:rPr kumimoji="1" lang="en-US" altLang="zh-CN" sz="2000" b="1" i="1">
                <a:solidFill>
                  <a:srgbClr val="000000"/>
                </a:solidFill>
                <a:latin typeface="Times New Roman" panose="02020603050405020304" pitchFamily="18" charset="0"/>
              </a:rPr>
              <a:t> </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 $</a:t>
            </a:r>
            <a:endParaRPr kumimoji="1" lang="en-US" altLang="zh-CN" sz="2000" b="1" i="1">
              <a:solidFill>
                <a:srgbClr val="000000"/>
              </a:solidFill>
              <a:latin typeface="Times New Roman" panose="02020603050405020304" pitchFamily="18" charset="0"/>
            </a:endParaRPr>
          </a:p>
        </p:txBody>
      </p:sp>
      <p:sp>
        <p:nvSpPr>
          <p:cNvPr id="67597" name="Text Box 16"/>
          <p:cNvSpPr txBox="1">
            <a:spLocks noChangeArrowheads="1"/>
          </p:cNvSpPr>
          <p:nvPr/>
        </p:nvSpPr>
        <p:spPr bwMode="auto">
          <a:xfrm>
            <a:off x="1693863" y="2932113"/>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67598" name="Text Box 17"/>
          <p:cNvSpPr txBox="1">
            <a:spLocks noChangeArrowheads="1"/>
          </p:cNvSpPr>
          <p:nvPr/>
        </p:nvSpPr>
        <p:spPr bwMode="auto">
          <a:xfrm>
            <a:off x="1336675" y="3687763"/>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id</a:t>
            </a:r>
          </a:p>
        </p:txBody>
      </p:sp>
      <p:sp>
        <p:nvSpPr>
          <p:cNvPr id="101509" name="Text Box 18"/>
          <p:cNvSpPr txBox="1">
            <a:spLocks noChangeArrowheads="1"/>
          </p:cNvSpPr>
          <p:nvPr/>
        </p:nvSpPr>
        <p:spPr bwMode="auto">
          <a:xfrm>
            <a:off x="3921125" y="771525"/>
            <a:ext cx="1655763" cy="163195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6</a:t>
            </a:r>
            <a:r>
              <a:rPr kumimoji="1" lang="en-US" altLang="zh-CN" sz="2000" b="1">
                <a:solidFill>
                  <a:srgbClr val="000000"/>
                </a:solidFill>
                <a:latin typeface="Times New Roman" panose="02020603050405020304" pitchFamily="18" charset="0"/>
              </a:rPr>
              <a:t>:</a:t>
            </a:r>
          </a:p>
          <a:p>
            <a:pPr>
              <a:lnSpc>
                <a:spcPts val="2400"/>
              </a:lnSpc>
              <a:defRPr/>
            </a:pPr>
            <a:r>
              <a:rPr kumimoji="1" lang="en-US" altLang="zh-CN" sz="2000" b="1" i="1">
                <a:solidFill>
                  <a:srgbClr val="000000"/>
                </a:solidFill>
                <a:latin typeface="Times New Roman" panose="02020603050405020304" pitchFamily="18" charset="0"/>
              </a:rPr>
              <a:t>S→L=</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solidFill>
                  <a:srgbClr val="000000"/>
                </a:solidFill>
                <a:latin typeface="Times New Roman" panose="02020603050405020304" pitchFamily="18" charset="0"/>
              </a:rPr>
              <a:t>R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400"/>
              </a:lnSpc>
              <a:defRPr/>
            </a:pPr>
            <a:r>
              <a:rPr kumimoji="1" lang="en-US" altLang="zh-CN" sz="2000" b="1" i="1">
                <a:solidFill>
                  <a:srgbClr val="000000"/>
                </a:solidFill>
                <a:latin typeface="Times New Roman" panose="02020603050405020304" pitchFamily="18" charset="0"/>
              </a:rPr>
              <a:t>R→</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solidFill>
                  <a:srgbClr val="000000"/>
                </a:solidFill>
                <a:latin typeface="Times New Roman" panose="02020603050405020304" pitchFamily="18" charset="0"/>
              </a:rPr>
              <a:t>L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400"/>
              </a:lnSpc>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solidFill>
                  <a:srgbClr val="000000"/>
                </a:solidFill>
                <a:latin typeface="Times New Roman" panose="02020603050405020304" pitchFamily="18" charset="0"/>
              </a:rPr>
              <a:t>*R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400"/>
              </a:lnSpc>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a:solidFill>
                  <a:srgbClr val="000000"/>
                </a:solidFill>
                <a:latin typeface="Times New Roman" panose="02020603050405020304" pitchFamily="18" charset="0"/>
              </a:rPr>
              <a:t>id</a:t>
            </a:r>
            <a:r>
              <a:rPr kumimoji="1" lang="en-US" altLang="zh-CN" sz="2000" b="1" i="1">
                <a:solidFill>
                  <a:srgbClr val="000000"/>
                </a:solidFill>
                <a:latin typeface="Times New Roman" panose="02020603050405020304" pitchFamily="18" charset="0"/>
              </a:rPr>
              <a:t>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67600" name="Line 19"/>
          <p:cNvSpPr>
            <a:spLocks noChangeShapeType="1"/>
          </p:cNvSpPr>
          <p:nvPr/>
        </p:nvSpPr>
        <p:spPr bwMode="auto">
          <a:xfrm flipV="1">
            <a:off x="3446463" y="1924050"/>
            <a:ext cx="430212"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601" name="Text Box 20"/>
          <p:cNvSpPr txBox="1">
            <a:spLocks noChangeArrowheads="1"/>
          </p:cNvSpPr>
          <p:nvPr/>
        </p:nvSpPr>
        <p:spPr bwMode="auto">
          <a:xfrm>
            <a:off x="3441700" y="1595438"/>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a:t>
            </a:r>
          </a:p>
        </p:txBody>
      </p:sp>
      <p:sp>
        <p:nvSpPr>
          <p:cNvPr id="101512" name="Text Box 21"/>
          <p:cNvSpPr txBox="1">
            <a:spLocks noChangeArrowheads="1"/>
          </p:cNvSpPr>
          <p:nvPr/>
        </p:nvSpPr>
        <p:spPr bwMode="auto">
          <a:xfrm>
            <a:off x="3921125" y="2733675"/>
            <a:ext cx="1655763" cy="70643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7</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L→*R</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 $</a:t>
            </a:r>
            <a:endParaRPr kumimoji="1" lang="en-US" altLang="zh-CN" sz="2000" b="1" i="1">
              <a:solidFill>
                <a:srgbClr val="000000"/>
              </a:solidFill>
              <a:latin typeface="Times New Roman" panose="02020603050405020304" pitchFamily="18" charset="0"/>
            </a:endParaRPr>
          </a:p>
        </p:txBody>
      </p:sp>
      <p:sp>
        <p:nvSpPr>
          <p:cNvPr id="67603" name="Line 22"/>
          <p:cNvSpPr>
            <a:spLocks noChangeShapeType="1"/>
          </p:cNvSpPr>
          <p:nvPr/>
        </p:nvSpPr>
        <p:spPr bwMode="auto">
          <a:xfrm>
            <a:off x="3565525" y="3308350"/>
            <a:ext cx="3937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604" name="Text Box 23"/>
          <p:cNvSpPr txBox="1">
            <a:spLocks noChangeArrowheads="1"/>
          </p:cNvSpPr>
          <p:nvPr/>
        </p:nvSpPr>
        <p:spPr bwMode="auto">
          <a:xfrm>
            <a:off x="3511550" y="2949575"/>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a:t>
            </a:r>
          </a:p>
        </p:txBody>
      </p:sp>
      <p:sp>
        <p:nvSpPr>
          <p:cNvPr id="101515" name="Text Box 24"/>
          <p:cNvSpPr txBox="1">
            <a:spLocks noChangeArrowheads="1"/>
          </p:cNvSpPr>
          <p:nvPr/>
        </p:nvSpPr>
        <p:spPr bwMode="auto">
          <a:xfrm>
            <a:off x="3921125" y="3525838"/>
            <a:ext cx="1584325" cy="706437"/>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8</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R→L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 $</a:t>
            </a:r>
            <a:endParaRPr kumimoji="1" lang="en-US" altLang="zh-CN" sz="2000" b="1" i="1">
              <a:solidFill>
                <a:srgbClr val="000000"/>
              </a:solidFill>
              <a:latin typeface="Times New Roman" panose="02020603050405020304" pitchFamily="18" charset="0"/>
            </a:endParaRPr>
          </a:p>
        </p:txBody>
      </p:sp>
      <p:sp>
        <p:nvSpPr>
          <p:cNvPr id="67606" name="Line 25"/>
          <p:cNvSpPr>
            <a:spLocks noChangeShapeType="1"/>
          </p:cNvSpPr>
          <p:nvPr/>
        </p:nvSpPr>
        <p:spPr bwMode="auto">
          <a:xfrm>
            <a:off x="3533775" y="3957638"/>
            <a:ext cx="38735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607" name="Text Box 26"/>
          <p:cNvSpPr txBox="1">
            <a:spLocks noChangeArrowheads="1"/>
          </p:cNvSpPr>
          <p:nvPr/>
        </p:nvSpPr>
        <p:spPr bwMode="auto">
          <a:xfrm>
            <a:off x="3527425" y="3597275"/>
            <a:ext cx="381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a:t>
            </a:r>
          </a:p>
        </p:txBody>
      </p:sp>
      <p:sp>
        <p:nvSpPr>
          <p:cNvPr id="101518" name="Text Box 27"/>
          <p:cNvSpPr txBox="1">
            <a:spLocks noChangeArrowheads="1"/>
          </p:cNvSpPr>
          <p:nvPr/>
        </p:nvSpPr>
        <p:spPr bwMode="auto">
          <a:xfrm>
            <a:off x="6119813" y="63500"/>
            <a:ext cx="1719262"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9</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S→L=R</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srgbClr val="000000"/>
                </a:solidFill>
                <a:latin typeface="Times New Roman" panose="02020603050405020304" pitchFamily="18" charset="0"/>
              </a:rPr>
              <a:t>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67609" name="Line 28"/>
          <p:cNvSpPr>
            <a:spLocks noChangeShapeType="1"/>
          </p:cNvSpPr>
          <p:nvPr/>
        </p:nvSpPr>
        <p:spPr bwMode="auto">
          <a:xfrm flipV="1">
            <a:off x="5586413" y="514350"/>
            <a:ext cx="533400" cy="244475"/>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610" name="Text Box 29"/>
          <p:cNvSpPr txBox="1">
            <a:spLocks noChangeArrowheads="1"/>
          </p:cNvSpPr>
          <p:nvPr/>
        </p:nvSpPr>
        <p:spPr bwMode="auto">
          <a:xfrm>
            <a:off x="5621338" y="304800"/>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a:t>
            </a:r>
          </a:p>
        </p:txBody>
      </p:sp>
      <p:sp>
        <p:nvSpPr>
          <p:cNvPr id="67611" name="Line 30"/>
          <p:cNvSpPr>
            <a:spLocks noChangeShapeType="1"/>
          </p:cNvSpPr>
          <p:nvPr/>
        </p:nvSpPr>
        <p:spPr bwMode="auto">
          <a:xfrm flipH="1">
            <a:off x="3441700" y="2125663"/>
            <a:ext cx="479425" cy="1149350"/>
          </a:xfrm>
          <a:prstGeom prst="line">
            <a:avLst/>
          </a:prstGeom>
          <a:noFill/>
          <a:ln w="38100">
            <a:solidFill>
              <a:schemeClr val="hlink"/>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612" name="Text Box 31"/>
          <p:cNvSpPr txBox="1">
            <a:spLocks noChangeArrowheads="1"/>
          </p:cNvSpPr>
          <p:nvPr/>
        </p:nvSpPr>
        <p:spPr bwMode="auto">
          <a:xfrm>
            <a:off x="3530600" y="2198688"/>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2D83F4"/>
                </a:solidFill>
                <a:latin typeface="Times New Roman" panose="02020603050405020304" pitchFamily="18" charset="0"/>
              </a:rPr>
              <a:t>*</a:t>
            </a:r>
          </a:p>
        </p:txBody>
      </p:sp>
      <p:sp>
        <p:nvSpPr>
          <p:cNvPr id="67613" name="Text Box 33"/>
          <p:cNvSpPr txBox="1">
            <a:spLocks noChangeArrowheads="1"/>
          </p:cNvSpPr>
          <p:nvPr/>
        </p:nvSpPr>
        <p:spPr bwMode="auto">
          <a:xfrm>
            <a:off x="1663700" y="896938"/>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S</a:t>
            </a:r>
          </a:p>
        </p:txBody>
      </p:sp>
      <p:sp>
        <p:nvSpPr>
          <p:cNvPr id="67614" name="Line 34"/>
          <p:cNvSpPr>
            <a:spLocks noChangeShapeType="1"/>
          </p:cNvSpPr>
          <p:nvPr/>
        </p:nvSpPr>
        <p:spPr bwMode="auto">
          <a:xfrm flipV="1">
            <a:off x="3543300" y="4564063"/>
            <a:ext cx="377825" cy="158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615" name="Text Box 35"/>
          <p:cNvSpPr txBox="1">
            <a:spLocks noChangeArrowheads="1"/>
          </p:cNvSpPr>
          <p:nvPr/>
        </p:nvSpPr>
        <p:spPr bwMode="auto">
          <a:xfrm>
            <a:off x="3511550" y="4175125"/>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id</a:t>
            </a:r>
          </a:p>
        </p:txBody>
      </p:sp>
      <p:grpSp>
        <p:nvGrpSpPr>
          <p:cNvPr id="67616" name="Group 36"/>
          <p:cNvGrpSpPr>
            <a:grpSpLocks/>
          </p:cNvGrpSpPr>
          <p:nvPr/>
        </p:nvGrpSpPr>
        <p:grpSpPr bwMode="auto">
          <a:xfrm>
            <a:off x="1677988" y="3975100"/>
            <a:ext cx="290512" cy="269875"/>
            <a:chOff x="2335" y="3249"/>
            <a:chExt cx="183" cy="226"/>
          </a:xfrm>
        </p:grpSpPr>
        <p:sp>
          <p:nvSpPr>
            <p:cNvPr id="67742" name="Line 37"/>
            <p:cNvSpPr>
              <a:spLocks noChangeShapeType="1"/>
            </p:cNvSpPr>
            <p:nvPr/>
          </p:nvSpPr>
          <p:spPr bwMode="auto">
            <a:xfrm>
              <a:off x="2335" y="3249"/>
              <a:ext cx="18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743" name="Line 38"/>
            <p:cNvSpPr>
              <a:spLocks noChangeShapeType="1"/>
            </p:cNvSpPr>
            <p:nvPr/>
          </p:nvSpPr>
          <p:spPr bwMode="auto">
            <a:xfrm>
              <a:off x="2335" y="3249"/>
              <a:ext cx="0" cy="22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744" name="Line 39"/>
            <p:cNvSpPr>
              <a:spLocks noChangeShapeType="1"/>
            </p:cNvSpPr>
            <p:nvPr/>
          </p:nvSpPr>
          <p:spPr bwMode="auto">
            <a:xfrm>
              <a:off x="2336" y="3475"/>
              <a:ext cx="18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67617" name="Text Box 40"/>
          <p:cNvSpPr txBox="1">
            <a:spLocks noChangeArrowheads="1"/>
          </p:cNvSpPr>
          <p:nvPr/>
        </p:nvSpPr>
        <p:spPr bwMode="auto">
          <a:xfrm>
            <a:off x="1654175" y="3944938"/>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67618" name="Line 41"/>
          <p:cNvSpPr>
            <a:spLocks noChangeShapeType="1"/>
          </p:cNvSpPr>
          <p:nvPr/>
        </p:nvSpPr>
        <p:spPr bwMode="auto">
          <a:xfrm>
            <a:off x="1689100" y="3038475"/>
            <a:ext cx="261938" cy="433388"/>
          </a:xfrm>
          <a:prstGeom prst="line">
            <a:avLst/>
          </a:prstGeom>
          <a:noFill/>
          <a:ln w="412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619" name="Line 57"/>
          <p:cNvSpPr>
            <a:spLocks noChangeShapeType="1"/>
          </p:cNvSpPr>
          <p:nvPr/>
        </p:nvSpPr>
        <p:spPr bwMode="auto">
          <a:xfrm flipV="1">
            <a:off x="1314450" y="4872038"/>
            <a:ext cx="2606675" cy="2063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620" name="Line 59"/>
          <p:cNvSpPr>
            <a:spLocks noChangeShapeType="1"/>
          </p:cNvSpPr>
          <p:nvPr/>
        </p:nvSpPr>
        <p:spPr bwMode="auto">
          <a:xfrm flipH="1" flipV="1">
            <a:off x="1301750" y="3195638"/>
            <a:ext cx="12700" cy="172402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21" name="Freeform 65"/>
          <p:cNvSpPr>
            <a:spLocks noChangeArrowheads="1"/>
          </p:cNvSpPr>
          <p:nvPr/>
        </p:nvSpPr>
        <p:spPr bwMode="auto">
          <a:xfrm rot="232506">
            <a:off x="5513388" y="2090738"/>
            <a:ext cx="330200" cy="2000250"/>
          </a:xfrm>
          <a:custGeom>
            <a:avLst/>
            <a:gdLst>
              <a:gd name="T0" fmla="*/ 0 w 208"/>
              <a:gd name="T1" fmla="*/ 0 h 1680"/>
              <a:gd name="T2" fmla="*/ 2147483646 w 208"/>
              <a:gd name="T3" fmla="*/ 2147483646 h 1680"/>
              <a:gd name="T4" fmla="*/ 2147483646 w 208"/>
              <a:gd name="T5" fmla="*/ 2147483646 h 1680"/>
              <a:gd name="T6" fmla="*/ 2147483646 w 208"/>
              <a:gd name="T7" fmla="*/ 2147483646 h 1680"/>
              <a:gd name="T8" fmla="*/ 0 60000 65536"/>
              <a:gd name="T9" fmla="*/ 0 60000 65536"/>
              <a:gd name="T10" fmla="*/ 0 60000 65536"/>
              <a:gd name="T11" fmla="*/ 0 60000 65536"/>
              <a:gd name="T12" fmla="*/ 0 w 208"/>
              <a:gd name="T13" fmla="*/ 0 h 1680"/>
              <a:gd name="T14" fmla="*/ 208 w 208"/>
              <a:gd name="T15" fmla="*/ 1680 h 1680"/>
            </a:gdLst>
            <a:ahLst/>
            <a:cxnLst>
              <a:cxn ang="T8">
                <a:pos x="T0" y="T1"/>
              </a:cxn>
              <a:cxn ang="T9">
                <a:pos x="T2" y="T3"/>
              </a:cxn>
              <a:cxn ang="T10">
                <a:pos x="T4" y="T5"/>
              </a:cxn>
              <a:cxn ang="T11">
                <a:pos x="T6" y="T7"/>
              </a:cxn>
            </a:cxnLst>
            <a:rect l="T12" t="T13" r="T14" b="T15"/>
            <a:pathLst>
              <a:path w="208" h="1680">
                <a:moveTo>
                  <a:pt x="0" y="0"/>
                </a:moveTo>
                <a:cubicBezTo>
                  <a:pt x="56" y="132"/>
                  <a:pt x="112" y="264"/>
                  <a:pt x="144" y="432"/>
                </a:cubicBezTo>
                <a:cubicBezTo>
                  <a:pt x="176" y="600"/>
                  <a:pt x="208" y="800"/>
                  <a:pt x="192" y="1008"/>
                </a:cubicBezTo>
                <a:cubicBezTo>
                  <a:pt x="176" y="1216"/>
                  <a:pt x="112" y="1448"/>
                  <a:pt x="48" y="1680"/>
                </a:cubicBezTo>
              </a:path>
            </a:pathLst>
          </a:custGeom>
          <a:noFill/>
          <a:ln w="38100">
            <a:solidFill>
              <a:schemeClr val="hlink"/>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7622" name="Text Box 66"/>
          <p:cNvSpPr txBox="1">
            <a:spLocks noChangeArrowheads="1"/>
          </p:cNvSpPr>
          <p:nvPr/>
        </p:nvSpPr>
        <p:spPr bwMode="auto">
          <a:xfrm>
            <a:off x="5418138" y="2325688"/>
            <a:ext cx="4587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2D83F4"/>
                </a:solidFill>
                <a:latin typeface="Times New Roman" panose="02020603050405020304" pitchFamily="18" charset="0"/>
              </a:rPr>
              <a:t>L</a:t>
            </a:r>
          </a:p>
        </p:txBody>
      </p:sp>
      <p:sp>
        <p:nvSpPr>
          <p:cNvPr id="67623" name="Text Box 68"/>
          <p:cNvSpPr txBox="1">
            <a:spLocks noChangeArrowheads="1"/>
          </p:cNvSpPr>
          <p:nvPr/>
        </p:nvSpPr>
        <p:spPr bwMode="auto">
          <a:xfrm>
            <a:off x="5888038" y="3275013"/>
            <a:ext cx="685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2D83F4"/>
                </a:solidFill>
                <a:latin typeface="Times New Roman" panose="02020603050405020304" pitchFamily="18" charset="0"/>
              </a:rPr>
              <a:t>id</a:t>
            </a:r>
          </a:p>
        </p:txBody>
      </p:sp>
      <p:sp>
        <p:nvSpPr>
          <p:cNvPr id="67624" name="Freeform 69"/>
          <p:cNvSpPr>
            <a:spLocks noChangeArrowheads="1"/>
          </p:cNvSpPr>
          <p:nvPr/>
        </p:nvSpPr>
        <p:spPr bwMode="auto">
          <a:xfrm rot="169672">
            <a:off x="5557838" y="1835150"/>
            <a:ext cx="712787" cy="2700338"/>
          </a:xfrm>
          <a:custGeom>
            <a:avLst/>
            <a:gdLst>
              <a:gd name="T0" fmla="*/ 0 w 598"/>
              <a:gd name="T1" fmla="*/ 0 h 2268"/>
              <a:gd name="T2" fmla="*/ 2147483646 w 598"/>
              <a:gd name="T3" fmla="*/ 2147483646 h 2268"/>
              <a:gd name="T4" fmla="*/ 2147483646 w 598"/>
              <a:gd name="T5" fmla="*/ 2147483646 h 2268"/>
              <a:gd name="T6" fmla="*/ 0 60000 65536"/>
              <a:gd name="T7" fmla="*/ 0 60000 65536"/>
              <a:gd name="T8" fmla="*/ 0 60000 65536"/>
              <a:gd name="T9" fmla="*/ 0 w 598"/>
              <a:gd name="T10" fmla="*/ 0 h 2268"/>
              <a:gd name="T11" fmla="*/ 598 w 598"/>
              <a:gd name="T12" fmla="*/ 2268 h 2268"/>
            </a:gdLst>
            <a:ahLst/>
            <a:cxnLst>
              <a:cxn ang="T6">
                <a:pos x="T0" y="T1"/>
              </a:cxn>
              <a:cxn ang="T7">
                <a:pos x="T2" y="T3"/>
              </a:cxn>
              <a:cxn ang="T8">
                <a:pos x="T4" y="T5"/>
              </a:cxn>
            </a:cxnLst>
            <a:rect l="T9" t="T10" r="T11" b="T12"/>
            <a:pathLst>
              <a:path w="598" h="2268">
                <a:moveTo>
                  <a:pt x="0" y="0"/>
                </a:moveTo>
                <a:cubicBezTo>
                  <a:pt x="291" y="491"/>
                  <a:pt x="582" y="983"/>
                  <a:pt x="590" y="1361"/>
                </a:cubicBezTo>
                <a:cubicBezTo>
                  <a:pt x="598" y="1739"/>
                  <a:pt x="322" y="2003"/>
                  <a:pt x="46" y="2268"/>
                </a:cubicBezTo>
              </a:path>
            </a:pathLst>
          </a:custGeom>
          <a:noFill/>
          <a:ln w="38100">
            <a:solidFill>
              <a:schemeClr val="hlink"/>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 name="矩形 2"/>
          <p:cNvSpPr/>
          <p:nvPr/>
        </p:nvSpPr>
        <p:spPr bwMode="auto">
          <a:xfrm>
            <a:off x="3927475" y="196850"/>
            <a:ext cx="1695450" cy="400050"/>
          </a:xfrm>
          <a:prstGeom prst="rect">
            <a:avLst/>
          </a:prstGeom>
          <a:solidFill>
            <a:schemeClr val="accent5">
              <a:lumMod val="60000"/>
              <a:lumOff val="40000"/>
            </a:schemeClr>
          </a:solidFill>
          <a:ln w="12700">
            <a:solidFill>
              <a:schemeClr val="tx1"/>
            </a:solidFill>
          </a:ln>
        </p:spPr>
        <p:txBody>
          <a:bodyPr>
            <a:spAutoFit/>
          </a:bodyPr>
          <a:lstStyle/>
          <a:p>
            <a:pPr eaLnBrk="1" hangingPunct="1">
              <a:buFont typeface="Arial" panose="020B0604020202020204" pitchFamily="34" charset="0"/>
              <a:buNone/>
              <a:defRPr/>
            </a:pPr>
            <a:r>
              <a:rPr lang="en-US" altLang="zh-CN" sz="2000" b="1" i="1" noProof="1">
                <a:solidFill>
                  <a:srgbClr val="000000"/>
                </a:solidFill>
                <a:latin typeface="Times New Roman" pitchFamily="18" charset="0"/>
                <a:ea typeface="Times New Roman" pitchFamily="18" charset="0"/>
                <a:cs typeface="华文楷体" pitchFamily="2" charset="-122"/>
              </a:rPr>
              <a:t>LALR</a:t>
            </a:r>
            <a:r>
              <a:rPr lang="zh-CN" altLang="en-US" sz="2000" b="1" noProof="1">
                <a:solidFill>
                  <a:srgbClr val="000000"/>
                </a:solidFill>
                <a:latin typeface="华文楷体" pitchFamily="2" charset="-122"/>
                <a:ea typeface="Times New Roman" pitchFamily="18" charset="0"/>
                <a:cs typeface="华文楷体" pitchFamily="2" charset="-122"/>
              </a:rPr>
              <a:t>自动机</a:t>
            </a:r>
            <a:endParaRPr lang="zh-CN" altLang="en-US" sz="1000" noProof="1">
              <a:solidFill>
                <a:srgbClr val="000000"/>
              </a:solidFill>
              <a:latin typeface="华文楷体" pitchFamily="2" charset="-122"/>
              <a:ea typeface="Times New Roman" pitchFamily="18" charset="0"/>
              <a:cs typeface="华文楷体" pitchFamily="2" charset="-122"/>
            </a:endParaRPr>
          </a:p>
        </p:txBody>
      </p:sp>
      <p:sp>
        <p:nvSpPr>
          <p:cNvPr id="67626" name="Rectangle 2"/>
          <p:cNvSpPr>
            <a:spLocks noGrp="1" noChangeArrowheads="1"/>
          </p:cNvSpPr>
          <p:nvPr>
            <p:ph type="title"/>
          </p:nvPr>
        </p:nvSpPr>
        <p:spPr>
          <a:xfrm>
            <a:off x="755650" y="195486"/>
            <a:ext cx="2809875" cy="358775"/>
          </a:xfrm>
        </p:spPr>
        <p:txBody>
          <a:bodyPr/>
          <a:lstStyle/>
          <a:p>
            <a:pPr eaLnBrk="1" hangingPunct="1"/>
            <a:r>
              <a:rPr lang="zh-CN" altLang="en-US" sz="2400" dirty="0">
                <a:solidFill>
                  <a:schemeClr val="tx1"/>
                </a:solidFill>
                <a:latin typeface="微软雅黑" panose="020B0503020204020204" pitchFamily="34" charset="-122"/>
                <a:ea typeface="微软雅黑" panose="020B0503020204020204" pitchFamily="34" charset="-122"/>
              </a:rPr>
              <a:t>例：合并同心项集</a:t>
            </a:r>
          </a:p>
        </p:txBody>
      </p:sp>
      <p:sp>
        <p:nvSpPr>
          <p:cNvPr id="72" name="Rectangle 66"/>
          <p:cNvSpPr>
            <a:spLocks noChangeArrowheads="1"/>
          </p:cNvSpPr>
          <p:nvPr/>
        </p:nvSpPr>
        <p:spPr bwMode="auto">
          <a:xfrm>
            <a:off x="117475" y="3638550"/>
            <a:ext cx="1050925" cy="1323975"/>
          </a:xfrm>
          <a:prstGeom prst="rect">
            <a:avLst/>
          </a:prstGeom>
          <a:solidFill>
            <a:schemeClr val="accent5">
              <a:lumMod val="60000"/>
              <a:lumOff val="40000"/>
            </a:schemeClr>
          </a:solidFill>
          <a:ln w="12700">
            <a:solidFill>
              <a:schemeClr val="tx1"/>
            </a:solidFill>
            <a:miter lim="800000"/>
          </a:ln>
        </p:spPr>
        <p:txBody>
          <a:bodyPr>
            <a:spAutoFit/>
          </a:bodyPr>
          <a:lstStyle/>
          <a:p>
            <a:pPr eaLnBrk="1" hangingPunct="1">
              <a:buClr>
                <a:srgbClr val="000000"/>
              </a:buClr>
              <a:buFont typeface="Arial" panose="020B0604020202020204" pitchFamily="34" charset="0"/>
              <a:buNone/>
              <a:defRPr/>
            </a:pPr>
            <a:r>
              <a:rPr lang="en-US" altLang="zh-CN" sz="2000" b="1" i="1" noProof="1">
                <a:solidFill>
                  <a:srgbClr val="000000"/>
                </a:solidFill>
                <a:latin typeface="Times New Roman" pitchFamily="18" charset="0"/>
                <a:ea typeface="Times New Roman" pitchFamily="18" charset="0"/>
                <a:cs typeface="华文楷体" pitchFamily="2" charset="-122"/>
              </a:rPr>
              <a:t>I</a:t>
            </a:r>
            <a:r>
              <a:rPr lang="en-US" altLang="zh-CN" sz="2000" b="1" i="1" baseline="-25000" noProof="1">
                <a:solidFill>
                  <a:srgbClr val="000000"/>
                </a:solidFill>
                <a:latin typeface="Times New Roman" pitchFamily="18" charset="0"/>
                <a:ea typeface="Times New Roman" pitchFamily="18" charset="0"/>
                <a:cs typeface="华文楷体" pitchFamily="2" charset="-122"/>
              </a:rPr>
              <a:t>10</a:t>
            </a:r>
            <a:r>
              <a:rPr lang="en-US" altLang="en-US" sz="2000" b="1" i="1" noProof="1">
                <a:solidFill>
                  <a:srgbClr val="000000"/>
                </a:solidFill>
                <a:latin typeface="Times New Roman" pitchFamily="18" charset="0"/>
                <a:ea typeface="Times New Roman" pitchFamily="18" charset="0"/>
                <a:cs typeface="华文楷体" pitchFamily="2" charset="-122"/>
              </a:rPr>
              <a:t>、</a:t>
            </a:r>
            <a:r>
              <a:rPr lang="en-US" altLang="zh-CN" sz="2000" b="1" i="1" noProof="1">
                <a:solidFill>
                  <a:srgbClr val="000000"/>
                </a:solidFill>
                <a:latin typeface="Times New Roman" pitchFamily="18" charset="0"/>
                <a:ea typeface="Times New Roman" pitchFamily="18" charset="0"/>
                <a:cs typeface="华文楷体" pitchFamily="2" charset="-122"/>
              </a:rPr>
              <a:t> I</a:t>
            </a:r>
            <a:r>
              <a:rPr lang="en-US" altLang="zh-CN" sz="2000" b="1" i="1" baseline="-25000" noProof="1">
                <a:solidFill>
                  <a:srgbClr val="000000"/>
                </a:solidFill>
                <a:latin typeface="Times New Roman" pitchFamily="18" charset="0"/>
                <a:ea typeface="Times New Roman" pitchFamily="18" charset="0"/>
                <a:cs typeface="华文楷体" pitchFamily="2" charset="-122"/>
              </a:rPr>
              <a:t>8</a:t>
            </a:r>
            <a:endParaRPr lang="en-US" altLang="zh-CN" sz="2000" b="1" i="1" noProof="1">
              <a:solidFill>
                <a:srgbClr val="000000"/>
              </a:solidFill>
              <a:latin typeface="Times New Roman" pitchFamily="18" charset="0"/>
              <a:ea typeface="Times New Roman" pitchFamily="18" charset="0"/>
              <a:cs typeface="华文楷体" pitchFamily="2" charset="-122"/>
            </a:endParaRPr>
          </a:p>
          <a:p>
            <a:pPr eaLnBrk="1" hangingPunct="1">
              <a:buClr>
                <a:srgbClr val="000000"/>
              </a:buClr>
              <a:buFont typeface="Arial" panose="020B0604020202020204" pitchFamily="34" charset="0"/>
              <a:buNone/>
              <a:defRPr/>
            </a:pPr>
            <a:r>
              <a:rPr lang="en-US" altLang="zh-CN" sz="2000" b="1" i="1" noProof="1">
                <a:solidFill>
                  <a:srgbClr val="000000"/>
                </a:solidFill>
                <a:latin typeface="Times New Roman" pitchFamily="18" charset="0"/>
                <a:ea typeface="Times New Roman" pitchFamily="18" charset="0"/>
                <a:cs typeface="华文楷体" pitchFamily="2" charset="-122"/>
              </a:rPr>
              <a:t>I</a:t>
            </a:r>
            <a:r>
              <a:rPr lang="en-US" altLang="zh-CN" sz="2000" b="1" i="1" baseline="-25000" noProof="1">
                <a:solidFill>
                  <a:srgbClr val="000000"/>
                </a:solidFill>
                <a:latin typeface="Times New Roman" pitchFamily="18" charset="0"/>
                <a:ea typeface="Times New Roman" pitchFamily="18" charset="0"/>
                <a:cs typeface="华文楷体" pitchFamily="2" charset="-122"/>
              </a:rPr>
              <a:t>11</a:t>
            </a:r>
            <a:r>
              <a:rPr lang="en-US" altLang="en-US" sz="2000" b="1" i="1" noProof="1">
                <a:solidFill>
                  <a:srgbClr val="000000"/>
                </a:solidFill>
                <a:latin typeface="Times New Roman" pitchFamily="18" charset="0"/>
                <a:ea typeface="Times New Roman" pitchFamily="18" charset="0"/>
                <a:cs typeface="华文楷体" pitchFamily="2" charset="-122"/>
              </a:rPr>
              <a:t>、</a:t>
            </a:r>
            <a:r>
              <a:rPr lang="en-US" altLang="zh-CN" sz="2000" b="1" i="1" noProof="1">
                <a:solidFill>
                  <a:srgbClr val="000000"/>
                </a:solidFill>
                <a:latin typeface="Times New Roman" pitchFamily="18" charset="0"/>
                <a:ea typeface="Times New Roman" pitchFamily="18" charset="0"/>
                <a:cs typeface="华文楷体" pitchFamily="2" charset="-122"/>
              </a:rPr>
              <a:t> I</a:t>
            </a:r>
            <a:r>
              <a:rPr lang="en-US" altLang="zh-CN" sz="2000" b="1" i="1" baseline="-25000" noProof="1">
                <a:solidFill>
                  <a:srgbClr val="000000"/>
                </a:solidFill>
                <a:latin typeface="Times New Roman" pitchFamily="18" charset="0"/>
                <a:ea typeface="Times New Roman" pitchFamily="18" charset="0"/>
                <a:cs typeface="华文楷体" pitchFamily="2" charset="-122"/>
              </a:rPr>
              <a:t>4</a:t>
            </a:r>
            <a:endParaRPr lang="en-US" altLang="zh-CN" sz="2000" b="1" i="1" noProof="1">
              <a:solidFill>
                <a:srgbClr val="000000"/>
              </a:solidFill>
              <a:latin typeface="Times New Roman" pitchFamily="18" charset="0"/>
              <a:ea typeface="Times New Roman" pitchFamily="18" charset="0"/>
              <a:cs typeface="华文楷体" pitchFamily="2" charset="-122"/>
            </a:endParaRPr>
          </a:p>
          <a:p>
            <a:pPr eaLnBrk="1" hangingPunct="1">
              <a:buClr>
                <a:srgbClr val="000000"/>
              </a:buClr>
              <a:buFont typeface="Arial" panose="020B0604020202020204" pitchFamily="34" charset="0"/>
              <a:buNone/>
              <a:defRPr/>
            </a:pPr>
            <a:r>
              <a:rPr lang="en-US" altLang="zh-CN" sz="2000" b="1" i="1" noProof="1">
                <a:solidFill>
                  <a:srgbClr val="000000"/>
                </a:solidFill>
                <a:latin typeface="Times New Roman" pitchFamily="18" charset="0"/>
                <a:ea typeface="Times New Roman" pitchFamily="18" charset="0"/>
                <a:cs typeface="华文楷体" pitchFamily="2" charset="-122"/>
              </a:rPr>
              <a:t>I</a:t>
            </a:r>
            <a:r>
              <a:rPr lang="en-US" altLang="zh-CN" sz="2000" b="1" i="1" baseline="-25000" noProof="1">
                <a:solidFill>
                  <a:srgbClr val="000000"/>
                </a:solidFill>
                <a:latin typeface="Times New Roman" pitchFamily="18" charset="0"/>
                <a:ea typeface="Times New Roman" pitchFamily="18" charset="0"/>
                <a:cs typeface="华文楷体" pitchFamily="2" charset="-122"/>
              </a:rPr>
              <a:t>12</a:t>
            </a:r>
            <a:r>
              <a:rPr lang="en-US" altLang="en-US" sz="2000" b="1" i="1" noProof="1">
                <a:solidFill>
                  <a:srgbClr val="000000"/>
                </a:solidFill>
                <a:latin typeface="Times New Roman" pitchFamily="18" charset="0"/>
                <a:ea typeface="Times New Roman" pitchFamily="18" charset="0"/>
                <a:cs typeface="华文楷体" pitchFamily="2" charset="-122"/>
              </a:rPr>
              <a:t>、</a:t>
            </a:r>
            <a:r>
              <a:rPr lang="en-US" altLang="zh-CN" sz="2000" b="1" i="1" noProof="1">
                <a:solidFill>
                  <a:srgbClr val="000000"/>
                </a:solidFill>
                <a:latin typeface="Times New Roman" pitchFamily="18" charset="0"/>
                <a:ea typeface="Times New Roman" pitchFamily="18" charset="0"/>
                <a:cs typeface="华文楷体" pitchFamily="2" charset="-122"/>
              </a:rPr>
              <a:t> I</a:t>
            </a:r>
            <a:r>
              <a:rPr lang="en-US" altLang="zh-CN" sz="2000" b="1" i="1" baseline="-25000" noProof="1">
                <a:solidFill>
                  <a:srgbClr val="000000"/>
                </a:solidFill>
                <a:latin typeface="Times New Roman" pitchFamily="18" charset="0"/>
                <a:ea typeface="Times New Roman" pitchFamily="18" charset="0"/>
                <a:cs typeface="华文楷体" pitchFamily="2" charset="-122"/>
              </a:rPr>
              <a:t>5</a:t>
            </a:r>
            <a:endParaRPr lang="en-US" altLang="zh-CN" sz="2000" b="1" i="1" noProof="1">
              <a:solidFill>
                <a:srgbClr val="000000"/>
              </a:solidFill>
              <a:latin typeface="Times New Roman" pitchFamily="18" charset="0"/>
              <a:ea typeface="Times New Roman" pitchFamily="18" charset="0"/>
              <a:cs typeface="华文楷体" pitchFamily="2" charset="-122"/>
            </a:endParaRPr>
          </a:p>
          <a:p>
            <a:pPr eaLnBrk="1" hangingPunct="1">
              <a:buClr>
                <a:srgbClr val="000000"/>
              </a:buClr>
              <a:buFont typeface="Arial" panose="020B0604020202020204" pitchFamily="34" charset="0"/>
              <a:buNone/>
              <a:defRPr/>
            </a:pPr>
            <a:r>
              <a:rPr lang="en-US" altLang="zh-CN" sz="2000" b="1" i="1" noProof="1">
                <a:solidFill>
                  <a:srgbClr val="000000"/>
                </a:solidFill>
                <a:latin typeface="Times New Roman" pitchFamily="18" charset="0"/>
                <a:ea typeface="Times New Roman" pitchFamily="18" charset="0"/>
                <a:cs typeface="华文楷体" pitchFamily="2" charset="-122"/>
              </a:rPr>
              <a:t>I</a:t>
            </a:r>
            <a:r>
              <a:rPr lang="en-US" altLang="zh-CN" sz="2000" b="1" i="1" baseline="-25000" noProof="1">
                <a:solidFill>
                  <a:srgbClr val="000000"/>
                </a:solidFill>
                <a:latin typeface="Times New Roman" pitchFamily="18" charset="0"/>
                <a:ea typeface="Times New Roman" pitchFamily="18" charset="0"/>
                <a:cs typeface="华文楷体" pitchFamily="2" charset="-122"/>
              </a:rPr>
              <a:t>13</a:t>
            </a:r>
            <a:r>
              <a:rPr lang="en-US" altLang="en-US" sz="2000" b="1" i="1" noProof="1">
                <a:solidFill>
                  <a:srgbClr val="000000"/>
                </a:solidFill>
                <a:latin typeface="Times New Roman" pitchFamily="18" charset="0"/>
                <a:ea typeface="Times New Roman" pitchFamily="18" charset="0"/>
                <a:cs typeface="华文楷体" pitchFamily="2" charset="-122"/>
              </a:rPr>
              <a:t>、</a:t>
            </a:r>
            <a:r>
              <a:rPr lang="en-US" altLang="zh-CN" sz="2000" b="1" i="1" noProof="1">
                <a:solidFill>
                  <a:srgbClr val="000000"/>
                </a:solidFill>
                <a:latin typeface="Times New Roman" pitchFamily="18" charset="0"/>
                <a:ea typeface="Times New Roman" pitchFamily="18" charset="0"/>
                <a:cs typeface="华文楷体" pitchFamily="2" charset="-122"/>
              </a:rPr>
              <a:t> I</a:t>
            </a:r>
            <a:r>
              <a:rPr lang="en-US" altLang="zh-CN" sz="2000" b="1" i="1" baseline="-25000" noProof="1">
                <a:solidFill>
                  <a:srgbClr val="000000"/>
                </a:solidFill>
                <a:latin typeface="Times New Roman" pitchFamily="18" charset="0"/>
                <a:ea typeface="Times New Roman" pitchFamily="18" charset="0"/>
                <a:cs typeface="华文楷体" pitchFamily="2" charset="-122"/>
              </a:rPr>
              <a:t>7</a:t>
            </a:r>
            <a:endParaRPr lang="en-US" altLang="zh-CN" sz="2000" b="1" i="1" noProof="1">
              <a:solidFill>
                <a:srgbClr val="000000"/>
              </a:solidFill>
              <a:latin typeface="Times New Roman" pitchFamily="18" charset="0"/>
              <a:ea typeface="Times New Roman" pitchFamily="18" charset="0"/>
              <a:cs typeface="华文楷体" pitchFamily="2" charset="-122"/>
            </a:endParaRPr>
          </a:p>
        </p:txBody>
      </p:sp>
      <p:sp>
        <p:nvSpPr>
          <p:cNvPr id="68" name="矩形 48"/>
          <p:cNvSpPr>
            <a:spLocks noChangeArrowheads="1"/>
          </p:cNvSpPr>
          <p:nvPr/>
        </p:nvSpPr>
        <p:spPr bwMode="auto">
          <a:xfrm>
            <a:off x="6840538" y="1149350"/>
            <a:ext cx="14716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LALR</a:t>
            </a:r>
            <a:r>
              <a:rPr lang="zh-CN" altLang="en-US" sz="1800" b="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分析表</a:t>
            </a:r>
            <a:endParaRPr lang="zh-CN" altLang="en-US" sz="1000">
              <a:solidFill>
                <a:schemeClr val="tx1"/>
              </a:solidFill>
              <a:latin typeface="Tahoma" panose="020B0604030504040204" pitchFamily="34" charset="0"/>
              <a:ea typeface="楷体" panose="02010609060101010101" pitchFamily="49" charset="-122"/>
              <a:cs typeface="Times New Roman" panose="02020603050405020304" pitchFamily="18" charset="0"/>
            </a:endParaRPr>
          </a:p>
        </p:txBody>
      </p:sp>
      <p:graphicFrame>
        <p:nvGraphicFramePr>
          <p:cNvPr id="106540" name="表格 106539"/>
          <p:cNvGraphicFramePr/>
          <p:nvPr/>
        </p:nvGraphicFramePr>
        <p:xfrm>
          <a:off x="6303963" y="1508125"/>
          <a:ext cx="2697163" cy="3390900"/>
        </p:xfrm>
        <a:graphic>
          <a:graphicData uri="http://schemas.openxmlformats.org/drawingml/2006/table">
            <a:tbl>
              <a:tblPr/>
              <a:tblGrid>
                <a:gridCol w="249238">
                  <a:extLst>
                    <a:ext uri="{9D8B030D-6E8A-4147-A177-3AD203B41FA5}">
                      <a16:colId xmlns:a16="http://schemas.microsoft.com/office/drawing/2014/main" val="20000"/>
                    </a:ext>
                  </a:extLst>
                </a:gridCol>
                <a:gridCol w="358775">
                  <a:extLst>
                    <a:ext uri="{9D8B030D-6E8A-4147-A177-3AD203B41FA5}">
                      <a16:colId xmlns:a16="http://schemas.microsoft.com/office/drawing/2014/main" val="20001"/>
                    </a:ext>
                  </a:extLst>
                </a:gridCol>
                <a:gridCol w="360362">
                  <a:extLst>
                    <a:ext uri="{9D8B030D-6E8A-4147-A177-3AD203B41FA5}">
                      <a16:colId xmlns:a16="http://schemas.microsoft.com/office/drawing/2014/main" val="20002"/>
                    </a:ext>
                  </a:extLst>
                </a:gridCol>
                <a:gridCol w="431800">
                  <a:extLst>
                    <a:ext uri="{9D8B030D-6E8A-4147-A177-3AD203B41FA5}">
                      <a16:colId xmlns:a16="http://schemas.microsoft.com/office/drawing/2014/main" val="20003"/>
                    </a:ext>
                  </a:extLst>
                </a:gridCol>
                <a:gridCol w="433388">
                  <a:extLst>
                    <a:ext uri="{9D8B030D-6E8A-4147-A177-3AD203B41FA5}">
                      <a16:colId xmlns:a16="http://schemas.microsoft.com/office/drawing/2014/main" val="20004"/>
                    </a:ext>
                  </a:extLst>
                </a:gridCol>
                <a:gridCol w="287337">
                  <a:extLst>
                    <a:ext uri="{9D8B030D-6E8A-4147-A177-3AD203B41FA5}">
                      <a16:colId xmlns:a16="http://schemas.microsoft.com/office/drawing/2014/main" val="20005"/>
                    </a:ext>
                  </a:extLst>
                </a:gridCol>
                <a:gridCol w="288925">
                  <a:extLst>
                    <a:ext uri="{9D8B030D-6E8A-4147-A177-3AD203B41FA5}">
                      <a16:colId xmlns:a16="http://schemas.microsoft.com/office/drawing/2014/main" val="20006"/>
                    </a:ext>
                  </a:extLst>
                </a:gridCol>
                <a:gridCol w="287338">
                  <a:extLst>
                    <a:ext uri="{9D8B030D-6E8A-4147-A177-3AD203B41FA5}">
                      <a16:colId xmlns:a16="http://schemas.microsoft.com/office/drawing/2014/main" val="20007"/>
                    </a:ext>
                  </a:extLst>
                </a:gridCol>
              </a:tblGrid>
              <a:tr h="282575">
                <a:tc rowSpan="2">
                  <a:txBody>
                    <a:bodyPr/>
                    <a:lstStyle/>
                    <a:p>
                      <a:pPr lvl="0" algn="ctr" eaLnBrk="1" hangingPunct="1">
                        <a:buNone/>
                      </a:pPr>
                      <a:r>
                        <a:rPr lang="zh-CN" altLang="en-US" sz="1400" b="1">
                          <a:solidFill>
                            <a:srgbClr val="000000"/>
                          </a:solidFill>
                          <a:latin typeface="华文楷体" panose="02010600040101010101" pitchFamily="2" charset="-122"/>
                          <a:ea typeface="华文楷体" panose="02010600040101010101" pitchFamily="2" charset="-122"/>
                        </a:rPr>
                        <a:t>状态</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gridSpan="4">
                  <a:txBody>
                    <a:bodyPr/>
                    <a:lstStyle/>
                    <a:p>
                      <a:pPr lvl="0" algn="ctr" eaLnBrk="1" hangingPunct="1">
                        <a:buNone/>
                      </a:pPr>
                      <a:r>
                        <a:rPr lang="en-US" altLang="zh-CN" sz="1400" b="1" i="1">
                          <a:latin typeface="Times New Roman" panose="02020603050405020304" pitchFamily="18" charset="0"/>
                          <a:ea typeface="Times New Roman" panose="02020603050405020304" pitchFamily="18" charset="0"/>
                        </a:rPr>
                        <a:t>ACTION</a:t>
                      </a:r>
                      <a:endParaRPr lang="zh-CN" altLang="en-US" sz="1400" b="1" i="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3">
                  <a:txBody>
                    <a:bodyPr/>
                    <a:lstStyle/>
                    <a:p>
                      <a:pPr lvl="0" algn="ctr" eaLnBrk="1" hangingPunct="1">
                        <a:buNone/>
                      </a:pPr>
                      <a:r>
                        <a:rPr lang="en-US" altLang="zh-CN" sz="1400" b="1" i="1">
                          <a:latin typeface="Times New Roman" panose="02020603050405020304" pitchFamily="18" charset="0"/>
                          <a:ea typeface="Times New Roman" panose="02020603050405020304" pitchFamily="18" charset="0"/>
                        </a:rPr>
                        <a:t>GOTO</a:t>
                      </a:r>
                      <a:endParaRPr lang="zh-CN" altLang="en-US" sz="1400" b="1" i="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extLst>
                  <a:ext uri="{0D108BD9-81ED-4DB2-BD59-A6C34878D82A}">
                    <a16:rowId xmlns:a16="http://schemas.microsoft.com/office/drawing/2014/main" val="10000"/>
                  </a:ext>
                </a:extLst>
              </a:tr>
              <a:tr h="282575">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id</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400" b="1">
                          <a:latin typeface="华文楷体" panose="02010600040101010101" pitchFamily="2" charset="-122"/>
                          <a:ea typeface="Times New Roman" panose="02020603050405020304" pitchFamily="18" charset="0"/>
                        </a:rPr>
                        <a:t>$</a:t>
                      </a:r>
                      <a:endParaRPr lang="zh-CN" altLang="en-US" sz="1400" b="1">
                        <a:latin typeface="华文楷体" panose="02010600040101010101" pitchFamily="2" charset="-122"/>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400" b="1" i="1">
                          <a:latin typeface="Times New Roman" panose="02020603050405020304" pitchFamily="18" charset="0"/>
                          <a:ea typeface="Times New Roman" panose="02020603050405020304" pitchFamily="18" charset="0"/>
                        </a:rPr>
                        <a:t>S</a:t>
                      </a:r>
                      <a:endParaRPr lang="zh-CN" altLang="en-US" sz="1400" b="1" i="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400" b="1" i="1">
                          <a:latin typeface="Times New Roman" panose="02020603050405020304" pitchFamily="18" charset="0"/>
                          <a:ea typeface="Times New Roman" panose="02020603050405020304" pitchFamily="18" charset="0"/>
                        </a:rPr>
                        <a:t>L</a:t>
                      </a:r>
                      <a:endParaRPr lang="zh-CN" altLang="en-US" sz="1400" b="1" i="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400" b="1" i="1">
                          <a:latin typeface="Times New Roman" panose="02020603050405020304" pitchFamily="18" charset="0"/>
                          <a:ea typeface="Times New Roman" panose="02020603050405020304" pitchFamily="18" charset="0"/>
                        </a:rPr>
                        <a:t>R</a:t>
                      </a:r>
                      <a:endParaRPr lang="zh-CN" altLang="en-US" sz="1400" b="1" i="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1"/>
                  </a:ext>
                </a:extLst>
              </a:tr>
              <a:tr h="282575">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0</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s4</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s5</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1</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2</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3</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2575">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1</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i="1">
                          <a:latin typeface="Times New Roman" panose="02020603050405020304" pitchFamily="18" charset="0"/>
                          <a:ea typeface="Times New Roman" panose="02020603050405020304" pitchFamily="18" charset="0"/>
                        </a:rPr>
                        <a:t>acc</a:t>
                      </a:r>
                      <a:endParaRPr lang="zh-CN" altLang="en-US" sz="1400" b="1" i="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82575">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2</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s6</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r5</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82575">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3</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r2</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82575">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4</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s4</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s5</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8</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7</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82575">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5</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r4</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r4</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82575">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6</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solidFill>
                            <a:srgbClr val="FF0000"/>
                          </a:solidFill>
                          <a:latin typeface="Times New Roman" panose="02020603050405020304" pitchFamily="18" charset="0"/>
                          <a:ea typeface="Times New Roman" panose="02020603050405020304" pitchFamily="18" charset="0"/>
                        </a:rPr>
                        <a:t>s4</a:t>
                      </a:r>
                      <a:endParaRPr lang="zh-CN" altLang="en-US" sz="1400" b="1">
                        <a:solidFill>
                          <a:srgbClr val="FF0000"/>
                        </a:solidFill>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solidFill>
                            <a:srgbClr val="FF0000"/>
                          </a:solidFill>
                          <a:latin typeface="Times New Roman" panose="02020603050405020304" pitchFamily="18" charset="0"/>
                          <a:ea typeface="Times New Roman" panose="02020603050405020304" pitchFamily="18" charset="0"/>
                        </a:rPr>
                        <a:t>s5</a:t>
                      </a:r>
                      <a:endParaRPr lang="zh-CN" altLang="en-US" sz="1400" b="1">
                        <a:solidFill>
                          <a:srgbClr val="FF0000"/>
                        </a:solidFill>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solidFill>
                          <a:srgbClr val="FF0000"/>
                        </a:solidFill>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solidFill>
                          <a:srgbClr val="FF0000"/>
                        </a:solidFill>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solidFill>
                          <a:srgbClr val="FF0000"/>
                        </a:solidFill>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solidFill>
                            <a:srgbClr val="FF0000"/>
                          </a:solidFill>
                          <a:latin typeface="Times New Roman" panose="02020603050405020304" pitchFamily="18" charset="0"/>
                          <a:ea typeface="Times New Roman" panose="02020603050405020304" pitchFamily="18" charset="0"/>
                        </a:rPr>
                        <a:t>8</a:t>
                      </a:r>
                      <a:endParaRPr lang="zh-CN" altLang="en-US" sz="1400" b="1">
                        <a:solidFill>
                          <a:srgbClr val="FF0000"/>
                        </a:solidFill>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9</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82575">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7</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r3</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r3</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82575">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8</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r5</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r5</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82575">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9</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r1</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dirty="0">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
        <p:nvSpPr>
          <p:cNvPr id="2" name="灯片编号占位符 1">
            <a:extLst>
              <a:ext uri="{FF2B5EF4-FFF2-40B4-BE49-F238E27FC236}">
                <a16:creationId xmlns:a16="http://schemas.microsoft.com/office/drawing/2014/main" id="{EA35C5DB-1571-4A16-A0BD-5590099A238C}"/>
              </a:ext>
            </a:extLst>
          </p:cNvPr>
          <p:cNvSpPr>
            <a:spLocks noGrp="1"/>
          </p:cNvSpPr>
          <p:nvPr>
            <p:ph type="sldNum" sz="quarter" idx="12"/>
          </p:nvPr>
        </p:nvSpPr>
        <p:spPr/>
        <p:txBody>
          <a:bodyPr/>
          <a:lstStyle/>
          <a:p>
            <a:pPr>
              <a:defRPr/>
            </a:pPr>
            <a:fld id="{76D20AB1-C80E-44EB-B890-88EEF3B3DC08}" type="slidenum">
              <a:rPr lang="zh-CN" altLang="en-US" smtClean="0"/>
              <a:pPr>
                <a:defRPr/>
              </a:pPr>
              <a:t>27</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68"/>
                                        </p:tgtEl>
                                        <p:attrNameLst>
                                          <p:attrName>style.visibility</p:attrName>
                                        </p:attrNameLst>
                                      </p:cBhvr>
                                      <p:to>
                                        <p:strVal val="visible"/>
                                      </p:to>
                                    </p:set>
                                    <p:anim calcmode="lin" valueType="num">
                                      <p:cBhvr>
                                        <p:cTn id="7" dur="500" fill="hold"/>
                                        <p:tgtEl>
                                          <p:spTgt spid="68"/>
                                        </p:tgtEl>
                                        <p:attrNameLst>
                                          <p:attrName>ppt_w</p:attrName>
                                        </p:attrNameLst>
                                      </p:cBhvr>
                                      <p:tavLst>
                                        <p:tav tm="0">
                                          <p:val>
                                            <p:fltVal val="0"/>
                                          </p:val>
                                        </p:tav>
                                        <p:tav tm="100000">
                                          <p:val>
                                            <p:strVal val="#ppt_w"/>
                                          </p:val>
                                        </p:tav>
                                      </p:tavLst>
                                    </p:anim>
                                    <p:anim calcmode="lin" valueType="num">
                                      <p:cBhvr>
                                        <p:cTn id="8" dur="500" fill="hold"/>
                                        <p:tgtEl>
                                          <p:spTgt spid="68"/>
                                        </p:tgtEl>
                                        <p:attrNameLst>
                                          <p:attrName>ppt_h</p:attrName>
                                        </p:attrNameLst>
                                      </p:cBhvr>
                                      <p:tavLst>
                                        <p:tav tm="0">
                                          <p:val>
                                            <p:fltVal val="0"/>
                                          </p:val>
                                        </p:tav>
                                        <p:tav tm="100000">
                                          <p:val>
                                            <p:strVal val="#ppt_h"/>
                                          </p:val>
                                        </p:tav>
                                      </p:tavLst>
                                    </p:anim>
                                    <p:animEffect transition="in" filter="fade">
                                      <p:cBhvr>
                                        <p:cTn id="9" dur="500"/>
                                        <p:tgtEl>
                                          <p:spTgt spid="68"/>
                                        </p:tgtEl>
                                      </p:cBhvr>
                                    </p:animEffect>
                                  </p:childTnLst>
                                </p:cTn>
                              </p:par>
                              <p:par>
                                <p:cTn id="10" presetID="53" presetClass="entr" presetSubtype="16" fill="hold" nodeType="withEffect">
                                  <p:stCondLst>
                                    <p:cond delay="0"/>
                                  </p:stCondLst>
                                  <p:childTnLst>
                                    <p:set>
                                      <p:cBhvr>
                                        <p:cTn id="11" dur="1" fill="hold">
                                          <p:stCondLst>
                                            <p:cond delay="0"/>
                                          </p:stCondLst>
                                        </p:cTn>
                                        <p:tgtEl>
                                          <p:spTgt spid="106540"/>
                                        </p:tgtEl>
                                        <p:attrNameLst>
                                          <p:attrName>style.visibility</p:attrName>
                                        </p:attrNameLst>
                                      </p:cBhvr>
                                      <p:to>
                                        <p:strVal val="visible"/>
                                      </p:to>
                                    </p:set>
                                    <p:anim calcmode="lin" valueType="num">
                                      <p:cBhvr>
                                        <p:cTn id="12" dur="500" fill="hold"/>
                                        <p:tgtEl>
                                          <p:spTgt spid="106540"/>
                                        </p:tgtEl>
                                        <p:attrNameLst>
                                          <p:attrName>ppt_w</p:attrName>
                                        </p:attrNameLst>
                                      </p:cBhvr>
                                      <p:tavLst>
                                        <p:tav tm="0">
                                          <p:val>
                                            <p:fltVal val="0"/>
                                          </p:val>
                                        </p:tav>
                                        <p:tav tm="100000">
                                          <p:val>
                                            <p:strVal val="#ppt_w"/>
                                          </p:val>
                                        </p:tav>
                                      </p:tavLst>
                                    </p:anim>
                                    <p:anim calcmode="lin" valueType="num">
                                      <p:cBhvr>
                                        <p:cTn id="13" dur="500" fill="hold"/>
                                        <p:tgtEl>
                                          <p:spTgt spid="106540"/>
                                        </p:tgtEl>
                                        <p:attrNameLst>
                                          <p:attrName>ppt_h</p:attrName>
                                        </p:attrNameLst>
                                      </p:cBhvr>
                                      <p:tavLst>
                                        <p:tav tm="0">
                                          <p:val>
                                            <p:fltVal val="0"/>
                                          </p:val>
                                        </p:tav>
                                        <p:tav tm="100000">
                                          <p:val>
                                            <p:strVal val="#ppt_h"/>
                                          </p:val>
                                        </p:tav>
                                      </p:tavLst>
                                    </p:anim>
                                    <p:animEffect transition="in" filter="fade">
                                      <p:cBhvr>
                                        <p:cTn id="14" dur="500"/>
                                        <p:tgtEl>
                                          <p:spTgt spid="1065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907" name="Rectangle 37"/>
          <p:cNvSpPr>
            <a:spLocks noChangeArrowheads="1"/>
          </p:cNvSpPr>
          <p:nvPr/>
        </p:nvSpPr>
        <p:spPr bwMode="auto">
          <a:xfrm>
            <a:off x="177800" y="727075"/>
            <a:ext cx="2465388" cy="1558925"/>
          </a:xfrm>
          <a:prstGeom prst="rect">
            <a:avLst/>
          </a:prstGeom>
          <a:solidFill>
            <a:schemeClr val="accent5">
              <a:lumMod val="60000"/>
              <a:lumOff val="40000"/>
            </a:schemeClr>
          </a:solidFill>
          <a:ln w="12700">
            <a:solidFill>
              <a:schemeClr val="tx1"/>
            </a:solidFill>
          </a:ln>
        </p:spPr>
        <p:txBody>
          <a:bodyPr>
            <a:spAutoFit/>
          </a:bodyPr>
          <a:lstStyle/>
          <a:p>
            <a:pPr eaLnBrk="1" hangingPunct="1">
              <a:lnSpc>
                <a:spcPts val="2800"/>
              </a:lnSpc>
              <a:spcBef>
                <a:spcPct val="20000"/>
              </a:spcBef>
              <a:buClr>
                <a:srgbClr val="000000"/>
              </a:buClr>
              <a:buFont typeface="Arial" panose="020B0604020202020204" pitchFamily="34" charset="0"/>
              <a:buNone/>
              <a:defRPr/>
            </a:pPr>
            <a:r>
              <a:rPr lang="zh-CN" altLang="en-US" sz="2000" b="1" noProof="1">
                <a:solidFill>
                  <a:srgbClr val="000000"/>
                </a:solidFill>
                <a:latin typeface="Times New Roman" pitchFamily="18" charset="0"/>
                <a:ea typeface="华文楷体" pitchFamily="2" charset="-122"/>
              </a:rPr>
              <a:t>文法</a:t>
            </a:r>
            <a:endParaRPr lang="zh-CN" altLang="zh-CN" sz="2000" b="1" noProof="1">
              <a:solidFill>
                <a:srgbClr val="000000"/>
              </a:solidFill>
              <a:latin typeface="Times New Roman" pitchFamily="18" charset="0"/>
              <a:cs typeface="Times New Roman" pitchFamily="18" charset="0"/>
            </a:endParaRPr>
          </a:p>
          <a:p>
            <a:pPr eaLnBrk="1" hangingPunct="1">
              <a:lnSpc>
                <a:spcPct val="80000"/>
              </a:lnSpc>
              <a:spcBef>
                <a:spcPct val="20000"/>
              </a:spcBef>
              <a:buFont typeface="Wingdings" pitchFamily="2" charset="2"/>
              <a:buNone/>
              <a:defRPr/>
            </a:pPr>
            <a:r>
              <a:rPr lang="zh-CN" altLang="zh-CN" b="1" noProof="1">
                <a:latin typeface="Times New Roman" pitchFamily="18" charset="0"/>
                <a:ea typeface="楷体_GB2312" pitchFamily="49" charset="-122"/>
                <a:cs typeface="华文楷体" pitchFamily="2" charset="-122"/>
              </a:rPr>
              <a:t>0)</a:t>
            </a:r>
            <a:r>
              <a:rPr lang="zh-CN" altLang="zh-CN" b="1" i="1" noProof="1">
                <a:solidFill>
                  <a:schemeClr val="tx2"/>
                </a:solidFill>
                <a:latin typeface="Times New Roman" pitchFamily="18" charset="0"/>
                <a:ea typeface="Times New Roman" pitchFamily="18" charset="0"/>
                <a:cs typeface="华文楷体" pitchFamily="2" charset="-122"/>
              </a:rPr>
              <a:t> </a:t>
            </a:r>
            <a:r>
              <a:rPr lang="en-US" altLang="zh-CN" b="1" i="1" noProof="1">
                <a:latin typeface="Times New Roman" pitchFamily="18" charset="0"/>
                <a:ea typeface="Times New Roman" pitchFamily="18" charset="0"/>
                <a:cs typeface="华文楷体" pitchFamily="2" charset="-122"/>
              </a:rPr>
              <a:t>S′</a:t>
            </a:r>
            <a:r>
              <a:rPr lang="en-US" altLang="zh-CN" b="1" i="1" noProof="1">
                <a:latin typeface="Times New Roman" pitchFamily="18" charset="0"/>
                <a:ea typeface="楷体_GB2312" pitchFamily="49" charset="-122"/>
                <a:cs typeface="华文楷体" pitchFamily="2" charset="-122"/>
              </a:rPr>
              <a:t>→S</a:t>
            </a:r>
            <a:endParaRPr lang="en-US" altLang="zh-CN" b="1" i="1" noProof="1">
              <a:latin typeface="Times New Roman" pitchFamily="18" charset="0"/>
              <a:ea typeface="楷体_GB2312" pitchFamily="49" charset="-122"/>
            </a:endParaRPr>
          </a:p>
          <a:p>
            <a:pPr eaLnBrk="1" hangingPunct="1">
              <a:buFont typeface="Arial" panose="020B0604020202020204" pitchFamily="34" charset="0"/>
              <a:buNone/>
              <a:defRPr/>
            </a:pPr>
            <a:r>
              <a:rPr lang="en-US" altLang="zh-CN" b="1" noProof="1">
                <a:latin typeface="Times New Roman" pitchFamily="18" charset="0"/>
                <a:cs typeface="Times New Roman" pitchFamily="18" charset="0"/>
              </a:rPr>
              <a:t>1) </a:t>
            </a:r>
            <a:r>
              <a:rPr lang="en-US" altLang="zh-CN" b="1" i="1" noProof="1">
                <a:latin typeface="Times New Roman" pitchFamily="18" charset="0"/>
                <a:cs typeface="Times New Roman" pitchFamily="18" charset="0"/>
              </a:rPr>
              <a:t>S→aAd|bBd|aBe|bAe</a:t>
            </a:r>
          </a:p>
          <a:p>
            <a:pPr eaLnBrk="1" hangingPunct="1">
              <a:buFont typeface="Arial" panose="020B0604020202020204" pitchFamily="34" charset="0"/>
              <a:buNone/>
              <a:defRPr/>
            </a:pPr>
            <a:r>
              <a:rPr lang="en-US" altLang="zh-CN" b="1" noProof="1">
                <a:latin typeface="Times New Roman" pitchFamily="18" charset="0"/>
                <a:cs typeface="Times New Roman" pitchFamily="18" charset="0"/>
              </a:rPr>
              <a:t>2) </a:t>
            </a:r>
            <a:r>
              <a:rPr lang="en-US" altLang="zh-CN" b="1" i="1" noProof="1">
                <a:latin typeface="Times New Roman" pitchFamily="18" charset="0"/>
                <a:cs typeface="Times New Roman" pitchFamily="18" charset="0"/>
              </a:rPr>
              <a:t>A→c </a:t>
            </a:r>
          </a:p>
          <a:p>
            <a:pPr eaLnBrk="1" hangingPunct="1">
              <a:buFont typeface="Arial" panose="020B0604020202020204" pitchFamily="34" charset="0"/>
              <a:buNone/>
              <a:defRPr/>
            </a:pPr>
            <a:r>
              <a:rPr lang="en-US" altLang="zh-CN" b="1" noProof="1">
                <a:latin typeface="Times New Roman" pitchFamily="18" charset="0"/>
                <a:cs typeface="Times New Roman" pitchFamily="18" charset="0"/>
              </a:rPr>
              <a:t>3) </a:t>
            </a:r>
            <a:r>
              <a:rPr lang="en-US" altLang="zh-CN" b="1" i="1" noProof="1">
                <a:latin typeface="Times New Roman" pitchFamily="18" charset="0"/>
                <a:cs typeface="Times New Roman" pitchFamily="18" charset="0"/>
              </a:rPr>
              <a:t>B→c </a:t>
            </a:r>
          </a:p>
        </p:txBody>
      </p:sp>
      <p:sp>
        <p:nvSpPr>
          <p:cNvPr id="69635" name="Rectangle 2"/>
          <p:cNvSpPr>
            <a:spLocks noGrp="1" noChangeArrowheads="1"/>
          </p:cNvSpPr>
          <p:nvPr>
            <p:ph type="title"/>
          </p:nvPr>
        </p:nvSpPr>
        <p:spPr>
          <a:xfrm>
            <a:off x="755650" y="268288"/>
            <a:ext cx="8245475" cy="344487"/>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rPr>
              <a:t>合并同心项集时产生</a:t>
            </a:r>
            <a:r>
              <a:rPr lang="zh-CN" altLang="en-US" sz="3000">
                <a:solidFill>
                  <a:srgbClr val="2D83F4"/>
                </a:solidFill>
                <a:latin typeface="微软雅黑" panose="020B0503020204020204" pitchFamily="34" charset="-122"/>
                <a:ea typeface="微软雅黑" panose="020B0503020204020204" pitchFamily="34" charset="-122"/>
              </a:rPr>
              <a:t>归约</a:t>
            </a:r>
            <a:r>
              <a:rPr lang="en-US" altLang="zh-CN" sz="3000">
                <a:solidFill>
                  <a:srgbClr val="2D83F4"/>
                </a:solidFill>
                <a:latin typeface="微软雅黑" panose="020B0503020204020204" pitchFamily="34" charset="-122"/>
                <a:ea typeface="微软雅黑" panose="020B0503020204020204" pitchFamily="34" charset="-122"/>
              </a:rPr>
              <a:t>-</a:t>
            </a:r>
            <a:r>
              <a:rPr lang="zh-CN" altLang="en-US" sz="3000">
                <a:solidFill>
                  <a:srgbClr val="2D83F4"/>
                </a:solidFill>
                <a:latin typeface="微软雅黑" panose="020B0503020204020204" pitchFamily="34" charset="-122"/>
                <a:ea typeface="微软雅黑" panose="020B0503020204020204" pitchFamily="34" charset="-122"/>
              </a:rPr>
              <a:t>归约</a:t>
            </a:r>
            <a:r>
              <a:rPr lang="zh-CN" altLang="en-US" sz="3000">
                <a:solidFill>
                  <a:schemeClr val="tx1"/>
                </a:solidFill>
                <a:latin typeface="微软雅黑" panose="020B0503020204020204" pitchFamily="34" charset="-122"/>
                <a:ea typeface="微软雅黑" panose="020B0503020204020204" pitchFamily="34" charset="-122"/>
              </a:rPr>
              <a:t>冲突的例子</a:t>
            </a:r>
            <a:endParaRPr lang="en-US" altLang="zh-CN" sz="3000">
              <a:solidFill>
                <a:schemeClr val="tx1"/>
              </a:solidFill>
              <a:latin typeface="微软雅黑" panose="020B0503020204020204" pitchFamily="34" charset="-122"/>
              <a:ea typeface="微软雅黑" panose="020B0503020204020204" pitchFamily="34" charset="-122"/>
            </a:endParaRPr>
          </a:p>
        </p:txBody>
      </p:sp>
      <p:grpSp>
        <p:nvGrpSpPr>
          <p:cNvPr id="3" name="组合 3"/>
          <p:cNvGrpSpPr>
            <a:grpSpLocks/>
          </p:cNvGrpSpPr>
          <p:nvPr/>
        </p:nvGrpSpPr>
        <p:grpSpPr bwMode="auto">
          <a:xfrm>
            <a:off x="981075" y="682625"/>
            <a:ext cx="7867650" cy="4408488"/>
            <a:chOff x="910415" y="683096"/>
            <a:chExt cx="7867293" cy="4406612"/>
          </a:xfrm>
        </p:grpSpPr>
        <p:sp>
          <p:nvSpPr>
            <p:cNvPr id="69638" name="Text Box 5"/>
            <p:cNvSpPr txBox="1">
              <a:spLocks noChangeArrowheads="1"/>
            </p:cNvSpPr>
            <p:nvPr/>
          </p:nvSpPr>
          <p:spPr bwMode="auto">
            <a:xfrm>
              <a:off x="910415" y="2392106"/>
              <a:ext cx="1496945" cy="1845476"/>
            </a:xfrm>
            <a:prstGeom prst="rect">
              <a:avLst/>
            </a:prstGeom>
            <a:solidFill>
              <a:srgbClr val="B5CEED"/>
            </a:solidFill>
            <a:ln w="12700">
              <a:solidFill>
                <a:schemeClr val="tx1"/>
              </a:solidFill>
              <a:miter lim="800000"/>
              <a:headEnd type="none" w="sm" len="sm"/>
              <a:tailEnd type="none" w="sm" len="sm"/>
            </a:ln>
          </p:spPr>
          <p:txBody>
            <a:bodyPr tIns="0" bIns="0">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I</a:t>
              </a:r>
              <a:r>
                <a:rPr lang="en-US" altLang="zh-CN" sz="2000" b="1" i="1" baseline="-25000">
                  <a:solidFill>
                    <a:schemeClr val="tx1"/>
                  </a:solidFill>
                  <a:latin typeface="Times New Roman" panose="02020603050405020304" pitchFamily="18" charset="0"/>
                </a:rPr>
                <a:t>0</a:t>
              </a:r>
              <a:r>
                <a:rPr lang="en-US" altLang="zh-CN" sz="2000" b="1">
                  <a:solidFill>
                    <a:schemeClr val="tx1"/>
                  </a:solidFill>
                  <a:latin typeface="Times New Roman" panose="02020603050405020304" pitchFamily="18" charset="0"/>
                </a:rPr>
                <a:t>:</a:t>
              </a:r>
            </a:p>
            <a:p>
              <a:pPr>
                <a:spcBef>
                  <a:spcPct val="0"/>
                </a:spcBef>
                <a:buClrTx/>
                <a:buSzTx/>
                <a:buFont typeface="Arial" panose="020B0604020202020204" pitchFamily="34" charset="0"/>
                <a:buNone/>
              </a:pPr>
              <a:r>
                <a:rPr lang="en-US" altLang="zh-CN" sz="2000" b="1" i="1">
                  <a:solidFill>
                    <a:schemeClr val="tx1"/>
                  </a:solidFill>
                  <a:latin typeface="Times New Roman" panose="02020603050405020304" pitchFamily="18" charset="0"/>
                  <a:cs typeface="Times New Roman" panose="02020603050405020304" pitchFamily="18" charset="0"/>
                </a:rPr>
                <a:t>S′</a:t>
              </a:r>
              <a:r>
                <a:rPr lang="en-US" altLang="zh-CN" sz="2000" b="1" i="1">
                  <a:solidFill>
                    <a:schemeClr val="tx1"/>
                  </a:solidFill>
                  <a:latin typeface="Times New Roman" panose="02020603050405020304" pitchFamily="18" charset="0"/>
                </a:rPr>
                <a:t>→</a:t>
              </a:r>
              <a:r>
                <a:rPr lang="en-US" altLang="zh-CN" sz="2000" b="1" i="1">
                  <a:solidFill>
                    <a:srgbClr val="000000"/>
                  </a:solidFill>
                  <a:latin typeface="Times New Roman" panose="02020603050405020304" pitchFamily="18" charset="0"/>
                </a:rPr>
                <a:t> · </a:t>
              </a:r>
              <a:r>
                <a:rPr lang="en-US" altLang="zh-CN" sz="2000" b="1" i="1">
                  <a:solidFill>
                    <a:schemeClr val="tx1"/>
                  </a:solidFill>
                  <a:latin typeface="Times New Roman" panose="02020603050405020304" pitchFamily="18" charset="0"/>
                </a:rPr>
                <a:t>S</a:t>
              </a:r>
              <a:r>
                <a:rPr lang="zh-CN" altLang="en-US" sz="2000" b="1" i="1">
                  <a:solidFill>
                    <a:schemeClr val="tx1"/>
                  </a:solidFill>
                  <a:latin typeface="Times New Roman" panose="02020603050405020304" pitchFamily="18" charset="0"/>
                </a:rPr>
                <a:t> </a:t>
              </a:r>
              <a:r>
                <a:rPr lang="en-US" altLang="zh-CN" sz="2000" b="1" i="1">
                  <a:solidFill>
                    <a:schemeClr val="tx1"/>
                  </a:solidFill>
                  <a:latin typeface="Times New Roman" panose="02020603050405020304" pitchFamily="18" charset="0"/>
                </a:rPr>
                <a:t>, </a:t>
              </a:r>
              <a:r>
                <a:rPr lang="en-US" altLang="zh-CN" sz="2000" b="1">
                  <a:solidFill>
                    <a:schemeClr val="tx1"/>
                  </a:solidFill>
                  <a:latin typeface="华文楷体" panose="02010600040101010101" pitchFamily="2" charset="-122"/>
                </a:rPr>
                <a:t>$</a:t>
              </a:r>
              <a:endParaRPr lang="en-US" altLang="zh-CN" sz="2000" b="1" i="1">
                <a:solidFill>
                  <a:schemeClr val="tx1"/>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S→</a:t>
              </a:r>
              <a:r>
                <a:rPr lang="en-US" altLang="zh-CN" sz="2000" b="1" i="1">
                  <a:solidFill>
                    <a:srgbClr val="000000"/>
                  </a:solidFill>
                  <a:latin typeface="Times New Roman" panose="02020603050405020304" pitchFamily="18" charset="0"/>
                </a:rPr>
                <a:t> ·</a:t>
              </a:r>
              <a:r>
                <a:rPr lang="en-US" altLang="zh-CN" sz="2000" b="1" i="1">
                  <a:solidFill>
                    <a:schemeClr val="tx1"/>
                  </a:solidFill>
                  <a:latin typeface="Times New Roman" panose="02020603050405020304" pitchFamily="18" charset="0"/>
                </a:rPr>
                <a:t>aAd , </a:t>
              </a:r>
              <a:r>
                <a:rPr lang="en-US" altLang="zh-CN" sz="2000" b="1">
                  <a:solidFill>
                    <a:schemeClr val="tx1"/>
                  </a:solidFill>
                  <a:latin typeface="华文楷体" panose="02010600040101010101" pitchFamily="2" charset="-122"/>
                </a:rPr>
                <a:t>$</a:t>
              </a:r>
              <a:endParaRPr lang="en-US" altLang="zh-CN" sz="2000" b="1" i="1">
                <a:solidFill>
                  <a:schemeClr val="tx1"/>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S→ </a:t>
              </a:r>
              <a:r>
                <a:rPr lang="en-US" altLang="zh-CN" sz="2000" b="1" i="1">
                  <a:solidFill>
                    <a:srgbClr val="000000"/>
                  </a:solidFill>
                  <a:latin typeface="Times New Roman" panose="02020603050405020304" pitchFamily="18" charset="0"/>
                </a:rPr>
                <a:t>·</a:t>
              </a:r>
              <a:r>
                <a:rPr lang="en-US" altLang="zh-CN" sz="2000" b="1" i="1">
                  <a:solidFill>
                    <a:schemeClr val="tx1"/>
                  </a:solidFill>
                  <a:latin typeface="Times New Roman" panose="02020603050405020304" pitchFamily="18" charset="0"/>
                </a:rPr>
                <a:t>bBd , </a:t>
              </a:r>
              <a:r>
                <a:rPr lang="en-US" altLang="zh-CN" sz="2000" b="1">
                  <a:solidFill>
                    <a:schemeClr val="tx1"/>
                  </a:solidFill>
                  <a:latin typeface="华文楷体" panose="02010600040101010101" pitchFamily="2" charset="-122"/>
                </a:rPr>
                <a:t>$</a:t>
              </a:r>
              <a:endParaRPr lang="en-US" altLang="zh-CN" sz="2000" b="1" i="1">
                <a:solidFill>
                  <a:schemeClr val="tx1"/>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S→ </a:t>
              </a:r>
              <a:r>
                <a:rPr lang="en-US" altLang="zh-CN" sz="2000" b="1" i="1">
                  <a:solidFill>
                    <a:srgbClr val="000000"/>
                  </a:solidFill>
                  <a:latin typeface="Times New Roman" panose="02020603050405020304" pitchFamily="18" charset="0"/>
                </a:rPr>
                <a:t>· </a:t>
              </a:r>
              <a:r>
                <a:rPr lang="en-US" altLang="zh-CN" sz="2000" b="1" i="1">
                  <a:solidFill>
                    <a:schemeClr val="tx1"/>
                  </a:solidFill>
                  <a:latin typeface="Times New Roman" panose="02020603050405020304" pitchFamily="18" charset="0"/>
                </a:rPr>
                <a:t>aBe , </a:t>
              </a:r>
              <a:r>
                <a:rPr lang="en-US" altLang="zh-CN" sz="2000" b="1">
                  <a:solidFill>
                    <a:schemeClr val="tx1"/>
                  </a:solidFill>
                  <a:latin typeface="华文楷体" panose="02010600040101010101" pitchFamily="2" charset="-122"/>
                </a:rPr>
                <a:t>$</a:t>
              </a:r>
              <a:endParaRPr lang="en-US" altLang="zh-CN" sz="2000" b="1" i="1">
                <a:solidFill>
                  <a:schemeClr val="tx1"/>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S→ </a:t>
              </a:r>
              <a:r>
                <a:rPr lang="en-US" altLang="zh-CN" sz="2000" b="1" i="1">
                  <a:solidFill>
                    <a:srgbClr val="000000"/>
                  </a:solidFill>
                  <a:latin typeface="Times New Roman" panose="02020603050405020304" pitchFamily="18" charset="0"/>
                </a:rPr>
                <a:t>· </a:t>
              </a:r>
              <a:r>
                <a:rPr lang="en-US" altLang="zh-CN" sz="2000" b="1" i="1">
                  <a:solidFill>
                    <a:schemeClr val="tx1"/>
                  </a:solidFill>
                  <a:latin typeface="Times New Roman" panose="02020603050405020304" pitchFamily="18" charset="0"/>
                </a:rPr>
                <a:t>bAe , </a:t>
              </a:r>
              <a:r>
                <a:rPr lang="en-US" altLang="zh-CN" sz="2000" b="1">
                  <a:solidFill>
                    <a:schemeClr val="tx1"/>
                  </a:solidFill>
                  <a:latin typeface="华文楷体" panose="02010600040101010101" pitchFamily="2" charset="-122"/>
                </a:rPr>
                <a:t>$</a:t>
              </a:r>
              <a:endParaRPr lang="en-US" altLang="zh-CN" sz="2000" b="1" i="1">
                <a:solidFill>
                  <a:schemeClr val="tx1"/>
                </a:solidFill>
                <a:latin typeface="Times New Roman" panose="02020603050405020304" pitchFamily="18" charset="0"/>
              </a:endParaRPr>
            </a:p>
          </p:txBody>
        </p:sp>
        <p:sp>
          <p:nvSpPr>
            <p:cNvPr id="69639" name="Text Box 6"/>
            <p:cNvSpPr txBox="1">
              <a:spLocks noChangeArrowheads="1"/>
            </p:cNvSpPr>
            <p:nvPr/>
          </p:nvSpPr>
          <p:spPr bwMode="auto">
            <a:xfrm>
              <a:off x="2896288" y="916360"/>
              <a:ext cx="1535042" cy="706136"/>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I</a:t>
              </a:r>
              <a:r>
                <a:rPr lang="en-US" altLang="zh-CN" sz="2000" b="1" i="1" baseline="-25000">
                  <a:solidFill>
                    <a:schemeClr val="tx1"/>
                  </a:solidFill>
                  <a:latin typeface="Times New Roman" panose="02020603050405020304" pitchFamily="18" charset="0"/>
                </a:rPr>
                <a:t>1</a:t>
              </a:r>
              <a:r>
                <a:rPr lang="en-US" altLang="zh-CN" sz="2000" b="1">
                  <a:solidFill>
                    <a:schemeClr val="tx1"/>
                  </a:solidFill>
                  <a:latin typeface="Times New Roman" panose="02020603050405020304" pitchFamily="18" charset="0"/>
                </a:rPr>
                <a:t>:</a:t>
              </a:r>
            </a:p>
            <a:p>
              <a:pPr>
                <a:spcBef>
                  <a:spcPct val="0"/>
                </a:spcBef>
                <a:buClrTx/>
                <a:buSzTx/>
                <a:buFont typeface="Arial" panose="020B0604020202020204" pitchFamily="34" charset="0"/>
                <a:buNone/>
              </a:pPr>
              <a:r>
                <a:rPr lang="en-US" altLang="zh-CN" sz="2000" b="1" i="1">
                  <a:solidFill>
                    <a:schemeClr val="tx1"/>
                  </a:solidFill>
                  <a:latin typeface="Times New Roman" panose="02020603050405020304" pitchFamily="18" charset="0"/>
                  <a:cs typeface="Times New Roman" panose="02020603050405020304" pitchFamily="18" charset="0"/>
                </a:rPr>
                <a:t>S′</a:t>
              </a:r>
              <a:r>
                <a:rPr lang="en-US" altLang="zh-CN" sz="2000" b="1" i="1">
                  <a:solidFill>
                    <a:schemeClr val="tx1"/>
                  </a:solidFill>
                  <a:latin typeface="Times New Roman" panose="02020603050405020304" pitchFamily="18" charset="0"/>
                </a:rPr>
                <a:t>→ S</a:t>
              </a:r>
              <a:r>
                <a:rPr lang="en-US" altLang="zh-CN" sz="2000" b="1" i="1">
                  <a:solidFill>
                    <a:srgbClr val="000000"/>
                  </a:solidFill>
                  <a:latin typeface="Times New Roman" panose="02020603050405020304" pitchFamily="18" charset="0"/>
                </a:rPr>
                <a:t> ·</a:t>
              </a:r>
              <a:r>
                <a:rPr lang="en-US" altLang="zh-CN" sz="2000" b="1" i="1">
                  <a:solidFill>
                    <a:schemeClr val="tx1"/>
                  </a:solidFill>
                  <a:latin typeface="Times New Roman" panose="02020603050405020304" pitchFamily="18" charset="0"/>
                </a:rPr>
                <a:t> , </a:t>
              </a:r>
              <a:r>
                <a:rPr lang="en-US" altLang="zh-CN" sz="2000" b="1">
                  <a:solidFill>
                    <a:schemeClr val="tx1"/>
                  </a:solidFill>
                  <a:latin typeface="华文楷体" panose="02010600040101010101" pitchFamily="2" charset="-122"/>
                </a:rPr>
                <a:t>$</a:t>
              </a:r>
              <a:endParaRPr lang="en-US" altLang="zh-CN" sz="2000" b="1" i="1">
                <a:solidFill>
                  <a:schemeClr val="tx1"/>
                </a:solidFill>
                <a:latin typeface="Times New Roman" panose="02020603050405020304" pitchFamily="18" charset="0"/>
              </a:endParaRPr>
            </a:p>
          </p:txBody>
        </p:sp>
        <p:sp>
          <p:nvSpPr>
            <p:cNvPr id="69640" name="Line 7"/>
            <p:cNvSpPr>
              <a:spLocks noChangeShapeType="1"/>
            </p:cNvSpPr>
            <p:nvPr/>
          </p:nvSpPr>
          <p:spPr bwMode="auto">
            <a:xfrm flipV="1">
              <a:off x="2437181" y="1611784"/>
              <a:ext cx="439925" cy="1182634"/>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3432" name="Text Box 8"/>
            <p:cNvSpPr txBox="1">
              <a:spLocks noChangeArrowheads="1"/>
            </p:cNvSpPr>
            <p:nvPr/>
          </p:nvSpPr>
          <p:spPr bwMode="auto">
            <a:xfrm>
              <a:off x="2896288" y="1708185"/>
              <a:ext cx="1530281" cy="1631256"/>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2</a:t>
              </a:r>
              <a:r>
                <a:rPr kumimoji="1" lang="en-US" altLang="zh-CN" sz="2000" b="1">
                  <a:latin typeface="Times New Roman" panose="02020603050405020304" pitchFamily="18" charset="0"/>
                </a:rPr>
                <a:t>:</a:t>
              </a:r>
            </a:p>
            <a:p>
              <a:pPr>
                <a:defRPr/>
              </a:pPr>
              <a:r>
                <a:rPr kumimoji="1" lang="en-US" altLang="zh-CN" sz="2000" b="1" i="1">
                  <a:latin typeface="Times New Roman" panose="02020603050405020304" pitchFamily="18" charset="0"/>
                </a:rPr>
                <a:t>S→ a</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latin typeface="Times New Roman" panose="02020603050405020304" pitchFamily="18" charset="0"/>
                </a:rPr>
                <a:t>Ad ,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a:p>
              <a:pPr>
                <a:defRPr/>
              </a:pPr>
              <a:r>
                <a:rPr kumimoji="1" lang="en-US" altLang="zh-CN" sz="2000" b="1" i="1">
                  <a:latin typeface="Times New Roman" panose="02020603050405020304" pitchFamily="18" charset="0"/>
                </a:rPr>
                <a:t>S→ a</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latin typeface="Times New Roman" panose="02020603050405020304" pitchFamily="18" charset="0"/>
                </a:rPr>
                <a:t>Be ,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a:p>
              <a:pPr>
                <a:defRPr/>
              </a:pPr>
              <a:r>
                <a:rPr kumimoji="1" lang="en-US" altLang="zh-CN" sz="2000" b="1" i="1">
                  <a:latin typeface="Times New Roman" panose="02020603050405020304" pitchFamily="18" charset="0"/>
                </a:rPr>
                <a:t>A→</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latin typeface="Times New Roman" panose="02020603050405020304" pitchFamily="18" charset="0"/>
                </a:rPr>
                <a:t>c , d</a:t>
              </a:r>
            </a:p>
            <a:p>
              <a:pPr>
                <a:defRPr/>
              </a:pPr>
              <a:r>
                <a:rPr kumimoji="1" lang="en-US" altLang="zh-CN" sz="2000" b="1" i="1">
                  <a:latin typeface="Times New Roman" panose="02020603050405020304" pitchFamily="18" charset="0"/>
                </a:rPr>
                <a:t>B→ </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latin typeface="Times New Roman" panose="02020603050405020304" pitchFamily="18" charset="0"/>
                </a:rPr>
                <a:t>c , e</a:t>
              </a:r>
            </a:p>
          </p:txBody>
        </p:sp>
        <p:sp>
          <p:nvSpPr>
            <p:cNvPr id="69642" name="Line 9"/>
            <p:cNvSpPr>
              <a:spLocks noChangeShapeType="1"/>
            </p:cNvSpPr>
            <p:nvPr/>
          </p:nvSpPr>
          <p:spPr bwMode="auto">
            <a:xfrm flipV="1">
              <a:off x="2408502" y="3219637"/>
              <a:ext cx="5080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43" name="Text Box 10"/>
            <p:cNvSpPr txBox="1">
              <a:spLocks noChangeArrowheads="1"/>
            </p:cNvSpPr>
            <p:nvPr/>
          </p:nvSpPr>
          <p:spPr bwMode="auto">
            <a:xfrm>
              <a:off x="2436889" y="2859690"/>
              <a:ext cx="5032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a</a:t>
              </a:r>
            </a:p>
          </p:txBody>
        </p:sp>
        <p:sp>
          <p:nvSpPr>
            <p:cNvPr id="103435" name="Text Box 14"/>
            <p:cNvSpPr txBox="1">
              <a:spLocks noChangeArrowheads="1"/>
            </p:cNvSpPr>
            <p:nvPr/>
          </p:nvSpPr>
          <p:spPr bwMode="auto">
            <a:xfrm>
              <a:off x="2897875" y="3436237"/>
              <a:ext cx="1528694" cy="1631256"/>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3</a:t>
              </a:r>
              <a:r>
                <a:rPr kumimoji="1" lang="en-US" altLang="zh-CN" sz="2000" b="1">
                  <a:latin typeface="Times New Roman" panose="02020603050405020304" pitchFamily="18" charset="0"/>
                </a:rPr>
                <a:t>:</a:t>
              </a:r>
            </a:p>
            <a:p>
              <a:pPr>
                <a:defRPr/>
              </a:pPr>
              <a:r>
                <a:rPr kumimoji="1" lang="en-US" altLang="zh-CN" sz="2000" b="1" i="1">
                  <a:latin typeface="Times New Roman" panose="02020603050405020304" pitchFamily="18" charset="0"/>
                </a:rPr>
                <a:t>S→ b</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latin typeface="Times New Roman" panose="02020603050405020304" pitchFamily="18" charset="0"/>
                </a:rPr>
                <a:t>Bd ,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a:p>
              <a:pPr>
                <a:defRPr/>
              </a:pPr>
              <a:r>
                <a:rPr kumimoji="1" lang="en-US" altLang="zh-CN" sz="2000" b="1" i="1">
                  <a:latin typeface="Times New Roman" panose="02020603050405020304" pitchFamily="18" charset="0"/>
                </a:rPr>
                <a:t>S→ a</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latin typeface="Times New Roman" panose="02020603050405020304" pitchFamily="18" charset="0"/>
                </a:rPr>
                <a:t>Ae ,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a:p>
              <a:pPr>
                <a:defRPr/>
              </a:pPr>
              <a:r>
                <a:rPr kumimoji="1" lang="en-US" altLang="zh-CN" sz="2000" b="1" i="1">
                  <a:latin typeface="Times New Roman" panose="02020603050405020304" pitchFamily="18" charset="0"/>
                </a:rPr>
                <a:t>B→ </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latin typeface="Times New Roman" panose="02020603050405020304" pitchFamily="18" charset="0"/>
                </a:rPr>
                <a:t>c , d</a:t>
              </a:r>
            </a:p>
            <a:p>
              <a:pPr>
                <a:defRPr/>
              </a:pPr>
              <a:r>
                <a:rPr kumimoji="1" lang="en-US" altLang="zh-CN" sz="2000" b="1" i="1">
                  <a:latin typeface="Times New Roman" panose="02020603050405020304" pitchFamily="18" charset="0"/>
                </a:rPr>
                <a:t>A→ </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latin typeface="Times New Roman" panose="02020603050405020304" pitchFamily="18" charset="0"/>
                </a:rPr>
                <a:t>c , e</a:t>
              </a:r>
            </a:p>
          </p:txBody>
        </p:sp>
        <p:sp>
          <p:nvSpPr>
            <p:cNvPr id="69645" name="Text Box 16"/>
            <p:cNvSpPr txBox="1">
              <a:spLocks noChangeArrowheads="1"/>
            </p:cNvSpPr>
            <p:nvPr/>
          </p:nvSpPr>
          <p:spPr bwMode="auto">
            <a:xfrm>
              <a:off x="2412469" y="3723562"/>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b</a:t>
              </a:r>
              <a:endParaRPr lang="zh-CN" altLang="en-US" sz="2000" b="1" i="1">
                <a:solidFill>
                  <a:schemeClr val="tx1"/>
                </a:solidFill>
                <a:latin typeface="Times New Roman" panose="02020603050405020304" pitchFamily="18" charset="0"/>
              </a:endParaRPr>
            </a:p>
          </p:txBody>
        </p:sp>
        <p:sp>
          <p:nvSpPr>
            <p:cNvPr id="103437" name="Text Box 18"/>
            <p:cNvSpPr txBox="1">
              <a:spLocks noChangeArrowheads="1"/>
            </p:cNvSpPr>
            <p:nvPr/>
          </p:nvSpPr>
          <p:spPr bwMode="auto">
            <a:xfrm>
              <a:off x="5201233" y="683096"/>
              <a:ext cx="1517581" cy="604581"/>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000"/>
                </a:lnSpc>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4</a:t>
              </a:r>
              <a:r>
                <a:rPr kumimoji="1" lang="en-US" altLang="zh-CN" sz="2000" b="1">
                  <a:latin typeface="Times New Roman" panose="02020603050405020304" pitchFamily="18" charset="0"/>
                </a:rPr>
                <a:t>:</a:t>
              </a:r>
            </a:p>
            <a:p>
              <a:pPr>
                <a:lnSpc>
                  <a:spcPts val="2000"/>
                </a:lnSpc>
                <a:defRPr/>
              </a:pPr>
              <a:r>
                <a:rPr kumimoji="1" lang="en-US" altLang="zh-CN" sz="2000" b="1" i="1">
                  <a:latin typeface="Times New Roman" panose="02020603050405020304" pitchFamily="18" charset="0"/>
                </a:rPr>
                <a:t>S→ aA</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latin typeface="Times New Roman" panose="02020603050405020304" pitchFamily="18" charset="0"/>
                </a:rPr>
                <a:t>d ,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p:txBody>
        </p:sp>
        <p:sp>
          <p:nvSpPr>
            <p:cNvPr id="69647" name="Line 19"/>
            <p:cNvSpPr>
              <a:spLocks noChangeShapeType="1"/>
            </p:cNvSpPr>
            <p:nvPr/>
          </p:nvSpPr>
          <p:spPr bwMode="auto">
            <a:xfrm flipV="1">
              <a:off x="4426199" y="1002453"/>
              <a:ext cx="781357" cy="1010571"/>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48" name="Text Box 20"/>
            <p:cNvSpPr txBox="1">
              <a:spLocks noChangeArrowheads="1"/>
            </p:cNvSpPr>
            <p:nvPr/>
          </p:nvSpPr>
          <p:spPr bwMode="auto">
            <a:xfrm>
              <a:off x="4475435" y="1203934"/>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A</a:t>
              </a:r>
            </a:p>
          </p:txBody>
        </p:sp>
        <p:sp>
          <p:nvSpPr>
            <p:cNvPr id="103440" name="Text Box 21"/>
            <p:cNvSpPr txBox="1">
              <a:spLocks noChangeArrowheads="1"/>
            </p:cNvSpPr>
            <p:nvPr/>
          </p:nvSpPr>
          <p:spPr bwMode="auto">
            <a:xfrm>
              <a:off x="5256793" y="1347976"/>
              <a:ext cx="1449322" cy="60458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000"/>
                </a:lnSpc>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5</a:t>
              </a:r>
              <a:r>
                <a:rPr kumimoji="1" lang="en-US" altLang="zh-CN" sz="2000" b="1">
                  <a:latin typeface="Times New Roman" panose="02020603050405020304" pitchFamily="18" charset="0"/>
                </a:rPr>
                <a:t>:</a:t>
              </a:r>
            </a:p>
            <a:p>
              <a:pPr>
                <a:lnSpc>
                  <a:spcPts val="2000"/>
                </a:lnSpc>
                <a:defRPr/>
              </a:pPr>
              <a:r>
                <a:rPr kumimoji="1" lang="en-US" altLang="zh-CN" sz="2000" b="1" i="1">
                  <a:latin typeface="Times New Roman" panose="02020603050405020304" pitchFamily="18" charset="0"/>
                </a:rPr>
                <a:t>S→ aB</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en-US" altLang="zh-CN" sz="2000" b="1" i="1">
                  <a:latin typeface="Times New Roman" panose="02020603050405020304" pitchFamily="18" charset="0"/>
                </a:rPr>
                <a:t>e ,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p:txBody>
        </p:sp>
        <p:sp>
          <p:nvSpPr>
            <p:cNvPr id="69650" name="Line 22"/>
            <p:cNvSpPr>
              <a:spLocks noChangeShapeType="1"/>
            </p:cNvSpPr>
            <p:nvPr/>
          </p:nvSpPr>
          <p:spPr bwMode="auto">
            <a:xfrm flipV="1">
              <a:off x="4423919" y="1666780"/>
              <a:ext cx="868893" cy="792225"/>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51" name="Text Box 23"/>
            <p:cNvSpPr txBox="1">
              <a:spLocks noChangeArrowheads="1"/>
            </p:cNvSpPr>
            <p:nvPr/>
          </p:nvSpPr>
          <p:spPr bwMode="auto">
            <a:xfrm>
              <a:off x="4440545" y="1860877"/>
              <a:ext cx="457200"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B</a:t>
              </a:r>
            </a:p>
          </p:txBody>
        </p:sp>
        <p:sp>
          <p:nvSpPr>
            <p:cNvPr id="103443" name="Text Box 24"/>
            <p:cNvSpPr txBox="1">
              <a:spLocks noChangeArrowheads="1"/>
            </p:cNvSpPr>
            <p:nvPr/>
          </p:nvSpPr>
          <p:spPr bwMode="auto">
            <a:xfrm>
              <a:off x="5283780" y="1995400"/>
              <a:ext cx="1438210" cy="861645"/>
            </a:xfrm>
            <a:prstGeom prst="rect">
              <a:avLst/>
            </a:prstGeom>
            <a:solidFill>
              <a:srgbClr val="FFFF00"/>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000"/>
                </a:lnSpc>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6</a:t>
              </a:r>
              <a:r>
                <a:rPr kumimoji="1" lang="en-US" altLang="zh-CN" sz="2000" b="1">
                  <a:latin typeface="Times New Roman" panose="02020603050405020304" pitchFamily="18" charset="0"/>
                </a:rPr>
                <a:t>:</a:t>
              </a:r>
            </a:p>
            <a:p>
              <a:pPr>
                <a:lnSpc>
                  <a:spcPts val="2000"/>
                </a:lnSpc>
                <a:defRPr/>
              </a:pPr>
              <a:r>
                <a:rPr kumimoji="1" lang="en-US" altLang="zh-CN" sz="2000" b="1" i="1">
                  <a:solidFill>
                    <a:srgbClr val="FF0000"/>
                  </a:solidFill>
                  <a:latin typeface="Times New Roman" panose="02020603050405020304" pitchFamily="18" charset="0"/>
                </a:rPr>
                <a:t>A→ c</a:t>
              </a:r>
              <a:r>
                <a:rPr lang="en-US" altLang="zh-CN" sz="2000" b="1" i="1">
                  <a:solidFill>
                    <a:srgbClr val="FF0000"/>
                  </a:solidFill>
                  <a:latin typeface="Times New Roman" panose="02020603050405020304" pitchFamily="18" charset="0"/>
                  <a:cs typeface="Times New Roman" panose="02020603050405020304" pitchFamily="18" charset="0"/>
                </a:rPr>
                <a:t> ·</a:t>
              </a:r>
              <a:r>
                <a:rPr kumimoji="1" lang="en-US" altLang="zh-CN" sz="2000" b="1" i="1">
                  <a:solidFill>
                    <a:srgbClr val="FF0000"/>
                  </a:solidFill>
                  <a:latin typeface="Times New Roman" panose="02020603050405020304" pitchFamily="18" charset="0"/>
                </a:rPr>
                <a:t> , d</a:t>
              </a:r>
            </a:p>
            <a:p>
              <a:pPr>
                <a:lnSpc>
                  <a:spcPts val="2000"/>
                </a:lnSpc>
                <a:defRPr/>
              </a:pPr>
              <a:r>
                <a:rPr kumimoji="1" lang="en-US" altLang="zh-CN" sz="2000" b="1" i="1">
                  <a:solidFill>
                    <a:srgbClr val="FF0000"/>
                  </a:solidFill>
                  <a:latin typeface="Times New Roman" panose="02020603050405020304" pitchFamily="18" charset="0"/>
                </a:rPr>
                <a:t>B→ c</a:t>
              </a:r>
              <a:r>
                <a:rPr lang="en-US" altLang="zh-CN" sz="2000" b="1" i="1">
                  <a:solidFill>
                    <a:srgbClr val="000000"/>
                  </a:solidFill>
                  <a:latin typeface="Times New Roman" panose="02020603050405020304" pitchFamily="18" charset="0"/>
                  <a:cs typeface="Times New Roman" panose="02020603050405020304" pitchFamily="18" charset="0"/>
                </a:rPr>
                <a:t> </a:t>
              </a:r>
              <a:r>
                <a:rPr lang="en-US" altLang="zh-CN" sz="2000" b="1" i="1">
                  <a:solidFill>
                    <a:srgbClr val="FF0000"/>
                  </a:solidFill>
                  <a:latin typeface="Times New Roman" panose="02020603050405020304" pitchFamily="18" charset="0"/>
                  <a:cs typeface="Times New Roman" panose="02020603050405020304" pitchFamily="18" charset="0"/>
                </a:rPr>
                <a:t>·</a:t>
              </a:r>
              <a:r>
                <a:rPr kumimoji="1" lang="en-US" altLang="zh-CN" sz="2000" b="1" i="1">
                  <a:solidFill>
                    <a:srgbClr val="FF0000"/>
                  </a:solidFill>
                  <a:latin typeface="Times New Roman" panose="02020603050405020304" pitchFamily="18" charset="0"/>
                </a:rPr>
                <a:t> , e</a:t>
              </a:r>
            </a:p>
          </p:txBody>
        </p:sp>
        <p:sp>
          <p:nvSpPr>
            <p:cNvPr id="69653" name="Line 25"/>
            <p:cNvSpPr>
              <a:spLocks noChangeShapeType="1"/>
            </p:cNvSpPr>
            <p:nvPr/>
          </p:nvSpPr>
          <p:spPr bwMode="auto">
            <a:xfrm flipV="1">
              <a:off x="4426198" y="2643722"/>
              <a:ext cx="857309" cy="793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54" name="Text Box 26"/>
            <p:cNvSpPr txBox="1">
              <a:spLocks noChangeArrowheads="1"/>
            </p:cNvSpPr>
            <p:nvPr/>
          </p:nvSpPr>
          <p:spPr bwMode="auto">
            <a:xfrm>
              <a:off x="4479631" y="2315662"/>
              <a:ext cx="381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c</a:t>
              </a:r>
            </a:p>
          </p:txBody>
        </p:sp>
        <p:sp>
          <p:nvSpPr>
            <p:cNvPr id="103446" name="Text Box 27"/>
            <p:cNvSpPr txBox="1">
              <a:spLocks noChangeArrowheads="1"/>
            </p:cNvSpPr>
            <p:nvPr/>
          </p:nvSpPr>
          <p:spPr bwMode="auto">
            <a:xfrm>
              <a:off x="7249015" y="711659"/>
              <a:ext cx="1523931" cy="70455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10</a:t>
              </a:r>
              <a:r>
                <a:rPr kumimoji="1" lang="en-US" altLang="zh-CN" sz="2000" b="1">
                  <a:latin typeface="Times New Roman" panose="02020603050405020304" pitchFamily="18" charset="0"/>
                </a:rPr>
                <a:t>:</a:t>
              </a:r>
            </a:p>
            <a:p>
              <a:pPr>
                <a:defRPr/>
              </a:pPr>
              <a:r>
                <a:rPr kumimoji="1" lang="en-US" altLang="zh-CN" sz="2000" b="1" i="1">
                  <a:latin typeface="Times New Roman" panose="02020603050405020304" pitchFamily="18" charset="0"/>
                </a:rPr>
                <a:t>S→ aAd</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en-US" altLang="zh-CN" sz="2000" b="1" i="1">
                  <a:latin typeface="Times New Roman" panose="02020603050405020304" pitchFamily="18" charset="0"/>
                </a:rPr>
                <a:t> ,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p:txBody>
        </p:sp>
        <p:sp>
          <p:nvSpPr>
            <p:cNvPr id="69656" name="Line 28"/>
            <p:cNvSpPr>
              <a:spLocks noChangeShapeType="1"/>
            </p:cNvSpPr>
            <p:nvPr/>
          </p:nvSpPr>
          <p:spPr bwMode="auto">
            <a:xfrm flipV="1">
              <a:off x="6732754" y="1131945"/>
              <a:ext cx="5334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57" name="Text Box 29"/>
            <p:cNvSpPr txBox="1">
              <a:spLocks noChangeArrowheads="1"/>
            </p:cNvSpPr>
            <p:nvPr/>
          </p:nvSpPr>
          <p:spPr bwMode="auto">
            <a:xfrm>
              <a:off x="6754077" y="737071"/>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d</a:t>
              </a:r>
            </a:p>
          </p:txBody>
        </p:sp>
        <p:sp>
          <p:nvSpPr>
            <p:cNvPr id="69658" name="Text Box 33"/>
            <p:cNvSpPr txBox="1">
              <a:spLocks noChangeArrowheads="1"/>
            </p:cNvSpPr>
            <p:nvPr/>
          </p:nvSpPr>
          <p:spPr bwMode="auto">
            <a:xfrm>
              <a:off x="2494740" y="2363862"/>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S</a:t>
              </a:r>
            </a:p>
          </p:txBody>
        </p:sp>
        <p:sp>
          <p:nvSpPr>
            <p:cNvPr id="69659" name="Line 41"/>
            <p:cNvSpPr>
              <a:spLocks noChangeShapeType="1"/>
            </p:cNvSpPr>
            <p:nvPr/>
          </p:nvSpPr>
          <p:spPr bwMode="auto">
            <a:xfrm>
              <a:off x="2392670" y="4083509"/>
              <a:ext cx="522287" cy="0"/>
            </a:xfrm>
            <a:prstGeom prst="line">
              <a:avLst/>
            </a:prstGeom>
            <a:noFill/>
            <a:ln w="412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3451" name="Text Box 18"/>
            <p:cNvSpPr txBox="1">
              <a:spLocks noChangeArrowheads="1"/>
            </p:cNvSpPr>
            <p:nvPr/>
          </p:nvSpPr>
          <p:spPr bwMode="auto">
            <a:xfrm>
              <a:off x="5271080" y="2931627"/>
              <a:ext cx="1482658" cy="60458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000"/>
                </a:lnSpc>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7</a:t>
              </a:r>
              <a:r>
                <a:rPr kumimoji="1" lang="en-US" altLang="zh-CN" sz="2000" b="1">
                  <a:latin typeface="Times New Roman" panose="02020603050405020304" pitchFamily="18" charset="0"/>
                </a:rPr>
                <a:t>:</a:t>
              </a:r>
            </a:p>
            <a:p>
              <a:pPr>
                <a:lnSpc>
                  <a:spcPts val="2000"/>
                </a:lnSpc>
                <a:defRPr/>
              </a:pPr>
              <a:r>
                <a:rPr kumimoji="1" lang="en-US" altLang="zh-CN" sz="2000" b="1" i="1">
                  <a:latin typeface="Times New Roman" panose="02020603050405020304" pitchFamily="18" charset="0"/>
                </a:rPr>
                <a:t>S→ bB</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en-US" altLang="zh-CN" sz="2000" b="1" i="1">
                  <a:latin typeface="Times New Roman" panose="02020603050405020304" pitchFamily="18" charset="0"/>
                </a:rPr>
                <a:t>d ,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p:txBody>
        </p:sp>
        <p:sp>
          <p:nvSpPr>
            <p:cNvPr id="69661" name="Line 19"/>
            <p:cNvSpPr>
              <a:spLocks noChangeShapeType="1"/>
            </p:cNvSpPr>
            <p:nvPr/>
          </p:nvSpPr>
          <p:spPr bwMode="auto">
            <a:xfrm flipV="1">
              <a:off x="4455524" y="3405700"/>
              <a:ext cx="827983" cy="159056"/>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62" name="Text Box 20"/>
            <p:cNvSpPr txBox="1">
              <a:spLocks noChangeArrowheads="1"/>
            </p:cNvSpPr>
            <p:nvPr/>
          </p:nvSpPr>
          <p:spPr bwMode="auto">
            <a:xfrm>
              <a:off x="4423918" y="3156161"/>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B</a:t>
              </a:r>
            </a:p>
          </p:txBody>
        </p:sp>
        <p:sp>
          <p:nvSpPr>
            <p:cNvPr id="103454" name="Text Box 21"/>
            <p:cNvSpPr txBox="1">
              <a:spLocks noChangeArrowheads="1"/>
            </p:cNvSpPr>
            <p:nvPr/>
          </p:nvSpPr>
          <p:spPr bwMode="auto">
            <a:xfrm>
              <a:off x="5272667" y="3580637"/>
              <a:ext cx="1449322" cy="604581"/>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000"/>
                </a:lnSpc>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8</a:t>
              </a:r>
              <a:r>
                <a:rPr kumimoji="1" lang="en-US" altLang="zh-CN" sz="2000" b="1">
                  <a:latin typeface="Times New Roman" panose="02020603050405020304" pitchFamily="18" charset="0"/>
                </a:rPr>
                <a:t>:</a:t>
              </a:r>
            </a:p>
            <a:p>
              <a:pPr>
                <a:lnSpc>
                  <a:spcPts val="2000"/>
                </a:lnSpc>
                <a:defRPr/>
              </a:pPr>
              <a:r>
                <a:rPr kumimoji="1" lang="en-US" altLang="zh-CN" sz="2000" b="1" i="1">
                  <a:latin typeface="Times New Roman" panose="02020603050405020304" pitchFamily="18" charset="0"/>
                </a:rPr>
                <a:t>S→ aA</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en-US" altLang="zh-CN" sz="2000" b="1" i="1">
                  <a:latin typeface="Times New Roman" panose="02020603050405020304" pitchFamily="18" charset="0"/>
                </a:rPr>
                <a:t>e ,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p:txBody>
        </p:sp>
        <p:sp>
          <p:nvSpPr>
            <p:cNvPr id="69664" name="Line 22"/>
            <p:cNvSpPr>
              <a:spLocks noChangeShapeType="1"/>
            </p:cNvSpPr>
            <p:nvPr/>
          </p:nvSpPr>
          <p:spPr bwMode="auto">
            <a:xfrm flipV="1">
              <a:off x="4455524" y="4011520"/>
              <a:ext cx="804965"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65" name="Text Box 23"/>
            <p:cNvSpPr txBox="1">
              <a:spLocks noChangeArrowheads="1"/>
            </p:cNvSpPr>
            <p:nvPr/>
          </p:nvSpPr>
          <p:spPr bwMode="auto">
            <a:xfrm>
              <a:off x="4403430" y="3651573"/>
              <a:ext cx="457200"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A</a:t>
              </a:r>
            </a:p>
          </p:txBody>
        </p:sp>
        <p:sp>
          <p:nvSpPr>
            <p:cNvPr id="103457" name="Text Box 24"/>
            <p:cNvSpPr txBox="1">
              <a:spLocks noChangeArrowheads="1"/>
            </p:cNvSpPr>
            <p:nvPr/>
          </p:nvSpPr>
          <p:spPr bwMode="auto">
            <a:xfrm>
              <a:off x="5283780" y="4228062"/>
              <a:ext cx="1438210" cy="861646"/>
            </a:xfrm>
            <a:prstGeom prst="rect">
              <a:avLst/>
            </a:prstGeom>
            <a:solidFill>
              <a:srgbClr val="FFFF00"/>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000"/>
                </a:lnSpc>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9</a:t>
              </a:r>
              <a:r>
                <a:rPr kumimoji="1" lang="en-US" altLang="zh-CN" sz="2000" b="1">
                  <a:latin typeface="Times New Roman" panose="02020603050405020304" pitchFamily="18" charset="0"/>
                </a:rPr>
                <a:t>:</a:t>
              </a:r>
            </a:p>
            <a:p>
              <a:pPr>
                <a:lnSpc>
                  <a:spcPts val="2000"/>
                </a:lnSpc>
                <a:defRPr/>
              </a:pPr>
              <a:r>
                <a:rPr kumimoji="1" lang="en-US" altLang="zh-CN" sz="2000" b="1" i="1">
                  <a:solidFill>
                    <a:srgbClr val="FF0000"/>
                  </a:solidFill>
                  <a:latin typeface="Times New Roman" panose="02020603050405020304" pitchFamily="18" charset="0"/>
                </a:rPr>
                <a:t>B→ c</a:t>
              </a:r>
              <a:r>
                <a:rPr lang="en-US" altLang="zh-CN" sz="2000" b="1" i="1">
                  <a:solidFill>
                    <a:srgbClr val="000000"/>
                  </a:solidFill>
                  <a:latin typeface="Times New Roman" panose="02020603050405020304" pitchFamily="18" charset="0"/>
                  <a:cs typeface="Times New Roman" panose="02020603050405020304" pitchFamily="18" charset="0"/>
                </a:rPr>
                <a:t> </a:t>
              </a:r>
              <a:r>
                <a:rPr lang="en-US" altLang="zh-CN" sz="2000" b="1" i="1">
                  <a:solidFill>
                    <a:srgbClr val="FF0000"/>
                  </a:solidFill>
                  <a:latin typeface="Times New Roman" panose="02020603050405020304" pitchFamily="18" charset="0"/>
                  <a:cs typeface="Times New Roman" panose="02020603050405020304" pitchFamily="18" charset="0"/>
                </a:rPr>
                <a:t>·</a:t>
              </a:r>
              <a:r>
                <a:rPr kumimoji="1" lang="en-US" altLang="zh-CN" sz="2000" b="1" i="1">
                  <a:solidFill>
                    <a:srgbClr val="FF0000"/>
                  </a:solidFill>
                  <a:latin typeface="Times New Roman" panose="02020603050405020304" pitchFamily="18" charset="0"/>
                </a:rPr>
                <a:t> , d</a:t>
              </a:r>
            </a:p>
            <a:p>
              <a:pPr>
                <a:lnSpc>
                  <a:spcPts val="2000"/>
                </a:lnSpc>
                <a:defRPr/>
              </a:pPr>
              <a:r>
                <a:rPr kumimoji="1" lang="en-US" altLang="zh-CN" sz="2000" b="1" i="1">
                  <a:solidFill>
                    <a:srgbClr val="FF0000"/>
                  </a:solidFill>
                  <a:latin typeface="Times New Roman" panose="02020603050405020304" pitchFamily="18" charset="0"/>
                </a:rPr>
                <a:t>A→ c</a:t>
              </a:r>
              <a:r>
                <a:rPr lang="en-US" altLang="zh-CN" sz="2000" b="1" i="1">
                  <a:solidFill>
                    <a:srgbClr val="000000"/>
                  </a:solidFill>
                  <a:latin typeface="Times New Roman" panose="02020603050405020304" pitchFamily="18" charset="0"/>
                  <a:cs typeface="Times New Roman" panose="02020603050405020304" pitchFamily="18" charset="0"/>
                </a:rPr>
                <a:t> </a:t>
              </a:r>
              <a:r>
                <a:rPr lang="en-US" altLang="zh-CN" sz="2000" b="1" i="1">
                  <a:solidFill>
                    <a:srgbClr val="FF0000"/>
                  </a:solidFill>
                  <a:latin typeface="Times New Roman" panose="02020603050405020304" pitchFamily="18" charset="0"/>
                  <a:cs typeface="Times New Roman" panose="02020603050405020304" pitchFamily="18" charset="0"/>
                </a:rPr>
                <a:t>·</a:t>
              </a:r>
              <a:r>
                <a:rPr kumimoji="1" lang="en-US" altLang="zh-CN" sz="2000" b="1" i="1">
                  <a:solidFill>
                    <a:srgbClr val="FF0000"/>
                  </a:solidFill>
                  <a:latin typeface="Times New Roman" panose="02020603050405020304" pitchFamily="18" charset="0"/>
                </a:rPr>
                <a:t> , e</a:t>
              </a:r>
            </a:p>
          </p:txBody>
        </p:sp>
        <p:sp>
          <p:nvSpPr>
            <p:cNvPr id="69667" name="Line 25"/>
            <p:cNvSpPr>
              <a:spLocks noChangeShapeType="1"/>
            </p:cNvSpPr>
            <p:nvPr/>
          </p:nvSpPr>
          <p:spPr bwMode="auto">
            <a:xfrm>
              <a:off x="4440545" y="4907558"/>
              <a:ext cx="857249"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68" name="Text Box 26"/>
            <p:cNvSpPr txBox="1">
              <a:spLocks noChangeArrowheads="1"/>
            </p:cNvSpPr>
            <p:nvPr/>
          </p:nvSpPr>
          <p:spPr bwMode="auto">
            <a:xfrm>
              <a:off x="4425694" y="4547332"/>
              <a:ext cx="381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c</a:t>
              </a:r>
            </a:p>
          </p:txBody>
        </p:sp>
        <p:sp>
          <p:nvSpPr>
            <p:cNvPr id="103460" name="Text Box 27"/>
            <p:cNvSpPr txBox="1">
              <a:spLocks noChangeArrowheads="1"/>
            </p:cNvSpPr>
            <p:nvPr/>
          </p:nvSpPr>
          <p:spPr bwMode="auto">
            <a:xfrm>
              <a:off x="7249015" y="1505071"/>
              <a:ext cx="1523931" cy="707724"/>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11</a:t>
              </a:r>
              <a:r>
                <a:rPr kumimoji="1" lang="en-US" altLang="zh-CN" sz="2000" b="1">
                  <a:latin typeface="Times New Roman" panose="02020603050405020304" pitchFamily="18" charset="0"/>
                </a:rPr>
                <a:t>:</a:t>
              </a:r>
            </a:p>
            <a:p>
              <a:pPr>
                <a:defRPr/>
              </a:pPr>
              <a:r>
                <a:rPr kumimoji="1" lang="en-US" altLang="zh-CN" sz="2000" b="1" i="1">
                  <a:latin typeface="Times New Roman" panose="02020603050405020304" pitchFamily="18" charset="0"/>
                </a:rPr>
                <a:t>S→ aBe</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en-US" altLang="zh-CN" sz="2000" b="1" i="1">
                  <a:latin typeface="Times New Roman" panose="02020603050405020304" pitchFamily="18" charset="0"/>
                </a:rPr>
                <a:t> ,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p:txBody>
        </p:sp>
        <p:sp>
          <p:nvSpPr>
            <p:cNvPr id="69670" name="Line 28"/>
            <p:cNvSpPr>
              <a:spLocks noChangeShapeType="1"/>
            </p:cNvSpPr>
            <p:nvPr/>
          </p:nvSpPr>
          <p:spPr bwMode="auto">
            <a:xfrm flipV="1">
              <a:off x="6692164" y="1779849"/>
              <a:ext cx="5334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71" name="Text Box 29"/>
            <p:cNvSpPr txBox="1">
              <a:spLocks noChangeArrowheads="1"/>
            </p:cNvSpPr>
            <p:nvPr/>
          </p:nvSpPr>
          <p:spPr bwMode="auto">
            <a:xfrm>
              <a:off x="6755665" y="1419902"/>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e</a:t>
              </a:r>
            </a:p>
          </p:txBody>
        </p:sp>
        <p:sp>
          <p:nvSpPr>
            <p:cNvPr id="103463" name="Text Box 27"/>
            <p:cNvSpPr txBox="1">
              <a:spLocks noChangeArrowheads="1"/>
            </p:cNvSpPr>
            <p:nvPr/>
          </p:nvSpPr>
          <p:spPr bwMode="auto">
            <a:xfrm>
              <a:off x="7263302" y="2355609"/>
              <a:ext cx="1509644" cy="707724"/>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12</a:t>
              </a:r>
              <a:r>
                <a:rPr kumimoji="1" lang="en-US" altLang="zh-CN" sz="2000" b="1">
                  <a:latin typeface="Times New Roman" panose="02020603050405020304" pitchFamily="18" charset="0"/>
                </a:rPr>
                <a:t>:</a:t>
              </a:r>
            </a:p>
            <a:p>
              <a:pPr>
                <a:defRPr/>
              </a:pPr>
              <a:r>
                <a:rPr kumimoji="1" lang="en-US" altLang="zh-CN" sz="2000" b="1" i="1">
                  <a:latin typeface="Times New Roman" panose="02020603050405020304" pitchFamily="18" charset="0"/>
                </a:rPr>
                <a:t>S→ bBd</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en-US" altLang="zh-CN" sz="2000" b="1" i="1">
                  <a:latin typeface="Times New Roman" panose="02020603050405020304" pitchFamily="18" charset="0"/>
                </a:rPr>
                <a:t> ,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p:txBody>
        </p:sp>
        <p:sp>
          <p:nvSpPr>
            <p:cNvPr id="69673" name="Line 28"/>
            <p:cNvSpPr>
              <a:spLocks noChangeShapeType="1"/>
            </p:cNvSpPr>
            <p:nvPr/>
          </p:nvSpPr>
          <p:spPr bwMode="auto">
            <a:xfrm flipV="1">
              <a:off x="6775392" y="3003669"/>
              <a:ext cx="5334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74" name="Text Box 29"/>
            <p:cNvSpPr txBox="1">
              <a:spLocks noChangeArrowheads="1"/>
            </p:cNvSpPr>
            <p:nvPr/>
          </p:nvSpPr>
          <p:spPr bwMode="auto">
            <a:xfrm>
              <a:off x="6775392" y="2643722"/>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d</a:t>
              </a:r>
            </a:p>
          </p:txBody>
        </p:sp>
        <p:sp>
          <p:nvSpPr>
            <p:cNvPr id="103466" name="Text Box 27"/>
            <p:cNvSpPr txBox="1">
              <a:spLocks noChangeArrowheads="1"/>
            </p:cNvSpPr>
            <p:nvPr/>
          </p:nvSpPr>
          <p:spPr bwMode="auto">
            <a:xfrm>
              <a:off x="7249015" y="3147435"/>
              <a:ext cx="1528693" cy="707724"/>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13</a:t>
              </a:r>
              <a:r>
                <a:rPr kumimoji="1" lang="en-US" altLang="zh-CN" sz="2000" b="1">
                  <a:latin typeface="Times New Roman" panose="02020603050405020304" pitchFamily="18" charset="0"/>
                </a:rPr>
                <a:t>:</a:t>
              </a:r>
            </a:p>
            <a:p>
              <a:pPr>
                <a:defRPr/>
              </a:pPr>
              <a:r>
                <a:rPr kumimoji="1" lang="en-US" altLang="zh-CN" sz="2000" b="1" i="1">
                  <a:latin typeface="Times New Roman" panose="02020603050405020304" pitchFamily="18" charset="0"/>
                </a:rPr>
                <a:t>S→ aAe</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en-US" altLang="zh-CN" sz="2000" b="1" i="1">
                  <a:latin typeface="Times New Roman" panose="02020603050405020304" pitchFamily="18" charset="0"/>
                </a:rPr>
                <a:t> ,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p:txBody>
        </p:sp>
        <p:sp>
          <p:nvSpPr>
            <p:cNvPr id="69676" name="Line 28"/>
            <p:cNvSpPr>
              <a:spLocks noChangeShapeType="1"/>
            </p:cNvSpPr>
            <p:nvPr/>
          </p:nvSpPr>
          <p:spPr bwMode="auto">
            <a:xfrm flipV="1">
              <a:off x="6742965" y="3723562"/>
              <a:ext cx="5334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77" name="Text Box 29"/>
            <p:cNvSpPr txBox="1">
              <a:spLocks noChangeArrowheads="1"/>
            </p:cNvSpPr>
            <p:nvPr/>
          </p:nvSpPr>
          <p:spPr bwMode="auto">
            <a:xfrm>
              <a:off x="6819165" y="3363616"/>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e</a:t>
              </a:r>
            </a:p>
          </p:txBody>
        </p:sp>
      </p:grpSp>
      <p:sp>
        <p:nvSpPr>
          <p:cNvPr id="2" name="矩形 1"/>
          <p:cNvSpPr>
            <a:spLocks noChangeArrowheads="1"/>
          </p:cNvSpPr>
          <p:nvPr/>
        </p:nvSpPr>
        <p:spPr bwMode="auto">
          <a:xfrm>
            <a:off x="6907565" y="3951288"/>
            <a:ext cx="2111032" cy="1016000"/>
          </a:xfrm>
          <a:prstGeom prst="rect">
            <a:avLst/>
          </a:prstGeom>
          <a:solidFill>
            <a:schemeClr val="accent5">
              <a:lumMod val="60000"/>
              <a:lumOff val="40000"/>
            </a:schemeClr>
          </a:solidFill>
          <a:ln w="12700">
            <a:solidFill>
              <a:schemeClr val="tx1"/>
            </a:solidFill>
            <a:miter lim="800000"/>
          </a:ln>
        </p:spPr>
        <p:txBody>
          <a:bodyPr wrap="square">
            <a:spAutoFit/>
          </a:bodyPr>
          <a:lstStyle/>
          <a:p>
            <a:pPr algn="ctr" eaLnBrk="1" hangingPunct="1">
              <a:buFont typeface="Arial" panose="020B0604020202020204" pitchFamily="34" charset="0"/>
              <a:buNone/>
              <a:defRPr/>
            </a:pPr>
            <a:r>
              <a:rPr lang="zh-CN" altLang="en-US" sz="2000" b="1" noProof="1">
                <a:latin typeface="Times New Roman" panose="02020603050405020304" pitchFamily="18" charset="0"/>
                <a:ea typeface="楷体" panose="02010609060101010101" pitchFamily="49" charset="-122"/>
                <a:cs typeface="+mn-ea"/>
              </a:rPr>
              <a:t>合并同心项集不会引入新的</a:t>
            </a:r>
            <a:endParaRPr lang="en-US" altLang="zh-CN" sz="2000" b="1" noProof="1">
              <a:latin typeface="Times New Roman" panose="02020603050405020304" pitchFamily="18" charset="0"/>
              <a:ea typeface="楷体" panose="02010609060101010101" pitchFamily="49" charset="-122"/>
              <a:cs typeface="+mn-ea"/>
            </a:endParaRPr>
          </a:p>
          <a:p>
            <a:pPr algn="ctr" eaLnBrk="1" hangingPunct="1">
              <a:buFont typeface="Arial" panose="020B0604020202020204" pitchFamily="34" charset="0"/>
              <a:buNone/>
              <a:defRPr/>
            </a:pPr>
            <a:r>
              <a:rPr lang="zh-CN" altLang="en-US" sz="2000" b="1" noProof="1">
                <a:latin typeface="Times New Roman" panose="02020603050405020304" pitchFamily="18" charset="0"/>
                <a:ea typeface="楷体" panose="02010609060101010101" pitchFamily="49" charset="-122"/>
                <a:cs typeface="+mn-ea"/>
              </a:rPr>
              <a:t>移进</a:t>
            </a:r>
            <a:r>
              <a:rPr lang="en-US" altLang="zh-CN" sz="2000" b="1" noProof="1">
                <a:latin typeface="Times New Roman" panose="02020603050405020304" pitchFamily="18" charset="0"/>
                <a:ea typeface="Times New Roman" panose="02020603050405020304" pitchFamily="18" charset="0"/>
                <a:cs typeface="+mn-ea"/>
              </a:rPr>
              <a:t>-</a:t>
            </a:r>
            <a:r>
              <a:rPr lang="zh-CN" altLang="en-US" sz="2000" b="1" noProof="1">
                <a:latin typeface="Times New Roman" panose="02020603050405020304" pitchFamily="18" charset="0"/>
                <a:ea typeface="楷体" panose="02010609060101010101" pitchFamily="49" charset="-122"/>
                <a:cs typeface="+mn-ea"/>
              </a:rPr>
              <a:t>归约冲突</a:t>
            </a:r>
            <a:endParaRPr lang="zh-CN" altLang="en-US" sz="1400" b="1" noProof="1">
              <a:ea typeface="楷体" panose="02010609060101010101" pitchFamily="49" charset="-122"/>
            </a:endParaRPr>
          </a:p>
        </p:txBody>
      </p:sp>
      <p:sp>
        <p:nvSpPr>
          <p:cNvPr id="4" name="灯片编号占位符 3">
            <a:extLst>
              <a:ext uri="{FF2B5EF4-FFF2-40B4-BE49-F238E27FC236}">
                <a16:creationId xmlns:a16="http://schemas.microsoft.com/office/drawing/2014/main" id="{B19C06FD-D6D0-42E2-A616-2E4CFE679666}"/>
              </a:ext>
            </a:extLst>
          </p:cNvPr>
          <p:cNvSpPr>
            <a:spLocks noGrp="1"/>
          </p:cNvSpPr>
          <p:nvPr>
            <p:ph type="sldNum" sz="quarter" idx="12"/>
          </p:nvPr>
        </p:nvSpPr>
        <p:spPr/>
        <p:txBody>
          <a:bodyPr/>
          <a:lstStyle/>
          <a:p>
            <a:pPr>
              <a:defRPr/>
            </a:pPr>
            <a:fld id="{76D20AB1-C80E-44EB-B890-88EEF3B3DC08}" type="slidenum">
              <a:rPr lang="zh-CN" altLang="en-US" smtClean="0"/>
              <a:pPr>
                <a:defRPr/>
              </a:pPr>
              <a:t>28</a:t>
            </a:fld>
            <a:endParaRPr lang="en-US" altLang="zh-CN"/>
          </a:p>
        </p:txBody>
      </p:sp>
      <p:sp>
        <p:nvSpPr>
          <p:cNvPr id="47" name="矩形 46">
            <a:extLst>
              <a:ext uri="{FF2B5EF4-FFF2-40B4-BE49-F238E27FC236}">
                <a16:creationId xmlns:a16="http://schemas.microsoft.com/office/drawing/2014/main" id="{93C48E9E-210C-4EA3-9664-E80663D45721}"/>
              </a:ext>
            </a:extLst>
          </p:cNvPr>
          <p:cNvSpPr>
            <a:spLocks noChangeArrowheads="1"/>
          </p:cNvSpPr>
          <p:nvPr/>
        </p:nvSpPr>
        <p:spPr bwMode="auto">
          <a:xfrm>
            <a:off x="100979" y="4324732"/>
            <a:ext cx="2781222" cy="707886"/>
          </a:xfrm>
          <a:prstGeom prst="rect">
            <a:avLst/>
          </a:prstGeom>
          <a:solidFill>
            <a:schemeClr val="accent5">
              <a:lumMod val="60000"/>
              <a:lumOff val="40000"/>
            </a:schemeClr>
          </a:solidFill>
          <a:ln w="12700">
            <a:solidFill>
              <a:schemeClr val="tx1"/>
            </a:solidFill>
            <a:miter lim="800000"/>
          </a:ln>
        </p:spPr>
        <p:txBody>
          <a:bodyPr wrap="square">
            <a:spAutoFit/>
          </a:bodyPr>
          <a:lstStyle/>
          <a:p>
            <a:pPr algn="ctr" eaLnBrk="1" hangingPunct="1">
              <a:buFont typeface="Arial" panose="020B0604020202020204" pitchFamily="34" charset="0"/>
              <a:buNone/>
              <a:defRPr/>
            </a:pPr>
            <a:r>
              <a:rPr lang="zh-CN" altLang="en-US" sz="2000" b="1" noProof="1">
                <a:latin typeface="Times New Roman" panose="02020603050405020304" pitchFamily="18" charset="0"/>
                <a:ea typeface="楷体" panose="02010609060101010101" pitchFamily="49" charset="-122"/>
                <a:cs typeface="+mn-ea"/>
              </a:rPr>
              <a:t>合并同心项集可能会引入新的归约</a:t>
            </a:r>
            <a:r>
              <a:rPr lang="en-US" altLang="zh-CN" sz="2000" b="1" noProof="1">
                <a:latin typeface="Times New Roman" panose="02020603050405020304" pitchFamily="18" charset="0"/>
                <a:ea typeface="Times New Roman" panose="02020603050405020304" pitchFamily="18" charset="0"/>
                <a:cs typeface="+mn-ea"/>
              </a:rPr>
              <a:t>-</a:t>
            </a:r>
            <a:r>
              <a:rPr lang="zh-CN" altLang="en-US" sz="2000" b="1" noProof="1">
                <a:latin typeface="Times New Roman" panose="02020603050405020304" pitchFamily="18" charset="0"/>
                <a:ea typeface="楷体" panose="02010609060101010101" pitchFamily="49" charset="-122"/>
                <a:cs typeface="+mn-ea"/>
              </a:rPr>
              <a:t>归约冲突</a:t>
            </a:r>
            <a:endParaRPr lang="zh-CN" altLang="en-US" sz="1400" b="1" noProof="1">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500" fill="hold"/>
                                        <p:tgtEl>
                                          <p:spTgt spid="2"/>
                                        </p:tgtEl>
                                        <p:attrNameLst>
                                          <p:attrName>ppt_w</p:attrName>
                                        </p:attrNameLst>
                                      </p:cBhvr>
                                      <p:tavLst>
                                        <p:tav tm="0">
                                          <p:val>
                                            <p:fltVal val="0"/>
                                          </p:val>
                                        </p:tav>
                                        <p:tav tm="100000">
                                          <p:val>
                                            <p:strVal val="#ppt_w"/>
                                          </p:val>
                                        </p:tav>
                                      </p:tavLst>
                                    </p:anim>
                                    <p:anim calcmode="lin" valueType="num">
                                      <p:cBhvr>
                                        <p:cTn id="15" dur="500" fill="hold"/>
                                        <p:tgtEl>
                                          <p:spTgt spid="2"/>
                                        </p:tgtEl>
                                        <p:attrNameLst>
                                          <p:attrName>ppt_h</p:attrName>
                                        </p:attrNameLst>
                                      </p:cBhvr>
                                      <p:tavLst>
                                        <p:tav tm="0">
                                          <p:val>
                                            <p:fltVal val="0"/>
                                          </p:val>
                                        </p:tav>
                                        <p:tav tm="100000">
                                          <p:val>
                                            <p:strVal val="#ppt_h"/>
                                          </p:val>
                                        </p:tav>
                                      </p:tavLst>
                                    </p:anim>
                                    <p:animEffect transition="in" filter="fade">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47"/>
                                        </p:tgtEl>
                                        <p:attrNameLst>
                                          <p:attrName>style.visibility</p:attrName>
                                        </p:attrNameLst>
                                      </p:cBhvr>
                                      <p:to>
                                        <p:strVal val="visible"/>
                                      </p:to>
                                    </p:set>
                                    <p:anim calcmode="lin" valueType="num">
                                      <p:cBhvr>
                                        <p:cTn id="21" dur="500" fill="hold"/>
                                        <p:tgtEl>
                                          <p:spTgt spid="47"/>
                                        </p:tgtEl>
                                        <p:attrNameLst>
                                          <p:attrName>ppt_w</p:attrName>
                                        </p:attrNameLst>
                                      </p:cBhvr>
                                      <p:tavLst>
                                        <p:tav tm="0">
                                          <p:val>
                                            <p:fltVal val="0"/>
                                          </p:val>
                                        </p:tav>
                                        <p:tav tm="100000">
                                          <p:val>
                                            <p:strVal val="#ppt_w"/>
                                          </p:val>
                                        </p:tav>
                                      </p:tavLst>
                                    </p:anim>
                                    <p:anim calcmode="lin" valueType="num">
                                      <p:cBhvr>
                                        <p:cTn id="22" dur="500" fill="hold"/>
                                        <p:tgtEl>
                                          <p:spTgt spid="47"/>
                                        </p:tgtEl>
                                        <p:attrNameLst>
                                          <p:attrName>ppt_h</p:attrName>
                                        </p:attrNameLst>
                                      </p:cBhvr>
                                      <p:tavLst>
                                        <p:tav tm="0">
                                          <p:val>
                                            <p:fltVal val="0"/>
                                          </p:val>
                                        </p:tav>
                                        <p:tav tm="100000">
                                          <p:val>
                                            <p:strVal val="#ppt_h"/>
                                          </p:val>
                                        </p:tav>
                                      </p:tavLst>
                                    </p:anim>
                                    <p:animEffect transition="in" filter="fade">
                                      <p:cBhvr>
                                        <p:cTn id="23"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755650" y="484188"/>
            <a:ext cx="7931150" cy="358775"/>
          </a:xfrm>
        </p:spPr>
        <p:txBody>
          <a:bodyPr/>
          <a:lstStyle/>
          <a:p>
            <a:pPr eaLnBrk="1" hangingPunct="1"/>
            <a:r>
              <a:rPr lang="zh-CN" altLang="en-US" sz="2800">
                <a:solidFill>
                  <a:schemeClr val="tx1"/>
                </a:solidFill>
                <a:latin typeface="微软雅黑" panose="020B0503020204020204" pitchFamily="34" charset="-122"/>
                <a:ea typeface="微软雅黑" panose="020B0503020204020204" pitchFamily="34" charset="-122"/>
              </a:rPr>
              <a:t>合并同心项集后，虽然不产生冲突，但可能会</a:t>
            </a:r>
            <a:br>
              <a:rPr lang="zh-CN" altLang="en-US" sz="2800">
                <a:solidFill>
                  <a:schemeClr val="tx1"/>
                </a:solidFill>
                <a:latin typeface="微软雅黑" panose="020B0503020204020204" pitchFamily="34" charset="-122"/>
                <a:ea typeface="微软雅黑" panose="020B0503020204020204" pitchFamily="34" charset="-122"/>
              </a:rPr>
            </a:br>
            <a:r>
              <a:rPr lang="zh-CN" altLang="en-US" sz="2800">
                <a:solidFill>
                  <a:schemeClr val="hlink"/>
                </a:solidFill>
                <a:latin typeface="微软雅黑" panose="020B0503020204020204" pitchFamily="34" charset="-122"/>
                <a:ea typeface="微软雅黑" panose="020B0503020204020204" pitchFamily="34" charset="-122"/>
              </a:rPr>
              <a:t>推迟错误的发现</a:t>
            </a:r>
          </a:p>
        </p:txBody>
      </p:sp>
      <p:sp>
        <p:nvSpPr>
          <p:cNvPr id="352373" name="Rectangle 117"/>
          <p:cNvSpPr>
            <a:spLocks noChangeArrowheads="1"/>
          </p:cNvSpPr>
          <p:nvPr/>
        </p:nvSpPr>
        <p:spPr bwMode="auto">
          <a:xfrm>
            <a:off x="3648076" y="4443958"/>
            <a:ext cx="5345020" cy="646331"/>
          </a:xfrm>
          <a:prstGeom prst="rect">
            <a:avLst/>
          </a:prstGeom>
          <a:solidFill>
            <a:schemeClr val="accent5">
              <a:lumMod val="60000"/>
              <a:lumOff val="40000"/>
            </a:schemeClr>
          </a:solidFill>
          <a:ln w="12700">
            <a:solidFill>
              <a:schemeClr val="tx1"/>
            </a:solidFill>
            <a:miter lim="800000"/>
          </a:ln>
        </p:spPr>
        <p:txBody>
          <a:bodyPr wrap="square" anchor="ctr">
            <a:spAutoFit/>
          </a:bodyPr>
          <a:lstStyle/>
          <a:p>
            <a:pPr eaLnBrk="1" hangingPunct="1">
              <a:buFont typeface="Arial" panose="020B0604020202020204" pitchFamily="34" charset="0"/>
              <a:buNone/>
              <a:defRPr/>
            </a:pPr>
            <a:r>
              <a:rPr lang="en-US" altLang="zh-CN" b="1" i="1" noProof="1">
                <a:latin typeface="Times New Roman" pitchFamily="18" charset="0"/>
                <a:ea typeface="Times New Roman" pitchFamily="18" charset="0"/>
                <a:cs typeface="华文楷体" pitchFamily="2" charset="-122"/>
              </a:rPr>
              <a:t>LR</a:t>
            </a:r>
            <a:r>
              <a:rPr lang="zh-CN" altLang="en-US" b="1" noProof="1">
                <a:latin typeface="Times New Roman" pitchFamily="18" charset="0"/>
                <a:ea typeface="楷体" pitchFamily="49" charset="-122"/>
                <a:cs typeface="华文楷体" pitchFamily="2" charset="-122"/>
              </a:rPr>
              <a:t>分析法先移入</a:t>
            </a:r>
            <a:r>
              <a:rPr lang="en-US" altLang="zh-CN" b="1" i="1" noProof="1">
                <a:latin typeface="Times New Roman" pitchFamily="18" charset="0"/>
                <a:ea typeface="楷体" pitchFamily="49" charset="-122"/>
                <a:cs typeface="华文楷体" pitchFamily="2" charset="-122"/>
              </a:rPr>
              <a:t>a</a:t>
            </a:r>
            <a:r>
              <a:rPr lang="zh-CN" altLang="en-US" b="1" noProof="1">
                <a:latin typeface="Times New Roman" pitchFamily="18" charset="0"/>
                <a:ea typeface="楷体" pitchFamily="49" charset="-122"/>
                <a:cs typeface="华文楷体" pitchFamily="2" charset="-122"/>
              </a:rPr>
              <a:t>再移入</a:t>
            </a:r>
            <a:r>
              <a:rPr lang="en-US" altLang="zh-CN" b="1" i="1" noProof="1">
                <a:latin typeface="Times New Roman" pitchFamily="18" charset="0"/>
                <a:ea typeface="楷体" pitchFamily="49" charset="-122"/>
                <a:cs typeface="华文楷体" pitchFamily="2" charset="-122"/>
              </a:rPr>
              <a:t>d</a:t>
            </a:r>
            <a:r>
              <a:rPr lang="zh-CN" altLang="en-US" b="1" noProof="1">
                <a:latin typeface="Times New Roman" pitchFamily="18" charset="0"/>
                <a:ea typeface="楷体" pitchFamily="49" charset="-122"/>
                <a:cs typeface="华文楷体" pitchFamily="2" charset="-122"/>
              </a:rPr>
              <a:t>转移到</a:t>
            </a:r>
            <a:r>
              <a:rPr lang="en-US" altLang="zh-CN" b="1" noProof="1">
                <a:latin typeface="Times New Roman" pitchFamily="18" charset="0"/>
                <a:ea typeface="楷体" pitchFamily="49" charset="-122"/>
                <a:cs typeface="华文楷体" pitchFamily="2" charset="-122"/>
              </a:rPr>
              <a:t>I4</a:t>
            </a:r>
            <a:r>
              <a:rPr lang="zh-CN" altLang="en-US" b="1" noProof="1">
                <a:latin typeface="Times New Roman" pitchFamily="18" charset="0"/>
                <a:ea typeface="楷体" pitchFamily="49" charset="-122"/>
                <a:cs typeface="Times New Roman" pitchFamily="18" charset="0"/>
              </a:rPr>
              <a:t>，</a:t>
            </a:r>
            <a:r>
              <a:rPr lang="en-US" altLang="zh-CN" b="1" noProof="1">
                <a:latin typeface="Times New Roman" pitchFamily="18" charset="0"/>
                <a:ea typeface="楷体" pitchFamily="49" charset="-122"/>
                <a:cs typeface="Times New Roman" pitchFamily="18" charset="0"/>
              </a:rPr>
              <a:t>I4</a:t>
            </a:r>
            <a:r>
              <a:rPr lang="zh-CN" altLang="en-US" b="1" noProof="1">
                <a:latin typeface="Times New Roman" pitchFamily="18" charset="0"/>
                <a:ea typeface="楷体" pitchFamily="49" charset="-122"/>
                <a:cs typeface="Times New Roman" pitchFamily="18" charset="0"/>
              </a:rPr>
              <a:t>只有当输入符号是</a:t>
            </a:r>
            <a:r>
              <a:rPr lang="en-US" altLang="zh-CN" b="1" i="1" noProof="1">
                <a:latin typeface="Times New Roman" pitchFamily="18" charset="0"/>
                <a:ea typeface="楷体" pitchFamily="49" charset="-122"/>
                <a:cs typeface="Times New Roman" pitchFamily="18" charset="0"/>
              </a:rPr>
              <a:t>c</a:t>
            </a:r>
            <a:r>
              <a:rPr lang="zh-CN" altLang="en-US" b="1" noProof="1">
                <a:latin typeface="Times New Roman" pitchFamily="18" charset="0"/>
                <a:ea typeface="楷体" pitchFamily="49" charset="-122"/>
                <a:cs typeface="Times New Roman" pitchFamily="18" charset="0"/>
              </a:rPr>
              <a:t>时才能归约，但当前输入是</a:t>
            </a:r>
            <a:r>
              <a:rPr lang="en-US" altLang="zh-CN" b="1" noProof="1">
                <a:latin typeface="Times New Roman" pitchFamily="18" charset="0"/>
                <a:ea typeface="楷体" pitchFamily="49" charset="-122"/>
                <a:cs typeface="Times New Roman" pitchFamily="18" charset="0"/>
              </a:rPr>
              <a:t>$, </a:t>
            </a:r>
            <a:r>
              <a:rPr lang="zh-CN" altLang="en-US" b="1" noProof="1">
                <a:latin typeface="Times New Roman" pitchFamily="18" charset="0"/>
                <a:ea typeface="楷体" pitchFamily="49" charset="-122"/>
                <a:cs typeface="Times New Roman" pitchFamily="18" charset="0"/>
              </a:rPr>
              <a:t>发现错误。</a:t>
            </a:r>
            <a:endParaRPr lang="zh-CN" altLang="zh-CN" b="1" noProof="1">
              <a:latin typeface="Times New Roman" pitchFamily="18" charset="0"/>
              <a:cs typeface="Times New Roman" pitchFamily="18" charset="0"/>
            </a:endParaRPr>
          </a:p>
        </p:txBody>
      </p:sp>
      <p:sp>
        <p:nvSpPr>
          <p:cNvPr id="132151" name="矩形 2"/>
          <p:cNvSpPr>
            <a:spLocks noChangeArrowheads="1"/>
          </p:cNvSpPr>
          <p:nvPr/>
        </p:nvSpPr>
        <p:spPr bwMode="auto">
          <a:xfrm>
            <a:off x="4254500" y="752475"/>
            <a:ext cx="1452563" cy="1477963"/>
          </a:xfrm>
          <a:prstGeom prst="rect">
            <a:avLst/>
          </a:prstGeom>
          <a:solidFill>
            <a:schemeClr val="accent5">
              <a:lumMod val="60000"/>
              <a:lumOff val="40000"/>
            </a:schemeClr>
          </a:solidFill>
          <a:ln>
            <a:solidFill>
              <a:schemeClr val="tx1"/>
            </a:solidFill>
          </a:ln>
        </p:spPr>
        <p:txBody>
          <a:bodyPr>
            <a:spAutoFit/>
          </a:bodyPr>
          <a:lstStyle/>
          <a:p>
            <a:pPr eaLnBrk="1" hangingPunct="1">
              <a:buClr>
                <a:srgbClr val="000000"/>
              </a:buClr>
              <a:buFont typeface="Arial" panose="020B0604020202020204" pitchFamily="34" charset="0"/>
              <a:buNone/>
              <a:defRPr/>
            </a:pPr>
            <a:r>
              <a:rPr lang="zh-CN" altLang="en-US" b="1" noProof="1">
                <a:latin typeface="楷体" pitchFamily="49" charset="-122"/>
                <a:ea typeface="楷体" pitchFamily="49" charset="-122"/>
                <a:cs typeface="华文楷体" pitchFamily="2" charset="-122"/>
              </a:rPr>
              <a:t>例</a:t>
            </a:r>
            <a:endParaRPr lang="zh-CN" altLang="zh-CN" b="1" noProof="1">
              <a:latin typeface="楷体" pitchFamily="49" charset="-122"/>
              <a:ea typeface="楷体" pitchFamily="49" charset="-122"/>
              <a:cs typeface="Times New Roman" pitchFamily="18" charset="0"/>
            </a:endParaRPr>
          </a:p>
          <a:p>
            <a:pPr eaLnBrk="1" hangingPunct="1">
              <a:buClr>
                <a:srgbClr val="000000"/>
              </a:buClr>
              <a:buFont typeface="Arial" panose="020B0604020202020204" pitchFamily="34" charset="0"/>
              <a:buNone/>
              <a:defRPr/>
            </a:pPr>
            <a:r>
              <a:rPr lang="zh-CN" altLang="zh-CN" b="1" noProof="1">
                <a:latin typeface="Times New Roman" pitchFamily="18" charset="0"/>
                <a:ea typeface="Times New Roman" pitchFamily="18" charset="0"/>
                <a:cs typeface="华文楷体" pitchFamily="2" charset="-122"/>
              </a:rPr>
              <a:t>(0) </a:t>
            </a:r>
            <a:r>
              <a:rPr lang="en-US" altLang="zh-CN" b="1" i="1" noProof="1">
                <a:latin typeface="Times New Roman" pitchFamily="18" charset="0"/>
                <a:ea typeface="Times New Roman" pitchFamily="18" charset="0"/>
                <a:cs typeface="华文楷体" pitchFamily="2" charset="-122"/>
              </a:rPr>
              <a:t>S′→S</a:t>
            </a:r>
            <a:endParaRPr lang="en-US" altLang="zh-CN" b="1" i="1" noProof="1">
              <a:latin typeface="Times New Roman" pitchFamily="18" charset="0"/>
              <a:cs typeface="Times New Roman" pitchFamily="18" charset="0"/>
            </a:endParaRPr>
          </a:p>
          <a:p>
            <a:pPr eaLnBrk="1" hangingPunct="1">
              <a:buClr>
                <a:srgbClr val="000000"/>
              </a:buClr>
              <a:buFont typeface="Arial" panose="020B0604020202020204" pitchFamily="34" charset="0"/>
              <a:buNone/>
              <a:defRPr/>
            </a:pPr>
            <a:r>
              <a:rPr lang="en-US" altLang="zh-CN" b="1" noProof="1">
                <a:latin typeface="Times New Roman" pitchFamily="18" charset="0"/>
                <a:cs typeface="Times New Roman" pitchFamily="18" charset="0"/>
              </a:rPr>
              <a:t>(1) </a:t>
            </a:r>
            <a:r>
              <a:rPr lang="en-US" altLang="zh-CN" b="1" i="1" noProof="1">
                <a:latin typeface="Times New Roman" pitchFamily="18" charset="0"/>
                <a:cs typeface="Times New Roman" pitchFamily="18" charset="0"/>
              </a:rPr>
              <a:t>S → AcA</a:t>
            </a:r>
          </a:p>
          <a:p>
            <a:pPr eaLnBrk="1" hangingPunct="1">
              <a:buClr>
                <a:srgbClr val="000000"/>
              </a:buClr>
              <a:buFont typeface="Arial" panose="020B0604020202020204" pitchFamily="34" charset="0"/>
              <a:buNone/>
              <a:defRPr/>
            </a:pPr>
            <a:r>
              <a:rPr lang="en-US" altLang="zh-CN" b="1" noProof="1">
                <a:latin typeface="Times New Roman" pitchFamily="18" charset="0"/>
                <a:cs typeface="Times New Roman" pitchFamily="18" charset="0"/>
              </a:rPr>
              <a:t>(2) </a:t>
            </a:r>
            <a:r>
              <a:rPr lang="en-US" altLang="zh-CN" b="1" i="1" noProof="1">
                <a:latin typeface="Times New Roman" pitchFamily="18" charset="0"/>
                <a:cs typeface="Times New Roman" pitchFamily="18" charset="0"/>
              </a:rPr>
              <a:t>A → aA</a:t>
            </a:r>
          </a:p>
          <a:p>
            <a:pPr eaLnBrk="1" hangingPunct="1">
              <a:buClr>
                <a:srgbClr val="000000"/>
              </a:buClr>
              <a:buFont typeface="Arial" panose="020B0604020202020204" pitchFamily="34" charset="0"/>
              <a:buNone/>
              <a:defRPr/>
            </a:pPr>
            <a:r>
              <a:rPr lang="en-US" altLang="zh-CN" b="1" noProof="1">
                <a:latin typeface="Times New Roman" pitchFamily="18" charset="0"/>
                <a:cs typeface="Times New Roman" pitchFamily="18" charset="0"/>
              </a:rPr>
              <a:t>(3) </a:t>
            </a:r>
            <a:r>
              <a:rPr lang="en-US" altLang="zh-CN" b="1" i="1" noProof="1">
                <a:latin typeface="Times New Roman" pitchFamily="18" charset="0"/>
                <a:cs typeface="Times New Roman" pitchFamily="18" charset="0"/>
              </a:rPr>
              <a:t>A → d</a:t>
            </a:r>
          </a:p>
        </p:txBody>
      </p:sp>
      <p:sp>
        <p:nvSpPr>
          <p:cNvPr id="54" name="Rectangle 72"/>
          <p:cNvSpPr>
            <a:spLocks noChangeArrowheads="1"/>
          </p:cNvSpPr>
          <p:nvPr/>
        </p:nvSpPr>
        <p:spPr bwMode="auto">
          <a:xfrm>
            <a:off x="5857875" y="935038"/>
            <a:ext cx="1227138" cy="400050"/>
          </a:xfrm>
          <a:prstGeom prst="rect">
            <a:avLst/>
          </a:prstGeom>
          <a:solidFill>
            <a:schemeClr val="accent5">
              <a:lumMod val="60000"/>
              <a:lumOff val="40000"/>
            </a:schemeClr>
          </a:solidFill>
          <a:ln w="12700">
            <a:solidFill>
              <a:schemeClr val="tx1"/>
            </a:solidFill>
            <a:miter lim="800000"/>
          </a:ln>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r>
              <a:rPr lang="en-US" altLang="zh-CN" sz="2000" b="1" i="1" dirty="0">
                <a:latin typeface="Times New Roman" panose="02020603050405020304" pitchFamily="18" charset="0"/>
                <a:ea typeface="楷体_GB2312" panose="02010609030101010101" pitchFamily="49" charset="-122"/>
                <a:cs typeface="Times New Roman" panose="02020603050405020304" pitchFamily="18" charset="0"/>
              </a:rPr>
              <a:t>r=a</a:t>
            </a:r>
            <a:r>
              <a:rPr lang="en-US" altLang="zh-CN" sz="2000" b="1" i="1" baseline="30000" dirty="0">
                <a:latin typeface="Times New Roman" panose="02020603050405020304" pitchFamily="18" charset="0"/>
                <a:ea typeface="楷体_GB2312" panose="02010609030101010101" pitchFamily="49" charset="-122"/>
                <a:cs typeface="Times New Roman" panose="02020603050405020304" pitchFamily="18" charset="0"/>
              </a:rPr>
              <a:t>*</a:t>
            </a:r>
            <a:r>
              <a:rPr lang="en-US" altLang="zh-CN" sz="2000" b="1" i="1" dirty="0" err="1">
                <a:latin typeface="Times New Roman" panose="02020603050405020304" pitchFamily="18" charset="0"/>
                <a:ea typeface="楷体_GB2312" panose="02010609030101010101" pitchFamily="49" charset="-122"/>
                <a:cs typeface="Times New Roman" panose="02020603050405020304" pitchFamily="18" charset="0"/>
              </a:rPr>
              <a:t>dca</a:t>
            </a:r>
            <a:r>
              <a:rPr lang="en-US" altLang="zh-CN" sz="2000" b="1" i="1" baseline="30000" dirty="0">
                <a:latin typeface="Times New Roman" panose="02020603050405020304" pitchFamily="18" charset="0"/>
                <a:ea typeface="楷体_GB2312" panose="02010609030101010101" pitchFamily="49" charset="-122"/>
                <a:cs typeface="Times New Roman" panose="02020603050405020304" pitchFamily="18" charset="0"/>
              </a:rPr>
              <a:t>*</a:t>
            </a:r>
            <a:r>
              <a:rPr lang="en-US" altLang="zh-CN" sz="2000" b="1" i="1" dirty="0">
                <a:latin typeface="Times New Roman" panose="02020603050405020304" pitchFamily="18" charset="0"/>
                <a:ea typeface="楷体_GB2312" panose="02010609030101010101" pitchFamily="49" charset="-122"/>
                <a:cs typeface="Times New Roman" panose="02020603050405020304" pitchFamily="18" charset="0"/>
              </a:rPr>
              <a:t>d</a:t>
            </a:r>
            <a:endParaRPr lang="zh-CN" altLang="en-US" sz="2000" b="1" dirty="0">
              <a:latin typeface="Times New Roman" panose="02020603050405020304" pitchFamily="18" charset="0"/>
              <a:ea typeface="楷体_GB2312" panose="02010609030101010101" pitchFamily="49" charset="-122"/>
              <a:cs typeface="Times New Roman" panose="02020603050405020304" pitchFamily="18" charset="0"/>
            </a:endParaRPr>
          </a:p>
        </p:txBody>
      </p:sp>
      <p:grpSp>
        <p:nvGrpSpPr>
          <p:cNvPr id="2" name="组合 4"/>
          <p:cNvGrpSpPr>
            <a:grpSpLocks/>
          </p:cNvGrpSpPr>
          <p:nvPr/>
        </p:nvGrpSpPr>
        <p:grpSpPr bwMode="auto">
          <a:xfrm>
            <a:off x="439738" y="685800"/>
            <a:ext cx="8453437" cy="4127500"/>
            <a:chOff x="439738" y="685800"/>
            <a:chExt cx="8453437" cy="4127500"/>
          </a:xfrm>
        </p:grpSpPr>
        <p:sp>
          <p:nvSpPr>
            <p:cNvPr id="71690" name="Text Box 2"/>
            <p:cNvSpPr txBox="1">
              <a:spLocks noChangeArrowheads="1"/>
            </p:cNvSpPr>
            <p:nvPr/>
          </p:nvSpPr>
          <p:spPr bwMode="auto">
            <a:xfrm>
              <a:off x="439738" y="1687513"/>
              <a:ext cx="1439862" cy="1508125"/>
            </a:xfrm>
            <a:prstGeom prst="rect">
              <a:avLst/>
            </a:prstGeom>
            <a:solidFill>
              <a:srgbClr val="B5CEED"/>
            </a:solidFill>
            <a:ln w="12700">
              <a:solidFill>
                <a:schemeClr val="tx1"/>
              </a:solidFill>
              <a:miter lim="800000"/>
              <a:headEnd type="none" w="sm" len="sm"/>
              <a:tailEnd type="none" w="sm" len="sm"/>
            </a:ln>
          </p:spPr>
          <p:txBody>
            <a:bodyPr tIns="0" bIns="0">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I</a:t>
              </a:r>
              <a:r>
                <a:rPr lang="en-US" altLang="zh-CN" b="1" i="1" baseline="-25000">
                  <a:solidFill>
                    <a:schemeClr val="tx1"/>
                  </a:solidFill>
                  <a:latin typeface="Times New Roman" panose="02020603050405020304" pitchFamily="18" charset="0"/>
                  <a:cs typeface="Times New Roman" panose="02020603050405020304" pitchFamily="18" charset="0"/>
                </a:rPr>
                <a:t>0</a:t>
              </a:r>
              <a:r>
                <a:rPr lang="en-US" altLang="zh-CN" b="1">
                  <a:solidFill>
                    <a:schemeClr val="tx1"/>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S′→</a:t>
              </a:r>
              <a:r>
                <a:rPr lang="en-US" altLang="zh-CN" sz="1800" b="1" i="1">
                  <a:solidFill>
                    <a:srgbClr val="000000"/>
                  </a:solidFill>
                  <a:latin typeface="Times New Roman" panose="02020603050405020304" pitchFamily="18" charset="0"/>
                  <a:cs typeface="Times New Roman" panose="02020603050405020304" pitchFamily="18" charset="0"/>
                </a:rPr>
                <a:t>·</a:t>
              </a:r>
              <a:r>
                <a:rPr lang="en-US" altLang="zh-CN" sz="1800" b="1" i="1">
                  <a:solidFill>
                    <a:schemeClr val="tx1"/>
                  </a:solidFill>
                  <a:latin typeface="Times New Roman" panose="02020603050405020304" pitchFamily="18" charset="0"/>
                  <a:cs typeface="Times New Roman" panose="02020603050405020304" pitchFamily="18" charset="0"/>
                </a:rPr>
                <a:t>S</a:t>
              </a:r>
              <a:r>
                <a:rPr lang="zh-CN" altLang="en-US" sz="1800" b="1" i="1">
                  <a:solidFill>
                    <a:schemeClr val="tx1"/>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 </a:t>
              </a:r>
              <a:r>
                <a:rPr lang="en-US" altLang="zh-CN" sz="1800" b="1">
                  <a:solidFill>
                    <a:schemeClr val="tx1"/>
                  </a:solidFill>
                  <a:latin typeface="华文楷体" panose="02010600040101010101" pitchFamily="2" charset="-122"/>
                  <a:cs typeface="Times New Roman" panose="02020603050405020304" pitchFamily="18" charset="0"/>
                </a:rPr>
                <a:t>$</a:t>
              </a:r>
              <a:r>
                <a:rPr lang="en-US" altLang="zh-CN" sz="1800" b="1" i="1">
                  <a:solidFill>
                    <a:schemeClr val="tx1"/>
                  </a:solidFill>
                  <a:latin typeface="Times New Roman" panose="02020603050405020304" pitchFamily="18" charset="0"/>
                  <a:cs typeface="Times New Roman" panose="02020603050405020304" pitchFamily="18" charset="0"/>
                </a:rPr>
                <a:t>	    </a:t>
              </a: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S →</a:t>
              </a:r>
              <a:r>
                <a:rPr lang="en-US" altLang="zh-CN" sz="1800" b="1" i="1">
                  <a:solidFill>
                    <a:srgbClr val="000000"/>
                  </a:solidFill>
                  <a:latin typeface="Times New Roman" panose="02020603050405020304" pitchFamily="18" charset="0"/>
                  <a:cs typeface="Times New Roman" panose="02020603050405020304" pitchFamily="18" charset="0"/>
                </a:rPr>
                <a:t>·</a:t>
              </a:r>
              <a:r>
                <a:rPr lang="en-US" altLang="zh-CN" sz="1800" b="1" i="1">
                  <a:solidFill>
                    <a:schemeClr val="tx1"/>
                  </a:solidFill>
                  <a:latin typeface="Times New Roman" panose="02020603050405020304" pitchFamily="18" charset="0"/>
                  <a:cs typeface="Times New Roman" panose="02020603050405020304" pitchFamily="18" charset="0"/>
                </a:rPr>
                <a:t>AcA</a:t>
              </a:r>
              <a:r>
                <a:rPr lang="zh-CN" altLang="en-US" sz="1800" b="1" i="1">
                  <a:solidFill>
                    <a:schemeClr val="tx1"/>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 </a:t>
              </a:r>
              <a:r>
                <a:rPr lang="en-US" altLang="zh-CN" sz="1800" b="1">
                  <a:solidFill>
                    <a:schemeClr val="tx1"/>
                  </a:solidFill>
                  <a:latin typeface="华文楷体" panose="02010600040101010101" pitchFamily="2" charset="-122"/>
                  <a:cs typeface="Times New Roman" panose="02020603050405020304" pitchFamily="18" charset="0"/>
                </a:rPr>
                <a:t>$</a:t>
              </a:r>
              <a:r>
                <a:rPr lang="en-US" altLang="zh-CN" sz="1800" b="1" i="1">
                  <a:solidFill>
                    <a:schemeClr val="tx1"/>
                  </a:solidFill>
                  <a:latin typeface="Times New Roman" panose="02020603050405020304" pitchFamily="18" charset="0"/>
                  <a:cs typeface="Times New Roman" panose="02020603050405020304" pitchFamily="18" charset="0"/>
                </a:rPr>
                <a:t>    </a:t>
              </a: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A →</a:t>
              </a:r>
              <a:r>
                <a:rPr lang="en-US" altLang="zh-CN" sz="1800" b="1" i="1">
                  <a:solidFill>
                    <a:srgbClr val="000000"/>
                  </a:solidFill>
                  <a:latin typeface="Times New Roman" panose="02020603050405020304" pitchFamily="18" charset="0"/>
                  <a:cs typeface="Times New Roman" panose="02020603050405020304" pitchFamily="18" charset="0"/>
                </a:rPr>
                <a:t>·</a:t>
              </a:r>
              <a:r>
                <a:rPr lang="en-US" altLang="zh-CN" sz="1800" b="1" i="1">
                  <a:solidFill>
                    <a:schemeClr val="tx1"/>
                  </a:solidFill>
                  <a:latin typeface="Times New Roman" panose="02020603050405020304" pitchFamily="18" charset="0"/>
                  <a:cs typeface="Times New Roman" panose="02020603050405020304" pitchFamily="18" charset="0"/>
                </a:rPr>
                <a:t>aA , c </a:t>
              </a: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A →</a:t>
              </a:r>
              <a:r>
                <a:rPr lang="en-US" altLang="zh-CN" sz="1800" b="1" i="1">
                  <a:solidFill>
                    <a:srgbClr val="000000"/>
                  </a:solidFill>
                  <a:latin typeface="Times New Roman" panose="02020603050405020304" pitchFamily="18" charset="0"/>
                  <a:cs typeface="Times New Roman" panose="02020603050405020304" pitchFamily="18" charset="0"/>
                </a:rPr>
                <a:t>·</a:t>
              </a:r>
              <a:r>
                <a:rPr lang="en-US" altLang="zh-CN" sz="1800" b="1" i="1">
                  <a:solidFill>
                    <a:schemeClr val="tx1"/>
                  </a:solidFill>
                  <a:latin typeface="Times New Roman" panose="02020603050405020304" pitchFamily="18" charset="0"/>
                  <a:cs typeface="Times New Roman" panose="02020603050405020304" pitchFamily="18" charset="0"/>
                </a:rPr>
                <a:t>d , c</a:t>
              </a:r>
              <a:endParaRPr lang="zh-CN" altLang="en-US" sz="1800" b="1" i="1">
                <a:solidFill>
                  <a:schemeClr val="tx1"/>
                </a:solidFill>
                <a:latin typeface="Times New Roman" panose="02020603050405020304" pitchFamily="18" charset="0"/>
                <a:cs typeface="Times New Roman" panose="02020603050405020304" pitchFamily="18" charset="0"/>
              </a:endParaRPr>
            </a:p>
          </p:txBody>
        </p:sp>
        <p:sp>
          <p:nvSpPr>
            <p:cNvPr id="71691" name="Text Box 3"/>
            <p:cNvSpPr txBox="1">
              <a:spLocks noChangeArrowheads="1"/>
            </p:cNvSpPr>
            <p:nvPr/>
          </p:nvSpPr>
          <p:spPr bwMode="auto">
            <a:xfrm>
              <a:off x="2587625" y="1325563"/>
              <a:ext cx="1439863" cy="677862"/>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chemeClr val="tx1"/>
                  </a:solidFill>
                  <a:latin typeface="Times New Roman" panose="02020603050405020304" pitchFamily="18" charset="0"/>
                  <a:cs typeface="Times New Roman" panose="02020603050405020304" pitchFamily="18" charset="0"/>
                </a:rPr>
                <a:t>I</a:t>
              </a:r>
              <a:r>
                <a:rPr lang="en-US" altLang="zh-CN" sz="2000" b="1" i="1" baseline="-25000">
                  <a:solidFill>
                    <a:schemeClr val="tx1"/>
                  </a:solidFill>
                  <a:latin typeface="Times New Roman" panose="02020603050405020304" pitchFamily="18" charset="0"/>
                  <a:cs typeface="Times New Roman" panose="02020603050405020304" pitchFamily="18" charset="0"/>
                </a:rPr>
                <a:t>1</a:t>
              </a:r>
              <a:r>
                <a:rPr lang="en-US" altLang="zh-CN" sz="2000" b="1">
                  <a:solidFill>
                    <a:schemeClr val="tx1"/>
                  </a:solidFill>
                  <a:latin typeface="Times New Roman" panose="02020603050405020304" pitchFamily="18" charset="0"/>
                  <a:cs typeface="Times New Roman" panose="02020603050405020304" pitchFamily="18" charset="0"/>
                </a:rPr>
                <a:t>:</a:t>
              </a:r>
            </a:p>
            <a:p>
              <a:pPr>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S′ →S</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 , </a:t>
              </a:r>
              <a:r>
                <a:rPr lang="en-US" altLang="zh-CN" sz="1800" b="1">
                  <a:solidFill>
                    <a:schemeClr val="tx1"/>
                  </a:solidFill>
                  <a:latin typeface="华文楷体" panose="02010600040101010101" pitchFamily="2" charset="-122"/>
                  <a:cs typeface="Times New Roman" panose="02020603050405020304" pitchFamily="18" charset="0"/>
                </a:rPr>
                <a:t>$</a:t>
              </a:r>
              <a:endParaRPr lang="en-US" altLang="zh-CN" sz="1800" b="1" i="1">
                <a:solidFill>
                  <a:schemeClr val="tx1"/>
                </a:solidFill>
                <a:latin typeface="Times New Roman" panose="02020603050405020304" pitchFamily="18" charset="0"/>
                <a:cs typeface="Times New Roman" panose="02020603050405020304" pitchFamily="18" charset="0"/>
              </a:endParaRPr>
            </a:p>
          </p:txBody>
        </p:sp>
        <p:sp>
          <p:nvSpPr>
            <p:cNvPr id="71692" name="Line 4"/>
            <p:cNvSpPr>
              <a:spLocks noChangeShapeType="1"/>
            </p:cNvSpPr>
            <p:nvPr/>
          </p:nvSpPr>
          <p:spPr bwMode="auto">
            <a:xfrm flipV="1">
              <a:off x="1862138" y="1903413"/>
              <a:ext cx="720725"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693" name="Text Box 5"/>
            <p:cNvSpPr txBox="1">
              <a:spLocks noChangeArrowheads="1"/>
            </p:cNvSpPr>
            <p:nvPr/>
          </p:nvSpPr>
          <p:spPr bwMode="auto">
            <a:xfrm>
              <a:off x="2584450" y="2265363"/>
              <a:ext cx="1423988" cy="677862"/>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chemeClr val="tx1"/>
                  </a:solidFill>
                  <a:latin typeface="Times New Roman" panose="02020603050405020304" pitchFamily="18" charset="0"/>
                  <a:cs typeface="Times New Roman" panose="02020603050405020304" pitchFamily="18" charset="0"/>
                </a:rPr>
                <a:t>I</a:t>
              </a:r>
              <a:r>
                <a:rPr lang="en-US" altLang="zh-CN" sz="2000" b="1" i="1" baseline="-25000">
                  <a:solidFill>
                    <a:schemeClr val="tx1"/>
                  </a:solidFill>
                  <a:latin typeface="Times New Roman" panose="02020603050405020304" pitchFamily="18" charset="0"/>
                  <a:cs typeface="Times New Roman" panose="02020603050405020304" pitchFamily="18" charset="0"/>
                </a:rPr>
                <a:t>2</a:t>
              </a:r>
              <a:r>
                <a:rPr lang="en-US" altLang="zh-CN" sz="2000" b="1">
                  <a:solidFill>
                    <a:schemeClr val="tx1"/>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S →A</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cA</a:t>
              </a:r>
              <a:r>
                <a:rPr lang="zh-CN" altLang="en-US" sz="1800" b="1" i="1">
                  <a:solidFill>
                    <a:schemeClr val="tx1"/>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 </a:t>
              </a:r>
              <a:r>
                <a:rPr lang="en-US" altLang="zh-CN" sz="1800" b="1">
                  <a:solidFill>
                    <a:schemeClr val="tx1"/>
                  </a:solidFill>
                  <a:latin typeface="华文楷体" panose="02010600040101010101" pitchFamily="2" charset="-122"/>
                  <a:cs typeface="Times New Roman" panose="02020603050405020304" pitchFamily="18" charset="0"/>
                </a:rPr>
                <a:t>$</a:t>
              </a:r>
              <a:endParaRPr lang="en-US" altLang="zh-CN" sz="1800" b="1" i="1">
                <a:solidFill>
                  <a:schemeClr val="tx1"/>
                </a:solidFill>
                <a:latin typeface="Times New Roman" panose="02020603050405020304" pitchFamily="18" charset="0"/>
                <a:cs typeface="Times New Roman" panose="02020603050405020304" pitchFamily="18" charset="0"/>
              </a:endParaRPr>
            </a:p>
          </p:txBody>
        </p:sp>
        <p:sp>
          <p:nvSpPr>
            <p:cNvPr id="71694" name="Line 6"/>
            <p:cNvSpPr>
              <a:spLocks noChangeShapeType="1"/>
            </p:cNvSpPr>
            <p:nvPr/>
          </p:nvSpPr>
          <p:spPr bwMode="auto">
            <a:xfrm flipV="1">
              <a:off x="1897063" y="2381250"/>
              <a:ext cx="67945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695" name="Text Box 7"/>
            <p:cNvSpPr txBox="1">
              <a:spLocks noChangeArrowheads="1"/>
            </p:cNvSpPr>
            <p:nvPr/>
          </p:nvSpPr>
          <p:spPr bwMode="auto">
            <a:xfrm>
              <a:off x="2039938" y="1954213"/>
              <a:ext cx="5032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A</a:t>
              </a:r>
            </a:p>
          </p:txBody>
        </p:sp>
        <p:sp>
          <p:nvSpPr>
            <p:cNvPr id="71696" name="Text Box 8"/>
            <p:cNvSpPr txBox="1">
              <a:spLocks noChangeArrowheads="1"/>
            </p:cNvSpPr>
            <p:nvPr/>
          </p:nvSpPr>
          <p:spPr bwMode="auto">
            <a:xfrm>
              <a:off x="2613025" y="3165475"/>
              <a:ext cx="1436688" cy="1231900"/>
            </a:xfrm>
            <a:prstGeom prst="rect">
              <a:avLst/>
            </a:prstGeom>
            <a:solidFill>
              <a:schemeClr val="accent4">
                <a:lumMod val="40000"/>
                <a:lumOff val="60000"/>
              </a:schemeClr>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dirty="0">
                  <a:solidFill>
                    <a:srgbClr val="7030A0"/>
                  </a:solidFill>
                  <a:latin typeface="Times New Roman" panose="02020603050405020304" pitchFamily="18" charset="0"/>
                  <a:cs typeface="Times New Roman" panose="02020603050405020304" pitchFamily="18" charset="0"/>
                </a:rPr>
                <a:t>I</a:t>
              </a:r>
              <a:r>
                <a:rPr lang="en-US" altLang="zh-CN" sz="2000" b="1" i="1" baseline="-25000" dirty="0">
                  <a:solidFill>
                    <a:srgbClr val="7030A0"/>
                  </a:solidFill>
                  <a:latin typeface="Times New Roman" panose="02020603050405020304" pitchFamily="18" charset="0"/>
                  <a:cs typeface="Times New Roman" panose="02020603050405020304" pitchFamily="18" charset="0"/>
                </a:rPr>
                <a:t>3</a:t>
              </a:r>
              <a:r>
                <a:rPr lang="en-US" altLang="zh-CN" sz="2000" b="1" dirty="0">
                  <a:solidFill>
                    <a:srgbClr val="7030A0"/>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sz="1800" b="1" i="1" dirty="0">
                  <a:solidFill>
                    <a:srgbClr val="7030A0"/>
                  </a:solidFill>
                  <a:latin typeface="Times New Roman" panose="02020603050405020304" pitchFamily="18" charset="0"/>
                  <a:cs typeface="Times New Roman" panose="02020603050405020304" pitchFamily="18" charset="0"/>
                </a:rPr>
                <a:t>A → a · A , c</a:t>
              </a:r>
            </a:p>
            <a:p>
              <a:pPr eaLnBrk="1" hangingPunct="1">
                <a:spcBef>
                  <a:spcPct val="0"/>
                </a:spcBef>
                <a:buClrTx/>
                <a:buSzTx/>
                <a:buFont typeface="Arial" panose="020B0604020202020204" pitchFamily="34" charset="0"/>
                <a:buNone/>
              </a:pPr>
              <a:r>
                <a:rPr lang="en-US" altLang="zh-CN" sz="1800" b="1" i="1" dirty="0">
                  <a:solidFill>
                    <a:srgbClr val="7030A0"/>
                  </a:solidFill>
                  <a:latin typeface="Times New Roman" panose="02020603050405020304" pitchFamily="18" charset="0"/>
                  <a:cs typeface="Times New Roman" panose="02020603050405020304" pitchFamily="18" charset="0"/>
                </a:rPr>
                <a:t>A → · </a:t>
              </a:r>
              <a:r>
                <a:rPr lang="en-US" altLang="zh-CN" sz="1800" b="1" i="1" dirty="0" err="1">
                  <a:solidFill>
                    <a:srgbClr val="7030A0"/>
                  </a:solidFill>
                  <a:latin typeface="Times New Roman" panose="02020603050405020304" pitchFamily="18" charset="0"/>
                  <a:cs typeface="Times New Roman" panose="02020603050405020304" pitchFamily="18" charset="0"/>
                </a:rPr>
                <a:t>aA</a:t>
              </a:r>
              <a:r>
                <a:rPr lang="en-US" altLang="zh-CN" sz="1800" b="1" i="1" dirty="0">
                  <a:solidFill>
                    <a:srgbClr val="7030A0"/>
                  </a:solidFill>
                  <a:latin typeface="Times New Roman" panose="02020603050405020304" pitchFamily="18" charset="0"/>
                  <a:cs typeface="Times New Roman" panose="02020603050405020304" pitchFamily="18" charset="0"/>
                </a:rPr>
                <a:t> , c</a:t>
              </a:r>
            </a:p>
            <a:p>
              <a:pPr eaLnBrk="1" hangingPunct="1">
                <a:spcBef>
                  <a:spcPct val="0"/>
                </a:spcBef>
                <a:buClrTx/>
                <a:buSzTx/>
                <a:buFont typeface="Arial" panose="020B0604020202020204" pitchFamily="34" charset="0"/>
                <a:buNone/>
              </a:pPr>
              <a:r>
                <a:rPr lang="en-US" altLang="zh-CN" sz="1800" b="1" i="1" dirty="0">
                  <a:solidFill>
                    <a:srgbClr val="7030A0"/>
                  </a:solidFill>
                  <a:latin typeface="Times New Roman" panose="02020603050405020304" pitchFamily="18" charset="0"/>
                  <a:cs typeface="Times New Roman" panose="02020603050405020304" pitchFamily="18" charset="0"/>
                </a:rPr>
                <a:t>A → · d , c</a:t>
              </a:r>
            </a:p>
          </p:txBody>
        </p:sp>
        <p:sp>
          <p:nvSpPr>
            <p:cNvPr id="71697" name="Text Box 10"/>
            <p:cNvSpPr txBox="1">
              <a:spLocks noChangeArrowheads="1"/>
            </p:cNvSpPr>
            <p:nvPr/>
          </p:nvSpPr>
          <p:spPr bwMode="auto">
            <a:xfrm>
              <a:off x="2106613" y="2614613"/>
              <a:ext cx="6096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a</a:t>
              </a:r>
            </a:p>
          </p:txBody>
        </p:sp>
        <p:sp>
          <p:nvSpPr>
            <p:cNvPr id="71698" name="Text Box 11"/>
            <p:cNvSpPr txBox="1">
              <a:spLocks noChangeArrowheads="1"/>
            </p:cNvSpPr>
            <p:nvPr/>
          </p:nvSpPr>
          <p:spPr bwMode="auto">
            <a:xfrm>
              <a:off x="481013" y="3879850"/>
              <a:ext cx="1439862" cy="677863"/>
            </a:xfrm>
            <a:prstGeom prst="rect">
              <a:avLst/>
            </a:prstGeom>
            <a:solidFill>
              <a:schemeClr val="accent5">
                <a:lumMod val="40000"/>
                <a:lumOff val="60000"/>
              </a:schemeClr>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chemeClr val="tx1"/>
                  </a:solidFill>
                  <a:latin typeface="Times New Roman" panose="02020603050405020304" pitchFamily="18" charset="0"/>
                  <a:cs typeface="Times New Roman" panose="02020603050405020304" pitchFamily="18" charset="0"/>
                </a:rPr>
                <a:t>I</a:t>
              </a:r>
              <a:r>
                <a:rPr lang="en-US" altLang="zh-CN" sz="2000" b="1" i="1" baseline="-25000">
                  <a:solidFill>
                    <a:schemeClr val="tx1"/>
                  </a:solidFill>
                  <a:latin typeface="Times New Roman" panose="02020603050405020304" pitchFamily="18" charset="0"/>
                  <a:cs typeface="Times New Roman" panose="02020603050405020304" pitchFamily="18" charset="0"/>
                </a:rPr>
                <a:t>4</a:t>
              </a:r>
              <a:r>
                <a:rPr lang="en-US" altLang="zh-CN" sz="2000" b="1">
                  <a:solidFill>
                    <a:schemeClr val="tx1"/>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sz="1800" b="1" i="1">
                  <a:solidFill>
                    <a:srgbClr val="FF0000"/>
                  </a:solidFill>
                  <a:latin typeface="Times New Roman" panose="02020603050405020304" pitchFamily="18" charset="0"/>
                  <a:cs typeface="Times New Roman" panose="02020603050405020304" pitchFamily="18" charset="0"/>
                </a:rPr>
                <a:t>A →d · , c</a:t>
              </a:r>
            </a:p>
          </p:txBody>
        </p:sp>
        <p:sp>
          <p:nvSpPr>
            <p:cNvPr id="71699" name="Text Box 12"/>
            <p:cNvSpPr txBox="1">
              <a:spLocks noChangeArrowheads="1"/>
            </p:cNvSpPr>
            <p:nvPr/>
          </p:nvSpPr>
          <p:spPr bwMode="auto">
            <a:xfrm>
              <a:off x="4527550" y="2405063"/>
              <a:ext cx="1417638" cy="1231900"/>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chemeClr val="tx1"/>
                  </a:solidFill>
                  <a:latin typeface="Times New Roman" panose="02020603050405020304" pitchFamily="18" charset="0"/>
                  <a:cs typeface="Times New Roman" panose="02020603050405020304" pitchFamily="18" charset="0"/>
                </a:rPr>
                <a:t>I</a:t>
              </a:r>
              <a:r>
                <a:rPr lang="en-US" altLang="zh-CN" sz="2000" b="1" i="1" baseline="-25000">
                  <a:solidFill>
                    <a:schemeClr val="tx1"/>
                  </a:solidFill>
                  <a:latin typeface="Times New Roman" panose="02020603050405020304" pitchFamily="18" charset="0"/>
                  <a:cs typeface="Times New Roman" panose="02020603050405020304" pitchFamily="18" charset="0"/>
                </a:rPr>
                <a:t>5</a:t>
              </a:r>
              <a:r>
                <a:rPr lang="en-US" altLang="zh-CN" sz="2000" b="1">
                  <a:solidFill>
                    <a:schemeClr val="tx1"/>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S →Ac</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A</a:t>
              </a:r>
              <a:r>
                <a:rPr lang="zh-CN" altLang="en-US" sz="1800" b="1" i="1">
                  <a:solidFill>
                    <a:schemeClr val="tx1"/>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 </a:t>
              </a:r>
              <a:r>
                <a:rPr lang="en-US" altLang="zh-CN" sz="1800" b="1">
                  <a:solidFill>
                    <a:schemeClr val="tx1"/>
                  </a:solidFill>
                  <a:latin typeface="华文楷体" panose="02010600040101010101" pitchFamily="2" charset="-122"/>
                  <a:cs typeface="Times New Roman" panose="02020603050405020304" pitchFamily="18" charset="0"/>
                </a:rPr>
                <a:t>$</a:t>
              </a:r>
              <a:endParaRPr lang="en-US" altLang="zh-CN" sz="1800" b="1" i="1">
                <a:solidFill>
                  <a:schemeClr val="tx1"/>
                </a:solidFill>
                <a:latin typeface="Times New Roman" panose="02020603050405020304" pitchFamily="18" charset="0"/>
                <a:cs typeface="Times New Roman" panose="02020603050405020304" pitchFamily="18" charset="0"/>
              </a:endParaRP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A →</a:t>
              </a:r>
              <a:r>
                <a:rPr lang="en-US" altLang="zh-CN" sz="1800" b="1" i="1">
                  <a:solidFill>
                    <a:srgbClr val="000000"/>
                  </a:solidFill>
                  <a:latin typeface="Times New Roman" panose="02020603050405020304" pitchFamily="18" charset="0"/>
                  <a:cs typeface="Times New Roman" panose="02020603050405020304" pitchFamily="18" charset="0"/>
                </a:rPr>
                <a:t> · </a:t>
              </a:r>
              <a:r>
                <a:rPr lang="en-US" altLang="zh-CN" sz="1800" b="1" i="1">
                  <a:solidFill>
                    <a:schemeClr val="tx1"/>
                  </a:solidFill>
                  <a:latin typeface="Times New Roman" panose="02020603050405020304" pitchFamily="18" charset="0"/>
                  <a:cs typeface="Times New Roman" panose="02020603050405020304" pitchFamily="18" charset="0"/>
                </a:rPr>
                <a:t>aA</a:t>
              </a:r>
              <a:r>
                <a:rPr lang="zh-CN" altLang="en-US" sz="1800" b="1" i="1">
                  <a:solidFill>
                    <a:schemeClr val="tx1"/>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 </a:t>
              </a:r>
              <a:r>
                <a:rPr lang="en-US" altLang="zh-CN" sz="1800" b="1">
                  <a:solidFill>
                    <a:schemeClr val="tx1"/>
                  </a:solidFill>
                  <a:latin typeface="华文楷体" panose="02010600040101010101" pitchFamily="2" charset="-122"/>
                  <a:cs typeface="Times New Roman" panose="02020603050405020304" pitchFamily="18" charset="0"/>
                </a:rPr>
                <a:t>$</a:t>
              </a:r>
              <a:endParaRPr lang="en-US" altLang="zh-CN" sz="1800" b="1" i="1">
                <a:solidFill>
                  <a:schemeClr val="tx1"/>
                </a:solidFill>
                <a:latin typeface="Times New Roman" panose="02020603050405020304" pitchFamily="18" charset="0"/>
                <a:cs typeface="Times New Roman" panose="02020603050405020304" pitchFamily="18" charset="0"/>
              </a:endParaRP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A → </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d</a:t>
              </a:r>
              <a:r>
                <a:rPr lang="zh-CN" altLang="en-US" sz="1800" b="1" i="1">
                  <a:solidFill>
                    <a:schemeClr val="tx1"/>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 </a:t>
              </a:r>
              <a:r>
                <a:rPr lang="en-US" altLang="zh-CN" sz="1800" b="1">
                  <a:solidFill>
                    <a:schemeClr val="tx1"/>
                  </a:solidFill>
                  <a:latin typeface="华文楷体" panose="02010600040101010101" pitchFamily="2" charset="-122"/>
                  <a:cs typeface="Times New Roman" panose="02020603050405020304" pitchFamily="18" charset="0"/>
                </a:rPr>
                <a:t>$</a:t>
              </a:r>
              <a:endParaRPr lang="en-US" altLang="zh-CN" sz="1800" b="1" i="1">
                <a:solidFill>
                  <a:schemeClr val="tx1"/>
                </a:solidFill>
                <a:latin typeface="Times New Roman" panose="02020603050405020304" pitchFamily="18" charset="0"/>
                <a:cs typeface="Times New Roman" panose="02020603050405020304" pitchFamily="18" charset="0"/>
              </a:endParaRPr>
            </a:p>
          </p:txBody>
        </p:sp>
        <p:sp>
          <p:nvSpPr>
            <p:cNvPr id="71700" name="Text Box 13"/>
            <p:cNvSpPr txBox="1">
              <a:spLocks noChangeArrowheads="1"/>
            </p:cNvSpPr>
            <p:nvPr/>
          </p:nvSpPr>
          <p:spPr bwMode="auto">
            <a:xfrm>
              <a:off x="4103688" y="2217738"/>
              <a:ext cx="533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c</a:t>
              </a:r>
            </a:p>
          </p:txBody>
        </p:sp>
        <p:sp>
          <p:nvSpPr>
            <p:cNvPr id="71701" name="Text Box 15"/>
            <p:cNvSpPr txBox="1">
              <a:spLocks noChangeArrowheads="1"/>
            </p:cNvSpPr>
            <p:nvPr/>
          </p:nvSpPr>
          <p:spPr bwMode="auto">
            <a:xfrm>
              <a:off x="858838" y="3295650"/>
              <a:ext cx="533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d</a:t>
              </a:r>
            </a:p>
          </p:txBody>
        </p:sp>
        <p:sp>
          <p:nvSpPr>
            <p:cNvPr id="71702" name="Text Box 17"/>
            <p:cNvSpPr txBox="1">
              <a:spLocks noChangeArrowheads="1"/>
            </p:cNvSpPr>
            <p:nvPr/>
          </p:nvSpPr>
          <p:spPr bwMode="auto">
            <a:xfrm>
              <a:off x="4518025" y="3706813"/>
              <a:ext cx="1417638" cy="677862"/>
            </a:xfrm>
            <a:prstGeom prst="rect">
              <a:avLst/>
            </a:prstGeom>
            <a:solidFill>
              <a:schemeClr val="bg1">
                <a:lumMod val="85000"/>
              </a:schemeClr>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dirty="0">
                  <a:solidFill>
                    <a:srgbClr val="0000FF"/>
                  </a:solidFill>
                  <a:latin typeface="Times New Roman" panose="02020603050405020304" pitchFamily="18" charset="0"/>
                  <a:cs typeface="Times New Roman" panose="02020603050405020304" pitchFamily="18" charset="0"/>
                </a:rPr>
                <a:t>I</a:t>
              </a:r>
              <a:r>
                <a:rPr lang="en-US" altLang="zh-CN" sz="2000" b="1" i="1" baseline="-25000" dirty="0">
                  <a:solidFill>
                    <a:srgbClr val="0000FF"/>
                  </a:solidFill>
                  <a:latin typeface="Times New Roman" panose="02020603050405020304" pitchFamily="18" charset="0"/>
                  <a:cs typeface="Times New Roman" panose="02020603050405020304" pitchFamily="18" charset="0"/>
                </a:rPr>
                <a:t>6</a:t>
              </a:r>
              <a:r>
                <a:rPr lang="en-US" altLang="zh-CN" sz="2000" b="1" dirty="0">
                  <a:solidFill>
                    <a:srgbClr val="0000FF"/>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sz="1800" b="1" i="1" dirty="0">
                  <a:solidFill>
                    <a:srgbClr val="0000FF"/>
                  </a:solidFill>
                  <a:latin typeface="Times New Roman" panose="02020603050405020304" pitchFamily="18" charset="0"/>
                  <a:cs typeface="Times New Roman" panose="02020603050405020304" pitchFamily="18" charset="0"/>
                </a:rPr>
                <a:t>A → </a:t>
              </a:r>
              <a:r>
                <a:rPr lang="en-US" altLang="zh-CN" sz="1800" b="1" i="1" dirty="0" err="1">
                  <a:solidFill>
                    <a:srgbClr val="0000FF"/>
                  </a:solidFill>
                  <a:latin typeface="Times New Roman" panose="02020603050405020304" pitchFamily="18" charset="0"/>
                  <a:cs typeface="Times New Roman" panose="02020603050405020304" pitchFamily="18" charset="0"/>
                </a:rPr>
                <a:t>aA</a:t>
              </a:r>
              <a:r>
                <a:rPr lang="en-US" altLang="zh-CN" sz="1800" b="1" i="1" dirty="0">
                  <a:solidFill>
                    <a:srgbClr val="0000FF"/>
                  </a:solidFill>
                  <a:latin typeface="Times New Roman" panose="02020603050405020304" pitchFamily="18" charset="0"/>
                  <a:cs typeface="Times New Roman" panose="02020603050405020304" pitchFamily="18" charset="0"/>
                </a:rPr>
                <a:t> ·</a:t>
              </a:r>
              <a:r>
                <a:rPr lang="zh-CN" altLang="en-US" sz="1800" b="1" i="1" dirty="0">
                  <a:solidFill>
                    <a:srgbClr val="0000FF"/>
                  </a:solidFill>
                  <a:latin typeface="Times New Roman" panose="02020603050405020304" pitchFamily="18" charset="0"/>
                  <a:cs typeface="Times New Roman" panose="02020603050405020304" pitchFamily="18" charset="0"/>
                </a:rPr>
                <a:t> </a:t>
              </a:r>
              <a:r>
                <a:rPr lang="en-US" altLang="zh-CN" sz="1800" b="1" i="1" dirty="0">
                  <a:solidFill>
                    <a:srgbClr val="0000FF"/>
                  </a:solidFill>
                  <a:latin typeface="Times New Roman" panose="02020603050405020304" pitchFamily="18" charset="0"/>
                  <a:cs typeface="Times New Roman" panose="02020603050405020304" pitchFamily="18" charset="0"/>
                </a:rPr>
                <a:t>, c</a:t>
              </a:r>
            </a:p>
          </p:txBody>
        </p:sp>
        <p:sp>
          <p:nvSpPr>
            <p:cNvPr id="71703" name="Line 18"/>
            <p:cNvSpPr>
              <a:spLocks noChangeShapeType="1"/>
            </p:cNvSpPr>
            <p:nvPr/>
          </p:nvSpPr>
          <p:spPr bwMode="auto">
            <a:xfrm flipV="1">
              <a:off x="4073525" y="3948113"/>
              <a:ext cx="4318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04" name="Text Box 19"/>
            <p:cNvSpPr txBox="1">
              <a:spLocks noChangeArrowheads="1"/>
            </p:cNvSpPr>
            <p:nvPr/>
          </p:nvSpPr>
          <p:spPr bwMode="auto">
            <a:xfrm>
              <a:off x="4067175" y="3514725"/>
              <a:ext cx="457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A</a:t>
              </a:r>
            </a:p>
          </p:txBody>
        </p:sp>
        <p:sp>
          <p:nvSpPr>
            <p:cNvPr id="71705" name="Text Box 20"/>
            <p:cNvSpPr txBox="1">
              <a:spLocks noChangeArrowheads="1"/>
            </p:cNvSpPr>
            <p:nvPr/>
          </p:nvSpPr>
          <p:spPr bwMode="auto">
            <a:xfrm>
              <a:off x="6591300" y="1460500"/>
              <a:ext cx="1544638" cy="677863"/>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chemeClr val="tx1"/>
                  </a:solidFill>
                  <a:latin typeface="Times New Roman" panose="02020603050405020304" pitchFamily="18" charset="0"/>
                  <a:cs typeface="Times New Roman" panose="02020603050405020304" pitchFamily="18" charset="0"/>
                </a:rPr>
                <a:t>I</a:t>
              </a:r>
              <a:r>
                <a:rPr lang="en-US" altLang="zh-CN" sz="2000" b="1" i="1" baseline="-25000">
                  <a:solidFill>
                    <a:schemeClr val="tx1"/>
                  </a:solidFill>
                  <a:latin typeface="Times New Roman" panose="02020603050405020304" pitchFamily="18" charset="0"/>
                  <a:cs typeface="Times New Roman" panose="02020603050405020304" pitchFamily="18" charset="0"/>
                </a:rPr>
                <a:t>7</a:t>
              </a:r>
              <a:r>
                <a:rPr lang="en-US" altLang="zh-CN" sz="2000" b="1">
                  <a:solidFill>
                    <a:schemeClr val="tx1"/>
                  </a:solidFill>
                  <a:latin typeface="Times New Roman" panose="02020603050405020304" pitchFamily="18" charset="0"/>
                  <a:cs typeface="Times New Roman" panose="02020603050405020304" pitchFamily="18" charset="0"/>
                </a:rPr>
                <a:t>:</a:t>
              </a:r>
            </a:p>
            <a:p>
              <a:pPr>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S →AcA</a:t>
              </a:r>
              <a:r>
                <a:rPr lang="en-US" altLang="zh-CN" sz="1800" b="1" i="1">
                  <a:solidFill>
                    <a:srgbClr val="000000"/>
                  </a:solidFill>
                  <a:latin typeface="Times New Roman" panose="02020603050405020304" pitchFamily="18" charset="0"/>
                  <a:cs typeface="Times New Roman" panose="02020603050405020304" pitchFamily="18" charset="0"/>
                </a:rPr>
                <a:t> ·</a:t>
              </a:r>
              <a:r>
                <a:rPr lang="zh-CN" altLang="en-US" sz="1800" b="1" i="1">
                  <a:solidFill>
                    <a:schemeClr val="tx1"/>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 </a:t>
              </a:r>
              <a:r>
                <a:rPr lang="en-US" altLang="zh-CN" sz="1800" b="1">
                  <a:solidFill>
                    <a:schemeClr val="tx1"/>
                  </a:solidFill>
                  <a:latin typeface="华文楷体" panose="02010600040101010101" pitchFamily="2" charset="-122"/>
                  <a:cs typeface="Times New Roman" panose="02020603050405020304" pitchFamily="18" charset="0"/>
                </a:rPr>
                <a:t>$</a:t>
              </a:r>
              <a:endParaRPr lang="en-US" altLang="zh-CN" sz="1800" b="1" i="1">
                <a:solidFill>
                  <a:schemeClr val="tx1"/>
                </a:solidFill>
                <a:latin typeface="Times New Roman" panose="02020603050405020304" pitchFamily="18" charset="0"/>
                <a:cs typeface="Times New Roman" panose="02020603050405020304" pitchFamily="18" charset="0"/>
              </a:endParaRPr>
            </a:p>
          </p:txBody>
        </p:sp>
        <p:sp>
          <p:nvSpPr>
            <p:cNvPr id="71706" name="Line 21"/>
            <p:cNvSpPr>
              <a:spLocks noChangeShapeType="1"/>
            </p:cNvSpPr>
            <p:nvPr/>
          </p:nvSpPr>
          <p:spPr bwMode="auto">
            <a:xfrm rot="10800000">
              <a:off x="1965325" y="4092575"/>
              <a:ext cx="6477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07" name="Text Box 22"/>
            <p:cNvSpPr txBox="1">
              <a:spLocks noChangeArrowheads="1"/>
            </p:cNvSpPr>
            <p:nvPr/>
          </p:nvSpPr>
          <p:spPr bwMode="auto">
            <a:xfrm>
              <a:off x="2014538" y="3657600"/>
              <a:ext cx="4572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d</a:t>
              </a:r>
            </a:p>
          </p:txBody>
        </p:sp>
        <p:sp>
          <p:nvSpPr>
            <p:cNvPr id="71708" name="Text Box 23"/>
            <p:cNvSpPr txBox="1">
              <a:spLocks noChangeArrowheads="1"/>
            </p:cNvSpPr>
            <p:nvPr/>
          </p:nvSpPr>
          <p:spPr bwMode="auto">
            <a:xfrm>
              <a:off x="6599238" y="2184400"/>
              <a:ext cx="1536700" cy="1262063"/>
            </a:xfrm>
            <a:prstGeom prst="rect">
              <a:avLst/>
            </a:prstGeom>
            <a:solidFill>
              <a:schemeClr val="accent4">
                <a:lumMod val="40000"/>
                <a:lumOff val="60000"/>
              </a:schemeClr>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7030A0"/>
                  </a:solidFill>
                  <a:latin typeface="Times New Roman" panose="02020603050405020304" pitchFamily="18" charset="0"/>
                  <a:cs typeface="Times New Roman" panose="02020603050405020304" pitchFamily="18" charset="0"/>
                </a:rPr>
                <a:t>I</a:t>
              </a:r>
              <a:r>
                <a:rPr lang="en-US" altLang="zh-CN" sz="2000" b="1" i="1" baseline="-25000">
                  <a:solidFill>
                    <a:srgbClr val="7030A0"/>
                  </a:solidFill>
                  <a:latin typeface="Times New Roman" panose="02020603050405020304" pitchFamily="18" charset="0"/>
                  <a:cs typeface="Times New Roman" panose="02020603050405020304" pitchFamily="18" charset="0"/>
                </a:rPr>
                <a:t>8</a:t>
              </a:r>
              <a:r>
                <a:rPr lang="en-US" altLang="zh-CN" sz="2000" b="1">
                  <a:solidFill>
                    <a:srgbClr val="7030A0"/>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sz="1800" b="1" i="1">
                  <a:solidFill>
                    <a:srgbClr val="7030A0"/>
                  </a:solidFill>
                  <a:latin typeface="Times New Roman" panose="02020603050405020304" pitchFamily="18" charset="0"/>
                  <a:cs typeface="Times New Roman" panose="02020603050405020304" pitchFamily="18" charset="0"/>
                </a:rPr>
                <a:t>A → a · A </a:t>
              </a:r>
              <a:r>
                <a:rPr lang="zh-CN" altLang="en-US" sz="1800" b="1" i="1">
                  <a:solidFill>
                    <a:srgbClr val="7030A0"/>
                  </a:solidFill>
                  <a:latin typeface="Times New Roman" panose="02020603050405020304" pitchFamily="18" charset="0"/>
                  <a:cs typeface="Times New Roman" panose="02020603050405020304" pitchFamily="18" charset="0"/>
                </a:rPr>
                <a:t> </a:t>
              </a:r>
              <a:r>
                <a:rPr lang="en-US" altLang="zh-CN" sz="1800" b="1" i="1">
                  <a:solidFill>
                    <a:srgbClr val="7030A0"/>
                  </a:solidFill>
                  <a:latin typeface="Times New Roman" panose="02020603050405020304" pitchFamily="18" charset="0"/>
                  <a:cs typeface="Times New Roman" panose="02020603050405020304" pitchFamily="18" charset="0"/>
                </a:rPr>
                <a:t>, </a:t>
              </a:r>
              <a:r>
                <a:rPr lang="en-US" altLang="zh-CN" sz="1800" b="1">
                  <a:solidFill>
                    <a:srgbClr val="7030A0"/>
                  </a:solidFill>
                  <a:latin typeface="华文楷体" panose="02010600040101010101" pitchFamily="2" charset="-122"/>
                  <a:cs typeface="Times New Roman" panose="02020603050405020304" pitchFamily="18" charset="0"/>
                </a:rPr>
                <a:t>$</a:t>
              </a:r>
              <a:endParaRPr lang="en-US" altLang="zh-CN" sz="1800" b="1" i="1">
                <a:solidFill>
                  <a:srgbClr val="7030A0"/>
                </a:solidFill>
                <a:latin typeface="Times New Roman" panose="02020603050405020304" pitchFamily="18" charset="0"/>
                <a:cs typeface="Times New Roman" panose="02020603050405020304" pitchFamily="18" charset="0"/>
              </a:endParaRPr>
            </a:p>
            <a:p>
              <a:pPr eaLnBrk="1" hangingPunct="1">
                <a:spcBef>
                  <a:spcPct val="0"/>
                </a:spcBef>
                <a:buClrTx/>
                <a:buSzTx/>
                <a:buFont typeface="Arial" panose="020B0604020202020204" pitchFamily="34" charset="0"/>
                <a:buNone/>
              </a:pPr>
              <a:r>
                <a:rPr lang="en-US" altLang="zh-CN" sz="1800" b="1" i="1">
                  <a:solidFill>
                    <a:srgbClr val="7030A0"/>
                  </a:solidFill>
                  <a:latin typeface="Times New Roman" panose="02020603050405020304" pitchFamily="18" charset="0"/>
                  <a:cs typeface="Times New Roman" panose="02020603050405020304" pitchFamily="18" charset="0"/>
                </a:rPr>
                <a:t>A → · aA </a:t>
              </a:r>
              <a:r>
                <a:rPr lang="zh-CN" altLang="en-US" sz="1800" b="1" i="1">
                  <a:solidFill>
                    <a:srgbClr val="7030A0"/>
                  </a:solidFill>
                  <a:latin typeface="Times New Roman" panose="02020603050405020304" pitchFamily="18" charset="0"/>
                  <a:cs typeface="Times New Roman" panose="02020603050405020304" pitchFamily="18" charset="0"/>
                </a:rPr>
                <a:t> </a:t>
              </a:r>
              <a:r>
                <a:rPr lang="en-US" altLang="zh-CN" sz="1800" b="1" i="1">
                  <a:solidFill>
                    <a:srgbClr val="7030A0"/>
                  </a:solidFill>
                  <a:latin typeface="Times New Roman" panose="02020603050405020304" pitchFamily="18" charset="0"/>
                  <a:cs typeface="Times New Roman" panose="02020603050405020304" pitchFamily="18" charset="0"/>
                </a:rPr>
                <a:t>, </a:t>
              </a:r>
              <a:r>
                <a:rPr lang="en-US" altLang="zh-CN" sz="1800" b="1">
                  <a:solidFill>
                    <a:srgbClr val="7030A0"/>
                  </a:solidFill>
                  <a:latin typeface="华文楷体" panose="02010600040101010101" pitchFamily="2" charset="-122"/>
                  <a:cs typeface="Times New Roman" panose="02020603050405020304" pitchFamily="18" charset="0"/>
                </a:rPr>
                <a:t>$</a:t>
              </a:r>
              <a:endParaRPr lang="en-US" altLang="zh-CN" sz="1800" b="1" i="1">
                <a:solidFill>
                  <a:srgbClr val="7030A0"/>
                </a:solidFill>
                <a:latin typeface="Times New Roman" panose="02020603050405020304" pitchFamily="18" charset="0"/>
                <a:cs typeface="Times New Roman" panose="02020603050405020304" pitchFamily="18" charset="0"/>
              </a:endParaRPr>
            </a:p>
            <a:p>
              <a:pPr eaLnBrk="1" hangingPunct="1">
                <a:spcBef>
                  <a:spcPct val="0"/>
                </a:spcBef>
                <a:buClrTx/>
                <a:buSzTx/>
                <a:buFont typeface="Arial" panose="020B0604020202020204" pitchFamily="34" charset="0"/>
                <a:buNone/>
              </a:pPr>
              <a:r>
                <a:rPr lang="en-US" altLang="zh-CN" sz="1800" b="1" i="1">
                  <a:solidFill>
                    <a:srgbClr val="7030A0"/>
                  </a:solidFill>
                  <a:latin typeface="Times New Roman" panose="02020603050405020304" pitchFamily="18" charset="0"/>
                  <a:cs typeface="Times New Roman" panose="02020603050405020304" pitchFamily="18" charset="0"/>
                </a:rPr>
                <a:t>A → · d </a:t>
              </a:r>
              <a:r>
                <a:rPr lang="zh-CN" altLang="en-US" sz="2000" b="1" i="1">
                  <a:solidFill>
                    <a:srgbClr val="7030A0"/>
                  </a:solidFill>
                  <a:latin typeface="Times New Roman" panose="02020603050405020304" pitchFamily="18" charset="0"/>
                  <a:cs typeface="Times New Roman" panose="02020603050405020304" pitchFamily="18" charset="0"/>
                </a:rPr>
                <a:t> </a:t>
              </a:r>
              <a:r>
                <a:rPr lang="en-US" altLang="zh-CN" sz="2000" b="1" i="1">
                  <a:solidFill>
                    <a:srgbClr val="7030A0"/>
                  </a:solidFill>
                  <a:latin typeface="Times New Roman" panose="02020603050405020304" pitchFamily="18" charset="0"/>
                  <a:cs typeface="Times New Roman" panose="02020603050405020304" pitchFamily="18" charset="0"/>
                </a:rPr>
                <a:t>, </a:t>
              </a:r>
              <a:r>
                <a:rPr lang="en-US" altLang="zh-CN" sz="2000" b="1">
                  <a:solidFill>
                    <a:srgbClr val="7030A0"/>
                  </a:solidFill>
                  <a:latin typeface="华文楷体" panose="02010600040101010101" pitchFamily="2" charset="-122"/>
                  <a:cs typeface="Times New Roman" panose="02020603050405020304" pitchFamily="18" charset="0"/>
                </a:rPr>
                <a:t>$</a:t>
              </a:r>
              <a:endParaRPr lang="en-US" altLang="zh-CN" sz="2000" b="1" i="1">
                <a:solidFill>
                  <a:srgbClr val="7030A0"/>
                </a:solidFill>
                <a:latin typeface="Times New Roman" panose="02020603050405020304" pitchFamily="18" charset="0"/>
                <a:cs typeface="Times New Roman" panose="02020603050405020304" pitchFamily="18" charset="0"/>
              </a:endParaRPr>
            </a:p>
          </p:txBody>
        </p:sp>
        <p:sp>
          <p:nvSpPr>
            <p:cNvPr id="71709" name="Line 24"/>
            <p:cNvSpPr>
              <a:spLocks noChangeShapeType="1"/>
            </p:cNvSpPr>
            <p:nvPr/>
          </p:nvSpPr>
          <p:spPr bwMode="auto">
            <a:xfrm>
              <a:off x="5970588" y="2895600"/>
              <a:ext cx="6477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10" name="Text Box 25"/>
            <p:cNvSpPr txBox="1">
              <a:spLocks noChangeArrowheads="1"/>
            </p:cNvSpPr>
            <p:nvPr/>
          </p:nvSpPr>
          <p:spPr bwMode="auto">
            <a:xfrm>
              <a:off x="6097588" y="2470150"/>
              <a:ext cx="381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a</a:t>
              </a:r>
            </a:p>
          </p:txBody>
        </p:sp>
        <p:sp>
          <p:nvSpPr>
            <p:cNvPr id="71711" name="Text Box 26"/>
            <p:cNvSpPr txBox="1">
              <a:spLocks noChangeArrowheads="1"/>
            </p:cNvSpPr>
            <p:nvPr/>
          </p:nvSpPr>
          <p:spPr bwMode="auto">
            <a:xfrm>
              <a:off x="6575425" y="3708400"/>
              <a:ext cx="1584325" cy="677863"/>
            </a:xfrm>
            <a:prstGeom prst="rect">
              <a:avLst/>
            </a:prstGeom>
            <a:solidFill>
              <a:schemeClr val="accent5">
                <a:lumMod val="40000"/>
                <a:lumOff val="60000"/>
              </a:schemeClr>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chemeClr val="tx1"/>
                  </a:solidFill>
                  <a:latin typeface="Times New Roman" panose="02020603050405020304" pitchFamily="18" charset="0"/>
                  <a:cs typeface="Times New Roman" panose="02020603050405020304" pitchFamily="18" charset="0"/>
                </a:rPr>
                <a:t>I</a:t>
              </a:r>
              <a:r>
                <a:rPr lang="en-US" altLang="zh-CN" sz="2000" b="1" i="1" baseline="-25000">
                  <a:solidFill>
                    <a:schemeClr val="tx1"/>
                  </a:solidFill>
                  <a:latin typeface="Times New Roman" panose="02020603050405020304" pitchFamily="18" charset="0"/>
                  <a:cs typeface="Times New Roman" panose="02020603050405020304" pitchFamily="18" charset="0"/>
                </a:rPr>
                <a:t>9</a:t>
              </a:r>
              <a:r>
                <a:rPr lang="en-US" altLang="zh-CN" sz="2000" b="1">
                  <a:solidFill>
                    <a:schemeClr val="tx1"/>
                  </a:solidFill>
                  <a:latin typeface="Times New Roman" panose="02020603050405020304" pitchFamily="18" charset="0"/>
                  <a:cs typeface="Times New Roman" panose="02020603050405020304" pitchFamily="18" charset="0"/>
                </a:rPr>
                <a:t>:</a:t>
              </a:r>
            </a:p>
            <a:p>
              <a:pPr>
                <a:spcBef>
                  <a:spcPct val="0"/>
                </a:spcBef>
                <a:buClrTx/>
                <a:buSzTx/>
                <a:buFont typeface="Arial" panose="020B0604020202020204" pitchFamily="34" charset="0"/>
                <a:buNone/>
              </a:pPr>
              <a:r>
                <a:rPr lang="en-US" altLang="zh-CN" sz="1800" b="1" i="1">
                  <a:solidFill>
                    <a:srgbClr val="FF0000"/>
                  </a:solidFill>
                  <a:latin typeface="Times New Roman" panose="02020603050405020304" pitchFamily="18" charset="0"/>
                  <a:cs typeface="Times New Roman" panose="02020603050405020304" pitchFamily="18" charset="0"/>
                </a:rPr>
                <a:t>A → d · , </a:t>
              </a:r>
              <a:r>
                <a:rPr lang="en-US" altLang="zh-CN" sz="1800" b="1">
                  <a:solidFill>
                    <a:srgbClr val="FF0000"/>
                  </a:solidFill>
                  <a:latin typeface="华文楷体" panose="02010600040101010101" pitchFamily="2" charset="-122"/>
                  <a:cs typeface="Times New Roman" panose="02020603050405020304" pitchFamily="18" charset="0"/>
                </a:rPr>
                <a:t>$</a:t>
              </a:r>
              <a:endParaRPr lang="en-US" altLang="zh-CN" sz="1800" b="1" i="1">
                <a:solidFill>
                  <a:srgbClr val="FF0000"/>
                </a:solidFill>
                <a:latin typeface="Times New Roman" panose="02020603050405020304" pitchFamily="18" charset="0"/>
                <a:cs typeface="Times New Roman" panose="02020603050405020304" pitchFamily="18" charset="0"/>
              </a:endParaRPr>
            </a:p>
          </p:txBody>
        </p:sp>
        <p:sp>
          <p:nvSpPr>
            <p:cNvPr id="71712" name="Line 27"/>
            <p:cNvSpPr>
              <a:spLocks noChangeShapeType="1"/>
            </p:cNvSpPr>
            <p:nvPr/>
          </p:nvSpPr>
          <p:spPr bwMode="auto">
            <a:xfrm flipV="1">
              <a:off x="6015038" y="2030413"/>
              <a:ext cx="563562" cy="536575"/>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13" name="Text Box 28"/>
            <p:cNvSpPr txBox="1">
              <a:spLocks noChangeArrowheads="1"/>
            </p:cNvSpPr>
            <p:nvPr/>
          </p:nvSpPr>
          <p:spPr bwMode="auto">
            <a:xfrm>
              <a:off x="6024563" y="1893888"/>
              <a:ext cx="533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A</a:t>
              </a:r>
            </a:p>
          </p:txBody>
        </p:sp>
        <p:sp>
          <p:nvSpPr>
            <p:cNvPr id="71714" name="Line 29"/>
            <p:cNvSpPr>
              <a:spLocks noChangeShapeType="1"/>
            </p:cNvSpPr>
            <p:nvPr/>
          </p:nvSpPr>
          <p:spPr bwMode="auto">
            <a:xfrm>
              <a:off x="5975350" y="3025775"/>
              <a:ext cx="576263" cy="809625"/>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15" name="Text Box 34"/>
            <p:cNvSpPr txBox="1">
              <a:spLocks noChangeArrowheads="1"/>
            </p:cNvSpPr>
            <p:nvPr/>
          </p:nvSpPr>
          <p:spPr bwMode="auto">
            <a:xfrm>
              <a:off x="7323138" y="3363913"/>
              <a:ext cx="3603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d</a:t>
              </a:r>
            </a:p>
          </p:txBody>
        </p:sp>
        <p:sp>
          <p:nvSpPr>
            <p:cNvPr id="71716" name="Text Box 35"/>
            <p:cNvSpPr txBox="1">
              <a:spLocks noChangeArrowheads="1"/>
            </p:cNvSpPr>
            <p:nvPr/>
          </p:nvSpPr>
          <p:spPr bwMode="auto">
            <a:xfrm>
              <a:off x="2098675" y="1419225"/>
              <a:ext cx="5334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S</a:t>
              </a:r>
            </a:p>
          </p:txBody>
        </p:sp>
        <p:sp>
          <p:nvSpPr>
            <p:cNvPr id="71717" name="Line 38"/>
            <p:cNvSpPr>
              <a:spLocks noChangeShapeType="1"/>
            </p:cNvSpPr>
            <p:nvPr/>
          </p:nvSpPr>
          <p:spPr bwMode="auto">
            <a:xfrm flipV="1">
              <a:off x="8683625" y="1385888"/>
              <a:ext cx="0" cy="11350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18" name="Text Box 39"/>
            <p:cNvSpPr txBox="1">
              <a:spLocks noChangeArrowheads="1"/>
            </p:cNvSpPr>
            <p:nvPr/>
          </p:nvSpPr>
          <p:spPr bwMode="auto">
            <a:xfrm>
              <a:off x="3114675" y="4286250"/>
              <a:ext cx="533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a</a:t>
              </a:r>
            </a:p>
          </p:txBody>
        </p:sp>
        <p:sp>
          <p:nvSpPr>
            <p:cNvPr id="71719" name="Line 50"/>
            <p:cNvSpPr>
              <a:spLocks noChangeShapeType="1"/>
            </p:cNvSpPr>
            <p:nvPr/>
          </p:nvSpPr>
          <p:spPr bwMode="auto">
            <a:xfrm>
              <a:off x="7323138" y="3463925"/>
              <a:ext cx="0" cy="26987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20" name="Freeform 51"/>
            <p:cNvSpPr>
              <a:spLocks noChangeArrowheads="1"/>
            </p:cNvSpPr>
            <p:nvPr/>
          </p:nvSpPr>
          <p:spPr bwMode="auto">
            <a:xfrm>
              <a:off x="2903538" y="4408488"/>
              <a:ext cx="684212" cy="404812"/>
            </a:xfrm>
            <a:custGeom>
              <a:avLst/>
              <a:gdLst>
                <a:gd name="T0" fmla="*/ 2147483646 w 431"/>
                <a:gd name="T1" fmla="*/ 0 h 340"/>
                <a:gd name="T2" fmla="*/ 2147483646 w 431"/>
                <a:gd name="T3" fmla="*/ 2147483646 h 340"/>
                <a:gd name="T4" fmla="*/ 2147483646 w 431"/>
                <a:gd name="T5" fmla="*/ 2147483646 h 340"/>
                <a:gd name="T6" fmla="*/ 2147483646 w 431"/>
                <a:gd name="T7" fmla="*/ 0 h 340"/>
                <a:gd name="T8" fmla="*/ 0 60000 65536"/>
                <a:gd name="T9" fmla="*/ 0 60000 65536"/>
                <a:gd name="T10" fmla="*/ 0 60000 65536"/>
                <a:gd name="T11" fmla="*/ 0 60000 65536"/>
                <a:gd name="T12" fmla="*/ 0 w 431"/>
                <a:gd name="T13" fmla="*/ 0 h 340"/>
                <a:gd name="T14" fmla="*/ 431 w 431"/>
                <a:gd name="T15" fmla="*/ 340 h 340"/>
              </a:gdLst>
              <a:ahLst/>
              <a:cxnLst>
                <a:cxn ang="T8">
                  <a:pos x="T0" y="T1"/>
                </a:cxn>
                <a:cxn ang="T9">
                  <a:pos x="T2" y="T3"/>
                </a:cxn>
                <a:cxn ang="T10">
                  <a:pos x="T4" y="T5"/>
                </a:cxn>
                <a:cxn ang="T11">
                  <a:pos x="T6" y="T7"/>
                </a:cxn>
              </a:cxnLst>
              <a:rect l="T12" t="T13" r="T14" b="T15"/>
              <a:pathLst>
                <a:path w="431" h="340">
                  <a:moveTo>
                    <a:pt x="431" y="0"/>
                  </a:moveTo>
                  <a:cubicBezTo>
                    <a:pt x="397" y="147"/>
                    <a:pt x="363" y="294"/>
                    <a:pt x="295" y="317"/>
                  </a:cubicBezTo>
                  <a:cubicBezTo>
                    <a:pt x="227" y="340"/>
                    <a:pt x="46" y="189"/>
                    <a:pt x="23" y="136"/>
                  </a:cubicBezTo>
                  <a:cubicBezTo>
                    <a:pt x="0" y="83"/>
                    <a:pt x="79" y="41"/>
                    <a:pt x="159" y="0"/>
                  </a:cubicBezTo>
                </a:path>
              </a:pathLst>
            </a:custGeom>
            <a:noFill/>
            <a:ln w="38100">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1721" name="Text Box 52"/>
            <p:cNvSpPr txBox="1">
              <a:spLocks noChangeArrowheads="1"/>
            </p:cNvSpPr>
            <p:nvPr/>
          </p:nvSpPr>
          <p:spPr bwMode="auto">
            <a:xfrm>
              <a:off x="5953125" y="3292475"/>
              <a:ext cx="3603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d</a:t>
              </a:r>
            </a:p>
          </p:txBody>
        </p:sp>
        <p:sp>
          <p:nvSpPr>
            <p:cNvPr id="71722" name="Line 53"/>
            <p:cNvSpPr>
              <a:spLocks noChangeShapeType="1"/>
            </p:cNvSpPr>
            <p:nvPr/>
          </p:nvSpPr>
          <p:spPr bwMode="auto">
            <a:xfrm>
              <a:off x="8180388" y="2520950"/>
              <a:ext cx="5032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23" name="Text Box 54"/>
            <p:cNvSpPr txBox="1">
              <a:spLocks noChangeArrowheads="1"/>
            </p:cNvSpPr>
            <p:nvPr/>
          </p:nvSpPr>
          <p:spPr bwMode="auto">
            <a:xfrm>
              <a:off x="7573963" y="685800"/>
              <a:ext cx="1319212" cy="677863"/>
            </a:xfrm>
            <a:prstGeom prst="rect">
              <a:avLst/>
            </a:prstGeom>
            <a:solidFill>
              <a:schemeClr val="bg1">
                <a:lumMod val="85000"/>
              </a:schemeClr>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FF"/>
                  </a:solidFill>
                  <a:latin typeface="Times New Roman" panose="02020603050405020304" pitchFamily="18" charset="0"/>
                  <a:cs typeface="Times New Roman" panose="02020603050405020304" pitchFamily="18" charset="0"/>
                </a:rPr>
                <a:t>I</a:t>
              </a:r>
              <a:r>
                <a:rPr lang="en-US" altLang="zh-CN" sz="2000" b="1" i="1" baseline="-25000">
                  <a:solidFill>
                    <a:srgbClr val="0000FF"/>
                  </a:solidFill>
                  <a:latin typeface="Times New Roman" panose="02020603050405020304" pitchFamily="18" charset="0"/>
                  <a:cs typeface="Times New Roman" panose="02020603050405020304" pitchFamily="18" charset="0"/>
                </a:rPr>
                <a:t>10</a:t>
              </a:r>
              <a:r>
                <a:rPr lang="en-US" altLang="zh-CN" sz="2000" b="1">
                  <a:solidFill>
                    <a:srgbClr val="0000FF"/>
                  </a:solidFill>
                  <a:latin typeface="Times New Roman" panose="02020603050405020304" pitchFamily="18" charset="0"/>
                  <a:cs typeface="Times New Roman" panose="02020603050405020304" pitchFamily="18" charset="0"/>
                </a:rPr>
                <a:t>:</a:t>
              </a:r>
            </a:p>
            <a:p>
              <a:pPr>
                <a:spcBef>
                  <a:spcPct val="0"/>
                </a:spcBef>
                <a:buClrTx/>
                <a:buSzTx/>
                <a:buFont typeface="Arial" panose="020B0604020202020204" pitchFamily="34" charset="0"/>
                <a:buNone/>
              </a:pPr>
              <a:r>
                <a:rPr lang="en-US" altLang="zh-CN" sz="1800" b="1" i="1">
                  <a:solidFill>
                    <a:srgbClr val="0000FF"/>
                  </a:solidFill>
                  <a:latin typeface="Times New Roman" panose="02020603050405020304" pitchFamily="18" charset="0"/>
                  <a:cs typeface="Times New Roman" panose="02020603050405020304" pitchFamily="18" charset="0"/>
                </a:rPr>
                <a:t>A → aA· , </a:t>
              </a:r>
              <a:r>
                <a:rPr lang="en-US" altLang="zh-CN" sz="1800" b="1">
                  <a:solidFill>
                    <a:srgbClr val="0000FF"/>
                  </a:solidFill>
                  <a:latin typeface="华文楷体" panose="02010600040101010101" pitchFamily="2" charset="-122"/>
                  <a:cs typeface="Times New Roman" panose="02020603050405020304" pitchFamily="18" charset="0"/>
                </a:rPr>
                <a:t>$</a:t>
              </a:r>
              <a:endParaRPr lang="en-US" altLang="zh-CN" sz="1800" b="1" i="1">
                <a:solidFill>
                  <a:srgbClr val="0000FF"/>
                </a:solidFill>
                <a:latin typeface="Times New Roman" panose="02020603050405020304" pitchFamily="18" charset="0"/>
                <a:cs typeface="Times New Roman" panose="02020603050405020304" pitchFamily="18" charset="0"/>
              </a:endParaRPr>
            </a:p>
          </p:txBody>
        </p:sp>
        <p:sp>
          <p:nvSpPr>
            <p:cNvPr id="71724" name="Freeform 55"/>
            <p:cNvSpPr>
              <a:spLocks noChangeArrowheads="1"/>
            </p:cNvSpPr>
            <p:nvPr/>
          </p:nvSpPr>
          <p:spPr bwMode="auto">
            <a:xfrm>
              <a:off x="8143875" y="2947988"/>
              <a:ext cx="431800" cy="323850"/>
            </a:xfrm>
            <a:custGeom>
              <a:avLst/>
              <a:gdLst>
                <a:gd name="T0" fmla="*/ 0 w 272"/>
                <a:gd name="T1" fmla="*/ 0 h 272"/>
                <a:gd name="T2" fmla="*/ 2147483646 w 272"/>
                <a:gd name="T3" fmla="*/ 2147483646 h 272"/>
                <a:gd name="T4" fmla="*/ 0 w 272"/>
                <a:gd name="T5" fmla="*/ 2147483646 h 272"/>
                <a:gd name="T6" fmla="*/ 0 60000 65536"/>
                <a:gd name="T7" fmla="*/ 0 60000 65536"/>
                <a:gd name="T8" fmla="*/ 0 60000 65536"/>
                <a:gd name="T9" fmla="*/ 0 w 272"/>
                <a:gd name="T10" fmla="*/ 0 h 272"/>
                <a:gd name="T11" fmla="*/ 272 w 272"/>
                <a:gd name="T12" fmla="*/ 272 h 272"/>
              </a:gdLst>
              <a:ahLst/>
              <a:cxnLst>
                <a:cxn ang="T6">
                  <a:pos x="T0" y="T1"/>
                </a:cxn>
                <a:cxn ang="T7">
                  <a:pos x="T2" y="T3"/>
                </a:cxn>
                <a:cxn ang="T8">
                  <a:pos x="T4" y="T5"/>
                </a:cxn>
              </a:cxnLst>
              <a:rect l="T9" t="T10" r="T11" b="T12"/>
              <a:pathLst>
                <a:path w="272" h="272">
                  <a:moveTo>
                    <a:pt x="0" y="0"/>
                  </a:moveTo>
                  <a:cubicBezTo>
                    <a:pt x="136" y="23"/>
                    <a:pt x="272" y="46"/>
                    <a:pt x="272" y="91"/>
                  </a:cubicBezTo>
                  <a:cubicBezTo>
                    <a:pt x="272" y="136"/>
                    <a:pt x="136" y="204"/>
                    <a:pt x="0" y="272"/>
                  </a:cubicBezTo>
                </a:path>
              </a:pathLst>
            </a:custGeom>
            <a:noFill/>
            <a:ln w="38100">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1725" name="Text Box 56"/>
            <p:cNvSpPr txBox="1">
              <a:spLocks noChangeArrowheads="1"/>
            </p:cNvSpPr>
            <p:nvPr/>
          </p:nvSpPr>
          <p:spPr bwMode="auto">
            <a:xfrm>
              <a:off x="8359775" y="3055938"/>
              <a:ext cx="533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a</a:t>
              </a:r>
            </a:p>
          </p:txBody>
        </p:sp>
        <p:sp>
          <p:nvSpPr>
            <p:cNvPr id="71726" name="Line 57"/>
            <p:cNvSpPr>
              <a:spLocks noChangeShapeType="1"/>
            </p:cNvSpPr>
            <p:nvPr/>
          </p:nvSpPr>
          <p:spPr bwMode="auto">
            <a:xfrm flipV="1">
              <a:off x="8683625" y="1385888"/>
              <a:ext cx="0" cy="11350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27" name="Line 58"/>
            <p:cNvSpPr>
              <a:spLocks noChangeShapeType="1"/>
            </p:cNvSpPr>
            <p:nvPr/>
          </p:nvSpPr>
          <p:spPr bwMode="auto">
            <a:xfrm>
              <a:off x="8180388" y="2520950"/>
              <a:ext cx="5032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28" name="Line 60"/>
            <p:cNvSpPr>
              <a:spLocks noChangeShapeType="1"/>
            </p:cNvSpPr>
            <p:nvPr/>
          </p:nvSpPr>
          <p:spPr bwMode="auto">
            <a:xfrm flipV="1">
              <a:off x="8683625" y="1385888"/>
              <a:ext cx="0" cy="11350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29" name="Line 61"/>
            <p:cNvSpPr>
              <a:spLocks noChangeShapeType="1"/>
            </p:cNvSpPr>
            <p:nvPr/>
          </p:nvSpPr>
          <p:spPr bwMode="auto">
            <a:xfrm>
              <a:off x="8180388" y="2520950"/>
              <a:ext cx="5032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30" name="Line 64"/>
            <p:cNvSpPr>
              <a:spLocks noChangeShapeType="1"/>
            </p:cNvSpPr>
            <p:nvPr/>
          </p:nvSpPr>
          <p:spPr bwMode="auto">
            <a:xfrm flipV="1">
              <a:off x="8683625" y="1385888"/>
              <a:ext cx="0" cy="11350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31" name="Line 65"/>
            <p:cNvSpPr>
              <a:spLocks noChangeShapeType="1"/>
            </p:cNvSpPr>
            <p:nvPr/>
          </p:nvSpPr>
          <p:spPr bwMode="auto">
            <a:xfrm>
              <a:off x="8180388" y="2520950"/>
              <a:ext cx="5032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32" name="Line 66"/>
            <p:cNvSpPr>
              <a:spLocks noChangeShapeType="1"/>
            </p:cNvSpPr>
            <p:nvPr/>
          </p:nvSpPr>
          <p:spPr bwMode="auto">
            <a:xfrm>
              <a:off x="4008438" y="2603500"/>
              <a:ext cx="50323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33" name="Line 67"/>
            <p:cNvSpPr>
              <a:spLocks noChangeShapeType="1"/>
            </p:cNvSpPr>
            <p:nvPr/>
          </p:nvSpPr>
          <p:spPr bwMode="auto">
            <a:xfrm>
              <a:off x="1201738" y="3195638"/>
              <a:ext cx="0" cy="6731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34" name="Line 68"/>
            <p:cNvSpPr>
              <a:spLocks noChangeShapeType="1"/>
            </p:cNvSpPr>
            <p:nvPr/>
          </p:nvSpPr>
          <p:spPr bwMode="auto">
            <a:xfrm>
              <a:off x="1852613" y="2740025"/>
              <a:ext cx="750887" cy="62388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35" name="Line 69"/>
            <p:cNvSpPr>
              <a:spLocks noChangeShapeType="1"/>
            </p:cNvSpPr>
            <p:nvPr/>
          </p:nvSpPr>
          <p:spPr bwMode="auto">
            <a:xfrm flipV="1">
              <a:off x="8683625" y="1385888"/>
              <a:ext cx="0" cy="113506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36" name="Line 70"/>
            <p:cNvSpPr>
              <a:spLocks noChangeShapeType="1"/>
            </p:cNvSpPr>
            <p:nvPr/>
          </p:nvSpPr>
          <p:spPr bwMode="auto">
            <a:xfrm>
              <a:off x="8180388" y="2520950"/>
              <a:ext cx="50323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37" name="Text Box 19"/>
            <p:cNvSpPr txBox="1">
              <a:spLocks noChangeArrowheads="1"/>
            </p:cNvSpPr>
            <p:nvPr/>
          </p:nvSpPr>
          <p:spPr bwMode="auto">
            <a:xfrm>
              <a:off x="8256588" y="1765300"/>
              <a:ext cx="457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A</a:t>
              </a:r>
            </a:p>
          </p:txBody>
        </p:sp>
        <p:sp>
          <p:nvSpPr>
            <p:cNvPr id="3" name="弧形 2"/>
            <p:cNvSpPr/>
            <p:nvPr/>
          </p:nvSpPr>
          <p:spPr>
            <a:xfrm>
              <a:off x="1692275" y="4557713"/>
              <a:ext cx="71438" cy="46037"/>
            </a:xfrm>
            <a:prstGeom prst="arc">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grpSp>
      <p:sp>
        <p:nvSpPr>
          <p:cNvPr id="58" name="Rectangle 72"/>
          <p:cNvSpPr>
            <a:spLocks noChangeArrowheads="1"/>
          </p:cNvSpPr>
          <p:nvPr/>
        </p:nvSpPr>
        <p:spPr bwMode="auto">
          <a:xfrm>
            <a:off x="203200" y="1166813"/>
            <a:ext cx="1122423" cy="400110"/>
          </a:xfrm>
          <a:prstGeom prst="rect">
            <a:avLst/>
          </a:prstGeom>
          <a:solidFill>
            <a:schemeClr val="accent5">
              <a:lumMod val="60000"/>
              <a:lumOff val="40000"/>
            </a:schemeClr>
          </a:solidFill>
          <a:ln w="12700">
            <a:solidFill>
              <a:schemeClr val="tx1"/>
            </a:solidFill>
            <a:miter lim="800000"/>
          </a:ln>
        </p:spPr>
        <p:txBody>
          <a:bodyPr wrap="none">
            <a:spAutoFit/>
          </a:bodyPr>
          <a:lstStyle/>
          <a:p>
            <a:pPr eaLnBrk="1" hangingPunct="1">
              <a:buFont typeface="Arial" panose="020B0604020202020204" pitchFamily="34" charset="0"/>
              <a:buNone/>
              <a:defRPr/>
            </a:pPr>
            <a:r>
              <a:rPr lang="zh-CN" altLang="en-US" sz="2000" b="1" noProof="1">
                <a:latin typeface="华文楷体" panose="02010600040101010101" pitchFamily="2" charset="-122"/>
                <a:ea typeface="华文楷体" panose="02010600040101010101" pitchFamily="2" charset="-122"/>
                <a:cs typeface="+mn-ea"/>
              </a:rPr>
              <a:t>输入</a:t>
            </a:r>
            <a:r>
              <a:rPr lang="en-US" altLang="zh-CN" sz="2000" b="1" i="1" noProof="1">
                <a:latin typeface="Times New Roman" panose="02020603050405020304" pitchFamily="18" charset="0"/>
                <a:ea typeface="Times New Roman" panose="02020603050405020304" pitchFamily="18" charset="0"/>
                <a:cs typeface="+mn-ea"/>
              </a:rPr>
              <a:t> ad</a:t>
            </a:r>
            <a:r>
              <a:rPr lang="en-US" altLang="zh-CN" b="1" noProof="1">
                <a:latin typeface="华文楷体" panose="02010600040101010101" pitchFamily="2" charset="-122"/>
                <a:cs typeface="+mn-ea"/>
              </a:rPr>
              <a:t>$</a:t>
            </a:r>
            <a:endParaRPr lang="zh-CN" altLang="en-US" b="1" noProof="1">
              <a:latin typeface="华文楷体" panose="02010600040101010101" pitchFamily="2" charset="-122"/>
            </a:endParaRPr>
          </a:p>
        </p:txBody>
      </p:sp>
      <p:sp>
        <p:nvSpPr>
          <p:cNvPr id="5" name="灯片编号占位符 4">
            <a:extLst>
              <a:ext uri="{FF2B5EF4-FFF2-40B4-BE49-F238E27FC236}">
                <a16:creationId xmlns:a16="http://schemas.microsoft.com/office/drawing/2014/main" id="{57CC39CE-04CD-4A32-85DA-74C88CC3E392}"/>
              </a:ext>
            </a:extLst>
          </p:cNvPr>
          <p:cNvSpPr>
            <a:spLocks noGrp="1"/>
          </p:cNvSpPr>
          <p:nvPr>
            <p:ph type="sldNum" sz="quarter" idx="12"/>
          </p:nvPr>
        </p:nvSpPr>
        <p:spPr/>
        <p:txBody>
          <a:bodyPr/>
          <a:lstStyle/>
          <a:p>
            <a:pPr>
              <a:defRPr/>
            </a:pPr>
            <a:fld id="{76D20AB1-C80E-44EB-B890-88EEF3B3DC08}" type="slidenum">
              <a:rPr lang="zh-CN" altLang="en-US" smtClean="0"/>
              <a:pPr>
                <a:defRPr/>
              </a:pPr>
              <a:t>29</a:t>
            </a:fld>
            <a:endParaRPr lang="en-US" altLang="zh-CN"/>
          </a:p>
        </p:txBody>
      </p:sp>
      <p:sp>
        <p:nvSpPr>
          <p:cNvPr id="60" name="Rectangle 117">
            <a:extLst>
              <a:ext uri="{FF2B5EF4-FFF2-40B4-BE49-F238E27FC236}">
                <a16:creationId xmlns:a16="http://schemas.microsoft.com/office/drawing/2014/main" id="{FF644DC7-DE11-44FC-B470-3CE659A02BAD}"/>
              </a:ext>
            </a:extLst>
          </p:cNvPr>
          <p:cNvSpPr>
            <a:spLocks noChangeArrowheads="1"/>
          </p:cNvSpPr>
          <p:nvPr/>
        </p:nvSpPr>
        <p:spPr bwMode="auto">
          <a:xfrm>
            <a:off x="203200" y="4742249"/>
            <a:ext cx="2911474" cy="369332"/>
          </a:xfrm>
          <a:prstGeom prst="rect">
            <a:avLst/>
          </a:prstGeom>
          <a:solidFill>
            <a:schemeClr val="accent5">
              <a:lumMod val="60000"/>
              <a:lumOff val="40000"/>
            </a:schemeClr>
          </a:solidFill>
          <a:ln w="12700">
            <a:solidFill>
              <a:schemeClr val="tx1"/>
            </a:solidFill>
            <a:miter lim="800000"/>
          </a:ln>
        </p:spPr>
        <p:txBody>
          <a:bodyPr wrap="square" anchor="ctr">
            <a:spAutoFit/>
          </a:bodyPr>
          <a:lstStyle/>
          <a:p>
            <a:pPr eaLnBrk="1" hangingPunct="1">
              <a:buFont typeface="Arial" panose="020B0604020202020204" pitchFamily="34" charset="0"/>
              <a:buNone/>
              <a:defRPr/>
            </a:pPr>
            <a:r>
              <a:rPr lang="en-US" altLang="zh-CN" b="1" i="1" noProof="1">
                <a:latin typeface="Times New Roman" pitchFamily="18" charset="0"/>
                <a:ea typeface="Times New Roman" pitchFamily="18" charset="0"/>
                <a:cs typeface="华文楷体" pitchFamily="2" charset="-122"/>
              </a:rPr>
              <a:t>LR</a:t>
            </a:r>
            <a:r>
              <a:rPr lang="zh-CN" altLang="en-US" b="1" noProof="1">
                <a:latin typeface="Times New Roman" pitchFamily="18" charset="0"/>
                <a:ea typeface="楷体" pitchFamily="49" charset="-122"/>
                <a:cs typeface="华文楷体" pitchFamily="2" charset="-122"/>
              </a:rPr>
              <a:t>分析法能尽早</a:t>
            </a:r>
            <a:r>
              <a:rPr lang="zh-CN" altLang="en-US" b="1" noProof="1">
                <a:latin typeface="Times New Roman" pitchFamily="18" charset="0"/>
                <a:ea typeface="楷体" pitchFamily="49" charset="-122"/>
                <a:cs typeface="Times New Roman" pitchFamily="18" charset="0"/>
              </a:rPr>
              <a:t>发现错误。</a:t>
            </a:r>
            <a:endParaRPr lang="zh-CN" altLang="zh-CN" b="1" noProof="1">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32151"/>
                                        </p:tgtEl>
                                        <p:attrNameLst>
                                          <p:attrName>style.visibility</p:attrName>
                                        </p:attrNameLst>
                                      </p:cBhvr>
                                      <p:to>
                                        <p:strVal val="visible"/>
                                      </p:to>
                                    </p:set>
                                    <p:anim calcmode="lin" valueType="num">
                                      <p:cBhvr>
                                        <p:cTn id="7" dur="500" fill="hold"/>
                                        <p:tgtEl>
                                          <p:spTgt spid="132151"/>
                                        </p:tgtEl>
                                        <p:attrNameLst>
                                          <p:attrName>ppt_w</p:attrName>
                                        </p:attrNameLst>
                                      </p:cBhvr>
                                      <p:tavLst>
                                        <p:tav tm="0">
                                          <p:val>
                                            <p:fltVal val="0"/>
                                          </p:val>
                                        </p:tav>
                                        <p:tav tm="100000">
                                          <p:val>
                                            <p:strVal val="#ppt_w"/>
                                          </p:val>
                                        </p:tav>
                                      </p:tavLst>
                                    </p:anim>
                                    <p:anim calcmode="lin" valueType="num">
                                      <p:cBhvr>
                                        <p:cTn id="8" dur="500" fill="hold"/>
                                        <p:tgtEl>
                                          <p:spTgt spid="132151"/>
                                        </p:tgtEl>
                                        <p:attrNameLst>
                                          <p:attrName>ppt_h</p:attrName>
                                        </p:attrNameLst>
                                      </p:cBhvr>
                                      <p:tavLst>
                                        <p:tav tm="0">
                                          <p:val>
                                            <p:fltVal val="0"/>
                                          </p:val>
                                        </p:tav>
                                        <p:tav tm="100000">
                                          <p:val>
                                            <p:strVal val="#ppt_h"/>
                                          </p:val>
                                        </p:tav>
                                      </p:tavLst>
                                    </p:anim>
                                    <p:animEffect transition="in" filter="fade">
                                      <p:cBhvr>
                                        <p:cTn id="9" dur="500"/>
                                        <p:tgtEl>
                                          <p:spTgt spid="132151"/>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54"/>
                                        </p:tgtEl>
                                        <p:attrNameLst>
                                          <p:attrName>style.visibility</p:attrName>
                                        </p:attrNameLst>
                                      </p:cBhvr>
                                      <p:to>
                                        <p:strVal val="visible"/>
                                      </p:to>
                                    </p:set>
                                    <p:anim calcmode="lin" valueType="num">
                                      <p:cBhvr>
                                        <p:cTn id="14" dur="500" fill="hold"/>
                                        <p:tgtEl>
                                          <p:spTgt spid="54"/>
                                        </p:tgtEl>
                                        <p:attrNameLst>
                                          <p:attrName>ppt_w</p:attrName>
                                        </p:attrNameLst>
                                      </p:cBhvr>
                                      <p:tavLst>
                                        <p:tav tm="0">
                                          <p:val>
                                            <p:fltVal val="0"/>
                                          </p:val>
                                        </p:tav>
                                        <p:tav tm="100000">
                                          <p:val>
                                            <p:strVal val="#ppt_w"/>
                                          </p:val>
                                        </p:tav>
                                      </p:tavLst>
                                    </p:anim>
                                    <p:anim calcmode="lin" valueType="num">
                                      <p:cBhvr>
                                        <p:cTn id="15" dur="500" fill="hold"/>
                                        <p:tgtEl>
                                          <p:spTgt spid="54"/>
                                        </p:tgtEl>
                                        <p:attrNameLst>
                                          <p:attrName>ppt_h</p:attrName>
                                        </p:attrNameLst>
                                      </p:cBhvr>
                                      <p:tavLst>
                                        <p:tav tm="0">
                                          <p:val>
                                            <p:fltVal val="0"/>
                                          </p:val>
                                        </p:tav>
                                        <p:tav tm="100000">
                                          <p:val>
                                            <p:strVal val="#ppt_h"/>
                                          </p:val>
                                        </p:tav>
                                      </p:tavLst>
                                    </p:anim>
                                    <p:animEffect transition="in" filter="fade">
                                      <p:cBhvr>
                                        <p:cTn id="16" dur="500"/>
                                        <p:tgtEl>
                                          <p:spTgt spid="5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16"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p:cTn id="21" dur="500" fill="hold"/>
                                        <p:tgtEl>
                                          <p:spTgt spid="2"/>
                                        </p:tgtEl>
                                        <p:attrNameLst>
                                          <p:attrName>ppt_w</p:attrName>
                                        </p:attrNameLst>
                                      </p:cBhvr>
                                      <p:tavLst>
                                        <p:tav tm="0">
                                          <p:val>
                                            <p:fltVal val="0"/>
                                          </p:val>
                                        </p:tav>
                                        <p:tav tm="100000">
                                          <p:val>
                                            <p:strVal val="#ppt_w"/>
                                          </p:val>
                                        </p:tav>
                                      </p:tavLst>
                                    </p:anim>
                                    <p:anim calcmode="lin" valueType="num">
                                      <p:cBhvr>
                                        <p:cTn id="22" dur="500" fill="hold"/>
                                        <p:tgtEl>
                                          <p:spTgt spid="2"/>
                                        </p:tgtEl>
                                        <p:attrNameLst>
                                          <p:attrName>ppt_h</p:attrName>
                                        </p:attrNameLst>
                                      </p:cBhvr>
                                      <p:tavLst>
                                        <p:tav tm="0">
                                          <p:val>
                                            <p:fltVal val="0"/>
                                          </p:val>
                                        </p:tav>
                                        <p:tav tm="100000">
                                          <p:val>
                                            <p:strVal val="#ppt_h"/>
                                          </p:val>
                                        </p:tav>
                                      </p:tavLst>
                                    </p:anim>
                                    <p:animEffect transition="in" filter="fade">
                                      <p:cBhvr>
                                        <p:cTn id="23" dur="500"/>
                                        <p:tgtEl>
                                          <p:spTgt spid="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58"/>
                                        </p:tgtEl>
                                        <p:attrNameLst>
                                          <p:attrName>style.visibility</p:attrName>
                                        </p:attrNameLst>
                                      </p:cBhvr>
                                      <p:to>
                                        <p:strVal val="visible"/>
                                      </p:to>
                                    </p:set>
                                    <p:anim calcmode="lin" valueType="num">
                                      <p:cBhvr>
                                        <p:cTn id="28" dur="500" fill="hold"/>
                                        <p:tgtEl>
                                          <p:spTgt spid="58"/>
                                        </p:tgtEl>
                                        <p:attrNameLst>
                                          <p:attrName>ppt_w</p:attrName>
                                        </p:attrNameLst>
                                      </p:cBhvr>
                                      <p:tavLst>
                                        <p:tav tm="0">
                                          <p:val>
                                            <p:fltVal val="0"/>
                                          </p:val>
                                        </p:tav>
                                        <p:tav tm="100000">
                                          <p:val>
                                            <p:strVal val="#ppt_w"/>
                                          </p:val>
                                        </p:tav>
                                      </p:tavLst>
                                    </p:anim>
                                    <p:anim calcmode="lin" valueType="num">
                                      <p:cBhvr>
                                        <p:cTn id="29" dur="500" fill="hold"/>
                                        <p:tgtEl>
                                          <p:spTgt spid="58"/>
                                        </p:tgtEl>
                                        <p:attrNameLst>
                                          <p:attrName>ppt_h</p:attrName>
                                        </p:attrNameLst>
                                      </p:cBhvr>
                                      <p:tavLst>
                                        <p:tav tm="0">
                                          <p:val>
                                            <p:fltVal val="0"/>
                                          </p:val>
                                        </p:tav>
                                        <p:tav tm="100000">
                                          <p:val>
                                            <p:strVal val="#ppt_h"/>
                                          </p:val>
                                        </p:tav>
                                      </p:tavLst>
                                    </p:anim>
                                    <p:animEffect transition="in" filter="fade">
                                      <p:cBhvr>
                                        <p:cTn id="30" dur="500"/>
                                        <p:tgtEl>
                                          <p:spTgt spid="58"/>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352373"/>
                                        </p:tgtEl>
                                        <p:attrNameLst>
                                          <p:attrName>style.visibility</p:attrName>
                                        </p:attrNameLst>
                                      </p:cBhvr>
                                      <p:to>
                                        <p:strVal val="visible"/>
                                      </p:to>
                                    </p:set>
                                    <p:anim calcmode="lin" valueType="num">
                                      <p:cBhvr>
                                        <p:cTn id="33" dur="500" fill="hold"/>
                                        <p:tgtEl>
                                          <p:spTgt spid="352373"/>
                                        </p:tgtEl>
                                        <p:attrNameLst>
                                          <p:attrName>ppt_w</p:attrName>
                                        </p:attrNameLst>
                                      </p:cBhvr>
                                      <p:tavLst>
                                        <p:tav tm="0">
                                          <p:val>
                                            <p:fltVal val="0"/>
                                          </p:val>
                                        </p:tav>
                                        <p:tav tm="100000">
                                          <p:val>
                                            <p:strVal val="#ppt_w"/>
                                          </p:val>
                                        </p:tav>
                                      </p:tavLst>
                                    </p:anim>
                                    <p:anim calcmode="lin" valueType="num">
                                      <p:cBhvr>
                                        <p:cTn id="34" dur="500" fill="hold"/>
                                        <p:tgtEl>
                                          <p:spTgt spid="352373"/>
                                        </p:tgtEl>
                                        <p:attrNameLst>
                                          <p:attrName>ppt_h</p:attrName>
                                        </p:attrNameLst>
                                      </p:cBhvr>
                                      <p:tavLst>
                                        <p:tav tm="0">
                                          <p:val>
                                            <p:fltVal val="0"/>
                                          </p:val>
                                        </p:tav>
                                        <p:tav tm="100000">
                                          <p:val>
                                            <p:strVal val="#ppt_h"/>
                                          </p:val>
                                        </p:tav>
                                      </p:tavLst>
                                    </p:anim>
                                    <p:animEffect transition="in" filter="fade">
                                      <p:cBhvr>
                                        <p:cTn id="35" dur="500"/>
                                        <p:tgtEl>
                                          <p:spTgt spid="352373"/>
                                        </p:tgtEl>
                                      </p:cBhvr>
                                    </p:animEffect>
                                  </p:childTnLst>
                                </p:cTn>
                              </p:par>
                              <p:par>
                                <p:cTn id="36" presetID="53" presetClass="entr" presetSubtype="16" fill="hold" grpId="0" nodeType="withEffect">
                                  <p:stCondLst>
                                    <p:cond delay="0"/>
                                  </p:stCondLst>
                                  <p:childTnLst>
                                    <p:set>
                                      <p:cBhvr>
                                        <p:cTn id="37" dur="1" fill="hold">
                                          <p:stCondLst>
                                            <p:cond delay="0"/>
                                          </p:stCondLst>
                                        </p:cTn>
                                        <p:tgtEl>
                                          <p:spTgt spid="60"/>
                                        </p:tgtEl>
                                        <p:attrNameLst>
                                          <p:attrName>style.visibility</p:attrName>
                                        </p:attrNameLst>
                                      </p:cBhvr>
                                      <p:to>
                                        <p:strVal val="visible"/>
                                      </p:to>
                                    </p:set>
                                    <p:anim calcmode="lin" valueType="num">
                                      <p:cBhvr>
                                        <p:cTn id="38" dur="500" fill="hold"/>
                                        <p:tgtEl>
                                          <p:spTgt spid="60"/>
                                        </p:tgtEl>
                                        <p:attrNameLst>
                                          <p:attrName>ppt_w</p:attrName>
                                        </p:attrNameLst>
                                      </p:cBhvr>
                                      <p:tavLst>
                                        <p:tav tm="0">
                                          <p:val>
                                            <p:fltVal val="0"/>
                                          </p:val>
                                        </p:tav>
                                        <p:tav tm="100000">
                                          <p:val>
                                            <p:strVal val="#ppt_w"/>
                                          </p:val>
                                        </p:tav>
                                      </p:tavLst>
                                    </p:anim>
                                    <p:anim calcmode="lin" valueType="num">
                                      <p:cBhvr>
                                        <p:cTn id="39" dur="500" fill="hold"/>
                                        <p:tgtEl>
                                          <p:spTgt spid="60"/>
                                        </p:tgtEl>
                                        <p:attrNameLst>
                                          <p:attrName>ppt_h</p:attrName>
                                        </p:attrNameLst>
                                      </p:cBhvr>
                                      <p:tavLst>
                                        <p:tav tm="0">
                                          <p:val>
                                            <p:fltVal val="0"/>
                                          </p:val>
                                        </p:tav>
                                        <p:tav tm="100000">
                                          <p:val>
                                            <p:strVal val="#ppt_h"/>
                                          </p:val>
                                        </p:tav>
                                      </p:tavLst>
                                    </p:anim>
                                    <p:animEffect transition="in" filter="fade">
                                      <p:cBhvr>
                                        <p:cTn id="40"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2373" grpId="0" animBg="1"/>
      <p:bldP spid="132151" grpId="0" animBg="1"/>
      <p:bldP spid="54" grpId="0" animBg="1"/>
      <p:bldP spid="58" grpId="0" animBg="1"/>
      <p:bldP spid="6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755650" y="484188"/>
            <a:ext cx="7931150" cy="358775"/>
          </a:xfrm>
        </p:spPr>
        <p:txBody>
          <a:bodyPr/>
          <a:lstStyle/>
          <a:p>
            <a:pPr eaLnBrk="1" hangingPunct="1"/>
            <a:r>
              <a:rPr lang="zh-CN" altLang="en-US" sz="2800">
                <a:solidFill>
                  <a:schemeClr val="tx1"/>
                </a:solidFill>
                <a:latin typeface="微软雅黑" panose="020B0503020204020204" pitchFamily="34" charset="-122"/>
                <a:ea typeface="微软雅黑" panose="020B0503020204020204" pitchFamily="34" charset="-122"/>
              </a:rPr>
              <a:t>合并同心项集后，虽然不产生冲突，但可能会</a:t>
            </a:r>
            <a:br>
              <a:rPr lang="zh-CN" altLang="en-US" sz="2800">
                <a:solidFill>
                  <a:schemeClr val="tx1"/>
                </a:solidFill>
                <a:latin typeface="微软雅黑" panose="020B0503020204020204" pitchFamily="34" charset="-122"/>
                <a:ea typeface="微软雅黑" panose="020B0503020204020204" pitchFamily="34" charset="-122"/>
              </a:rPr>
            </a:br>
            <a:r>
              <a:rPr lang="zh-CN" altLang="en-US" sz="2800">
                <a:solidFill>
                  <a:schemeClr val="hlink"/>
                </a:solidFill>
                <a:latin typeface="微软雅黑" panose="020B0503020204020204" pitchFamily="34" charset="-122"/>
                <a:ea typeface="微软雅黑" panose="020B0503020204020204" pitchFamily="34" charset="-122"/>
              </a:rPr>
              <a:t>推迟错误的发现</a:t>
            </a:r>
          </a:p>
        </p:txBody>
      </p:sp>
      <p:sp>
        <p:nvSpPr>
          <p:cNvPr id="352373" name="Rectangle 117"/>
          <p:cNvSpPr>
            <a:spLocks noChangeArrowheads="1"/>
          </p:cNvSpPr>
          <p:nvPr/>
        </p:nvSpPr>
        <p:spPr bwMode="auto">
          <a:xfrm>
            <a:off x="6444208" y="2614613"/>
            <a:ext cx="2554709" cy="923330"/>
          </a:xfrm>
          <a:prstGeom prst="rect">
            <a:avLst/>
          </a:prstGeom>
          <a:solidFill>
            <a:schemeClr val="accent5">
              <a:lumMod val="60000"/>
              <a:lumOff val="40000"/>
            </a:schemeClr>
          </a:solidFill>
          <a:ln w="12700">
            <a:solidFill>
              <a:schemeClr val="tx1"/>
            </a:solidFill>
            <a:miter lim="800000"/>
          </a:ln>
        </p:spPr>
        <p:txBody>
          <a:bodyPr wrap="square" anchor="ctr">
            <a:spAutoFit/>
          </a:bodyPr>
          <a:lstStyle/>
          <a:p>
            <a:pPr eaLnBrk="1" hangingPunct="1">
              <a:buFont typeface="Arial" panose="020B0604020202020204" pitchFamily="34" charset="0"/>
              <a:buNone/>
              <a:defRPr/>
            </a:pPr>
            <a:r>
              <a:rPr lang="en-US" altLang="zh-CN" b="1" noProof="1">
                <a:latin typeface="Times New Roman" pitchFamily="18" charset="0"/>
                <a:ea typeface="楷体" pitchFamily="49" charset="-122"/>
                <a:cs typeface="Times New Roman" pitchFamily="18" charset="0"/>
              </a:rPr>
              <a:t>LALR</a:t>
            </a:r>
            <a:r>
              <a:rPr lang="zh-CN" altLang="en-US" b="1" noProof="1">
                <a:latin typeface="Times New Roman" pitchFamily="18" charset="0"/>
                <a:ea typeface="楷体" pitchFamily="49" charset="-122"/>
                <a:cs typeface="Times New Roman" pitchFamily="18" charset="0"/>
              </a:rPr>
              <a:t>分析器在发现</a:t>
            </a:r>
            <a:r>
              <a:rPr lang="en-US" altLang="zh-CN" b="1" i="1" noProof="1">
                <a:latin typeface="Times New Roman" pitchFamily="18" charset="0"/>
                <a:ea typeface="楷体" pitchFamily="49" charset="-122"/>
                <a:cs typeface="Times New Roman" pitchFamily="18" charset="0"/>
              </a:rPr>
              <a:t>ad</a:t>
            </a:r>
            <a:r>
              <a:rPr lang="en-US" altLang="zh-CN" b="1" noProof="1">
                <a:latin typeface="Times New Roman" pitchFamily="18" charset="0"/>
                <a:ea typeface="楷体" pitchFamily="49" charset="-122"/>
                <a:cs typeface="Times New Roman" pitchFamily="18" charset="0"/>
              </a:rPr>
              <a:t>$</a:t>
            </a:r>
            <a:r>
              <a:rPr lang="zh-CN" altLang="en-US" b="1" noProof="1">
                <a:latin typeface="Times New Roman" pitchFamily="18" charset="0"/>
                <a:ea typeface="楷体" pitchFamily="49" charset="-122"/>
                <a:cs typeface="Times New Roman" pitchFamily="18" charset="0"/>
              </a:rPr>
              <a:t>错误之前会比</a:t>
            </a:r>
            <a:r>
              <a:rPr lang="en-US" altLang="zh-CN" b="1" noProof="1">
                <a:latin typeface="Times New Roman" pitchFamily="18" charset="0"/>
                <a:ea typeface="楷体" pitchFamily="49" charset="-122"/>
                <a:cs typeface="Times New Roman" pitchFamily="18" charset="0"/>
              </a:rPr>
              <a:t>LR</a:t>
            </a:r>
            <a:r>
              <a:rPr lang="zh-CN" altLang="en-US" b="1" noProof="1">
                <a:latin typeface="Times New Roman" pitchFamily="18" charset="0"/>
                <a:ea typeface="楷体" pitchFamily="49" charset="-122"/>
                <a:cs typeface="Times New Roman" pitchFamily="18" charset="0"/>
              </a:rPr>
              <a:t>分析</a:t>
            </a:r>
            <a:r>
              <a:rPr lang="zh-CN" altLang="en-US" b="1" noProof="1">
                <a:solidFill>
                  <a:srgbClr val="0070C0"/>
                </a:solidFill>
                <a:latin typeface="Times New Roman" pitchFamily="18" charset="0"/>
                <a:ea typeface="楷体" pitchFamily="49" charset="-122"/>
                <a:cs typeface="Times New Roman" pitchFamily="18" charset="0"/>
              </a:rPr>
              <a:t>多做两次归约动作</a:t>
            </a:r>
            <a:r>
              <a:rPr lang="zh-CN" altLang="en-US" b="1" noProof="1">
                <a:latin typeface="Times New Roman" pitchFamily="18" charset="0"/>
                <a:ea typeface="楷体" pitchFamily="49" charset="-122"/>
                <a:cs typeface="Times New Roman" pitchFamily="18" charset="0"/>
              </a:rPr>
              <a:t>。</a:t>
            </a:r>
            <a:endParaRPr lang="en-US" altLang="zh-CN" b="1" noProof="1">
              <a:latin typeface="Times New Roman" pitchFamily="18" charset="0"/>
              <a:ea typeface="楷体" pitchFamily="49" charset="-122"/>
              <a:cs typeface="Times New Roman" pitchFamily="18" charset="0"/>
            </a:endParaRPr>
          </a:p>
        </p:txBody>
      </p:sp>
      <p:sp>
        <p:nvSpPr>
          <p:cNvPr id="132151" name="矩形 2"/>
          <p:cNvSpPr>
            <a:spLocks noChangeArrowheads="1"/>
          </p:cNvSpPr>
          <p:nvPr/>
        </p:nvSpPr>
        <p:spPr bwMode="auto">
          <a:xfrm>
            <a:off x="4254500" y="752475"/>
            <a:ext cx="1452563" cy="1477963"/>
          </a:xfrm>
          <a:prstGeom prst="rect">
            <a:avLst/>
          </a:prstGeom>
          <a:solidFill>
            <a:schemeClr val="accent5">
              <a:lumMod val="60000"/>
              <a:lumOff val="40000"/>
            </a:schemeClr>
          </a:solidFill>
          <a:ln>
            <a:solidFill>
              <a:schemeClr val="tx1"/>
            </a:solidFill>
          </a:ln>
        </p:spPr>
        <p:txBody>
          <a:bodyPr>
            <a:spAutoFit/>
          </a:bodyPr>
          <a:lstStyle/>
          <a:p>
            <a:pPr eaLnBrk="1" hangingPunct="1">
              <a:buClr>
                <a:srgbClr val="000000"/>
              </a:buClr>
              <a:buFont typeface="Arial" panose="020B0604020202020204" pitchFamily="34" charset="0"/>
              <a:buNone/>
              <a:defRPr/>
            </a:pPr>
            <a:r>
              <a:rPr lang="zh-CN" altLang="en-US" b="1" noProof="1">
                <a:latin typeface="楷体" pitchFamily="49" charset="-122"/>
                <a:ea typeface="楷体" pitchFamily="49" charset="-122"/>
                <a:cs typeface="华文楷体" pitchFamily="2" charset="-122"/>
              </a:rPr>
              <a:t>例</a:t>
            </a:r>
            <a:endParaRPr lang="zh-CN" altLang="zh-CN" b="1" noProof="1">
              <a:latin typeface="楷体" pitchFamily="49" charset="-122"/>
              <a:ea typeface="楷体" pitchFamily="49" charset="-122"/>
              <a:cs typeface="Times New Roman" pitchFamily="18" charset="0"/>
            </a:endParaRPr>
          </a:p>
          <a:p>
            <a:pPr eaLnBrk="1" hangingPunct="1">
              <a:buClr>
                <a:srgbClr val="000000"/>
              </a:buClr>
              <a:buFont typeface="Arial" panose="020B0604020202020204" pitchFamily="34" charset="0"/>
              <a:buNone/>
              <a:defRPr/>
            </a:pPr>
            <a:r>
              <a:rPr lang="zh-CN" altLang="zh-CN" b="1" noProof="1">
                <a:latin typeface="Times New Roman" pitchFamily="18" charset="0"/>
                <a:ea typeface="Times New Roman" pitchFamily="18" charset="0"/>
                <a:cs typeface="华文楷体" pitchFamily="2" charset="-122"/>
              </a:rPr>
              <a:t>(0) </a:t>
            </a:r>
            <a:r>
              <a:rPr lang="en-US" altLang="zh-CN" b="1" i="1" noProof="1">
                <a:latin typeface="Times New Roman" pitchFamily="18" charset="0"/>
                <a:ea typeface="Times New Roman" pitchFamily="18" charset="0"/>
                <a:cs typeface="华文楷体" pitchFamily="2" charset="-122"/>
              </a:rPr>
              <a:t>S′→S</a:t>
            </a:r>
            <a:endParaRPr lang="en-US" altLang="zh-CN" b="1" i="1" noProof="1">
              <a:latin typeface="Times New Roman" pitchFamily="18" charset="0"/>
              <a:cs typeface="Times New Roman" pitchFamily="18" charset="0"/>
            </a:endParaRPr>
          </a:p>
          <a:p>
            <a:pPr eaLnBrk="1" hangingPunct="1">
              <a:buClr>
                <a:srgbClr val="000000"/>
              </a:buClr>
              <a:buFont typeface="Arial" panose="020B0604020202020204" pitchFamily="34" charset="0"/>
              <a:buNone/>
              <a:defRPr/>
            </a:pPr>
            <a:r>
              <a:rPr lang="en-US" altLang="zh-CN" b="1" noProof="1">
                <a:latin typeface="Times New Roman" pitchFamily="18" charset="0"/>
                <a:cs typeface="Times New Roman" pitchFamily="18" charset="0"/>
              </a:rPr>
              <a:t>(1) </a:t>
            </a:r>
            <a:r>
              <a:rPr lang="en-US" altLang="zh-CN" b="1" i="1" noProof="1">
                <a:latin typeface="Times New Roman" pitchFamily="18" charset="0"/>
                <a:cs typeface="Times New Roman" pitchFamily="18" charset="0"/>
              </a:rPr>
              <a:t>S → AcA</a:t>
            </a:r>
          </a:p>
          <a:p>
            <a:pPr eaLnBrk="1" hangingPunct="1">
              <a:buClr>
                <a:srgbClr val="000000"/>
              </a:buClr>
              <a:buFont typeface="Arial" panose="020B0604020202020204" pitchFamily="34" charset="0"/>
              <a:buNone/>
              <a:defRPr/>
            </a:pPr>
            <a:r>
              <a:rPr lang="en-US" altLang="zh-CN" b="1" noProof="1">
                <a:latin typeface="Times New Roman" pitchFamily="18" charset="0"/>
                <a:cs typeface="Times New Roman" pitchFamily="18" charset="0"/>
              </a:rPr>
              <a:t>(2) </a:t>
            </a:r>
            <a:r>
              <a:rPr lang="en-US" altLang="zh-CN" b="1" i="1" noProof="1">
                <a:latin typeface="Times New Roman" pitchFamily="18" charset="0"/>
                <a:cs typeface="Times New Roman" pitchFamily="18" charset="0"/>
              </a:rPr>
              <a:t>A → aA</a:t>
            </a:r>
          </a:p>
          <a:p>
            <a:pPr eaLnBrk="1" hangingPunct="1">
              <a:buClr>
                <a:srgbClr val="000000"/>
              </a:buClr>
              <a:buFont typeface="Arial" panose="020B0604020202020204" pitchFamily="34" charset="0"/>
              <a:buNone/>
              <a:defRPr/>
            </a:pPr>
            <a:r>
              <a:rPr lang="en-US" altLang="zh-CN" b="1" noProof="1">
                <a:latin typeface="Times New Roman" pitchFamily="18" charset="0"/>
                <a:cs typeface="Times New Roman" pitchFamily="18" charset="0"/>
              </a:rPr>
              <a:t>(3) </a:t>
            </a:r>
            <a:r>
              <a:rPr lang="en-US" altLang="zh-CN" b="1" i="1" noProof="1">
                <a:latin typeface="Times New Roman" pitchFamily="18" charset="0"/>
                <a:cs typeface="Times New Roman" pitchFamily="18" charset="0"/>
              </a:rPr>
              <a:t>A → d</a:t>
            </a:r>
          </a:p>
        </p:txBody>
      </p:sp>
      <p:sp>
        <p:nvSpPr>
          <p:cNvPr id="54" name="Rectangle 72"/>
          <p:cNvSpPr>
            <a:spLocks noChangeArrowheads="1"/>
          </p:cNvSpPr>
          <p:nvPr/>
        </p:nvSpPr>
        <p:spPr bwMode="auto">
          <a:xfrm>
            <a:off x="5857875" y="935038"/>
            <a:ext cx="1227138" cy="400050"/>
          </a:xfrm>
          <a:prstGeom prst="rect">
            <a:avLst/>
          </a:prstGeom>
          <a:solidFill>
            <a:schemeClr val="accent5">
              <a:lumMod val="60000"/>
              <a:lumOff val="40000"/>
            </a:schemeClr>
          </a:solidFill>
          <a:ln w="12700">
            <a:solidFill>
              <a:schemeClr val="tx1"/>
            </a:solidFill>
            <a:miter lim="800000"/>
          </a:ln>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r>
              <a:rPr lang="en-US" altLang="zh-CN" sz="2000" b="1" i="1" dirty="0">
                <a:latin typeface="Times New Roman" panose="02020603050405020304" pitchFamily="18" charset="0"/>
                <a:ea typeface="楷体_GB2312" panose="02010609030101010101" pitchFamily="49" charset="-122"/>
                <a:cs typeface="Times New Roman" panose="02020603050405020304" pitchFamily="18" charset="0"/>
              </a:rPr>
              <a:t>r=a</a:t>
            </a:r>
            <a:r>
              <a:rPr lang="en-US" altLang="zh-CN" sz="2000" b="1" i="1" baseline="30000" dirty="0">
                <a:latin typeface="Times New Roman" panose="02020603050405020304" pitchFamily="18" charset="0"/>
                <a:ea typeface="楷体_GB2312" panose="02010609030101010101" pitchFamily="49" charset="-122"/>
                <a:cs typeface="Times New Roman" panose="02020603050405020304" pitchFamily="18" charset="0"/>
              </a:rPr>
              <a:t>*</a:t>
            </a:r>
            <a:r>
              <a:rPr lang="en-US" altLang="zh-CN" sz="2000" b="1" i="1" dirty="0" err="1">
                <a:latin typeface="Times New Roman" panose="02020603050405020304" pitchFamily="18" charset="0"/>
                <a:ea typeface="楷体_GB2312" panose="02010609030101010101" pitchFamily="49" charset="-122"/>
                <a:cs typeface="Times New Roman" panose="02020603050405020304" pitchFamily="18" charset="0"/>
              </a:rPr>
              <a:t>dca</a:t>
            </a:r>
            <a:r>
              <a:rPr lang="en-US" altLang="zh-CN" sz="2000" b="1" i="1" baseline="30000" dirty="0">
                <a:latin typeface="Times New Roman" panose="02020603050405020304" pitchFamily="18" charset="0"/>
                <a:ea typeface="楷体_GB2312" panose="02010609030101010101" pitchFamily="49" charset="-122"/>
                <a:cs typeface="Times New Roman" panose="02020603050405020304" pitchFamily="18" charset="0"/>
              </a:rPr>
              <a:t>*</a:t>
            </a:r>
            <a:r>
              <a:rPr lang="en-US" altLang="zh-CN" sz="2000" b="1" i="1" dirty="0">
                <a:latin typeface="Times New Roman" panose="02020603050405020304" pitchFamily="18" charset="0"/>
                <a:ea typeface="楷体_GB2312" panose="02010609030101010101" pitchFamily="49" charset="-122"/>
                <a:cs typeface="Times New Roman" panose="02020603050405020304" pitchFamily="18" charset="0"/>
              </a:rPr>
              <a:t>d</a:t>
            </a:r>
            <a:endParaRPr lang="zh-CN" altLang="en-US" sz="2000" b="1" dirty="0">
              <a:latin typeface="Times New Roman" panose="02020603050405020304" pitchFamily="18" charset="0"/>
              <a:ea typeface="楷体_GB2312" panose="02010609030101010101" pitchFamily="49" charset="-122"/>
              <a:cs typeface="Times New Roman" panose="02020603050405020304" pitchFamily="18" charset="0"/>
            </a:endParaRPr>
          </a:p>
        </p:txBody>
      </p:sp>
      <p:sp>
        <p:nvSpPr>
          <p:cNvPr id="58" name="Rectangle 72"/>
          <p:cNvSpPr>
            <a:spLocks noChangeArrowheads="1"/>
          </p:cNvSpPr>
          <p:nvPr/>
        </p:nvSpPr>
        <p:spPr bwMode="auto">
          <a:xfrm>
            <a:off x="203200" y="1166813"/>
            <a:ext cx="1122423" cy="400110"/>
          </a:xfrm>
          <a:prstGeom prst="rect">
            <a:avLst/>
          </a:prstGeom>
          <a:solidFill>
            <a:schemeClr val="accent5">
              <a:lumMod val="60000"/>
              <a:lumOff val="40000"/>
            </a:schemeClr>
          </a:solidFill>
          <a:ln w="12700">
            <a:solidFill>
              <a:schemeClr val="tx1"/>
            </a:solidFill>
            <a:miter lim="800000"/>
          </a:ln>
        </p:spPr>
        <p:txBody>
          <a:bodyPr wrap="none">
            <a:spAutoFit/>
          </a:bodyPr>
          <a:lstStyle/>
          <a:p>
            <a:pPr eaLnBrk="1" hangingPunct="1">
              <a:buFont typeface="Arial" panose="020B0604020202020204" pitchFamily="34" charset="0"/>
              <a:buNone/>
              <a:defRPr/>
            </a:pPr>
            <a:r>
              <a:rPr lang="zh-CN" altLang="en-US" sz="2000" b="1" noProof="1">
                <a:latin typeface="华文楷体" panose="02010600040101010101" pitchFamily="2" charset="-122"/>
                <a:ea typeface="华文楷体" panose="02010600040101010101" pitchFamily="2" charset="-122"/>
                <a:cs typeface="+mn-ea"/>
              </a:rPr>
              <a:t>输入</a:t>
            </a:r>
            <a:r>
              <a:rPr lang="en-US" altLang="zh-CN" sz="2000" b="1" i="1" noProof="1">
                <a:latin typeface="Times New Roman" panose="02020603050405020304" pitchFamily="18" charset="0"/>
                <a:ea typeface="Times New Roman" panose="02020603050405020304" pitchFamily="18" charset="0"/>
                <a:cs typeface="+mn-ea"/>
              </a:rPr>
              <a:t> ad</a:t>
            </a:r>
            <a:r>
              <a:rPr lang="en-US" altLang="zh-CN" b="1" noProof="1">
                <a:latin typeface="华文楷体" panose="02010600040101010101" pitchFamily="2" charset="-122"/>
                <a:cs typeface="+mn-ea"/>
              </a:rPr>
              <a:t>$</a:t>
            </a:r>
            <a:endParaRPr lang="zh-CN" altLang="en-US" b="1" noProof="1">
              <a:latin typeface="华文楷体" panose="02010600040101010101" pitchFamily="2" charset="-122"/>
            </a:endParaRPr>
          </a:p>
        </p:txBody>
      </p:sp>
      <p:sp>
        <p:nvSpPr>
          <p:cNvPr id="5" name="灯片编号占位符 4">
            <a:extLst>
              <a:ext uri="{FF2B5EF4-FFF2-40B4-BE49-F238E27FC236}">
                <a16:creationId xmlns:a16="http://schemas.microsoft.com/office/drawing/2014/main" id="{57CC39CE-04CD-4A32-85DA-74C88CC3E392}"/>
              </a:ext>
            </a:extLst>
          </p:cNvPr>
          <p:cNvSpPr>
            <a:spLocks noGrp="1"/>
          </p:cNvSpPr>
          <p:nvPr>
            <p:ph type="sldNum" sz="quarter" idx="12"/>
          </p:nvPr>
        </p:nvSpPr>
        <p:spPr/>
        <p:txBody>
          <a:bodyPr/>
          <a:lstStyle/>
          <a:p>
            <a:pPr>
              <a:defRPr/>
            </a:pPr>
            <a:fld id="{76D20AB1-C80E-44EB-B890-88EEF3B3DC08}" type="slidenum">
              <a:rPr lang="zh-CN" altLang="en-US" smtClean="0"/>
              <a:pPr>
                <a:defRPr/>
              </a:pPr>
              <a:t>30</a:t>
            </a:fld>
            <a:endParaRPr lang="en-US" altLang="zh-CN"/>
          </a:p>
        </p:txBody>
      </p:sp>
      <p:grpSp>
        <p:nvGrpSpPr>
          <p:cNvPr id="10" name="组合 9">
            <a:extLst>
              <a:ext uri="{FF2B5EF4-FFF2-40B4-BE49-F238E27FC236}">
                <a16:creationId xmlns:a16="http://schemas.microsoft.com/office/drawing/2014/main" id="{0B72FC3D-D6E8-4054-BDAA-92461C863F43}"/>
              </a:ext>
            </a:extLst>
          </p:cNvPr>
          <p:cNvGrpSpPr/>
          <p:nvPr/>
        </p:nvGrpSpPr>
        <p:grpSpPr>
          <a:xfrm>
            <a:off x="439738" y="1325563"/>
            <a:ext cx="6138862" cy="3622451"/>
            <a:chOff x="439738" y="1325563"/>
            <a:chExt cx="6138862" cy="3622451"/>
          </a:xfrm>
        </p:grpSpPr>
        <p:grpSp>
          <p:nvGrpSpPr>
            <p:cNvPr id="2" name="组合 4"/>
            <p:cNvGrpSpPr>
              <a:grpSpLocks/>
            </p:cNvGrpSpPr>
            <p:nvPr/>
          </p:nvGrpSpPr>
          <p:grpSpPr bwMode="auto">
            <a:xfrm>
              <a:off x="439738" y="1325563"/>
              <a:ext cx="6138862" cy="3622451"/>
              <a:chOff x="439738" y="1325563"/>
              <a:chExt cx="6138862" cy="3622451"/>
            </a:xfrm>
          </p:grpSpPr>
          <p:sp>
            <p:nvSpPr>
              <p:cNvPr id="71690" name="Text Box 2"/>
              <p:cNvSpPr txBox="1">
                <a:spLocks noChangeArrowheads="1"/>
              </p:cNvSpPr>
              <p:nvPr/>
            </p:nvSpPr>
            <p:spPr bwMode="auto">
              <a:xfrm>
                <a:off x="439738" y="1687513"/>
                <a:ext cx="1439862" cy="1508125"/>
              </a:xfrm>
              <a:prstGeom prst="rect">
                <a:avLst/>
              </a:prstGeom>
              <a:solidFill>
                <a:srgbClr val="B5CEED"/>
              </a:solidFill>
              <a:ln w="12700">
                <a:solidFill>
                  <a:schemeClr val="tx1"/>
                </a:solidFill>
                <a:miter lim="800000"/>
                <a:headEnd type="none" w="sm" len="sm"/>
                <a:tailEnd type="none" w="sm" len="sm"/>
              </a:ln>
            </p:spPr>
            <p:txBody>
              <a:bodyPr tIns="0" bIns="0">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I</a:t>
                </a:r>
                <a:r>
                  <a:rPr lang="en-US" altLang="zh-CN" b="1" i="1" baseline="-25000">
                    <a:solidFill>
                      <a:schemeClr val="tx1"/>
                    </a:solidFill>
                    <a:latin typeface="Times New Roman" panose="02020603050405020304" pitchFamily="18" charset="0"/>
                    <a:cs typeface="Times New Roman" panose="02020603050405020304" pitchFamily="18" charset="0"/>
                  </a:rPr>
                  <a:t>0</a:t>
                </a:r>
                <a:r>
                  <a:rPr lang="en-US" altLang="zh-CN" b="1">
                    <a:solidFill>
                      <a:schemeClr val="tx1"/>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S′→</a:t>
                </a:r>
                <a:r>
                  <a:rPr lang="en-US" altLang="zh-CN" sz="1800" b="1" i="1">
                    <a:solidFill>
                      <a:srgbClr val="000000"/>
                    </a:solidFill>
                    <a:latin typeface="Times New Roman" panose="02020603050405020304" pitchFamily="18" charset="0"/>
                    <a:cs typeface="Times New Roman" panose="02020603050405020304" pitchFamily="18" charset="0"/>
                  </a:rPr>
                  <a:t>·</a:t>
                </a:r>
                <a:r>
                  <a:rPr lang="en-US" altLang="zh-CN" sz="1800" b="1" i="1">
                    <a:solidFill>
                      <a:schemeClr val="tx1"/>
                    </a:solidFill>
                    <a:latin typeface="Times New Roman" panose="02020603050405020304" pitchFamily="18" charset="0"/>
                    <a:cs typeface="Times New Roman" panose="02020603050405020304" pitchFamily="18" charset="0"/>
                  </a:rPr>
                  <a:t>S</a:t>
                </a:r>
                <a:r>
                  <a:rPr lang="zh-CN" altLang="en-US" sz="1800" b="1" i="1">
                    <a:solidFill>
                      <a:schemeClr val="tx1"/>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 </a:t>
                </a:r>
                <a:r>
                  <a:rPr lang="en-US" altLang="zh-CN" sz="1800" b="1">
                    <a:solidFill>
                      <a:schemeClr val="tx1"/>
                    </a:solidFill>
                    <a:latin typeface="华文楷体" panose="02010600040101010101" pitchFamily="2" charset="-122"/>
                    <a:cs typeface="Times New Roman" panose="02020603050405020304" pitchFamily="18" charset="0"/>
                  </a:rPr>
                  <a:t>$</a:t>
                </a:r>
                <a:r>
                  <a:rPr lang="en-US" altLang="zh-CN" sz="1800" b="1" i="1">
                    <a:solidFill>
                      <a:schemeClr val="tx1"/>
                    </a:solidFill>
                    <a:latin typeface="Times New Roman" panose="02020603050405020304" pitchFamily="18" charset="0"/>
                    <a:cs typeface="Times New Roman" panose="02020603050405020304" pitchFamily="18" charset="0"/>
                  </a:rPr>
                  <a:t>	    </a:t>
                </a: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S →</a:t>
                </a:r>
                <a:r>
                  <a:rPr lang="en-US" altLang="zh-CN" sz="1800" b="1" i="1">
                    <a:solidFill>
                      <a:srgbClr val="000000"/>
                    </a:solidFill>
                    <a:latin typeface="Times New Roman" panose="02020603050405020304" pitchFamily="18" charset="0"/>
                    <a:cs typeface="Times New Roman" panose="02020603050405020304" pitchFamily="18" charset="0"/>
                  </a:rPr>
                  <a:t>·</a:t>
                </a:r>
                <a:r>
                  <a:rPr lang="en-US" altLang="zh-CN" sz="1800" b="1" i="1">
                    <a:solidFill>
                      <a:schemeClr val="tx1"/>
                    </a:solidFill>
                    <a:latin typeface="Times New Roman" panose="02020603050405020304" pitchFamily="18" charset="0"/>
                    <a:cs typeface="Times New Roman" panose="02020603050405020304" pitchFamily="18" charset="0"/>
                  </a:rPr>
                  <a:t>AcA</a:t>
                </a:r>
                <a:r>
                  <a:rPr lang="zh-CN" altLang="en-US" sz="1800" b="1" i="1">
                    <a:solidFill>
                      <a:schemeClr val="tx1"/>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 </a:t>
                </a:r>
                <a:r>
                  <a:rPr lang="en-US" altLang="zh-CN" sz="1800" b="1">
                    <a:solidFill>
                      <a:schemeClr val="tx1"/>
                    </a:solidFill>
                    <a:latin typeface="华文楷体" panose="02010600040101010101" pitchFamily="2" charset="-122"/>
                    <a:cs typeface="Times New Roman" panose="02020603050405020304" pitchFamily="18" charset="0"/>
                  </a:rPr>
                  <a:t>$</a:t>
                </a:r>
                <a:r>
                  <a:rPr lang="en-US" altLang="zh-CN" sz="1800" b="1" i="1">
                    <a:solidFill>
                      <a:schemeClr val="tx1"/>
                    </a:solidFill>
                    <a:latin typeface="Times New Roman" panose="02020603050405020304" pitchFamily="18" charset="0"/>
                    <a:cs typeface="Times New Roman" panose="02020603050405020304" pitchFamily="18" charset="0"/>
                  </a:rPr>
                  <a:t>    </a:t>
                </a: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A →</a:t>
                </a:r>
                <a:r>
                  <a:rPr lang="en-US" altLang="zh-CN" sz="1800" b="1" i="1">
                    <a:solidFill>
                      <a:srgbClr val="000000"/>
                    </a:solidFill>
                    <a:latin typeface="Times New Roman" panose="02020603050405020304" pitchFamily="18" charset="0"/>
                    <a:cs typeface="Times New Roman" panose="02020603050405020304" pitchFamily="18" charset="0"/>
                  </a:rPr>
                  <a:t>·</a:t>
                </a:r>
                <a:r>
                  <a:rPr lang="en-US" altLang="zh-CN" sz="1800" b="1" i="1">
                    <a:solidFill>
                      <a:schemeClr val="tx1"/>
                    </a:solidFill>
                    <a:latin typeface="Times New Roman" panose="02020603050405020304" pitchFamily="18" charset="0"/>
                    <a:cs typeface="Times New Roman" panose="02020603050405020304" pitchFamily="18" charset="0"/>
                  </a:rPr>
                  <a:t>aA , c </a:t>
                </a: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A →</a:t>
                </a:r>
                <a:r>
                  <a:rPr lang="en-US" altLang="zh-CN" sz="1800" b="1" i="1">
                    <a:solidFill>
                      <a:srgbClr val="000000"/>
                    </a:solidFill>
                    <a:latin typeface="Times New Roman" panose="02020603050405020304" pitchFamily="18" charset="0"/>
                    <a:cs typeface="Times New Roman" panose="02020603050405020304" pitchFamily="18" charset="0"/>
                  </a:rPr>
                  <a:t>·</a:t>
                </a:r>
                <a:r>
                  <a:rPr lang="en-US" altLang="zh-CN" sz="1800" b="1" i="1">
                    <a:solidFill>
                      <a:schemeClr val="tx1"/>
                    </a:solidFill>
                    <a:latin typeface="Times New Roman" panose="02020603050405020304" pitchFamily="18" charset="0"/>
                    <a:cs typeface="Times New Roman" panose="02020603050405020304" pitchFamily="18" charset="0"/>
                  </a:rPr>
                  <a:t>d , c</a:t>
                </a:r>
                <a:endParaRPr lang="zh-CN" altLang="en-US" sz="1800" b="1" i="1">
                  <a:solidFill>
                    <a:schemeClr val="tx1"/>
                  </a:solidFill>
                  <a:latin typeface="Times New Roman" panose="02020603050405020304" pitchFamily="18" charset="0"/>
                  <a:cs typeface="Times New Roman" panose="02020603050405020304" pitchFamily="18" charset="0"/>
                </a:endParaRPr>
              </a:p>
            </p:txBody>
          </p:sp>
          <p:sp>
            <p:nvSpPr>
              <p:cNvPr id="71691" name="Text Box 3"/>
              <p:cNvSpPr txBox="1">
                <a:spLocks noChangeArrowheads="1"/>
              </p:cNvSpPr>
              <p:nvPr/>
            </p:nvSpPr>
            <p:spPr bwMode="auto">
              <a:xfrm>
                <a:off x="2587625" y="1325563"/>
                <a:ext cx="1439863" cy="677862"/>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chemeClr val="tx1"/>
                    </a:solidFill>
                    <a:latin typeface="Times New Roman" panose="02020603050405020304" pitchFamily="18" charset="0"/>
                    <a:cs typeface="Times New Roman" panose="02020603050405020304" pitchFamily="18" charset="0"/>
                  </a:rPr>
                  <a:t>I</a:t>
                </a:r>
                <a:r>
                  <a:rPr lang="en-US" altLang="zh-CN" sz="2000" b="1" i="1" baseline="-25000">
                    <a:solidFill>
                      <a:schemeClr val="tx1"/>
                    </a:solidFill>
                    <a:latin typeface="Times New Roman" panose="02020603050405020304" pitchFamily="18" charset="0"/>
                    <a:cs typeface="Times New Roman" panose="02020603050405020304" pitchFamily="18" charset="0"/>
                  </a:rPr>
                  <a:t>1</a:t>
                </a:r>
                <a:r>
                  <a:rPr lang="en-US" altLang="zh-CN" sz="2000" b="1">
                    <a:solidFill>
                      <a:schemeClr val="tx1"/>
                    </a:solidFill>
                    <a:latin typeface="Times New Roman" panose="02020603050405020304" pitchFamily="18" charset="0"/>
                    <a:cs typeface="Times New Roman" panose="02020603050405020304" pitchFamily="18" charset="0"/>
                  </a:rPr>
                  <a:t>:</a:t>
                </a:r>
              </a:p>
              <a:p>
                <a:pPr>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S′ →S</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 , </a:t>
                </a:r>
                <a:r>
                  <a:rPr lang="en-US" altLang="zh-CN" sz="1800" b="1">
                    <a:solidFill>
                      <a:schemeClr val="tx1"/>
                    </a:solidFill>
                    <a:latin typeface="华文楷体" panose="02010600040101010101" pitchFamily="2" charset="-122"/>
                    <a:cs typeface="Times New Roman" panose="02020603050405020304" pitchFamily="18" charset="0"/>
                  </a:rPr>
                  <a:t>$</a:t>
                </a:r>
                <a:endParaRPr lang="en-US" altLang="zh-CN" sz="1800" b="1" i="1">
                  <a:solidFill>
                    <a:schemeClr val="tx1"/>
                  </a:solidFill>
                  <a:latin typeface="Times New Roman" panose="02020603050405020304" pitchFamily="18" charset="0"/>
                  <a:cs typeface="Times New Roman" panose="02020603050405020304" pitchFamily="18" charset="0"/>
                </a:endParaRPr>
              </a:p>
            </p:txBody>
          </p:sp>
          <p:sp>
            <p:nvSpPr>
              <p:cNvPr id="71692" name="Line 4"/>
              <p:cNvSpPr>
                <a:spLocks noChangeShapeType="1"/>
              </p:cNvSpPr>
              <p:nvPr/>
            </p:nvSpPr>
            <p:spPr bwMode="auto">
              <a:xfrm flipV="1">
                <a:off x="1862138" y="1903413"/>
                <a:ext cx="720725"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693" name="Text Box 5"/>
              <p:cNvSpPr txBox="1">
                <a:spLocks noChangeArrowheads="1"/>
              </p:cNvSpPr>
              <p:nvPr/>
            </p:nvSpPr>
            <p:spPr bwMode="auto">
              <a:xfrm>
                <a:off x="2584450" y="2265363"/>
                <a:ext cx="1423988" cy="677862"/>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chemeClr val="tx1"/>
                    </a:solidFill>
                    <a:latin typeface="Times New Roman" panose="02020603050405020304" pitchFamily="18" charset="0"/>
                    <a:cs typeface="Times New Roman" panose="02020603050405020304" pitchFamily="18" charset="0"/>
                  </a:rPr>
                  <a:t>I</a:t>
                </a:r>
                <a:r>
                  <a:rPr lang="en-US" altLang="zh-CN" sz="2000" b="1" i="1" baseline="-25000">
                    <a:solidFill>
                      <a:schemeClr val="tx1"/>
                    </a:solidFill>
                    <a:latin typeface="Times New Roman" panose="02020603050405020304" pitchFamily="18" charset="0"/>
                    <a:cs typeface="Times New Roman" panose="02020603050405020304" pitchFamily="18" charset="0"/>
                  </a:rPr>
                  <a:t>2</a:t>
                </a:r>
                <a:r>
                  <a:rPr lang="en-US" altLang="zh-CN" sz="2000" b="1">
                    <a:solidFill>
                      <a:schemeClr val="tx1"/>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S →A</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cA</a:t>
                </a:r>
                <a:r>
                  <a:rPr lang="zh-CN" altLang="en-US" sz="1800" b="1" i="1">
                    <a:solidFill>
                      <a:schemeClr val="tx1"/>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 </a:t>
                </a:r>
                <a:r>
                  <a:rPr lang="en-US" altLang="zh-CN" sz="1800" b="1">
                    <a:solidFill>
                      <a:schemeClr val="tx1"/>
                    </a:solidFill>
                    <a:latin typeface="华文楷体" panose="02010600040101010101" pitchFamily="2" charset="-122"/>
                    <a:cs typeface="Times New Roman" panose="02020603050405020304" pitchFamily="18" charset="0"/>
                  </a:rPr>
                  <a:t>$</a:t>
                </a:r>
                <a:endParaRPr lang="en-US" altLang="zh-CN" sz="1800" b="1" i="1">
                  <a:solidFill>
                    <a:schemeClr val="tx1"/>
                  </a:solidFill>
                  <a:latin typeface="Times New Roman" panose="02020603050405020304" pitchFamily="18" charset="0"/>
                  <a:cs typeface="Times New Roman" panose="02020603050405020304" pitchFamily="18" charset="0"/>
                </a:endParaRPr>
              </a:p>
            </p:txBody>
          </p:sp>
          <p:sp>
            <p:nvSpPr>
              <p:cNvPr id="71694" name="Line 6"/>
              <p:cNvSpPr>
                <a:spLocks noChangeShapeType="1"/>
              </p:cNvSpPr>
              <p:nvPr/>
            </p:nvSpPr>
            <p:spPr bwMode="auto">
              <a:xfrm flipV="1">
                <a:off x="1897063" y="2381250"/>
                <a:ext cx="67945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695" name="Text Box 7"/>
              <p:cNvSpPr txBox="1">
                <a:spLocks noChangeArrowheads="1"/>
              </p:cNvSpPr>
              <p:nvPr/>
            </p:nvSpPr>
            <p:spPr bwMode="auto">
              <a:xfrm>
                <a:off x="2039938" y="1954213"/>
                <a:ext cx="5032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A</a:t>
                </a:r>
              </a:p>
            </p:txBody>
          </p:sp>
          <p:sp>
            <p:nvSpPr>
              <p:cNvPr id="71696" name="Text Box 8"/>
              <p:cNvSpPr txBox="1">
                <a:spLocks noChangeArrowheads="1"/>
              </p:cNvSpPr>
              <p:nvPr/>
            </p:nvSpPr>
            <p:spPr bwMode="auto">
              <a:xfrm>
                <a:off x="2613024" y="3165475"/>
                <a:ext cx="1595437" cy="1231106"/>
              </a:xfrm>
              <a:prstGeom prst="rect">
                <a:avLst/>
              </a:prstGeom>
              <a:solidFill>
                <a:schemeClr val="accent4">
                  <a:lumMod val="40000"/>
                  <a:lumOff val="60000"/>
                </a:schemeClr>
              </a:solidFill>
              <a:ln w="12700">
                <a:solidFill>
                  <a:schemeClr val="tx1"/>
                </a:solidFill>
                <a:miter lim="800000"/>
                <a:headEnd type="none" w="sm" len="sm"/>
                <a:tailEnd type="none" w="sm" len="sm"/>
              </a:ln>
            </p:spPr>
            <p:txBody>
              <a:bodyPr wrap="square">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cs typeface="Times New Roman" panose="02020603050405020304" pitchFamily="18" charset="0"/>
                  </a:rPr>
                  <a:t>I</a:t>
                </a:r>
                <a:r>
                  <a:rPr lang="en-US" altLang="zh-CN" sz="2000" b="1" i="1" baseline="-25000" dirty="0">
                    <a:solidFill>
                      <a:schemeClr val="tx1"/>
                    </a:solidFill>
                    <a:latin typeface="Times New Roman" panose="02020603050405020304" pitchFamily="18" charset="0"/>
                    <a:cs typeface="Times New Roman" panose="02020603050405020304" pitchFamily="18" charset="0"/>
                  </a:rPr>
                  <a:t>3-8</a:t>
                </a:r>
                <a:r>
                  <a:rPr lang="en-US" altLang="zh-CN" sz="2000" b="1" dirty="0">
                    <a:solidFill>
                      <a:schemeClr val="tx1"/>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cs typeface="Times New Roman" panose="02020603050405020304" pitchFamily="18" charset="0"/>
                  </a:rPr>
                  <a:t>A → a</a:t>
                </a:r>
                <a:r>
                  <a:rPr lang="en-US" altLang="zh-CN" sz="1800" b="1" i="1" dirty="0">
                    <a:solidFill>
                      <a:srgbClr val="000000"/>
                    </a:solidFill>
                    <a:latin typeface="Times New Roman" panose="02020603050405020304" pitchFamily="18" charset="0"/>
                    <a:cs typeface="Times New Roman" panose="02020603050405020304" pitchFamily="18" charset="0"/>
                  </a:rPr>
                  <a:t> · </a:t>
                </a:r>
                <a:r>
                  <a:rPr lang="en-US" altLang="zh-CN" sz="1800" b="1" i="1" dirty="0">
                    <a:solidFill>
                      <a:schemeClr val="tx1"/>
                    </a:solidFill>
                    <a:latin typeface="Times New Roman" panose="02020603050405020304" pitchFamily="18" charset="0"/>
                    <a:cs typeface="Times New Roman" panose="02020603050405020304" pitchFamily="18" charset="0"/>
                  </a:rPr>
                  <a:t>A , c/$</a:t>
                </a:r>
              </a:p>
              <a:p>
                <a:pPr eaLnBrk="1" hangingPunct="1">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cs typeface="Times New Roman" panose="02020603050405020304" pitchFamily="18" charset="0"/>
                  </a:rPr>
                  <a:t>A → </a:t>
                </a:r>
                <a:r>
                  <a:rPr lang="en-US" altLang="zh-CN" sz="1800" b="1" i="1" dirty="0">
                    <a:solidFill>
                      <a:srgbClr val="000000"/>
                    </a:solidFill>
                    <a:latin typeface="Times New Roman" panose="02020603050405020304" pitchFamily="18" charset="0"/>
                    <a:cs typeface="Times New Roman" panose="02020603050405020304" pitchFamily="18" charset="0"/>
                  </a:rPr>
                  <a:t>· </a:t>
                </a:r>
                <a:r>
                  <a:rPr lang="en-US" altLang="zh-CN" sz="1800" b="1" i="1" dirty="0" err="1">
                    <a:solidFill>
                      <a:schemeClr val="tx1"/>
                    </a:solidFill>
                    <a:latin typeface="Times New Roman" panose="02020603050405020304" pitchFamily="18" charset="0"/>
                    <a:cs typeface="Times New Roman" panose="02020603050405020304" pitchFamily="18" charset="0"/>
                  </a:rPr>
                  <a:t>aA</a:t>
                </a:r>
                <a:r>
                  <a:rPr lang="en-US" altLang="zh-CN" sz="1800" b="1" i="1" dirty="0">
                    <a:solidFill>
                      <a:schemeClr val="tx1"/>
                    </a:solidFill>
                    <a:latin typeface="Times New Roman" panose="02020603050405020304" pitchFamily="18" charset="0"/>
                    <a:cs typeface="Times New Roman" panose="02020603050405020304" pitchFamily="18" charset="0"/>
                  </a:rPr>
                  <a:t> , c/$</a:t>
                </a:r>
              </a:p>
              <a:p>
                <a:pPr eaLnBrk="1" hangingPunct="1">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cs typeface="Times New Roman" panose="02020603050405020304" pitchFamily="18" charset="0"/>
                  </a:rPr>
                  <a:t>A → </a:t>
                </a:r>
                <a:r>
                  <a:rPr lang="en-US" altLang="zh-CN" sz="1800" b="1" i="1" dirty="0">
                    <a:solidFill>
                      <a:srgbClr val="000000"/>
                    </a:solidFill>
                    <a:latin typeface="Times New Roman" panose="02020603050405020304" pitchFamily="18" charset="0"/>
                    <a:cs typeface="Times New Roman" panose="02020603050405020304" pitchFamily="18" charset="0"/>
                  </a:rPr>
                  <a:t>· </a:t>
                </a:r>
                <a:r>
                  <a:rPr lang="en-US" altLang="zh-CN" sz="1800" b="1" i="1" dirty="0">
                    <a:solidFill>
                      <a:schemeClr val="tx1"/>
                    </a:solidFill>
                    <a:latin typeface="Times New Roman" panose="02020603050405020304" pitchFamily="18" charset="0"/>
                    <a:cs typeface="Times New Roman" panose="02020603050405020304" pitchFamily="18" charset="0"/>
                  </a:rPr>
                  <a:t>d , c/$</a:t>
                </a:r>
              </a:p>
            </p:txBody>
          </p:sp>
          <p:sp>
            <p:nvSpPr>
              <p:cNvPr id="71697" name="Text Box 10"/>
              <p:cNvSpPr txBox="1">
                <a:spLocks noChangeArrowheads="1"/>
              </p:cNvSpPr>
              <p:nvPr/>
            </p:nvSpPr>
            <p:spPr bwMode="auto">
              <a:xfrm>
                <a:off x="2106613" y="2614613"/>
                <a:ext cx="6096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a</a:t>
                </a:r>
              </a:p>
            </p:txBody>
          </p:sp>
          <p:sp>
            <p:nvSpPr>
              <p:cNvPr id="71698" name="Text Box 11"/>
              <p:cNvSpPr txBox="1">
                <a:spLocks noChangeArrowheads="1"/>
              </p:cNvSpPr>
              <p:nvPr/>
            </p:nvSpPr>
            <p:spPr bwMode="auto">
              <a:xfrm>
                <a:off x="481013" y="3879850"/>
                <a:ext cx="1439862" cy="677863"/>
              </a:xfrm>
              <a:prstGeom prst="rect">
                <a:avLst/>
              </a:prstGeom>
              <a:solidFill>
                <a:schemeClr val="accent5">
                  <a:lumMod val="40000"/>
                  <a:lumOff val="60000"/>
                </a:schemeClr>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cs typeface="Times New Roman" panose="02020603050405020304" pitchFamily="18" charset="0"/>
                  </a:rPr>
                  <a:t>I</a:t>
                </a:r>
                <a:r>
                  <a:rPr lang="en-US" altLang="zh-CN" sz="2000" b="1" i="1" baseline="-25000" dirty="0">
                    <a:solidFill>
                      <a:schemeClr val="tx1"/>
                    </a:solidFill>
                    <a:latin typeface="Times New Roman" panose="02020603050405020304" pitchFamily="18" charset="0"/>
                    <a:cs typeface="Times New Roman" panose="02020603050405020304" pitchFamily="18" charset="0"/>
                  </a:rPr>
                  <a:t>4-9</a:t>
                </a:r>
                <a:r>
                  <a:rPr lang="en-US" altLang="zh-CN" sz="2000" b="1" dirty="0">
                    <a:solidFill>
                      <a:schemeClr val="tx1"/>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sz="1800" b="1" i="1" dirty="0">
                    <a:solidFill>
                      <a:srgbClr val="FF0000"/>
                    </a:solidFill>
                    <a:latin typeface="Times New Roman" panose="02020603050405020304" pitchFamily="18" charset="0"/>
                    <a:cs typeface="Times New Roman" panose="02020603050405020304" pitchFamily="18" charset="0"/>
                  </a:rPr>
                  <a:t>A →d · , c/$</a:t>
                </a:r>
              </a:p>
            </p:txBody>
          </p:sp>
          <p:sp>
            <p:nvSpPr>
              <p:cNvPr id="71699" name="Text Box 12"/>
              <p:cNvSpPr txBox="1">
                <a:spLocks noChangeArrowheads="1"/>
              </p:cNvSpPr>
              <p:nvPr/>
            </p:nvSpPr>
            <p:spPr bwMode="auto">
              <a:xfrm>
                <a:off x="4594522" y="2355726"/>
                <a:ext cx="1417638" cy="1231900"/>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cs typeface="Times New Roman" panose="02020603050405020304" pitchFamily="18" charset="0"/>
                  </a:rPr>
                  <a:t>I</a:t>
                </a:r>
                <a:r>
                  <a:rPr lang="en-US" altLang="zh-CN" sz="2000" b="1" i="1" baseline="-25000" dirty="0">
                    <a:solidFill>
                      <a:schemeClr val="tx1"/>
                    </a:solidFill>
                    <a:latin typeface="Times New Roman" panose="02020603050405020304" pitchFamily="18" charset="0"/>
                    <a:cs typeface="Times New Roman" panose="02020603050405020304" pitchFamily="18" charset="0"/>
                  </a:rPr>
                  <a:t>5</a:t>
                </a:r>
                <a:r>
                  <a:rPr lang="en-US" altLang="zh-CN" sz="2000" b="1" dirty="0">
                    <a:solidFill>
                      <a:schemeClr val="tx1"/>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cs typeface="Times New Roman" panose="02020603050405020304" pitchFamily="18" charset="0"/>
                  </a:rPr>
                  <a:t>S →Ac</a:t>
                </a:r>
                <a:r>
                  <a:rPr lang="en-US" altLang="zh-CN" sz="1800" b="1" i="1" dirty="0">
                    <a:solidFill>
                      <a:srgbClr val="000000"/>
                    </a:solidFill>
                    <a:latin typeface="Times New Roman" panose="02020603050405020304" pitchFamily="18" charset="0"/>
                    <a:cs typeface="Times New Roman" panose="02020603050405020304" pitchFamily="18" charset="0"/>
                  </a:rPr>
                  <a:t> ·</a:t>
                </a:r>
                <a:r>
                  <a:rPr lang="en-US" altLang="zh-CN" sz="1800" b="1" i="1" dirty="0">
                    <a:solidFill>
                      <a:schemeClr val="tx1"/>
                    </a:solidFill>
                    <a:latin typeface="Times New Roman" panose="02020603050405020304" pitchFamily="18" charset="0"/>
                    <a:cs typeface="Times New Roman" panose="02020603050405020304" pitchFamily="18" charset="0"/>
                  </a:rPr>
                  <a:t>A</a:t>
                </a:r>
                <a:r>
                  <a:rPr lang="zh-CN" altLang="en-US" sz="1800" b="1" i="1" dirty="0">
                    <a:solidFill>
                      <a:schemeClr val="tx1"/>
                    </a:solidFill>
                    <a:latin typeface="Times New Roman" panose="02020603050405020304" pitchFamily="18" charset="0"/>
                    <a:cs typeface="Times New Roman" panose="02020603050405020304" pitchFamily="18" charset="0"/>
                  </a:rPr>
                  <a:t> </a:t>
                </a:r>
                <a:r>
                  <a:rPr lang="en-US" altLang="zh-CN" sz="1800" b="1" i="1" dirty="0">
                    <a:solidFill>
                      <a:schemeClr val="tx1"/>
                    </a:solidFill>
                    <a:latin typeface="Times New Roman" panose="02020603050405020304" pitchFamily="18" charset="0"/>
                    <a:cs typeface="Times New Roman" panose="02020603050405020304" pitchFamily="18" charset="0"/>
                  </a:rPr>
                  <a:t>, </a:t>
                </a:r>
                <a:r>
                  <a:rPr lang="en-US" altLang="zh-CN" sz="1800" b="1" dirty="0">
                    <a:solidFill>
                      <a:schemeClr val="tx1"/>
                    </a:solidFill>
                    <a:latin typeface="华文楷体" panose="02010600040101010101" pitchFamily="2" charset="-122"/>
                    <a:cs typeface="Times New Roman" panose="02020603050405020304" pitchFamily="18" charset="0"/>
                  </a:rPr>
                  <a:t>$</a:t>
                </a:r>
                <a:endParaRPr lang="en-US" altLang="zh-CN" sz="1800" b="1" i="1" dirty="0">
                  <a:solidFill>
                    <a:schemeClr val="tx1"/>
                  </a:solidFill>
                  <a:latin typeface="Times New Roman" panose="02020603050405020304" pitchFamily="18" charset="0"/>
                  <a:cs typeface="Times New Roman" panose="02020603050405020304" pitchFamily="18" charset="0"/>
                </a:endParaRPr>
              </a:p>
              <a:p>
                <a:pPr eaLnBrk="1" hangingPunct="1">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cs typeface="Times New Roman" panose="02020603050405020304" pitchFamily="18" charset="0"/>
                  </a:rPr>
                  <a:t>A →</a:t>
                </a:r>
                <a:r>
                  <a:rPr lang="en-US" altLang="zh-CN" sz="1800" b="1" i="1" dirty="0">
                    <a:solidFill>
                      <a:srgbClr val="000000"/>
                    </a:solidFill>
                    <a:latin typeface="Times New Roman" panose="02020603050405020304" pitchFamily="18" charset="0"/>
                    <a:cs typeface="Times New Roman" panose="02020603050405020304" pitchFamily="18" charset="0"/>
                  </a:rPr>
                  <a:t> · </a:t>
                </a:r>
                <a:r>
                  <a:rPr lang="en-US" altLang="zh-CN" sz="1800" b="1" i="1" dirty="0" err="1">
                    <a:solidFill>
                      <a:schemeClr val="tx1"/>
                    </a:solidFill>
                    <a:latin typeface="Times New Roman" panose="02020603050405020304" pitchFamily="18" charset="0"/>
                    <a:cs typeface="Times New Roman" panose="02020603050405020304" pitchFamily="18" charset="0"/>
                  </a:rPr>
                  <a:t>aA</a:t>
                </a:r>
                <a:r>
                  <a:rPr lang="zh-CN" altLang="en-US" sz="1800" b="1" i="1" dirty="0">
                    <a:solidFill>
                      <a:schemeClr val="tx1"/>
                    </a:solidFill>
                    <a:latin typeface="Times New Roman" panose="02020603050405020304" pitchFamily="18" charset="0"/>
                    <a:cs typeface="Times New Roman" panose="02020603050405020304" pitchFamily="18" charset="0"/>
                  </a:rPr>
                  <a:t> </a:t>
                </a:r>
                <a:r>
                  <a:rPr lang="en-US" altLang="zh-CN" sz="1800" b="1" i="1" dirty="0">
                    <a:solidFill>
                      <a:schemeClr val="tx1"/>
                    </a:solidFill>
                    <a:latin typeface="Times New Roman" panose="02020603050405020304" pitchFamily="18" charset="0"/>
                    <a:cs typeface="Times New Roman" panose="02020603050405020304" pitchFamily="18" charset="0"/>
                  </a:rPr>
                  <a:t>, </a:t>
                </a:r>
                <a:r>
                  <a:rPr lang="en-US" altLang="zh-CN" sz="1800" b="1" dirty="0">
                    <a:solidFill>
                      <a:schemeClr val="tx1"/>
                    </a:solidFill>
                    <a:latin typeface="华文楷体" panose="02010600040101010101" pitchFamily="2" charset="-122"/>
                    <a:cs typeface="Times New Roman" panose="02020603050405020304" pitchFamily="18" charset="0"/>
                  </a:rPr>
                  <a:t>$</a:t>
                </a:r>
                <a:endParaRPr lang="en-US" altLang="zh-CN" sz="1800" b="1" i="1" dirty="0">
                  <a:solidFill>
                    <a:schemeClr val="tx1"/>
                  </a:solidFill>
                  <a:latin typeface="Times New Roman" panose="02020603050405020304" pitchFamily="18" charset="0"/>
                  <a:cs typeface="Times New Roman" panose="02020603050405020304" pitchFamily="18" charset="0"/>
                </a:endParaRPr>
              </a:p>
              <a:p>
                <a:pPr eaLnBrk="1" hangingPunct="1">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cs typeface="Times New Roman" panose="02020603050405020304" pitchFamily="18" charset="0"/>
                  </a:rPr>
                  <a:t>A → </a:t>
                </a:r>
                <a:r>
                  <a:rPr lang="en-US" altLang="zh-CN" sz="1800" b="1" i="1" dirty="0">
                    <a:solidFill>
                      <a:srgbClr val="000000"/>
                    </a:solidFill>
                    <a:latin typeface="Times New Roman" panose="02020603050405020304" pitchFamily="18" charset="0"/>
                    <a:cs typeface="Times New Roman" panose="02020603050405020304" pitchFamily="18" charset="0"/>
                  </a:rPr>
                  <a:t>· </a:t>
                </a:r>
                <a:r>
                  <a:rPr lang="en-US" altLang="zh-CN" sz="1800" b="1" i="1" dirty="0">
                    <a:solidFill>
                      <a:schemeClr val="tx1"/>
                    </a:solidFill>
                    <a:latin typeface="Times New Roman" panose="02020603050405020304" pitchFamily="18" charset="0"/>
                    <a:cs typeface="Times New Roman" panose="02020603050405020304" pitchFamily="18" charset="0"/>
                  </a:rPr>
                  <a:t>d</a:t>
                </a:r>
                <a:r>
                  <a:rPr lang="zh-CN" altLang="en-US" sz="1800" b="1" i="1" dirty="0">
                    <a:solidFill>
                      <a:schemeClr val="tx1"/>
                    </a:solidFill>
                    <a:latin typeface="Times New Roman" panose="02020603050405020304" pitchFamily="18" charset="0"/>
                    <a:cs typeface="Times New Roman" panose="02020603050405020304" pitchFamily="18" charset="0"/>
                  </a:rPr>
                  <a:t> </a:t>
                </a:r>
                <a:r>
                  <a:rPr lang="en-US" altLang="zh-CN" sz="1800" b="1" i="1" dirty="0">
                    <a:solidFill>
                      <a:schemeClr val="tx1"/>
                    </a:solidFill>
                    <a:latin typeface="Times New Roman" panose="02020603050405020304" pitchFamily="18" charset="0"/>
                    <a:cs typeface="Times New Roman" panose="02020603050405020304" pitchFamily="18" charset="0"/>
                  </a:rPr>
                  <a:t>, </a:t>
                </a:r>
                <a:r>
                  <a:rPr lang="en-US" altLang="zh-CN" sz="1800" b="1" dirty="0">
                    <a:solidFill>
                      <a:schemeClr val="tx1"/>
                    </a:solidFill>
                    <a:latin typeface="华文楷体" panose="02010600040101010101" pitchFamily="2" charset="-122"/>
                    <a:cs typeface="Times New Roman" panose="02020603050405020304" pitchFamily="18" charset="0"/>
                  </a:rPr>
                  <a:t>$</a:t>
                </a:r>
                <a:endParaRPr lang="en-US" altLang="zh-CN" sz="1800" b="1" i="1" dirty="0">
                  <a:solidFill>
                    <a:schemeClr val="tx1"/>
                  </a:solidFill>
                  <a:latin typeface="Times New Roman" panose="02020603050405020304" pitchFamily="18" charset="0"/>
                  <a:cs typeface="Times New Roman" panose="02020603050405020304" pitchFamily="18" charset="0"/>
                </a:endParaRPr>
              </a:p>
            </p:txBody>
          </p:sp>
          <p:sp>
            <p:nvSpPr>
              <p:cNvPr id="71700" name="Text Box 13"/>
              <p:cNvSpPr txBox="1">
                <a:spLocks noChangeArrowheads="1"/>
              </p:cNvSpPr>
              <p:nvPr/>
            </p:nvSpPr>
            <p:spPr bwMode="auto">
              <a:xfrm>
                <a:off x="4103688" y="2217738"/>
                <a:ext cx="533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c</a:t>
                </a:r>
              </a:p>
            </p:txBody>
          </p:sp>
          <p:sp>
            <p:nvSpPr>
              <p:cNvPr id="71701" name="Text Box 15"/>
              <p:cNvSpPr txBox="1">
                <a:spLocks noChangeArrowheads="1"/>
              </p:cNvSpPr>
              <p:nvPr/>
            </p:nvSpPr>
            <p:spPr bwMode="auto">
              <a:xfrm>
                <a:off x="858838" y="3295650"/>
                <a:ext cx="533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d</a:t>
                </a:r>
              </a:p>
            </p:txBody>
          </p:sp>
          <p:sp>
            <p:nvSpPr>
              <p:cNvPr id="71702" name="Text Box 17"/>
              <p:cNvSpPr txBox="1">
                <a:spLocks noChangeArrowheads="1"/>
              </p:cNvSpPr>
              <p:nvPr/>
            </p:nvSpPr>
            <p:spPr bwMode="auto">
              <a:xfrm>
                <a:off x="4632747" y="3706813"/>
                <a:ext cx="1595437" cy="677108"/>
              </a:xfrm>
              <a:prstGeom prst="rect">
                <a:avLst/>
              </a:prstGeom>
              <a:solidFill>
                <a:schemeClr val="bg1">
                  <a:lumMod val="85000"/>
                </a:schemeClr>
              </a:solidFill>
              <a:ln w="12700">
                <a:solidFill>
                  <a:schemeClr val="tx1"/>
                </a:solidFill>
                <a:miter lim="800000"/>
                <a:headEnd type="none" w="sm" len="sm"/>
                <a:tailEnd type="none" w="sm" len="sm"/>
              </a:ln>
            </p:spPr>
            <p:txBody>
              <a:bodyPr wrap="square">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dirty="0">
                    <a:solidFill>
                      <a:schemeClr val="tx1"/>
                    </a:solidFill>
                    <a:latin typeface="Times New Roman" panose="02020603050405020304" pitchFamily="18" charset="0"/>
                    <a:cs typeface="Times New Roman" panose="02020603050405020304" pitchFamily="18" charset="0"/>
                  </a:rPr>
                  <a:t>I</a:t>
                </a:r>
                <a:r>
                  <a:rPr lang="en-US" altLang="zh-CN" sz="2000" b="1" i="1" baseline="-25000" dirty="0">
                    <a:solidFill>
                      <a:schemeClr val="tx1"/>
                    </a:solidFill>
                    <a:latin typeface="Times New Roman" panose="02020603050405020304" pitchFamily="18" charset="0"/>
                    <a:cs typeface="Times New Roman" panose="02020603050405020304" pitchFamily="18" charset="0"/>
                  </a:rPr>
                  <a:t>6-10</a:t>
                </a:r>
                <a:r>
                  <a:rPr lang="en-US" altLang="zh-CN" sz="2000" b="1" dirty="0">
                    <a:solidFill>
                      <a:schemeClr val="tx1"/>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sz="1800" b="1" i="1" dirty="0">
                    <a:solidFill>
                      <a:srgbClr val="FF0000"/>
                    </a:solidFill>
                    <a:latin typeface="Times New Roman" panose="02020603050405020304" pitchFamily="18" charset="0"/>
                    <a:cs typeface="Times New Roman" panose="02020603050405020304" pitchFamily="18" charset="0"/>
                  </a:rPr>
                  <a:t>A → </a:t>
                </a:r>
                <a:r>
                  <a:rPr lang="en-US" altLang="zh-CN" sz="1800" b="1" i="1" dirty="0" err="1">
                    <a:solidFill>
                      <a:srgbClr val="FF0000"/>
                    </a:solidFill>
                    <a:latin typeface="Times New Roman" panose="02020603050405020304" pitchFamily="18" charset="0"/>
                    <a:cs typeface="Times New Roman" panose="02020603050405020304" pitchFamily="18" charset="0"/>
                  </a:rPr>
                  <a:t>aA</a:t>
                </a:r>
                <a:r>
                  <a:rPr lang="en-US" altLang="zh-CN" sz="1800" b="1" i="1" dirty="0">
                    <a:solidFill>
                      <a:srgbClr val="FF0000"/>
                    </a:solidFill>
                    <a:latin typeface="Times New Roman" panose="02020603050405020304" pitchFamily="18" charset="0"/>
                    <a:cs typeface="Times New Roman" panose="02020603050405020304" pitchFamily="18" charset="0"/>
                  </a:rPr>
                  <a:t> ·</a:t>
                </a:r>
                <a:r>
                  <a:rPr lang="zh-CN" altLang="en-US" sz="1800" b="1" i="1" dirty="0">
                    <a:solidFill>
                      <a:srgbClr val="FF0000"/>
                    </a:solidFill>
                    <a:latin typeface="Times New Roman" panose="02020603050405020304" pitchFamily="18" charset="0"/>
                    <a:cs typeface="Times New Roman" panose="02020603050405020304" pitchFamily="18" charset="0"/>
                  </a:rPr>
                  <a:t> </a:t>
                </a:r>
                <a:r>
                  <a:rPr lang="en-US" altLang="zh-CN" sz="1800" b="1" i="1" dirty="0">
                    <a:solidFill>
                      <a:srgbClr val="FF0000"/>
                    </a:solidFill>
                    <a:latin typeface="Times New Roman" panose="02020603050405020304" pitchFamily="18" charset="0"/>
                    <a:cs typeface="Times New Roman" panose="02020603050405020304" pitchFamily="18" charset="0"/>
                  </a:rPr>
                  <a:t>, c/$</a:t>
                </a:r>
              </a:p>
            </p:txBody>
          </p:sp>
          <p:sp>
            <p:nvSpPr>
              <p:cNvPr id="71703" name="Line 18"/>
              <p:cNvSpPr>
                <a:spLocks noChangeShapeType="1"/>
              </p:cNvSpPr>
              <p:nvPr/>
            </p:nvSpPr>
            <p:spPr bwMode="auto">
              <a:xfrm flipV="1">
                <a:off x="4212208" y="3948113"/>
                <a:ext cx="4318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04" name="Text Box 19"/>
              <p:cNvSpPr txBox="1">
                <a:spLocks noChangeArrowheads="1"/>
              </p:cNvSpPr>
              <p:nvPr/>
            </p:nvSpPr>
            <p:spPr bwMode="auto">
              <a:xfrm>
                <a:off x="4258816" y="3514725"/>
                <a:ext cx="457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A</a:t>
                </a:r>
              </a:p>
            </p:txBody>
          </p:sp>
          <p:sp>
            <p:nvSpPr>
              <p:cNvPr id="71706" name="Line 21"/>
              <p:cNvSpPr>
                <a:spLocks noChangeShapeType="1"/>
              </p:cNvSpPr>
              <p:nvPr/>
            </p:nvSpPr>
            <p:spPr bwMode="auto">
              <a:xfrm rot="10800000">
                <a:off x="1965325" y="4092575"/>
                <a:ext cx="6477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dirty="0"/>
              </a:p>
            </p:txBody>
          </p:sp>
          <p:sp>
            <p:nvSpPr>
              <p:cNvPr id="71707" name="Text Box 22"/>
              <p:cNvSpPr txBox="1">
                <a:spLocks noChangeArrowheads="1"/>
              </p:cNvSpPr>
              <p:nvPr/>
            </p:nvSpPr>
            <p:spPr bwMode="auto">
              <a:xfrm>
                <a:off x="2014538" y="3657600"/>
                <a:ext cx="4572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d</a:t>
                </a:r>
              </a:p>
            </p:txBody>
          </p:sp>
          <p:sp>
            <p:nvSpPr>
              <p:cNvPr id="71709" name="Line 24"/>
              <p:cNvSpPr>
                <a:spLocks noChangeShapeType="1"/>
              </p:cNvSpPr>
              <p:nvPr/>
            </p:nvSpPr>
            <p:spPr bwMode="auto">
              <a:xfrm flipV="1">
                <a:off x="1196975" y="4570404"/>
                <a:ext cx="1" cy="37761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10" name="Text Box 25"/>
              <p:cNvSpPr txBox="1">
                <a:spLocks noChangeArrowheads="1"/>
              </p:cNvSpPr>
              <p:nvPr/>
            </p:nvSpPr>
            <p:spPr bwMode="auto">
              <a:xfrm>
                <a:off x="4144875" y="2758281"/>
                <a:ext cx="381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dirty="0">
                    <a:solidFill>
                      <a:schemeClr val="tx1"/>
                    </a:solidFill>
                    <a:latin typeface="Times New Roman" panose="02020603050405020304" pitchFamily="18" charset="0"/>
                    <a:cs typeface="Times New Roman" panose="02020603050405020304" pitchFamily="18" charset="0"/>
                  </a:rPr>
                  <a:t>a</a:t>
                </a:r>
              </a:p>
            </p:txBody>
          </p:sp>
          <p:sp>
            <p:nvSpPr>
              <p:cNvPr id="71712" name="Line 27"/>
              <p:cNvSpPr>
                <a:spLocks noChangeShapeType="1"/>
              </p:cNvSpPr>
              <p:nvPr/>
            </p:nvSpPr>
            <p:spPr bwMode="auto">
              <a:xfrm flipV="1">
                <a:off x="6015038" y="1763706"/>
                <a:ext cx="563562" cy="803281"/>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13" name="Text Box 28"/>
              <p:cNvSpPr txBox="1">
                <a:spLocks noChangeArrowheads="1"/>
              </p:cNvSpPr>
              <p:nvPr/>
            </p:nvSpPr>
            <p:spPr bwMode="auto">
              <a:xfrm>
                <a:off x="5891213" y="1772444"/>
                <a:ext cx="533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A</a:t>
                </a:r>
              </a:p>
            </p:txBody>
          </p:sp>
          <p:sp>
            <p:nvSpPr>
              <p:cNvPr id="71714" name="Line 29"/>
              <p:cNvSpPr>
                <a:spLocks noChangeShapeType="1"/>
              </p:cNvSpPr>
              <p:nvPr/>
            </p:nvSpPr>
            <p:spPr bwMode="auto">
              <a:xfrm flipH="1">
                <a:off x="4217984" y="2921001"/>
                <a:ext cx="354015" cy="560156"/>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16" name="Text Box 35"/>
              <p:cNvSpPr txBox="1">
                <a:spLocks noChangeArrowheads="1"/>
              </p:cNvSpPr>
              <p:nvPr/>
            </p:nvSpPr>
            <p:spPr bwMode="auto">
              <a:xfrm>
                <a:off x="2098675" y="1419225"/>
                <a:ext cx="5334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S</a:t>
                </a:r>
              </a:p>
            </p:txBody>
          </p:sp>
          <p:sp>
            <p:nvSpPr>
              <p:cNvPr id="71718" name="Text Box 39"/>
              <p:cNvSpPr txBox="1">
                <a:spLocks noChangeArrowheads="1"/>
              </p:cNvSpPr>
              <p:nvPr/>
            </p:nvSpPr>
            <p:spPr bwMode="auto">
              <a:xfrm>
                <a:off x="3114675" y="4286250"/>
                <a:ext cx="533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a</a:t>
                </a:r>
              </a:p>
            </p:txBody>
          </p:sp>
          <p:sp>
            <p:nvSpPr>
              <p:cNvPr id="71720" name="Freeform 51"/>
              <p:cNvSpPr>
                <a:spLocks noChangeArrowheads="1"/>
              </p:cNvSpPr>
              <p:nvPr/>
            </p:nvSpPr>
            <p:spPr bwMode="auto">
              <a:xfrm>
                <a:off x="2903538" y="4408488"/>
                <a:ext cx="684212" cy="404812"/>
              </a:xfrm>
              <a:custGeom>
                <a:avLst/>
                <a:gdLst>
                  <a:gd name="T0" fmla="*/ 2147483646 w 431"/>
                  <a:gd name="T1" fmla="*/ 0 h 340"/>
                  <a:gd name="T2" fmla="*/ 2147483646 w 431"/>
                  <a:gd name="T3" fmla="*/ 2147483646 h 340"/>
                  <a:gd name="T4" fmla="*/ 2147483646 w 431"/>
                  <a:gd name="T5" fmla="*/ 2147483646 h 340"/>
                  <a:gd name="T6" fmla="*/ 2147483646 w 431"/>
                  <a:gd name="T7" fmla="*/ 0 h 340"/>
                  <a:gd name="T8" fmla="*/ 0 60000 65536"/>
                  <a:gd name="T9" fmla="*/ 0 60000 65536"/>
                  <a:gd name="T10" fmla="*/ 0 60000 65536"/>
                  <a:gd name="T11" fmla="*/ 0 60000 65536"/>
                  <a:gd name="T12" fmla="*/ 0 w 431"/>
                  <a:gd name="T13" fmla="*/ 0 h 340"/>
                  <a:gd name="T14" fmla="*/ 431 w 431"/>
                  <a:gd name="T15" fmla="*/ 340 h 340"/>
                </a:gdLst>
                <a:ahLst/>
                <a:cxnLst>
                  <a:cxn ang="T8">
                    <a:pos x="T0" y="T1"/>
                  </a:cxn>
                  <a:cxn ang="T9">
                    <a:pos x="T2" y="T3"/>
                  </a:cxn>
                  <a:cxn ang="T10">
                    <a:pos x="T4" y="T5"/>
                  </a:cxn>
                  <a:cxn ang="T11">
                    <a:pos x="T6" y="T7"/>
                  </a:cxn>
                </a:cxnLst>
                <a:rect l="T12" t="T13" r="T14" b="T15"/>
                <a:pathLst>
                  <a:path w="431" h="340">
                    <a:moveTo>
                      <a:pt x="431" y="0"/>
                    </a:moveTo>
                    <a:cubicBezTo>
                      <a:pt x="397" y="147"/>
                      <a:pt x="363" y="294"/>
                      <a:pt x="295" y="317"/>
                    </a:cubicBezTo>
                    <a:cubicBezTo>
                      <a:pt x="227" y="340"/>
                      <a:pt x="46" y="189"/>
                      <a:pt x="23" y="136"/>
                    </a:cubicBezTo>
                    <a:cubicBezTo>
                      <a:pt x="0" y="83"/>
                      <a:pt x="79" y="41"/>
                      <a:pt x="159" y="0"/>
                    </a:cubicBezTo>
                  </a:path>
                </a:pathLst>
              </a:custGeom>
              <a:noFill/>
              <a:ln w="38100">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1721" name="Text Box 52"/>
              <p:cNvSpPr txBox="1">
                <a:spLocks noChangeArrowheads="1"/>
              </p:cNvSpPr>
              <p:nvPr/>
            </p:nvSpPr>
            <p:spPr bwMode="auto">
              <a:xfrm>
                <a:off x="6054402" y="2678121"/>
                <a:ext cx="3603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dirty="0">
                    <a:solidFill>
                      <a:schemeClr val="tx1"/>
                    </a:solidFill>
                    <a:latin typeface="Times New Roman" panose="02020603050405020304" pitchFamily="18" charset="0"/>
                    <a:cs typeface="Times New Roman" panose="02020603050405020304" pitchFamily="18" charset="0"/>
                  </a:rPr>
                  <a:t>d</a:t>
                </a:r>
              </a:p>
            </p:txBody>
          </p:sp>
          <p:sp>
            <p:nvSpPr>
              <p:cNvPr id="71732" name="Line 66"/>
              <p:cNvSpPr>
                <a:spLocks noChangeShapeType="1"/>
              </p:cNvSpPr>
              <p:nvPr/>
            </p:nvSpPr>
            <p:spPr bwMode="auto">
              <a:xfrm flipV="1">
                <a:off x="4008438" y="2590925"/>
                <a:ext cx="563561" cy="1257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33" name="Line 67"/>
              <p:cNvSpPr>
                <a:spLocks noChangeShapeType="1"/>
              </p:cNvSpPr>
              <p:nvPr/>
            </p:nvSpPr>
            <p:spPr bwMode="auto">
              <a:xfrm>
                <a:off x="1201738" y="3165475"/>
                <a:ext cx="0" cy="703263"/>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34" name="Line 68"/>
              <p:cNvSpPr>
                <a:spLocks noChangeShapeType="1"/>
              </p:cNvSpPr>
              <p:nvPr/>
            </p:nvSpPr>
            <p:spPr bwMode="auto">
              <a:xfrm>
                <a:off x="1852613" y="2740025"/>
                <a:ext cx="750887" cy="62388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 name="弧形 2"/>
              <p:cNvSpPr/>
              <p:nvPr/>
            </p:nvSpPr>
            <p:spPr>
              <a:xfrm>
                <a:off x="1692275" y="4557713"/>
                <a:ext cx="71438" cy="46037"/>
              </a:xfrm>
              <a:prstGeom prst="arc">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grpSp>
        <p:grpSp>
          <p:nvGrpSpPr>
            <p:cNvPr id="9" name="组合 8">
              <a:extLst>
                <a:ext uri="{FF2B5EF4-FFF2-40B4-BE49-F238E27FC236}">
                  <a16:creationId xmlns:a16="http://schemas.microsoft.com/office/drawing/2014/main" id="{A781157C-DD07-4FC1-A3F9-793E0DE97B66}"/>
                </a:ext>
              </a:extLst>
            </p:cNvPr>
            <p:cNvGrpSpPr/>
            <p:nvPr/>
          </p:nvGrpSpPr>
          <p:grpSpPr>
            <a:xfrm>
              <a:off x="1182688" y="3106740"/>
              <a:ext cx="5184138" cy="1832445"/>
              <a:chOff x="1182688" y="3106740"/>
              <a:chExt cx="5184138" cy="1832445"/>
            </a:xfrm>
          </p:grpSpPr>
          <p:sp>
            <p:nvSpPr>
              <p:cNvPr id="66" name="Line 6">
                <a:extLst>
                  <a:ext uri="{FF2B5EF4-FFF2-40B4-BE49-F238E27FC236}">
                    <a16:creationId xmlns:a16="http://schemas.microsoft.com/office/drawing/2014/main" id="{24EE8B3A-B27C-4615-A688-FE35D5D1ED80}"/>
                  </a:ext>
                </a:extLst>
              </p:cNvPr>
              <p:cNvSpPr>
                <a:spLocks noChangeShapeType="1"/>
              </p:cNvSpPr>
              <p:nvPr/>
            </p:nvSpPr>
            <p:spPr bwMode="auto">
              <a:xfrm flipV="1">
                <a:off x="1182688" y="4931319"/>
                <a:ext cx="5184138" cy="7866"/>
              </a:xfrm>
              <a:prstGeom prst="line">
                <a:avLst/>
              </a:prstGeom>
              <a:noFill/>
              <a:ln w="38100">
                <a:solidFill>
                  <a:schemeClr val="tx1"/>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67" name="Line 6">
                <a:extLst>
                  <a:ext uri="{FF2B5EF4-FFF2-40B4-BE49-F238E27FC236}">
                    <a16:creationId xmlns:a16="http://schemas.microsoft.com/office/drawing/2014/main" id="{3ACAF20F-F056-443C-844E-B8BA0142CD4D}"/>
                  </a:ext>
                </a:extLst>
              </p:cNvPr>
              <p:cNvSpPr>
                <a:spLocks noChangeShapeType="1"/>
              </p:cNvSpPr>
              <p:nvPr/>
            </p:nvSpPr>
            <p:spPr bwMode="auto">
              <a:xfrm>
                <a:off x="6336753" y="3113313"/>
                <a:ext cx="11113" cy="1818007"/>
              </a:xfrm>
              <a:prstGeom prst="line">
                <a:avLst/>
              </a:prstGeom>
              <a:noFill/>
              <a:ln w="38100">
                <a:solidFill>
                  <a:schemeClr val="tx1"/>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sp>
            <p:nvSpPr>
              <p:cNvPr id="68" name="Line 6">
                <a:extLst>
                  <a:ext uri="{FF2B5EF4-FFF2-40B4-BE49-F238E27FC236}">
                    <a16:creationId xmlns:a16="http://schemas.microsoft.com/office/drawing/2014/main" id="{8BEA9BC9-A2C3-45E7-BFE3-8DA460BAAB2D}"/>
                  </a:ext>
                </a:extLst>
              </p:cNvPr>
              <p:cNvSpPr>
                <a:spLocks noChangeShapeType="1"/>
              </p:cNvSpPr>
              <p:nvPr/>
            </p:nvSpPr>
            <p:spPr bwMode="auto">
              <a:xfrm>
                <a:off x="6043067" y="3106740"/>
                <a:ext cx="304799" cy="6574"/>
              </a:xfrm>
              <a:prstGeom prst="line">
                <a:avLst/>
              </a:prstGeom>
              <a:noFill/>
              <a:ln w="38100">
                <a:solidFill>
                  <a:schemeClr val="tx1"/>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71" name="Rectangle 117">
            <a:extLst>
              <a:ext uri="{FF2B5EF4-FFF2-40B4-BE49-F238E27FC236}">
                <a16:creationId xmlns:a16="http://schemas.microsoft.com/office/drawing/2014/main" id="{785007D6-3CFD-471A-9F6A-0B3FF00DD976}"/>
              </a:ext>
            </a:extLst>
          </p:cNvPr>
          <p:cNvSpPr>
            <a:spLocks noChangeArrowheads="1"/>
          </p:cNvSpPr>
          <p:nvPr/>
        </p:nvSpPr>
        <p:spPr bwMode="auto">
          <a:xfrm>
            <a:off x="6456435" y="3675677"/>
            <a:ext cx="2554709" cy="1200329"/>
          </a:xfrm>
          <a:prstGeom prst="rect">
            <a:avLst/>
          </a:prstGeom>
          <a:solidFill>
            <a:schemeClr val="accent5">
              <a:lumMod val="60000"/>
              <a:lumOff val="40000"/>
            </a:schemeClr>
          </a:solidFill>
          <a:ln w="12700">
            <a:solidFill>
              <a:schemeClr val="tx1"/>
            </a:solidFill>
            <a:miter lim="800000"/>
          </a:ln>
        </p:spPr>
        <p:txBody>
          <a:bodyPr wrap="square" anchor="ctr">
            <a:spAutoFit/>
          </a:bodyPr>
          <a:lstStyle/>
          <a:p>
            <a:pPr eaLnBrk="1" hangingPunct="1">
              <a:buFont typeface="Arial" panose="020B0604020202020204" pitchFamily="34" charset="0"/>
              <a:buNone/>
              <a:defRPr/>
            </a:pPr>
            <a:r>
              <a:rPr lang="zh-CN" altLang="en-US" b="1" noProof="1">
                <a:latin typeface="Times New Roman" pitchFamily="18" charset="0"/>
                <a:ea typeface="楷体" pitchFamily="49" charset="-122"/>
                <a:cs typeface="Times New Roman" pitchFamily="18" charset="0"/>
              </a:rPr>
              <a:t>发现错误之前，</a:t>
            </a:r>
            <a:r>
              <a:rPr lang="en-US" altLang="zh-CN" b="1" noProof="1">
                <a:latin typeface="Times New Roman" pitchFamily="18" charset="0"/>
                <a:ea typeface="楷体" pitchFamily="49" charset="-122"/>
                <a:cs typeface="Times New Roman" pitchFamily="18" charset="0"/>
              </a:rPr>
              <a:t>LALR</a:t>
            </a:r>
            <a:r>
              <a:rPr lang="zh-CN" altLang="en-US" b="1" noProof="1">
                <a:latin typeface="Times New Roman" pitchFamily="18" charset="0"/>
                <a:ea typeface="楷体" pitchFamily="49" charset="-122"/>
                <a:cs typeface="Times New Roman" pitchFamily="18" charset="0"/>
              </a:rPr>
              <a:t>分析器可能会做多</a:t>
            </a:r>
            <a:r>
              <a:rPr lang="zh-CN" altLang="en-US" b="1" noProof="1">
                <a:latin typeface="Times New Roman" pitchFamily="18" charset="0"/>
                <a:ea typeface="楷体" pitchFamily="49" charset="-122"/>
                <a:cs typeface="华文楷体" pitchFamily="2" charset="-122"/>
              </a:rPr>
              <a:t>余的归约动作，</a:t>
            </a:r>
            <a:r>
              <a:rPr lang="zh-CN" altLang="en-US" b="1" noProof="1">
                <a:latin typeface="Times New Roman" pitchFamily="18" charset="0"/>
                <a:ea typeface="楷体" pitchFamily="49" charset="-122"/>
              </a:rPr>
              <a:t>但绝不会做多余的移进动作。</a:t>
            </a:r>
            <a:endParaRPr lang="en-US" altLang="zh-CN" b="1" noProof="1">
              <a:latin typeface="Times New Roman" pitchFamily="18" charset="0"/>
              <a:ea typeface="楷体" pitchFamily="49" charset="-122"/>
            </a:endParaRPr>
          </a:p>
        </p:txBody>
      </p:sp>
      <p:sp>
        <p:nvSpPr>
          <p:cNvPr id="72" name="Text Box 20">
            <a:extLst>
              <a:ext uri="{FF2B5EF4-FFF2-40B4-BE49-F238E27FC236}">
                <a16:creationId xmlns:a16="http://schemas.microsoft.com/office/drawing/2014/main" id="{423F1790-BFE6-408D-AB12-1D50B624F716}"/>
              </a:ext>
            </a:extLst>
          </p:cNvPr>
          <p:cNvSpPr txBox="1">
            <a:spLocks noChangeArrowheads="1"/>
          </p:cNvSpPr>
          <p:nvPr/>
        </p:nvSpPr>
        <p:spPr bwMode="auto">
          <a:xfrm>
            <a:off x="6591300" y="1460500"/>
            <a:ext cx="1544638" cy="677863"/>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chemeClr val="tx1"/>
                </a:solidFill>
                <a:latin typeface="Times New Roman" panose="02020603050405020304" pitchFamily="18" charset="0"/>
                <a:cs typeface="Times New Roman" panose="02020603050405020304" pitchFamily="18" charset="0"/>
              </a:rPr>
              <a:t>I</a:t>
            </a:r>
            <a:r>
              <a:rPr lang="en-US" altLang="zh-CN" sz="2000" b="1" i="1" baseline="-25000">
                <a:solidFill>
                  <a:schemeClr val="tx1"/>
                </a:solidFill>
                <a:latin typeface="Times New Roman" panose="02020603050405020304" pitchFamily="18" charset="0"/>
                <a:cs typeface="Times New Roman" panose="02020603050405020304" pitchFamily="18" charset="0"/>
              </a:rPr>
              <a:t>7</a:t>
            </a:r>
            <a:r>
              <a:rPr lang="en-US" altLang="zh-CN" sz="2000" b="1">
                <a:solidFill>
                  <a:schemeClr val="tx1"/>
                </a:solidFill>
                <a:latin typeface="Times New Roman" panose="02020603050405020304" pitchFamily="18" charset="0"/>
                <a:cs typeface="Times New Roman" panose="02020603050405020304" pitchFamily="18" charset="0"/>
              </a:rPr>
              <a:t>:</a:t>
            </a:r>
          </a:p>
          <a:p>
            <a:pPr>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S →AcA</a:t>
            </a:r>
            <a:r>
              <a:rPr lang="en-US" altLang="zh-CN" sz="1800" b="1" i="1">
                <a:solidFill>
                  <a:srgbClr val="000000"/>
                </a:solidFill>
                <a:latin typeface="Times New Roman" panose="02020603050405020304" pitchFamily="18" charset="0"/>
                <a:cs typeface="Times New Roman" panose="02020603050405020304" pitchFamily="18" charset="0"/>
              </a:rPr>
              <a:t> ·</a:t>
            </a:r>
            <a:r>
              <a:rPr lang="zh-CN" altLang="en-US" sz="1800" b="1" i="1">
                <a:solidFill>
                  <a:schemeClr val="tx1"/>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 </a:t>
            </a:r>
            <a:r>
              <a:rPr lang="en-US" altLang="zh-CN" sz="1800" b="1">
                <a:solidFill>
                  <a:schemeClr val="tx1"/>
                </a:solidFill>
                <a:latin typeface="华文楷体" panose="02010600040101010101" pitchFamily="2" charset="-122"/>
                <a:cs typeface="Times New Roman" panose="02020603050405020304" pitchFamily="18" charset="0"/>
              </a:rPr>
              <a:t>$</a:t>
            </a:r>
            <a:endParaRPr lang="en-US" altLang="zh-CN" sz="1800" b="1" i="1">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2122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52373"/>
                                        </p:tgtEl>
                                        <p:attrNameLst>
                                          <p:attrName>style.visibility</p:attrName>
                                        </p:attrNameLst>
                                      </p:cBhvr>
                                      <p:to>
                                        <p:strVal val="visible"/>
                                      </p:to>
                                    </p:set>
                                    <p:anim calcmode="lin" valueType="num">
                                      <p:cBhvr>
                                        <p:cTn id="7" dur="500" fill="hold"/>
                                        <p:tgtEl>
                                          <p:spTgt spid="352373"/>
                                        </p:tgtEl>
                                        <p:attrNameLst>
                                          <p:attrName>ppt_w</p:attrName>
                                        </p:attrNameLst>
                                      </p:cBhvr>
                                      <p:tavLst>
                                        <p:tav tm="0">
                                          <p:val>
                                            <p:fltVal val="0"/>
                                          </p:val>
                                        </p:tav>
                                        <p:tav tm="100000">
                                          <p:val>
                                            <p:strVal val="#ppt_w"/>
                                          </p:val>
                                        </p:tav>
                                      </p:tavLst>
                                    </p:anim>
                                    <p:anim calcmode="lin" valueType="num">
                                      <p:cBhvr>
                                        <p:cTn id="8" dur="500" fill="hold"/>
                                        <p:tgtEl>
                                          <p:spTgt spid="352373"/>
                                        </p:tgtEl>
                                        <p:attrNameLst>
                                          <p:attrName>ppt_h</p:attrName>
                                        </p:attrNameLst>
                                      </p:cBhvr>
                                      <p:tavLst>
                                        <p:tav tm="0">
                                          <p:val>
                                            <p:fltVal val="0"/>
                                          </p:val>
                                        </p:tav>
                                        <p:tav tm="100000">
                                          <p:val>
                                            <p:strVal val="#ppt_h"/>
                                          </p:val>
                                        </p:tav>
                                      </p:tavLst>
                                    </p:anim>
                                    <p:animEffect transition="in" filter="fade">
                                      <p:cBhvr>
                                        <p:cTn id="9" dur="500"/>
                                        <p:tgtEl>
                                          <p:spTgt spid="35237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71"/>
                                        </p:tgtEl>
                                        <p:attrNameLst>
                                          <p:attrName>style.visibility</p:attrName>
                                        </p:attrNameLst>
                                      </p:cBhvr>
                                      <p:to>
                                        <p:strVal val="visible"/>
                                      </p:to>
                                    </p:set>
                                    <p:anim calcmode="lin" valueType="num">
                                      <p:cBhvr>
                                        <p:cTn id="12" dur="500" fill="hold"/>
                                        <p:tgtEl>
                                          <p:spTgt spid="71"/>
                                        </p:tgtEl>
                                        <p:attrNameLst>
                                          <p:attrName>ppt_w</p:attrName>
                                        </p:attrNameLst>
                                      </p:cBhvr>
                                      <p:tavLst>
                                        <p:tav tm="0">
                                          <p:val>
                                            <p:fltVal val="0"/>
                                          </p:val>
                                        </p:tav>
                                        <p:tav tm="100000">
                                          <p:val>
                                            <p:strVal val="#ppt_w"/>
                                          </p:val>
                                        </p:tav>
                                      </p:tavLst>
                                    </p:anim>
                                    <p:anim calcmode="lin" valueType="num">
                                      <p:cBhvr>
                                        <p:cTn id="13" dur="500" fill="hold"/>
                                        <p:tgtEl>
                                          <p:spTgt spid="71"/>
                                        </p:tgtEl>
                                        <p:attrNameLst>
                                          <p:attrName>ppt_h</p:attrName>
                                        </p:attrNameLst>
                                      </p:cBhvr>
                                      <p:tavLst>
                                        <p:tav tm="0">
                                          <p:val>
                                            <p:fltVal val="0"/>
                                          </p:val>
                                        </p:tav>
                                        <p:tav tm="100000">
                                          <p:val>
                                            <p:strVal val="#ppt_h"/>
                                          </p:val>
                                        </p:tav>
                                      </p:tavLst>
                                    </p:anim>
                                    <p:animEffect transition="in" filter="fade">
                                      <p:cBhvr>
                                        <p:cTn id="14"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2373" grpId="0" animBg="1"/>
      <p:bldP spid="7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9" name="Rectangle 3"/>
          <p:cNvSpPr>
            <a:spLocks noGrp="1" noChangeArrowheads="1"/>
          </p:cNvSpPr>
          <p:nvPr>
            <p:ph idx="1"/>
          </p:nvPr>
        </p:nvSpPr>
        <p:spPr>
          <a:xfrm>
            <a:off x="250825" y="771525"/>
            <a:ext cx="5495925" cy="576263"/>
          </a:xfrm>
        </p:spPr>
        <p:txBody>
          <a:bodyPr/>
          <a:lstStyle/>
          <a:p>
            <a:pPr eaLnBrk="1" hangingPunct="1">
              <a:buClr>
                <a:schemeClr val="tx1"/>
              </a:buClr>
              <a:buFont typeface="Wingdings" pitchFamily="2" charset="2"/>
              <a:buChar char="Ø"/>
              <a:defRPr/>
            </a:pPr>
            <a:r>
              <a:rPr lang="zh-CN" altLang="en-US" sz="2500" b="1" dirty="0">
                <a:solidFill>
                  <a:schemeClr val="tx1"/>
                </a:solidFill>
                <a:latin typeface="+mn-ea"/>
              </a:rPr>
              <a:t>形式上与</a:t>
            </a:r>
            <a:r>
              <a:rPr lang="en-US" altLang="zh-CN" sz="2500" b="1" i="1" dirty="0">
                <a:solidFill>
                  <a:schemeClr val="tx1"/>
                </a:solidFill>
                <a:ea typeface="宋体" pitchFamily="2" charset="-122"/>
                <a:cs typeface="Times New Roman" pitchFamily="18" charset="0"/>
              </a:rPr>
              <a:t>LR</a:t>
            </a:r>
            <a:r>
              <a:rPr lang="en-US" altLang="zh-CN" sz="2500" b="1" dirty="0">
                <a:solidFill>
                  <a:schemeClr val="tx1"/>
                </a:solidFill>
                <a:ea typeface="宋体" pitchFamily="2" charset="-122"/>
                <a:cs typeface="Times New Roman" pitchFamily="18" charset="0"/>
              </a:rPr>
              <a:t>(1)</a:t>
            </a:r>
            <a:r>
              <a:rPr lang="zh-CN" altLang="en-US" sz="2500" b="1" dirty="0">
                <a:solidFill>
                  <a:schemeClr val="tx1"/>
                </a:solidFill>
                <a:latin typeface="+mn-ea"/>
              </a:rPr>
              <a:t>相同</a:t>
            </a:r>
          </a:p>
          <a:p>
            <a:pPr eaLnBrk="1" hangingPunct="1">
              <a:buFont typeface="Symbol" panose="05050102010706020507" pitchFamily="18" charset="2"/>
              <a:buChar char="•"/>
              <a:defRPr/>
            </a:pPr>
            <a:endParaRPr lang="zh-CN" altLang="en-US" dirty="0">
              <a:latin typeface="楷体_GB2312" pitchFamily="49" charset="-122"/>
              <a:ea typeface="楷体_GB2312" pitchFamily="49" charset="-122"/>
            </a:endParaRPr>
          </a:p>
        </p:txBody>
      </p:sp>
      <p:sp>
        <p:nvSpPr>
          <p:cNvPr id="73731" name="Rectangle 2"/>
          <p:cNvSpPr>
            <a:spLocks noGrp="1" noChangeArrowheads="1"/>
          </p:cNvSpPr>
          <p:nvPr>
            <p:ph type="title"/>
          </p:nvPr>
        </p:nvSpPr>
        <p:spPr>
          <a:xfrm>
            <a:off x="755650" y="268288"/>
            <a:ext cx="7931150" cy="358775"/>
          </a:xfrm>
        </p:spPr>
        <p:txBody>
          <a:bodyPr/>
          <a:lstStyle/>
          <a:p>
            <a:pPr eaLnBrk="1" hangingPunct="1"/>
            <a:r>
              <a:rPr lang="en-US" altLang="zh-CN" sz="3000" i="1">
                <a:solidFill>
                  <a:schemeClr val="tx1"/>
                </a:solidFill>
                <a:ea typeface="黑体" panose="02010609060101010101" pitchFamily="49" charset="-122"/>
              </a:rPr>
              <a:t>LALR</a:t>
            </a:r>
            <a:r>
              <a:rPr lang="en-US" altLang="zh-CN" sz="3000">
                <a:solidFill>
                  <a:schemeClr val="tx1"/>
                </a:solidFill>
                <a:ea typeface="黑体" panose="02010609060101010101" pitchFamily="49" charset="-122"/>
              </a:rPr>
              <a:t>(1)</a:t>
            </a:r>
            <a:r>
              <a:rPr lang="zh-CN" altLang="en-US" sz="3000">
                <a:solidFill>
                  <a:schemeClr val="tx1"/>
                </a:solidFill>
                <a:latin typeface="微软雅黑" panose="020B0503020204020204" pitchFamily="34" charset="-122"/>
                <a:ea typeface="微软雅黑" panose="020B0503020204020204" pitchFamily="34" charset="-122"/>
              </a:rPr>
              <a:t>的特点</a:t>
            </a:r>
          </a:p>
        </p:txBody>
      </p:sp>
      <p:grpSp>
        <p:nvGrpSpPr>
          <p:cNvPr id="2" name="组合 3"/>
          <p:cNvGrpSpPr>
            <a:grpSpLocks/>
          </p:cNvGrpSpPr>
          <p:nvPr/>
        </p:nvGrpSpPr>
        <p:grpSpPr bwMode="auto">
          <a:xfrm>
            <a:off x="1547813" y="771525"/>
            <a:ext cx="7416800" cy="4321175"/>
            <a:chOff x="-188974" y="361809"/>
            <a:chExt cx="7416370" cy="4321525"/>
          </a:xfrm>
        </p:grpSpPr>
        <p:sp>
          <p:nvSpPr>
            <p:cNvPr id="73734" name="Text Box 5"/>
            <p:cNvSpPr txBox="1">
              <a:spLocks noChangeArrowheads="1"/>
            </p:cNvSpPr>
            <p:nvPr/>
          </p:nvSpPr>
          <p:spPr bwMode="auto">
            <a:xfrm>
              <a:off x="-188974" y="1166737"/>
              <a:ext cx="1517562" cy="1938494"/>
            </a:xfrm>
            <a:prstGeom prst="rect">
              <a:avLst/>
            </a:prstGeom>
            <a:solidFill>
              <a:srgbClr val="B5CEED"/>
            </a:solidFill>
            <a:ln w="12700">
              <a:solidFill>
                <a:schemeClr val="tx1"/>
              </a:solidFill>
              <a:miter lim="800000"/>
              <a:headEnd type="none" w="sm" len="sm"/>
              <a:tailEnd type="none" w="sm" len="sm"/>
            </a:ln>
          </p:spPr>
          <p:txBody>
            <a:bodyPr tIns="0" bIns="0">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I</a:t>
              </a:r>
              <a:r>
                <a:rPr lang="en-US" altLang="zh-CN" sz="1800" b="1" i="1" baseline="-25000">
                  <a:solidFill>
                    <a:schemeClr val="tx1"/>
                  </a:solidFill>
                  <a:latin typeface="Times New Roman" panose="02020603050405020304" pitchFamily="18" charset="0"/>
                </a:rPr>
                <a:t>0</a:t>
              </a:r>
              <a:r>
                <a:rPr lang="en-US" altLang="zh-CN" sz="1800" b="1">
                  <a:solidFill>
                    <a:schemeClr val="tx1"/>
                  </a:solidFill>
                  <a:latin typeface="Times New Roman" panose="02020603050405020304" pitchFamily="18" charset="0"/>
                </a:rPr>
                <a:t>:</a:t>
              </a:r>
            </a:p>
            <a:p>
              <a:pPr>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S′</a:t>
              </a:r>
              <a:r>
                <a:rPr lang="en-US" altLang="zh-CN" sz="1800" b="1" i="1">
                  <a:solidFill>
                    <a:schemeClr val="tx1"/>
                  </a:solidFill>
                  <a:latin typeface="Times New Roman" panose="02020603050405020304" pitchFamily="18" charset="0"/>
                </a:rPr>
                <a:t>→</a:t>
              </a:r>
              <a:r>
                <a:rPr lang="en-US" altLang="zh-CN" sz="1800" b="1" i="1">
                  <a:solidFill>
                    <a:srgbClr val="000000"/>
                  </a:solidFill>
                  <a:latin typeface="Times New Roman" panose="02020603050405020304" pitchFamily="18" charset="0"/>
                </a:rPr>
                <a:t> · </a:t>
              </a:r>
              <a:r>
                <a:rPr lang="en-US" altLang="zh-CN" sz="1800" b="1" i="1">
                  <a:solidFill>
                    <a:schemeClr val="tx1"/>
                  </a:solidFill>
                  <a:latin typeface="Times New Roman" panose="02020603050405020304" pitchFamily="18" charset="0"/>
                </a:rPr>
                <a:t>S</a:t>
              </a:r>
              <a:r>
                <a:rPr lang="zh-CN" altLang="en-US" sz="1800" b="1" i="1">
                  <a:solidFill>
                    <a:schemeClr val="tx1"/>
                  </a:solidFill>
                  <a:latin typeface="Times New Roman" panose="02020603050405020304" pitchFamily="18" charset="0"/>
                </a:rPr>
                <a:t> </a:t>
              </a:r>
              <a:r>
                <a:rPr lang="en-US" altLang="zh-CN" sz="1800" b="1" i="1">
                  <a:solidFill>
                    <a:schemeClr val="tx1"/>
                  </a:solidFill>
                  <a:latin typeface="Times New Roman" panose="02020603050405020304" pitchFamily="18" charset="0"/>
                </a:rPr>
                <a:t>, </a:t>
              </a:r>
              <a:r>
                <a:rPr lang="en-US" altLang="zh-CN" sz="1800" b="1">
                  <a:solidFill>
                    <a:schemeClr val="tx1"/>
                  </a:solidFill>
                  <a:latin typeface="华文楷体" panose="02010600040101010101" pitchFamily="2" charset="-122"/>
                </a:rPr>
                <a:t>$</a:t>
              </a:r>
              <a:endParaRPr lang="en-US" altLang="zh-CN" sz="1800" b="1" i="1">
                <a:solidFill>
                  <a:schemeClr val="tx1"/>
                </a:solidFill>
                <a:latin typeface="Times New Roman" panose="02020603050405020304" pitchFamily="18" charset="0"/>
              </a:endParaRPr>
            </a:p>
            <a:p>
              <a:pPr>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S→</a:t>
              </a:r>
              <a:r>
                <a:rPr lang="en-US" altLang="zh-CN" sz="1800" b="1" i="1">
                  <a:solidFill>
                    <a:srgbClr val="000000"/>
                  </a:solidFill>
                  <a:latin typeface="Times New Roman" panose="02020603050405020304" pitchFamily="18" charset="0"/>
                </a:rPr>
                <a:t> ·</a:t>
              </a:r>
              <a:r>
                <a:rPr lang="en-US" altLang="zh-CN" sz="1800" b="1" i="1">
                  <a:solidFill>
                    <a:schemeClr val="tx1"/>
                  </a:solidFill>
                  <a:latin typeface="Times New Roman" panose="02020603050405020304" pitchFamily="18" charset="0"/>
                </a:rPr>
                <a:t>L=R , </a:t>
              </a:r>
              <a:r>
                <a:rPr lang="en-US" altLang="zh-CN" sz="1800" b="1">
                  <a:solidFill>
                    <a:schemeClr val="tx1"/>
                  </a:solidFill>
                  <a:latin typeface="华文楷体" panose="02010600040101010101" pitchFamily="2" charset="-122"/>
                </a:rPr>
                <a:t>$</a:t>
              </a:r>
              <a:endParaRPr lang="en-US" altLang="zh-CN" sz="1800" b="1" i="1">
                <a:solidFill>
                  <a:schemeClr val="tx1"/>
                </a:solidFill>
                <a:latin typeface="Times New Roman" panose="02020603050405020304" pitchFamily="18" charset="0"/>
              </a:endParaRPr>
            </a:p>
            <a:p>
              <a:pPr>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S→</a:t>
              </a:r>
              <a:r>
                <a:rPr lang="en-US" altLang="zh-CN" sz="1800" b="1" i="1">
                  <a:solidFill>
                    <a:srgbClr val="000000"/>
                  </a:solidFill>
                  <a:latin typeface="Times New Roman" panose="02020603050405020304" pitchFamily="18" charset="0"/>
                </a:rPr>
                <a:t> · </a:t>
              </a:r>
              <a:r>
                <a:rPr lang="en-US" altLang="zh-CN" sz="1800" b="1" i="1">
                  <a:solidFill>
                    <a:schemeClr val="tx1"/>
                  </a:solidFill>
                  <a:latin typeface="Times New Roman" panose="02020603050405020304" pitchFamily="18" charset="0"/>
                </a:rPr>
                <a:t>R , </a:t>
              </a:r>
              <a:r>
                <a:rPr lang="en-US" altLang="zh-CN" sz="1800" b="1">
                  <a:solidFill>
                    <a:schemeClr val="tx1"/>
                  </a:solidFill>
                  <a:latin typeface="华文楷体" panose="02010600040101010101" pitchFamily="2" charset="-122"/>
                </a:rPr>
                <a:t>$</a:t>
              </a:r>
              <a:endParaRPr lang="en-US" altLang="zh-CN" sz="1800" b="1" i="1">
                <a:solidFill>
                  <a:schemeClr val="tx1"/>
                </a:solidFill>
                <a:latin typeface="Times New Roman" panose="02020603050405020304" pitchFamily="18" charset="0"/>
              </a:endParaRPr>
            </a:p>
            <a:p>
              <a:pPr>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L→</a:t>
              </a:r>
              <a:r>
                <a:rPr lang="en-US" altLang="zh-CN" sz="1800" b="1" i="1">
                  <a:solidFill>
                    <a:srgbClr val="000000"/>
                  </a:solidFill>
                  <a:latin typeface="Times New Roman" panose="02020603050405020304" pitchFamily="18" charset="0"/>
                </a:rPr>
                <a:t>·</a:t>
              </a:r>
              <a:r>
                <a:rPr lang="en-US" altLang="zh-CN" sz="1800" b="1" i="1">
                  <a:solidFill>
                    <a:schemeClr val="tx1"/>
                  </a:solidFill>
                  <a:latin typeface="Times New Roman" panose="02020603050405020304" pitchFamily="18" charset="0"/>
                </a:rPr>
                <a:t>*R , =/</a:t>
              </a:r>
              <a:r>
                <a:rPr lang="en-US" altLang="zh-CN" sz="1800" b="1">
                  <a:solidFill>
                    <a:schemeClr val="tx1"/>
                  </a:solidFill>
                  <a:latin typeface="华文楷体" panose="02010600040101010101" pitchFamily="2" charset="-122"/>
                </a:rPr>
                <a:t> $</a:t>
              </a:r>
              <a:endParaRPr lang="en-US" altLang="zh-CN" sz="1800" b="1" i="1">
                <a:solidFill>
                  <a:schemeClr val="tx1"/>
                </a:solidFill>
                <a:latin typeface="Times New Roman" panose="02020603050405020304" pitchFamily="18" charset="0"/>
              </a:endParaRPr>
            </a:p>
            <a:p>
              <a:pPr>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L→</a:t>
              </a:r>
              <a:r>
                <a:rPr lang="en-US" altLang="zh-CN" sz="1800" b="1" i="1">
                  <a:solidFill>
                    <a:srgbClr val="000000"/>
                  </a:solidFill>
                  <a:latin typeface="Times New Roman" panose="02020603050405020304" pitchFamily="18" charset="0"/>
                </a:rPr>
                <a:t> · </a:t>
              </a:r>
              <a:r>
                <a:rPr lang="en-US" altLang="zh-CN" sz="1800" b="1">
                  <a:solidFill>
                    <a:schemeClr val="tx1"/>
                  </a:solidFill>
                  <a:latin typeface="Times New Roman" panose="02020603050405020304" pitchFamily="18" charset="0"/>
                </a:rPr>
                <a:t>id</a:t>
              </a:r>
              <a:r>
                <a:rPr lang="en-US" altLang="zh-CN" sz="1800" b="1" i="1">
                  <a:solidFill>
                    <a:schemeClr val="tx1"/>
                  </a:solidFill>
                  <a:latin typeface="Times New Roman" panose="02020603050405020304" pitchFamily="18" charset="0"/>
                </a:rPr>
                <a:t> , =/</a:t>
              </a:r>
              <a:r>
                <a:rPr lang="en-US" altLang="zh-CN" sz="1800" b="1">
                  <a:solidFill>
                    <a:schemeClr val="tx1"/>
                  </a:solidFill>
                  <a:latin typeface="华文楷体" panose="02010600040101010101" pitchFamily="2" charset="-122"/>
                </a:rPr>
                <a:t> $</a:t>
              </a:r>
              <a:endParaRPr lang="en-US" altLang="zh-CN" sz="1800" b="1" i="1">
                <a:solidFill>
                  <a:schemeClr val="tx1"/>
                </a:solidFill>
                <a:latin typeface="Times New Roman" panose="02020603050405020304" pitchFamily="18" charset="0"/>
              </a:endParaRPr>
            </a:p>
            <a:p>
              <a:pPr>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R→</a:t>
              </a:r>
              <a:r>
                <a:rPr lang="en-US" altLang="zh-CN" sz="1800" b="1" i="1">
                  <a:solidFill>
                    <a:srgbClr val="000000"/>
                  </a:solidFill>
                  <a:latin typeface="Times New Roman" panose="02020603050405020304" pitchFamily="18" charset="0"/>
                </a:rPr>
                <a:t> · </a:t>
              </a:r>
              <a:r>
                <a:rPr lang="en-US" altLang="zh-CN" sz="1800" b="1" i="1">
                  <a:solidFill>
                    <a:schemeClr val="tx1"/>
                  </a:solidFill>
                  <a:latin typeface="Times New Roman" panose="02020603050405020304" pitchFamily="18" charset="0"/>
                </a:rPr>
                <a:t>L ,</a:t>
              </a:r>
              <a:r>
                <a:rPr lang="en-US" altLang="zh-CN" sz="1800" b="1">
                  <a:solidFill>
                    <a:schemeClr val="tx1"/>
                  </a:solidFill>
                  <a:latin typeface="华文楷体" panose="02010600040101010101" pitchFamily="2" charset="-122"/>
                </a:rPr>
                <a:t> $</a:t>
              </a:r>
              <a:endParaRPr lang="en-US" altLang="zh-CN" sz="1800" b="1" i="1">
                <a:solidFill>
                  <a:schemeClr val="tx1"/>
                </a:solidFill>
                <a:latin typeface="Times New Roman" panose="02020603050405020304" pitchFamily="18" charset="0"/>
              </a:endParaRPr>
            </a:p>
          </p:txBody>
        </p:sp>
        <p:sp>
          <p:nvSpPr>
            <p:cNvPr id="73735" name="Text Box 6"/>
            <p:cNvSpPr txBox="1">
              <a:spLocks noChangeArrowheads="1"/>
            </p:cNvSpPr>
            <p:nvPr/>
          </p:nvSpPr>
          <p:spPr bwMode="auto">
            <a:xfrm>
              <a:off x="1858782" y="361809"/>
              <a:ext cx="1223891" cy="646165"/>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I</a:t>
              </a:r>
              <a:r>
                <a:rPr lang="en-US" altLang="zh-CN" sz="1800" b="1" i="1" baseline="-25000">
                  <a:solidFill>
                    <a:schemeClr val="tx1"/>
                  </a:solidFill>
                  <a:latin typeface="Times New Roman" panose="02020603050405020304" pitchFamily="18" charset="0"/>
                </a:rPr>
                <a:t>1</a:t>
              </a:r>
              <a:r>
                <a:rPr lang="en-US" altLang="zh-CN" sz="1800" b="1">
                  <a:solidFill>
                    <a:schemeClr val="tx1"/>
                  </a:solidFill>
                  <a:latin typeface="Times New Roman" panose="02020603050405020304" pitchFamily="18" charset="0"/>
                </a:rPr>
                <a:t>:</a:t>
              </a:r>
            </a:p>
            <a:p>
              <a:pPr>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S′</a:t>
              </a:r>
              <a:r>
                <a:rPr lang="en-US" altLang="zh-CN" sz="1800" b="1" i="1">
                  <a:solidFill>
                    <a:schemeClr val="tx1"/>
                  </a:solidFill>
                  <a:latin typeface="Times New Roman" panose="02020603050405020304" pitchFamily="18" charset="0"/>
                </a:rPr>
                <a:t>→S</a:t>
              </a:r>
              <a:r>
                <a:rPr lang="en-US" altLang="zh-CN" sz="1800" b="1" i="1">
                  <a:solidFill>
                    <a:srgbClr val="000000"/>
                  </a:solidFill>
                  <a:latin typeface="Times New Roman" panose="02020603050405020304" pitchFamily="18" charset="0"/>
                </a:rPr>
                <a:t> ·</a:t>
              </a:r>
              <a:r>
                <a:rPr lang="en-US" altLang="zh-CN" sz="1800" b="1" i="1">
                  <a:solidFill>
                    <a:schemeClr val="tx1"/>
                  </a:solidFill>
                  <a:latin typeface="Times New Roman" panose="02020603050405020304" pitchFamily="18" charset="0"/>
                </a:rPr>
                <a:t> </a:t>
              </a:r>
            </a:p>
          </p:txBody>
        </p:sp>
        <p:sp>
          <p:nvSpPr>
            <p:cNvPr id="73736" name="Line 7"/>
            <p:cNvSpPr>
              <a:spLocks noChangeShapeType="1"/>
            </p:cNvSpPr>
            <p:nvPr/>
          </p:nvSpPr>
          <p:spPr bwMode="auto">
            <a:xfrm flipV="1">
              <a:off x="1328694" y="926048"/>
              <a:ext cx="541502" cy="523089"/>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Text Box 8"/>
            <p:cNvSpPr txBox="1">
              <a:spLocks noChangeArrowheads="1"/>
            </p:cNvSpPr>
            <p:nvPr/>
          </p:nvSpPr>
          <p:spPr bwMode="auto">
            <a:xfrm>
              <a:off x="1858782" y="1154036"/>
              <a:ext cx="1528673" cy="93828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b="1" i="1">
                  <a:latin typeface="Times New Roman" panose="02020603050405020304" pitchFamily="18" charset="0"/>
                </a:rPr>
                <a:t>I</a:t>
              </a:r>
              <a:r>
                <a:rPr kumimoji="1" lang="en-US" altLang="zh-CN" b="1" i="1" baseline="-25000">
                  <a:latin typeface="Times New Roman" panose="02020603050405020304" pitchFamily="18" charset="0"/>
                </a:rPr>
                <a:t>2</a:t>
              </a:r>
              <a:r>
                <a:rPr kumimoji="1" lang="en-US" altLang="zh-CN" b="1">
                  <a:latin typeface="Times New Roman" panose="02020603050405020304" pitchFamily="18" charset="0"/>
                </a:rPr>
                <a:t>:</a:t>
              </a:r>
            </a:p>
            <a:p>
              <a:pPr>
                <a:lnSpc>
                  <a:spcPts val="2200"/>
                </a:lnSpc>
                <a:defRPr/>
              </a:pPr>
              <a:r>
                <a:rPr kumimoji="1" lang="en-US" altLang="zh-CN" b="1" i="1">
                  <a:latin typeface="Times New Roman" panose="02020603050405020304" pitchFamily="18" charset="0"/>
                </a:rPr>
                <a:t>S→L</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i="1">
                  <a:latin typeface="Times New Roman" panose="02020603050405020304" pitchFamily="18" charset="0"/>
                </a:rPr>
                <a:t>=R ,</a:t>
              </a:r>
              <a:r>
                <a:rPr kumimoji="1" lang="en-US" altLang="zh-CN" b="1">
                  <a:latin typeface="华文楷体" panose="02010600040101010101" pitchFamily="2" charset="-122"/>
                </a:rPr>
                <a:t> $</a:t>
              </a:r>
              <a:endParaRPr kumimoji="1" lang="en-US" altLang="zh-CN" b="1" i="1">
                <a:latin typeface="Times New Roman" panose="02020603050405020304" pitchFamily="18" charset="0"/>
              </a:endParaRPr>
            </a:p>
            <a:p>
              <a:pPr>
                <a:lnSpc>
                  <a:spcPts val="2200"/>
                </a:lnSpc>
                <a:defRPr/>
              </a:pPr>
              <a:r>
                <a:rPr kumimoji="1" lang="en-US" altLang="zh-CN" b="1" i="1">
                  <a:latin typeface="Times New Roman" panose="02020603050405020304" pitchFamily="18" charset="0"/>
                </a:rPr>
                <a:t>R→L</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i="1">
                  <a:latin typeface="Times New Roman" panose="02020603050405020304" pitchFamily="18" charset="0"/>
                </a:rPr>
                <a:t>,</a:t>
              </a:r>
              <a:r>
                <a:rPr kumimoji="1" lang="en-US" altLang="zh-CN" b="1">
                  <a:latin typeface="华文楷体" panose="02010600040101010101" pitchFamily="2" charset="-122"/>
                </a:rPr>
                <a:t> $</a:t>
              </a:r>
              <a:endParaRPr kumimoji="1" lang="en-US" altLang="zh-CN" b="1" i="1">
                <a:latin typeface="Times New Roman" panose="02020603050405020304" pitchFamily="18" charset="0"/>
              </a:endParaRPr>
            </a:p>
          </p:txBody>
        </p:sp>
        <p:sp>
          <p:nvSpPr>
            <p:cNvPr id="73738" name="Line 9"/>
            <p:cNvSpPr>
              <a:spLocks noChangeShapeType="1"/>
            </p:cNvSpPr>
            <p:nvPr/>
          </p:nvSpPr>
          <p:spPr bwMode="auto">
            <a:xfrm flipV="1">
              <a:off x="1328694" y="1986916"/>
              <a:ext cx="541502" cy="93"/>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739" name="Text Box 10"/>
            <p:cNvSpPr txBox="1">
              <a:spLocks noChangeArrowheads="1"/>
            </p:cNvSpPr>
            <p:nvPr/>
          </p:nvSpPr>
          <p:spPr bwMode="auto">
            <a:xfrm>
              <a:off x="1395105" y="1591165"/>
              <a:ext cx="5032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L</a:t>
              </a:r>
            </a:p>
          </p:txBody>
        </p:sp>
        <p:sp>
          <p:nvSpPr>
            <p:cNvPr id="12" name="Text Box 11"/>
            <p:cNvSpPr txBox="1">
              <a:spLocks noChangeArrowheads="1"/>
            </p:cNvSpPr>
            <p:nvPr/>
          </p:nvSpPr>
          <p:spPr bwMode="auto">
            <a:xfrm>
              <a:off x="1858782" y="2233624"/>
              <a:ext cx="1223891" cy="646164"/>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latin typeface="Times New Roman" panose="02020603050405020304" pitchFamily="18" charset="0"/>
                </a:rPr>
                <a:t>I</a:t>
              </a:r>
              <a:r>
                <a:rPr kumimoji="1" lang="en-US" altLang="zh-CN" b="1" i="1" baseline="-25000">
                  <a:latin typeface="Times New Roman" panose="02020603050405020304" pitchFamily="18" charset="0"/>
                </a:rPr>
                <a:t>3</a:t>
              </a:r>
              <a:r>
                <a:rPr kumimoji="1" lang="en-US" altLang="zh-CN" b="1">
                  <a:latin typeface="Times New Roman" panose="02020603050405020304" pitchFamily="18" charset="0"/>
                </a:rPr>
                <a:t>:</a:t>
              </a:r>
            </a:p>
            <a:p>
              <a:pPr>
                <a:defRPr/>
              </a:pPr>
              <a:r>
                <a:rPr kumimoji="1" lang="en-US" altLang="zh-CN" b="1" i="1">
                  <a:latin typeface="Times New Roman" panose="02020603050405020304" pitchFamily="18" charset="0"/>
                </a:rPr>
                <a:t>S→R</a:t>
              </a:r>
              <a:r>
                <a:rPr lang="en-US" altLang="zh-CN" b="1" i="1">
                  <a:solidFill>
                    <a:srgbClr val="000000"/>
                  </a:solidFill>
                  <a:latin typeface="Times New Roman" panose="02020603050405020304" pitchFamily="18" charset="0"/>
                  <a:cs typeface="Times New Roman" panose="02020603050405020304" pitchFamily="18" charset="0"/>
                </a:rPr>
                <a:t> ·</a:t>
              </a:r>
              <a:r>
                <a:rPr kumimoji="1" lang="en-US" altLang="zh-CN" b="1" i="1">
                  <a:latin typeface="Times New Roman" panose="02020603050405020304" pitchFamily="18" charset="0"/>
                </a:rPr>
                <a:t> ,</a:t>
              </a:r>
              <a:r>
                <a:rPr kumimoji="1" lang="en-US" altLang="zh-CN" b="1">
                  <a:latin typeface="华文楷体" panose="02010600040101010101" pitchFamily="2" charset="-122"/>
                </a:rPr>
                <a:t> $</a:t>
              </a:r>
              <a:endParaRPr kumimoji="1" lang="en-US" altLang="zh-CN" b="1" i="1">
                <a:latin typeface="Times New Roman" panose="02020603050405020304" pitchFamily="18" charset="0"/>
              </a:endParaRPr>
            </a:p>
          </p:txBody>
        </p:sp>
        <p:sp>
          <p:nvSpPr>
            <p:cNvPr id="73741" name="Line 12"/>
            <p:cNvSpPr>
              <a:spLocks noChangeShapeType="1"/>
            </p:cNvSpPr>
            <p:nvPr/>
          </p:nvSpPr>
          <p:spPr bwMode="auto">
            <a:xfrm flipV="1">
              <a:off x="1328694" y="2673516"/>
              <a:ext cx="508793" cy="3668"/>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742" name="Text Box 13"/>
            <p:cNvSpPr txBox="1">
              <a:spLocks noChangeArrowheads="1"/>
            </p:cNvSpPr>
            <p:nvPr/>
          </p:nvSpPr>
          <p:spPr bwMode="auto">
            <a:xfrm>
              <a:off x="1395105" y="2306265"/>
              <a:ext cx="609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R</a:t>
              </a:r>
            </a:p>
          </p:txBody>
        </p:sp>
        <p:sp>
          <p:nvSpPr>
            <p:cNvPr id="15" name="Text Box 14"/>
            <p:cNvSpPr txBox="1">
              <a:spLocks noChangeArrowheads="1"/>
            </p:cNvSpPr>
            <p:nvPr/>
          </p:nvSpPr>
          <p:spPr bwMode="auto">
            <a:xfrm>
              <a:off x="1869894" y="3025850"/>
              <a:ext cx="1515975" cy="150348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b="1" i="1">
                  <a:latin typeface="Times New Roman" panose="02020603050405020304" pitchFamily="18" charset="0"/>
                </a:rPr>
                <a:t>I</a:t>
              </a:r>
              <a:r>
                <a:rPr kumimoji="1" lang="en-US" altLang="zh-CN" b="1" i="1" baseline="-25000">
                  <a:latin typeface="Times New Roman" panose="02020603050405020304" pitchFamily="18" charset="0"/>
                </a:rPr>
                <a:t>4</a:t>
              </a:r>
              <a:r>
                <a:rPr kumimoji="1" lang="en-US" altLang="zh-CN" b="1">
                  <a:latin typeface="Times New Roman" panose="02020603050405020304" pitchFamily="18" charset="0"/>
                </a:rPr>
                <a:t>:</a:t>
              </a:r>
            </a:p>
            <a:p>
              <a:pPr>
                <a:lnSpc>
                  <a:spcPts val="2200"/>
                </a:lnSpc>
                <a:defRPr/>
              </a:pPr>
              <a:r>
                <a:rPr kumimoji="1" lang="en-US" altLang="zh-CN" b="1" i="1">
                  <a:latin typeface="Times New Roman" panose="02020603050405020304" pitchFamily="18" charset="0"/>
                </a:rPr>
                <a:t>L→*</a:t>
              </a:r>
              <a:r>
                <a:rPr lang="en-US" altLang="zh-CN" b="1" i="1">
                  <a:solidFill>
                    <a:srgbClr val="000000"/>
                  </a:solidFill>
                  <a:latin typeface="Times New Roman" panose="02020603050405020304" pitchFamily="18" charset="0"/>
                  <a:cs typeface="Times New Roman" panose="02020603050405020304" pitchFamily="18" charset="0"/>
                </a:rPr>
                <a:t>·</a:t>
              </a:r>
              <a:r>
                <a:rPr kumimoji="1" lang="en-US" altLang="zh-CN" b="1" i="1">
                  <a:latin typeface="Times New Roman" panose="02020603050405020304" pitchFamily="18" charset="0"/>
                </a:rPr>
                <a:t>R</a:t>
              </a:r>
              <a:r>
                <a:rPr kumimoji="1" lang="zh-CN" altLang="en-US" b="1" i="1">
                  <a:latin typeface="Times New Roman" panose="02020603050405020304" pitchFamily="18" charset="0"/>
                </a:rPr>
                <a:t> </a:t>
              </a:r>
              <a:r>
                <a:rPr kumimoji="1" lang="en-US" altLang="zh-CN" b="1" i="1">
                  <a:latin typeface="Times New Roman" panose="02020603050405020304" pitchFamily="18" charset="0"/>
                </a:rPr>
                <a:t>, =/</a:t>
              </a:r>
              <a:r>
                <a:rPr kumimoji="1" lang="en-US" altLang="zh-CN" b="1">
                  <a:latin typeface="华文楷体" panose="02010600040101010101" pitchFamily="2" charset="-122"/>
                </a:rPr>
                <a:t> $</a:t>
              </a:r>
              <a:endParaRPr kumimoji="1" lang="en-US" altLang="zh-CN" b="1" i="1">
                <a:latin typeface="Times New Roman" panose="02020603050405020304" pitchFamily="18" charset="0"/>
              </a:endParaRPr>
            </a:p>
            <a:p>
              <a:pPr>
                <a:lnSpc>
                  <a:spcPts val="2200"/>
                </a:lnSpc>
                <a:defRPr/>
              </a:pPr>
              <a:r>
                <a:rPr kumimoji="1" lang="en-US" altLang="zh-CN" b="1" i="1">
                  <a:latin typeface="Times New Roman" panose="02020603050405020304" pitchFamily="18" charset="0"/>
                </a:rPr>
                <a:t>R→</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i="1">
                  <a:latin typeface="Times New Roman" panose="02020603050405020304" pitchFamily="18" charset="0"/>
                </a:rPr>
                <a:t>L</a:t>
              </a:r>
              <a:r>
                <a:rPr kumimoji="1" lang="zh-CN" altLang="en-US" b="1" i="1">
                  <a:latin typeface="Times New Roman" panose="02020603050405020304" pitchFamily="18" charset="0"/>
                </a:rPr>
                <a:t> </a:t>
              </a:r>
              <a:r>
                <a:rPr kumimoji="1" lang="en-US" altLang="zh-CN" b="1" i="1">
                  <a:latin typeface="Times New Roman" panose="02020603050405020304" pitchFamily="18" charset="0"/>
                </a:rPr>
                <a:t>, =/</a:t>
              </a:r>
              <a:r>
                <a:rPr kumimoji="1" lang="en-US" altLang="zh-CN" b="1">
                  <a:latin typeface="华文楷体" panose="02010600040101010101" pitchFamily="2" charset="-122"/>
                </a:rPr>
                <a:t> $</a:t>
              </a:r>
              <a:endParaRPr kumimoji="1" lang="en-US" altLang="zh-CN" b="1" i="1">
                <a:latin typeface="Times New Roman" panose="02020603050405020304" pitchFamily="18" charset="0"/>
              </a:endParaRPr>
            </a:p>
            <a:p>
              <a:pPr>
                <a:lnSpc>
                  <a:spcPts val="2200"/>
                </a:lnSpc>
                <a:defRPr/>
              </a:pPr>
              <a:r>
                <a:rPr kumimoji="1" lang="en-US" altLang="zh-CN" b="1" i="1">
                  <a:latin typeface="Times New Roman" panose="02020603050405020304" pitchFamily="18" charset="0"/>
                </a:rPr>
                <a:t>L→</a:t>
              </a:r>
              <a:r>
                <a:rPr lang="en-US" altLang="zh-CN" b="1" i="1">
                  <a:solidFill>
                    <a:srgbClr val="000000"/>
                  </a:solidFill>
                  <a:latin typeface="Times New Roman" panose="02020603050405020304" pitchFamily="18" charset="0"/>
                  <a:cs typeface="Times New Roman" panose="02020603050405020304" pitchFamily="18" charset="0"/>
                </a:rPr>
                <a:t>·</a:t>
              </a:r>
              <a:r>
                <a:rPr kumimoji="1" lang="en-US" altLang="zh-CN" b="1" i="1">
                  <a:latin typeface="Times New Roman" panose="02020603050405020304" pitchFamily="18" charset="0"/>
                </a:rPr>
                <a:t>*R , =/</a:t>
              </a:r>
              <a:r>
                <a:rPr kumimoji="1" lang="en-US" altLang="zh-CN" b="1">
                  <a:latin typeface="华文楷体" panose="02010600040101010101" pitchFamily="2" charset="-122"/>
                </a:rPr>
                <a:t> $</a:t>
              </a:r>
              <a:endParaRPr kumimoji="1" lang="en-US" altLang="zh-CN" b="1" i="1">
                <a:latin typeface="Times New Roman" panose="02020603050405020304" pitchFamily="18" charset="0"/>
              </a:endParaRPr>
            </a:p>
            <a:p>
              <a:pPr>
                <a:lnSpc>
                  <a:spcPts val="2200"/>
                </a:lnSpc>
                <a:defRPr/>
              </a:pPr>
              <a:r>
                <a:rPr kumimoji="1" lang="en-US" altLang="zh-CN" b="1" i="1">
                  <a:latin typeface="Times New Roman" panose="02020603050405020304" pitchFamily="18" charset="0"/>
                </a:rPr>
                <a:t>L→</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a:latin typeface="Times New Roman" panose="02020603050405020304" pitchFamily="18" charset="0"/>
                </a:rPr>
                <a:t>id</a:t>
              </a:r>
              <a:r>
                <a:rPr kumimoji="1" lang="zh-CN" altLang="en-US" b="1" i="1">
                  <a:latin typeface="Times New Roman" panose="02020603050405020304" pitchFamily="18" charset="0"/>
                </a:rPr>
                <a:t> </a:t>
              </a:r>
              <a:r>
                <a:rPr kumimoji="1" lang="en-US" altLang="zh-CN" b="1" i="1">
                  <a:latin typeface="Times New Roman" panose="02020603050405020304" pitchFamily="18" charset="0"/>
                </a:rPr>
                <a:t>, =/</a:t>
              </a:r>
              <a:r>
                <a:rPr kumimoji="1" lang="en-US" altLang="zh-CN" b="1">
                  <a:latin typeface="华文楷体" panose="02010600040101010101" pitchFamily="2" charset="-122"/>
                </a:rPr>
                <a:t> $</a:t>
              </a:r>
              <a:endParaRPr kumimoji="1" lang="en-US" altLang="zh-CN" b="1" i="1">
                <a:latin typeface="Times New Roman" panose="02020603050405020304" pitchFamily="18" charset="0"/>
              </a:endParaRPr>
            </a:p>
          </p:txBody>
        </p:sp>
        <p:sp>
          <p:nvSpPr>
            <p:cNvPr id="16" name="Text Box 15"/>
            <p:cNvSpPr txBox="1">
              <a:spLocks noChangeArrowheads="1"/>
            </p:cNvSpPr>
            <p:nvPr/>
          </p:nvSpPr>
          <p:spPr bwMode="auto">
            <a:xfrm>
              <a:off x="3812881" y="3975252"/>
              <a:ext cx="1666778" cy="70808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5</a:t>
              </a:r>
              <a:r>
                <a:rPr kumimoji="1" lang="en-US" altLang="zh-CN" sz="2000" b="1">
                  <a:latin typeface="Times New Roman" panose="02020603050405020304" pitchFamily="18" charset="0"/>
                </a:rPr>
                <a:t>:</a:t>
              </a:r>
            </a:p>
            <a:p>
              <a:pPr>
                <a:defRPr/>
              </a:pPr>
              <a:r>
                <a:rPr kumimoji="1" lang="en-US" altLang="zh-CN" sz="2000" b="1" i="1">
                  <a:latin typeface="Times New Roman" panose="02020603050405020304" pitchFamily="18" charset="0"/>
                </a:rPr>
                <a:t>L→</a:t>
              </a:r>
              <a:r>
                <a:rPr kumimoji="1" lang="en-US" altLang="zh-CN" sz="2000" b="1">
                  <a:latin typeface="Times New Roman" panose="02020603050405020304" pitchFamily="18" charset="0"/>
                </a:rPr>
                <a:t>id</a:t>
              </a:r>
              <a:r>
                <a:rPr kumimoji="1" lang="en-US" altLang="zh-CN" sz="2000" b="1" i="1">
                  <a:latin typeface="Times New Roman" panose="02020603050405020304" pitchFamily="18" charset="0"/>
                </a:rPr>
                <a:t> </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zh-CN" altLang="en-US" sz="2000" b="1" i="1">
                  <a:latin typeface="Times New Roman" panose="02020603050405020304" pitchFamily="18" charset="0"/>
                </a:rPr>
                <a:t> </a:t>
              </a:r>
              <a:r>
                <a:rPr kumimoji="1" lang="en-US" altLang="zh-CN" sz="2000" b="1" i="1">
                  <a:latin typeface="Times New Roman" panose="02020603050405020304" pitchFamily="18" charset="0"/>
                </a:rPr>
                <a:t>, =/</a:t>
              </a:r>
              <a:r>
                <a:rPr kumimoji="1" lang="en-US" altLang="zh-CN" sz="2000" b="1">
                  <a:latin typeface="华文楷体" panose="02010600040101010101" pitchFamily="2" charset="-122"/>
                </a:rPr>
                <a:t> $</a:t>
              </a:r>
              <a:endParaRPr kumimoji="1" lang="en-US" altLang="zh-CN" sz="2000" b="1" i="1">
                <a:latin typeface="Times New Roman" panose="02020603050405020304" pitchFamily="18" charset="0"/>
              </a:endParaRPr>
            </a:p>
          </p:txBody>
        </p:sp>
        <p:sp>
          <p:nvSpPr>
            <p:cNvPr id="73745" name="Text Box 16"/>
            <p:cNvSpPr txBox="1">
              <a:spLocks noChangeArrowheads="1"/>
            </p:cNvSpPr>
            <p:nvPr/>
          </p:nvSpPr>
          <p:spPr bwMode="auto">
            <a:xfrm>
              <a:off x="1509737" y="2954418"/>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chemeClr val="tx1"/>
                  </a:solidFill>
                  <a:latin typeface="Times New Roman" panose="02020603050405020304" pitchFamily="18" charset="0"/>
                </a:rPr>
                <a:t>*</a:t>
              </a:r>
            </a:p>
          </p:txBody>
        </p:sp>
        <p:sp>
          <p:nvSpPr>
            <p:cNvPr id="73746" name="Text Box 17"/>
            <p:cNvSpPr txBox="1">
              <a:spLocks noChangeArrowheads="1"/>
            </p:cNvSpPr>
            <p:nvPr/>
          </p:nvSpPr>
          <p:spPr bwMode="auto">
            <a:xfrm>
              <a:off x="717697" y="3530553"/>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chemeClr val="tx1"/>
                  </a:solidFill>
                  <a:latin typeface="Times New Roman" panose="02020603050405020304" pitchFamily="18" charset="0"/>
                </a:rPr>
                <a:t>id</a:t>
              </a:r>
            </a:p>
          </p:txBody>
        </p:sp>
        <p:sp>
          <p:nvSpPr>
            <p:cNvPr id="19" name="Text Box 18"/>
            <p:cNvSpPr txBox="1">
              <a:spLocks noChangeArrowheads="1"/>
            </p:cNvSpPr>
            <p:nvPr/>
          </p:nvSpPr>
          <p:spPr bwMode="auto">
            <a:xfrm>
              <a:off x="3814469" y="361809"/>
              <a:ext cx="1401681" cy="147808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latin typeface="Times New Roman" panose="02020603050405020304" pitchFamily="18" charset="0"/>
                </a:rPr>
                <a:t>I</a:t>
              </a:r>
              <a:r>
                <a:rPr kumimoji="1" lang="en-US" altLang="zh-CN" b="1" i="1" baseline="-25000">
                  <a:latin typeface="Times New Roman" panose="02020603050405020304" pitchFamily="18" charset="0"/>
                </a:rPr>
                <a:t>6</a:t>
              </a:r>
              <a:r>
                <a:rPr kumimoji="1" lang="en-US" altLang="zh-CN" b="1">
                  <a:latin typeface="Times New Roman" panose="02020603050405020304" pitchFamily="18" charset="0"/>
                </a:rPr>
                <a:t>:</a:t>
              </a:r>
            </a:p>
            <a:p>
              <a:pPr>
                <a:defRPr/>
              </a:pPr>
              <a:r>
                <a:rPr kumimoji="1" lang="en-US" altLang="zh-CN" b="1" i="1">
                  <a:latin typeface="Times New Roman" panose="02020603050405020304" pitchFamily="18" charset="0"/>
                </a:rPr>
                <a:t>S→L=</a:t>
              </a:r>
              <a:r>
                <a:rPr lang="en-US" altLang="zh-CN" b="1" i="1">
                  <a:solidFill>
                    <a:srgbClr val="000000"/>
                  </a:solidFill>
                  <a:latin typeface="Times New Roman" panose="02020603050405020304" pitchFamily="18" charset="0"/>
                  <a:cs typeface="Times New Roman" panose="02020603050405020304" pitchFamily="18" charset="0"/>
                </a:rPr>
                <a:t>·</a:t>
              </a:r>
              <a:r>
                <a:rPr kumimoji="1" lang="en-US" altLang="zh-CN" b="1" i="1">
                  <a:latin typeface="Times New Roman" panose="02020603050405020304" pitchFamily="18" charset="0"/>
                </a:rPr>
                <a:t>R ,</a:t>
              </a:r>
              <a:r>
                <a:rPr kumimoji="1" lang="en-US" altLang="zh-CN" b="1">
                  <a:latin typeface="华文楷体" panose="02010600040101010101" pitchFamily="2" charset="-122"/>
                </a:rPr>
                <a:t> $</a:t>
              </a:r>
              <a:endParaRPr kumimoji="1" lang="en-US" altLang="zh-CN" b="1" i="1">
                <a:latin typeface="Times New Roman" panose="02020603050405020304" pitchFamily="18" charset="0"/>
              </a:endParaRPr>
            </a:p>
            <a:p>
              <a:pPr>
                <a:defRPr/>
              </a:pPr>
              <a:r>
                <a:rPr kumimoji="1" lang="en-US" altLang="zh-CN" b="1" i="1">
                  <a:latin typeface="Times New Roman" panose="02020603050405020304" pitchFamily="18" charset="0"/>
                </a:rPr>
                <a:t>R→</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i="1">
                  <a:latin typeface="Times New Roman" panose="02020603050405020304" pitchFamily="18" charset="0"/>
                </a:rPr>
                <a:t>L ,</a:t>
              </a:r>
              <a:r>
                <a:rPr kumimoji="1" lang="en-US" altLang="zh-CN" b="1">
                  <a:latin typeface="华文楷体" panose="02010600040101010101" pitchFamily="2" charset="-122"/>
                </a:rPr>
                <a:t> $</a:t>
              </a:r>
              <a:endParaRPr kumimoji="1" lang="en-US" altLang="zh-CN" b="1" i="1">
                <a:latin typeface="Times New Roman" panose="02020603050405020304" pitchFamily="18" charset="0"/>
              </a:endParaRPr>
            </a:p>
            <a:p>
              <a:pPr>
                <a:defRPr/>
              </a:pPr>
              <a:r>
                <a:rPr kumimoji="1" lang="en-US" altLang="zh-CN" b="1" i="1">
                  <a:latin typeface="Times New Roman" panose="02020603050405020304" pitchFamily="18" charset="0"/>
                </a:rPr>
                <a:t>L→</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i="1">
                  <a:latin typeface="Times New Roman" panose="02020603050405020304" pitchFamily="18" charset="0"/>
                </a:rPr>
                <a:t>*R ,</a:t>
              </a:r>
              <a:r>
                <a:rPr kumimoji="1" lang="en-US" altLang="zh-CN" b="1">
                  <a:latin typeface="华文楷体" panose="02010600040101010101" pitchFamily="2" charset="-122"/>
                </a:rPr>
                <a:t> $</a:t>
              </a:r>
              <a:endParaRPr kumimoji="1" lang="en-US" altLang="zh-CN" b="1" i="1">
                <a:latin typeface="Times New Roman" panose="02020603050405020304" pitchFamily="18" charset="0"/>
              </a:endParaRPr>
            </a:p>
            <a:p>
              <a:pPr>
                <a:defRPr/>
              </a:pPr>
              <a:r>
                <a:rPr kumimoji="1" lang="en-US" altLang="zh-CN" b="1" i="1">
                  <a:latin typeface="Times New Roman" panose="02020603050405020304" pitchFamily="18" charset="0"/>
                </a:rPr>
                <a:t>L→</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a:latin typeface="Times New Roman" panose="02020603050405020304" pitchFamily="18" charset="0"/>
                </a:rPr>
                <a:t>id</a:t>
              </a:r>
              <a:r>
                <a:rPr kumimoji="1" lang="en-US" altLang="zh-CN" b="1" i="1">
                  <a:latin typeface="Times New Roman" panose="02020603050405020304" pitchFamily="18" charset="0"/>
                </a:rPr>
                <a:t> ,</a:t>
              </a:r>
              <a:r>
                <a:rPr kumimoji="1" lang="en-US" altLang="zh-CN" b="1">
                  <a:latin typeface="华文楷体" panose="02010600040101010101" pitchFamily="2" charset="-122"/>
                </a:rPr>
                <a:t> $</a:t>
              </a:r>
              <a:endParaRPr kumimoji="1" lang="en-US" altLang="zh-CN" b="1" i="1">
                <a:latin typeface="Times New Roman" panose="02020603050405020304" pitchFamily="18" charset="0"/>
              </a:endParaRPr>
            </a:p>
          </p:txBody>
        </p:sp>
        <p:sp>
          <p:nvSpPr>
            <p:cNvPr id="73748" name="Line 19"/>
            <p:cNvSpPr>
              <a:spLocks noChangeShapeType="1"/>
            </p:cNvSpPr>
            <p:nvPr/>
          </p:nvSpPr>
          <p:spPr bwMode="auto">
            <a:xfrm flipV="1">
              <a:off x="3413015" y="1442063"/>
              <a:ext cx="430213"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749" name="Text Box 20"/>
            <p:cNvSpPr txBox="1">
              <a:spLocks noChangeArrowheads="1"/>
            </p:cNvSpPr>
            <p:nvPr/>
          </p:nvSpPr>
          <p:spPr bwMode="auto">
            <a:xfrm>
              <a:off x="3458031" y="1009961"/>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chemeClr val="tx1"/>
                  </a:solidFill>
                  <a:latin typeface="Times New Roman" panose="02020603050405020304" pitchFamily="18" charset="0"/>
                </a:rPr>
                <a:t>=</a:t>
              </a:r>
            </a:p>
          </p:txBody>
        </p:sp>
        <p:sp>
          <p:nvSpPr>
            <p:cNvPr id="22" name="Text Box 21"/>
            <p:cNvSpPr txBox="1">
              <a:spLocks noChangeArrowheads="1"/>
            </p:cNvSpPr>
            <p:nvPr/>
          </p:nvSpPr>
          <p:spPr bwMode="auto">
            <a:xfrm>
              <a:off x="3812881" y="2163768"/>
              <a:ext cx="1655667" cy="646164"/>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latin typeface="Times New Roman" panose="02020603050405020304" pitchFamily="18" charset="0"/>
                </a:rPr>
                <a:t>I</a:t>
              </a:r>
              <a:r>
                <a:rPr kumimoji="1" lang="en-US" altLang="zh-CN" b="1" i="1" baseline="-25000">
                  <a:latin typeface="Times New Roman" panose="02020603050405020304" pitchFamily="18" charset="0"/>
                </a:rPr>
                <a:t>7</a:t>
              </a:r>
              <a:r>
                <a:rPr kumimoji="1" lang="en-US" altLang="zh-CN" b="1">
                  <a:latin typeface="Times New Roman" panose="02020603050405020304" pitchFamily="18" charset="0"/>
                </a:rPr>
                <a:t>:</a:t>
              </a:r>
            </a:p>
            <a:p>
              <a:pPr>
                <a:defRPr/>
              </a:pPr>
              <a:r>
                <a:rPr kumimoji="1" lang="en-US" altLang="zh-CN" b="1" i="1">
                  <a:latin typeface="Times New Roman" panose="02020603050405020304" pitchFamily="18" charset="0"/>
                </a:rPr>
                <a:t>L→*R</a:t>
              </a:r>
              <a:r>
                <a:rPr lang="en-US" altLang="zh-CN" b="1" i="1">
                  <a:solidFill>
                    <a:srgbClr val="000000"/>
                  </a:solidFill>
                  <a:latin typeface="Times New Roman" panose="02020603050405020304" pitchFamily="18" charset="0"/>
                  <a:cs typeface="Times New Roman" panose="02020603050405020304" pitchFamily="18" charset="0"/>
                </a:rPr>
                <a:t> ·</a:t>
              </a:r>
              <a:r>
                <a:rPr kumimoji="1" lang="zh-CN" altLang="en-US" b="1" i="1">
                  <a:latin typeface="Times New Roman" panose="02020603050405020304" pitchFamily="18" charset="0"/>
                </a:rPr>
                <a:t> </a:t>
              </a:r>
              <a:r>
                <a:rPr kumimoji="1" lang="en-US" altLang="zh-CN" b="1" i="1">
                  <a:latin typeface="Times New Roman" panose="02020603050405020304" pitchFamily="18" charset="0"/>
                </a:rPr>
                <a:t>, =/</a:t>
              </a:r>
              <a:r>
                <a:rPr kumimoji="1" lang="en-US" altLang="zh-CN" b="1">
                  <a:latin typeface="华文楷体" panose="02010600040101010101" pitchFamily="2" charset="-122"/>
                </a:rPr>
                <a:t> $</a:t>
              </a:r>
              <a:endParaRPr kumimoji="1" lang="en-US" altLang="zh-CN" b="1" i="1">
                <a:latin typeface="Times New Roman" panose="02020603050405020304" pitchFamily="18" charset="0"/>
              </a:endParaRPr>
            </a:p>
          </p:txBody>
        </p:sp>
        <p:sp>
          <p:nvSpPr>
            <p:cNvPr id="73751" name="Line 22"/>
            <p:cNvSpPr>
              <a:spLocks noChangeShapeType="1"/>
            </p:cNvSpPr>
            <p:nvPr/>
          </p:nvSpPr>
          <p:spPr bwMode="auto">
            <a:xfrm flipV="1">
              <a:off x="3408935" y="2634299"/>
              <a:ext cx="392498" cy="59209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752" name="Text Box 23"/>
            <p:cNvSpPr txBox="1">
              <a:spLocks noChangeArrowheads="1"/>
            </p:cNvSpPr>
            <p:nvPr/>
          </p:nvSpPr>
          <p:spPr bwMode="auto">
            <a:xfrm>
              <a:off x="3339202" y="2554367"/>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R</a:t>
              </a:r>
            </a:p>
          </p:txBody>
        </p:sp>
        <p:sp>
          <p:nvSpPr>
            <p:cNvPr id="25" name="Text Box 24"/>
            <p:cNvSpPr txBox="1">
              <a:spLocks noChangeArrowheads="1"/>
            </p:cNvSpPr>
            <p:nvPr/>
          </p:nvSpPr>
          <p:spPr bwMode="auto">
            <a:xfrm>
              <a:off x="3812881" y="3027438"/>
              <a:ext cx="1662017" cy="646164"/>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latin typeface="Times New Roman" panose="02020603050405020304" pitchFamily="18" charset="0"/>
                </a:rPr>
                <a:t>I</a:t>
              </a:r>
              <a:r>
                <a:rPr kumimoji="1" lang="en-US" altLang="zh-CN" b="1" i="1" baseline="-25000">
                  <a:latin typeface="Times New Roman" panose="02020603050405020304" pitchFamily="18" charset="0"/>
                </a:rPr>
                <a:t>8</a:t>
              </a:r>
              <a:r>
                <a:rPr kumimoji="1" lang="en-US" altLang="zh-CN" b="1">
                  <a:latin typeface="Times New Roman" panose="02020603050405020304" pitchFamily="18" charset="0"/>
                </a:rPr>
                <a:t>:</a:t>
              </a:r>
            </a:p>
            <a:p>
              <a:pPr>
                <a:defRPr/>
              </a:pPr>
              <a:r>
                <a:rPr kumimoji="1" lang="en-US" altLang="zh-CN" b="1" i="1">
                  <a:latin typeface="Times New Roman" panose="02020603050405020304" pitchFamily="18" charset="0"/>
                </a:rPr>
                <a:t>R→L</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i="1">
                  <a:latin typeface="Times New Roman" panose="02020603050405020304" pitchFamily="18" charset="0"/>
                </a:rPr>
                <a:t>, =/</a:t>
              </a:r>
              <a:r>
                <a:rPr kumimoji="1" lang="en-US" altLang="zh-CN" b="1">
                  <a:latin typeface="华文楷体" panose="02010600040101010101" pitchFamily="2" charset="-122"/>
                </a:rPr>
                <a:t> $</a:t>
              </a:r>
              <a:endParaRPr kumimoji="1" lang="en-US" altLang="zh-CN" b="1" i="1">
                <a:latin typeface="Times New Roman" panose="02020603050405020304" pitchFamily="18" charset="0"/>
              </a:endParaRPr>
            </a:p>
          </p:txBody>
        </p:sp>
        <p:sp>
          <p:nvSpPr>
            <p:cNvPr id="73754" name="Line 25"/>
            <p:cNvSpPr>
              <a:spLocks noChangeShapeType="1"/>
            </p:cNvSpPr>
            <p:nvPr/>
          </p:nvSpPr>
          <p:spPr bwMode="auto">
            <a:xfrm>
              <a:off x="3425959" y="3530553"/>
              <a:ext cx="38699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755" name="Text Box 26"/>
            <p:cNvSpPr txBox="1">
              <a:spLocks noChangeArrowheads="1"/>
            </p:cNvSpPr>
            <p:nvPr/>
          </p:nvSpPr>
          <p:spPr bwMode="auto">
            <a:xfrm>
              <a:off x="3420432" y="3170468"/>
              <a:ext cx="381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L</a:t>
              </a:r>
            </a:p>
          </p:txBody>
        </p:sp>
        <p:sp>
          <p:nvSpPr>
            <p:cNvPr id="28" name="Text Box 27"/>
            <p:cNvSpPr txBox="1">
              <a:spLocks noChangeArrowheads="1"/>
            </p:cNvSpPr>
            <p:nvPr/>
          </p:nvSpPr>
          <p:spPr bwMode="auto">
            <a:xfrm>
              <a:off x="5838414" y="482469"/>
              <a:ext cx="1388982" cy="64616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latin typeface="Times New Roman" panose="02020603050405020304" pitchFamily="18" charset="0"/>
                </a:rPr>
                <a:t>I</a:t>
              </a:r>
              <a:r>
                <a:rPr kumimoji="1" lang="en-US" altLang="zh-CN" b="1" i="1" baseline="-25000">
                  <a:latin typeface="Times New Roman" panose="02020603050405020304" pitchFamily="18" charset="0"/>
                </a:rPr>
                <a:t>9</a:t>
              </a:r>
              <a:r>
                <a:rPr kumimoji="1" lang="en-US" altLang="zh-CN" b="1">
                  <a:latin typeface="Times New Roman" panose="02020603050405020304" pitchFamily="18" charset="0"/>
                </a:rPr>
                <a:t>:</a:t>
              </a:r>
            </a:p>
            <a:p>
              <a:pPr>
                <a:defRPr/>
              </a:pPr>
              <a:r>
                <a:rPr kumimoji="1" lang="en-US" altLang="zh-CN" b="1" i="1">
                  <a:latin typeface="Times New Roman" panose="02020603050405020304" pitchFamily="18" charset="0"/>
                </a:rPr>
                <a:t>S→L=R</a:t>
              </a:r>
              <a:r>
                <a:rPr lang="en-US" altLang="zh-CN" b="1" i="1">
                  <a:solidFill>
                    <a:srgbClr val="000000"/>
                  </a:solidFill>
                  <a:latin typeface="Times New Roman" panose="02020603050405020304" pitchFamily="18" charset="0"/>
                  <a:cs typeface="Times New Roman" panose="02020603050405020304" pitchFamily="18" charset="0"/>
                </a:rPr>
                <a:t>·</a:t>
              </a:r>
              <a:r>
                <a:rPr kumimoji="1" lang="en-US" altLang="zh-CN" b="1" i="1">
                  <a:latin typeface="Times New Roman" panose="02020603050405020304" pitchFamily="18" charset="0"/>
                </a:rPr>
                <a:t>,</a:t>
              </a:r>
              <a:r>
                <a:rPr kumimoji="1" lang="en-US" altLang="zh-CN" b="1">
                  <a:latin typeface="华文楷体" panose="02010600040101010101" pitchFamily="2" charset="-122"/>
                </a:rPr>
                <a:t> $</a:t>
              </a:r>
              <a:endParaRPr kumimoji="1" lang="en-US" altLang="zh-CN" b="1" i="1">
                <a:latin typeface="Times New Roman" panose="02020603050405020304" pitchFamily="18" charset="0"/>
              </a:endParaRPr>
            </a:p>
          </p:txBody>
        </p:sp>
        <p:sp>
          <p:nvSpPr>
            <p:cNvPr id="73757" name="Line 28"/>
            <p:cNvSpPr>
              <a:spLocks noChangeShapeType="1"/>
            </p:cNvSpPr>
            <p:nvPr/>
          </p:nvSpPr>
          <p:spPr bwMode="auto">
            <a:xfrm flipV="1">
              <a:off x="5283299" y="937944"/>
              <a:ext cx="5334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758" name="Text Box 29"/>
            <p:cNvSpPr txBox="1">
              <a:spLocks noChangeArrowheads="1"/>
            </p:cNvSpPr>
            <p:nvPr/>
          </p:nvSpPr>
          <p:spPr bwMode="auto">
            <a:xfrm>
              <a:off x="5325927" y="537894"/>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R</a:t>
              </a:r>
            </a:p>
          </p:txBody>
        </p:sp>
        <p:sp>
          <p:nvSpPr>
            <p:cNvPr id="73759" name="Line 30"/>
            <p:cNvSpPr>
              <a:spLocks noChangeShapeType="1"/>
            </p:cNvSpPr>
            <p:nvPr/>
          </p:nvSpPr>
          <p:spPr bwMode="auto">
            <a:xfrm flipH="1">
              <a:off x="3160229" y="1592899"/>
              <a:ext cx="663036" cy="1450602"/>
            </a:xfrm>
            <a:prstGeom prst="line">
              <a:avLst/>
            </a:prstGeom>
            <a:noFill/>
            <a:ln w="38100">
              <a:solidFill>
                <a:schemeClr val="hlink"/>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760" name="Text Box 31"/>
            <p:cNvSpPr txBox="1">
              <a:spLocks noChangeArrowheads="1"/>
            </p:cNvSpPr>
            <p:nvPr/>
          </p:nvSpPr>
          <p:spPr bwMode="auto">
            <a:xfrm>
              <a:off x="3453834" y="1586096"/>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chemeClr val="tx1"/>
                  </a:solidFill>
                  <a:latin typeface="Times New Roman" panose="02020603050405020304" pitchFamily="18" charset="0"/>
                </a:rPr>
                <a:t>*</a:t>
              </a:r>
            </a:p>
          </p:txBody>
        </p:sp>
        <p:sp>
          <p:nvSpPr>
            <p:cNvPr id="73761" name="Text Box 33"/>
            <p:cNvSpPr txBox="1">
              <a:spLocks noChangeArrowheads="1"/>
            </p:cNvSpPr>
            <p:nvPr/>
          </p:nvSpPr>
          <p:spPr bwMode="auto">
            <a:xfrm>
              <a:off x="1395105" y="793910"/>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S</a:t>
              </a:r>
            </a:p>
          </p:txBody>
        </p:sp>
        <p:sp>
          <p:nvSpPr>
            <p:cNvPr id="73762" name="Line 34"/>
            <p:cNvSpPr>
              <a:spLocks noChangeShapeType="1"/>
            </p:cNvSpPr>
            <p:nvPr/>
          </p:nvSpPr>
          <p:spPr bwMode="auto">
            <a:xfrm flipV="1">
              <a:off x="3436344" y="4321896"/>
              <a:ext cx="376605" cy="843"/>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763" name="Text Box 35"/>
            <p:cNvSpPr txBox="1">
              <a:spLocks noChangeArrowheads="1"/>
            </p:cNvSpPr>
            <p:nvPr/>
          </p:nvSpPr>
          <p:spPr bwMode="auto">
            <a:xfrm>
              <a:off x="3403524" y="3922688"/>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chemeClr val="tx1"/>
                  </a:solidFill>
                  <a:latin typeface="Times New Roman" panose="02020603050405020304" pitchFamily="18" charset="0"/>
                </a:rPr>
                <a:t>id</a:t>
              </a:r>
            </a:p>
          </p:txBody>
        </p:sp>
        <p:grpSp>
          <p:nvGrpSpPr>
            <p:cNvPr id="73764" name="Group 36"/>
            <p:cNvGrpSpPr>
              <a:grpSpLocks/>
            </p:cNvGrpSpPr>
            <p:nvPr/>
          </p:nvGrpSpPr>
          <p:grpSpPr bwMode="auto">
            <a:xfrm>
              <a:off x="1570953" y="4102075"/>
              <a:ext cx="290512" cy="269875"/>
              <a:chOff x="2335" y="3249"/>
              <a:chExt cx="183" cy="226"/>
            </a:xfrm>
          </p:grpSpPr>
          <p:sp>
            <p:nvSpPr>
              <p:cNvPr id="73773" name="Line 37"/>
              <p:cNvSpPr>
                <a:spLocks noChangeShapeType="1"/>
              </p:cNvSpPr>
              <p:nvPr/>
            </p:nvSpPr>
            <p:spPr bwMode="auto">
              <a:xfrm>
                <a:off x="2335" y="3249"/>
                <a:ext cx="18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74" name="Line 38"/>
              <p:cNvSpPr>
                <a:spLocks noChangeShapeType="1"/>
              </p:cNvSpPr>
              <p:nvPr/>
            </p:nvSpPr>
            <p:spPr bwMode="auto">
              <a:xfrm>
                <a:off x="2335" y="3249"/>
                <a:ext cx="0" cy="22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75" name="Line 39"/>
              <p:cNvSpPr>
                <a:spLocks noChangeShapeType="1"/>
              </p:cNvSpPr>
              <p:nvPr/>
            </p:nvSpPr>
            <p:spPr bwMode="auto">
              <a:xfrm>
                <a:off x="2336" y="3475"/>
                <a:ext cx="18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3765" name="Text Box 40"/>
            <p:cNvSpPr txBox="1">
              <a:spLocks noChangeArrowheads="1"/>
            </p:cNvSpPr>
            <p:nvPr/>
          </p:nvSpPr>
          <p:spPr bwMode="auto">
            <a:xfrm>
              <a:off x="1546346" y="4071306"/>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chemeClr val="tx1"/>
                  </a:solidFill>
                  <a:latin typeface="Times New Roman" panose="02020603050405020304" pitchFamily="18" charset="0"/>
                </a:rPr>
                <a:t>*</a:t>
              </a:r>
            </a:p>
          </p:txBody>
        </p:sp>
        <p:sp>
          <p:nvSpPr>
            <p:cNvPr id="73766" name="Line 41"/>
            <p:cNvSpPr>
              <a:spLocks noChangeShapeType="1"/>
            </p:cNvSpPr>
            <p:nvPr/>
          </p:nvSpPr>
          <p:spPr bwMode="auto">
            <a:xfrm>
              <a:off x="1337425" y="2931521"/>
              <a:ext cx="506132" cy="667342"/>
            </a:xfrm>
            <a:prstGeom prst="line">
              <a:avLst/>
            </a:prstGeom>
            <a:noFill/>
            <a:ln w="412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767" name="Line 57"/>
            <p:cNvSpPr>
              <a:spLocks noChangeShapeType="1"/>
            </p:cNvSpPr>
            <p:nvPr/>
          </p:nvSpPr>
          <p:spPr bwMode="auto">
            <a:xfrm>
              <a:off x="675069" y="4654244"/>
              <a:ext cx="3137879"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768" name="Line 59"/>
            <p:cNvSpPr>
              <a:spLocks noChangeShapeType="1"/>
            </p:cNvSpPr>
            <p:nvPr/>
          </p:nvSpPr>
          <p:spPr bwMode="auto">
            <a:xfrm flipV="1">
              <a:off x="675069" y="3098451"/>
              <a:ext cx="14289" cy="155697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69" name="Freeform 65"/>
            <p:cNvSpPr>
              <a:spLocks noChangeArrowheads="1"/>
            </p:cNvSpPr>
            <p:nvPr/>
          </p:nvSpPr>
          <p:spPr bwMode="auto">
            <a:xfrm rot="-239446">
              <a:off x="5320383" y="1574939"/>
              <a:ext cx="497459" cy="1998204"/>
            </a:xfrm>
            <a:custGeom>
              <a:avLst/>
              <a:gdLst>
                <a:gd name="T0" fmla="*/ 0 w 208"/>
                <a:gd name="T1" fmla="*/ 0 h 1680"/>
                <a:gd name="T2" fmla="*/ 2147483646 w 208"/>
                <a:gd name="T3" fmla="*/ 2147483646 h 1680"/>
                <a:gd name="T4" fmla="*/ 2147483646 w 208"/>
                <a:gd name="T5" fmla="*/ 2147483646 h 1680"/>
                <a:gd name="T6" fmla="*/ 2147483646 w 208"/>
                <a:gd name="T7" fmla="*/ 2147483646 h 1680"/>
                <a:gd name="T8" fmla="*/ 0 60000 65536"/>
                <a:gd name="T9" fmla="*/ 0 60000 65536"/>
                <a:gd name="T10" fmla="*/ 0 60000 65536"/>
                <a:gd name="T11" fmla="*/ 0 60000 65536"/>
                <a:gd name="T12" fmla="*/ 0 w 208"/>
                <a:gd name="T13" fmla="*/ 0 h 1680"/>
                <a:gd name="T14" fmla="*/ 208 w 208"/>
                <a:gd name="T15" fmla="*/ 1680 h 1680"/>
              </a:gdLst>
              <a:ahLst/>
              <a:cxnLst>
                <a:cxn ang="T8">
                  <a:pos x="T0" y="T1"/>
                </a:cxn>
                <a:cxn ang="T9">
                  <a:pos x="T2" y="T3"/>
                </a:cxn>
                <a:cxn ang="T10">
                  <a:pos x="T4" y="T5"/>
                </a:cxn>
                <a:cxn ang="T11">
                  <a:pos x="T6" y="T7"/>
                </a:cxn>
              </a:cxnLst>
              <a:rect l="T12" t="T13" r="T14" b="T15"/>
              <a:pathLst>
                <a:path w="208" h="1680">
                  <a:moveTo>
                    <a:pt x="0" y="0"/>
                  </a:moveTo>
                  <a:cubicBezTo>
                    <a:pt x="56" y="132"/>
                    <a:pt x="112" y="264"/>
                    <a:pt x="144" y="432"/>
                  </a:cubicBezTo>
                  <a:cubicBezTo>
                    <a:pt x="176" y="600"/>
                    <a:pt x="208" y="800"/>
                    <a:pt x="192" y="1008"/>
                  </a:cubicBezTo>
                  <a:cubicBezTo>
                    <a:pt x="176" y="1216"/>
                    <a:pt x="112" y="1448"/>
                    <a:pt x="48" y="1680"/>
                  </a:cubicBezTo>
                </a:path>
              </a:pathLst>
            </a:custGeom>
            <a:noFill/>
            <a:ln w="38100">
              <a:solidFill>
                <a:schemeClr val="hlink"/>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3770" name="Text Box 66"/>
            <p:cNvSpPr txBox="1">
              <a:spLocks noChangeArrowheads="1"/>
            </p:cNvSpPr>
            <p:nvPr/>
          </p:nvSpPr>
          <p:spPr bwMode="auto">
            <a:xfrm>
              <a:off x="5474132" y="2531360"/>
              <a:ext cx="457200" cy="400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L</a:t>
              </a:r>
            </a:p>
          </p:txBody>
        </p:sp>
        <p:sp>
          <p:nvSpPr>
            <p:cNvPr id="73771" name="Text Box 68"/>
            <p:cNvSpPr txBox="1">
              <a:spLocks noChangeArrowheads="1"/>
            </p:cNvSpPr>
            <p:nvPr/>
          </p:nvSpPr>
          <p:spPr bwMode="auto">
            <a:xfrm>
              <a:off x="5893564" y="1874164"/>
              <a:ext cx="685800" cy="400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chemeClr val="tx1"/>
                  </a:solidFill>
                  <a:latin typeface="Times New Roman" panose="02020603050405020304" pitchFamily="18" charset="0"/>
                </a:rPr>
                <a:t>id</a:t>
              </a:r>
            </a:p>
          </p:txBody>
        </p:sp>
        <p:sp>
          <p:nvSpPr>
            <p:cNvPr id="73772" name="Freeform 69"/>
            <p:cNvSpPr>
              <a:spLocks noChangeArrowheads="1"/>
            </p:cNvSpPr>
            <p:nvPr/>
          </p:nvSpPr>
          <p:spPr bwMode="auto">
            <a:xfrm rot="-200960">
              <a:off x="5348040" y="1167312"/>
              <a:ext cx="873074" cy="3240005"/>
            </a:xfrm>
            <a:custGeom>
              <a:avLst/>
              <a:gdLst>
                <a:gd name="T0" fmla="*/ 0 w 598"/>
                <a:gd name="T1" fmla="*/ 0 h 2268"/>
                <a:gd name="T2" fmla="*/ 2147483646 w 598"/>
                <a:gd name="T3" fmla="*/ 2147483646 h 2268"/>
                <a:gd name="T4" fmla="*/ 2147483646 w 598"/>
                <a:gd name="T5" fmla="*/ 2147483646 h 2268"/>
                <a:gd name="T6" fmla="*/ 0 60000 65536"/>
                <a:gd name="T7" fmla="*/ 0 60000 65536"/>
                <a:gd name="T8" fmla="*/ 0 60000 65536"/>
                <a:gd name="T9" fmla="*/ 0 w 598"/>
                <a:gd name="T10" fmla="*/ 0 h 2268"/>
                <a:gd name="T11" fmla="*/ 598 w 598"/>
                <a:gd name="T12" fmla="*/ 2268 h 2268"/>
              </a:gdLst>
              <a:ahLst/>
              <a:cxnLst>
                <a:cxn ang="T6">
                  <a:pos x="T0" y="T1"/>
                </a:cxn>
                <a:cxn ang="T7">
                  <a:pos x="T2" y="T3"/>
                </a:cxn>
                <a:cxn ang="T8">
                  <a:pos x="T4" y="T5"/>
                </a:cxn>
              </a:cxnLst>
              <a:rect l="T9" t="T10" r="T11" b="T12"/>
              <a:pathLst>
                <a:path w="598" h="2268">
                  <a:moveTo>
                    <a:pt x="0" y="0"/>
                  </a:moveTo>
                  <a:cubicBezTo>
                    <a:pt x="291" y="491"/>
                    <a:pt x="582" y="983"/>
                    <a:pt x="590" y="1361"/>
                  </a:cubicBezTo>
                  <a:cubicBezTo>
                    <a:pt x="598" y="1739"/>
                    <a:pt x="322" y="2003"/>
                    <a:pt x="46" y="2268"/>
                  </a:cubicBezTo>
                </a:path>
              </a:pathLst>
            </a:custGeom>
            <a:noFill/>
            <a:ln w="38100">
              <a:solidFill>
                <a:schemeClr val="hlink"/>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47" name="矩形 46"/>
          <p:cNvSpPr/>
          <p:nvPr/>
        </p:nvSpPr>
        <p:spPr bwMode="auto">
          <a:xfrm>
            <a:off x="7440613" y="4692650"/>
            <a:ext cx="1644650" cy="400050"/>
          </a:xfrm>
          <a:prstGeom prst="rect">
            <a:avLst/>
          </a:prstGeom>
          <a:solidFill>
            <a:schemeClr val="accent5">
              <a:lumMod val="60000"/>
              <a:lumOff val="40000"/>
            </a:schemeClr>
          </a:solidFill>
          <a:ln w="12700">
            <a:solidFill>
              <a:schemeClr val="tx1"/>
            </a:solidFill>
          </a:ln>
        </p:spPr>
        <p:txBody>
          <a:bodyPr>
            <a:spAutoFit/>
          </a:bodyPr>
          <a:lstStyle/>
          <a:p>
            <a:pPr eaLnBrk="1" hangingPunct="1">
              <a:buFont typeface="Arial" panose="020B0604020202020204" pitchFamily="34" charset="0"/>
              <a:buNone/>
              <a:defRPr/>
            </a:pPr>
            <a:r>
              <a:rPr lang="en-US" altLang="zh-CN" sz="2000" b="1" i="1" noProof="1">
                <a:solidFill>
                  <a:srgbClr val="000000"/>
                </a:solidFill>
                <a:latin typeface="Times New Roman" pitchFamily="18" charset="0"/>
                <a:ea typeface="Times New Roman" pitchFamily="18" charset="0"/>
                <a:cs typeface="华文楷体" pitchFamily="2" charset="-122"/>
              </a:rPr>
              <a:t>LALR</a:t>
            </a:r>
            <a:r>
              <a:rPr lang="zh-CN" altLang="en-US" sz="2000" b="1" noProof="1">
                <a:solidFill>
                  <a:srgbClr val="000000"/>
                </a:solidFill>
                <a:latin typeface="华文楷体" pitchFamily="2" charset="-122"/>
                <a:ea typeface="Times New Roman" pitchFamily="18" charset="0"/>
                <a:cs typeface="华文楷体" pitchFamily="2" charset="-122"/>
              </a:rPr>
              <a:t>自动机</a:t>
            </a:r>
            <a:endParaRPr lang="zh-CN" altLang="en-US" sz="1000" noProof="1">
              <a:latin typeface="华文楷体" pitchFamily="2" charset="-122"/>
              <a:ea typeface="Times New Roman" pitchFamily="18" charset="0"/>
              <a:cs typeface="华文楷体" pitchFamily="2" charset="-122"/>
            </a:endParaRPr>
          </a:p>
        </p:txBody>
      </p:sp>
      <p:sp>
        <p:nvSpPr>
          <p:cNvPr id="3" name="灯片编号占位符 2">
            <a:extLst>
              <a:ext uri="{FF2B5EF4-FFF2-40B4-BE49-F238E27FC236}">
                <a16:creationId xmlns:a16="http://schemas.microsoft.com/office/drawing/2014/main" id="{E3CDB725-D38D-474D-BF97-A445F813A9EC}"/>
              </a:ext>
            </a:extLst>
          </p:cNvPr>
          <p:cNvSpPr>
            <a:spLocks noGrp="1"/>
          </p:cNvSpPr>
          <p:nvPr>
            <p:ph type="sldNum" sz="quarter" idx="12"/>
          </p:nvPr>
        </p:nvSpPr>
        <p:spPr/>
        <p:txBody>
          <a:bodyPr/>
          <a:lstStyle/>
          <a:p>
            <a:pPr>
              <a:defRPr/>
            </a:pPr>
            <a:fld id="{76D20AB1-C80E-44EB-B890-88EEF3B3DC08}" type="slidenum">
              <a:rPr lang="zh-CN" altLang="en-US" smtClean="0"/>
              <a:pPr>
                <a:defRPr/>
              </a:pPr>
              <a:t>31</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347139">
                                            <p:txEl>
                                              <p:pRg st="0" end="0"/>
                                            </p:txEl>
                                          </p:spTgt>
                                        </p:tgtEl>
                                        <p:attrNameLst>
                                          <p:attrName>style.visibility</p:attrName>
                                        </p:attrNameLst>
                                      </p:cBhvr>
                                      <p:to>
                                        <p:strVal val="visible"/>
                                      </p:to>
                                    </p:set>
                                    <p:anim calcmode="lin" valueType="num">
                                      <p:cBhvr>
                                        <p:cTn id="7" dur="500" fill="hold"/>
                                        <p:tgtEl>
                                          <p:spTgt spid="347139">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47139">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47139">
                                            <p:txEl>
                                              <p:pRg st="0" end="0"/>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47"/>
                                        </p:tgtEl>
                                        <p:attrNameLst>
                                          <p:attrName>style.visibility</p:attrName>
                                        </p:attrNameLst>
                                      </p:cBhvr>
                                      <p:to>
                                        <p:strVal val="visible"/>
                                      </p:to>
                                    </p:set>
                                    <p:anim calcmode="lin" valueType="num">
                                      <p:cBhvr>
                                        <p:cTn id="17" dur="500" fill="hold"/>
                                        <p:tgtEl>
                                          <p:spTgt spid="47"/>
                                        </p:tgtEl>
                                        <p:attrNameLst>
                                          <p:attrName>ppt_w</p:attrName>
                                        </p:attrNameLst>
                                      </p:cBhvr>
                                      <p:tavLst>
                                        <p:tav tm="0">
                                          <p:val>
                                            <p:fltVal val="0"/>
                                          </p:val>
                                        </p:tav>
                                        <p:tav tm="100000">
                                          <p:val>
                                            <p:strVal val="#ppt_w"/>
                                          </p:val>
                                        </p:tav>
                                      </p:tavLst>
                                    </p:anim>
                                    <p:anim calcmode="lin" valueType="num">
                                      <p:cBhvr>
                                        <p:cTn id="18" dur="500" fill="hold"/>
                                        <p:tgtEl>
                                          <p:spTgt spid="47"/>
                                        </p:tgtEl>
                                        <p:attrNameLst>
                                          <p:attrName>ppt_h</p:attrName>
                                        </p:attrNameLst>
                                      </p:cBhvr>
                                      <p:tavLst>
                                        <p:tav tm="0">
                                          <p:val>
                                            <p:fltVal val="0"/>
                                          </p:val>
                                        </p:tav>
                                        <p:tav tm="100000">
                                          <p:val>
                                            <p:strVal val="#ppt_h"/>
                                          </p:val>
                                        </p:tav>
                                      </p:tavLst>
                                    </p:anim>
                                    <p:animEffect transition="in" filter="fade">
                                      <p:cBhvr>
                                        <p:cTn id="19" dur="500"/>
                                        <p:tgtEl>
                                          <p:spTgt spid="47"/>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53" presetClass="exit" presetSubtype="16" fill="hold" nodeType="clickEffect">
                                  <p:stCondLst>
                                    <p:cond delay="0"/>
                                  </p:stCondLst>
                                  <p:childTnLst>
                                    <p:anim calcmode="lin" valueType="num">
                                      <p:cBhvr>
                                        <p:cTn id="23" dur="500"/>
                                        <p:tgtEl>
                                          <p:spTgt spid="2"/>
                                        </p:tgtEl>
                                        <p:attrNameLst>
                                          <p:attrName>ppt_w</p:attrName>
                                        </p:attrNameLst>
                                      </p:cBhvr>
                                      <p:tavLst>
                                        <p:tav tm="0">
                                          <p:val>
                                            <p:strVal val="ppt_w"/>
                                          </p:val>
                                        </p:tav>
                                        <p:tav tm="100000">
                                          <p:val>
                                            <p:fltVal val="0"/>
                                          </p:val>
                                        </p:tav>
                                      </p:tavLst>
                                    </p:anim>
                                    <p:anim calcmode="lin" valueType="num">
                                      <p:cBhvr>
                                        <p:cTn id="24" dur="500"/>
                                        <p:tgtEl>
                                          <p:spTgt spid="2"/>
                                        </p:tgtEl>
                                        <p:attrNameLst>
                                          <p:attrName>ppt_h</p:attrName>
                                        </p:attrNameLst>
                                      </p:cBhvr>
                                      <p:tavLst>
                                        <p:tav tm="0">
                                          <p:val>
                                            <p:strVal val="ppt_h"/>
                                          </p:val>
                                        </p:tav>
                                        <p:tav tm="100000">
                                          <p:val>
                                            <p:fltVal val="0"/>
                                          </p:val>
                                        </p:tav>
                                      </p:tavLst>
                                    </p:anim>
                                    <p:animEffect transition="out" filter="fade">
                                      <p:cBhvr>
                                        <p:cTn id="25" dur="500"/>
                                        <p:tgtEl>
                                          <p:spTgt spid="2"/>
                                        </p:tgtEl>
                                      </p:cBhvr>
                                    </p:animEffect>
                                    <p:set>
                                      <p:cBhvr>
                                        <p:cTn id="26" dur="1" fill="hold">
                                          <p:stCondLst>
                                            <p:cond delay="499"/>
                                          </p:stCondLst>
                                        </p:cTn>
                                        <p:tgtEl>
                                          <p:spTgt spid="2"/>
                                        </p:tgtEl>
                                        <p:attrNameLst>
                                          <p:attrName>style.visibility</p:attrName>
                                        </p:attrNameLst>
                                      </p:cBhvr>
                                      <p:to>
                                        <p:strVal val="hidden"/>
                                      </p:to>
                                    </p:set>
                                  </p:childTnLst>
                                </p:cTn>
                              </p:par>
                              <p:par>
                                <p:cTn id="27" presetID="53" presetClass="exit" presetSubtype="32" fill="hold" grpId="1" nodeType="withEffect">
                                  <p:stCondLst>
                                    <p:cond delay="0"/>
                                  </p:stCondLst>
                                  <p:childTnLst>
                                    <p:anim calcmode="lin" valueType="num">
                                      <p:cBhvr>
                                        <p:cTn id="28" dur="500"/>
                                        <p:tgtEl>
                                          <p:spTgt spid="47"/>
                                        </p:tgtEl>
                                        <p:attrNameLst>
                                          <p:attrName>ppt_w</p:attrName>
                                        </p:attrNameLst>
                                      </p:cBhvr>
                                      <p:tavLst>
                                        <p:tav tm="0">
                                          <p:val>
                                            <p:strVal val="ppt_w"/>
                                          </p:val>
                                        </p:tav>
                                        <p:tav tm="100000">
                                          <p:val>
                                            <p:fltVal val="0"/>
                                          </p:val>
                                        </p:tav>
                                      </p:tavLst>
                                    </p:anim>
                                    <p:anim calcmode="lin" valueType="num">
                                      <p:cBhvr>
                                        <p:cTn id="29" dur="500"/>
                                        <p:tgtEl>
                                          <p:spTgt spid="47"/>
                                        </p:tgtEl>
                                        <p:attrNameLst>
                                          <p:attrName>ppt_h</p:attrName>
                                        </p:attrNameLst>
                                      </p:cBhvr>
                                      <p:tavLst>
                                        <p:tav tm="0">
                                          <p:val>
                                            <p:strVal val="ppt_h"/>
                                          </p:val>
                                        </p:tav>
                                        <p:tav tm="100000">
                                          <p:val>
                                            <p:fltVal val="0"/>
                                          </p:val>
                                        </p:tav>
                                      </p:tavLst>
                                    </p:anim>
                                    <p:animEffect transition="out" filter="fade">
                                      <p:cBhvr>
                                        <p:cTn id="30" dur="500"/>
                                        <p:tgtEl>
                                          <p:spTgt spid="47"/>
                                        </p:tgtEl>
                                      </p:cBhvr>
                                    </p:animEffect>
                                    <p:set>
                                      <p:cBhvr>
                                        <p:cTn id="31" dur="1" fill="hold">
                                          <p:stCondLst>
                                            <p:cond delay="499"/>
                                          </p:stCondLst>
                                        </p:cTn>
                                        <p:tgtEl>
                                          <p:spTgt spid="4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7" grpId="1"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5" name="Rectangle 3"/>
          <p:cNvSpPr>
            <a:spLocks noGrp="1" noChangeArrowheads="1"/>
          </p:cNvSpPr>
          <p:nvPr>
            <p:ph idx="1"/>
          </p:nvPr>
        </p:nvSpPr>
        <p:spPr>
          <a:xfrm>
            <a:off x="250825" y="1203325"/>
            <a:ext cx="5927725" cy="576263"/>
          </a:xfrm>
        </p:spPr>
        <p:txBody>
          <a:bodyPr/>
          <a:lstStyle/>
          <a:p>
            <a:pPr eaLnBrk="1" hangingPunct="1">
              <a:buClr>
                <a:schemeClr val="tx1"/>
              </a:buClr>
              <a:buFont typeface="Wingdings" pitchFamily="2" charset="2"/>
              <a:buChar char="Ø"/>
              <a:defRPr/>
            </a:pPr>
            <a:r>
              <a:rPr lang="zh-CN" altLang="en-US" sz="2500" b="1" dirty="0">
                <a:solidFill>
                  <a:schemeClr val="tx1"/>
                </a:solidFill>
                <a:latin typeface="+mn-ea"/>
              </a:rPr>
              <a:t>大小上与</a:t>
            </a:r>
            <a:r>
              <a:rPr lang="en-US" altLang="zh-CN" sz="2500" b="1" i="1" dirty="0">
                <a:solidFill>
                  <a:schemeClr val="tx1"/>
                </a:solidFill>
                <a:ea typeface="宋体" pitchFamily="2" charset="-122"/>
                <a:cs typeface="Times New Roman" pitchFamily="18" charset="0"/>
              </a:rPr>
              <a:t>LR</a:t>
            </a:r>
            <a:r>
              <a:rPr lang="en-US" altLang="zh-CN" sz="2500" b="1" dirty="0">
                <a:solidFill>
                  <a:schemeClr val="tx1"/>
                </a:solidFill>
                <a:ea typeface="宋体" pitchFamily="2" charset="-122"/>
                <a:cs typeface="Times New Roman" pitchFamily="18" charset="0"/>
              </a:rPr>
              <a:t>(0)/</a:t>
            </a:r>
            <a:r>
              <a:rPr lang="en-US" altLang="zh-CN" sz="2500" b="1" i="1" dirty="0">
                <a:solidFill>
                  <a:schemeClr val="tx1"/>
                </a:solidFill>
                <a:ea typeface="宋体" pitchFamily="2" charset="-122"/>
                <a:cs typeface="Times New Roman" pitchFamily="18" charset="0"/>
              </a:rPr>
              <a:t>SLR</a:t>
            </a:r>
            <a:r>
              <a:rPr lang="zh-CN" altLang="en-US" sz="2500" b="1" dirty="0">
                <a:solidFill>
                  <a:schemeClr val="tx1"/>
                </a:solidFill>
                <a:latin typeface="+mn-ea"/>
              </a:rPr>
              <a:t>相当</a:t>
            </a:r>
            <a:endParaRPr lang="zh-CN" altLang="en-US" dirty="0">
              <a:latin typeface="+mn-ea"/>
            </a:endParaRPr>
          </a:p>
          <a:p>
            <a:pPr eaLnBrk="1" hangingPunct="1">
              <a:buFont typeface="Symbol" panose="05050102010706020507" pitchFamily="18" charset="2"/>
              <a:buChar char="•"/>
              <a:defRPr/>
            </a:pPr>
            <a:endParaRPr lang="zh-CN" altLang="en-US" sz="2800" dirty="0">
              <a:latin typeface="楷体_GB2312" pitchFamily="49" charset="-122"/>
              <a:ea typeface="楷体_GB2312" pitchFamily="49" charset="-122"/>
            </a:endParaRPr>
          </a:p>
        </p:txBody>
      </p:sp>
      <p:sp>
        <p:nvSpPr>
          <p:cNvPr id="75779" name="Rectangle 3"/>
          <p:cNvSpPr txBox="1">
            <a:spLocks noChangeArrowheads="1"/>
          </p:cNvSpPr>
          <p:nvPr/>
        </p:nvSpPr>
        <p:spPr bwMode="auto">
          <a:xfrm>
            <a:off x="250825" y="771525"/>
            <a:ext cx="549592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buClr>
                <a:schemeClr val="tx1"/>
              </a:buClr>
              <a:buFont typeface="Wingdings" panose="05000000000000000000" pitchFamily="2" charset="2"/>
              <a:buChar char="Ø"/>
            </a:pPr>
            <a:r>
              <a:rPr lang="zh-CN" altLang="en-US" sz="2500" b="1">
                <a:solidFill>
                  <a:schemeClr val="tx1"/>
                </a:solidFill>
                <a:latin typeface="Times New Roman" panose="02020603050405020304" pitchFamily="18" charset="0"/>
                <a:ea typeface="华文楷体" panose="02010600040101010101" pitchFamily="2" charset="-122"/>
              </a:rPr>
              <a:t>形式上与</a:t>
            </a:r>
            <a:r>
              <a:rPr lang="en-US" altLang="zh-CN" sz="2500" b="1" i="1">
                <a:solidFill>
                  <a:schemeClr val="tx1"/>
                </a:solidFill>
                <a:latin typeface="Times New Roman" panose="02020603050405020304" pitchFamily="18" charset="0"/>
                <a:cs typeface="Times New Roman" panose="02020603050405020304" pitchFamily="18" charset="0"/>
              </a:rPr>
              <a:t>LR</a:t>
            </a:r>
            <a:r>
              <a:rPr lang="en-US" altLang="zh-CN" sz="2500" b="1">
                <a:solidFill>
                  <a:schemeClr val="tx1"/>
                </a:solidFill>
                <a:latin typeface="Times New Roman" panose="02020603050405020304" pitchFamily="18" charset="0"/>
                <a:cs typeface="Times New Roman" panose="02020603050405020304" pitchFamily="18" charset="0"/>
              </a:rPr>
              <a:t>(1)</a:t>
            </a:r>
            <a:r>
              <a:rPr lang="zh-CN" altLang="en-US" sz="2500" b="1">
                <a:solidFill>
                  <a:schemeClr val="tx1"/>
                </a:solidFill>
                <a:latin typeface="Times New Roman" panose="02020603050405020304" pitchFamily="18" charset="0"/>
                <a:ea typeface="华文楷体" panose="02010600040101010101" pitchFamily="2" charset="-122"/>
              </a:rPr>
              <a:t>相同</a:t>
            </a:r>
          </a:p>
        </p:txBody>
      </p:sp>
      <p:sp>
        <p:nvSpPr>
          <p:cNvPr id="75780" name="Rectangle 2"/>
          <p:cNvSpPr>
            <a:spLocks noGrp="1" noChangeArrowheads="1"/>
          </p:cNvSpPr>
          <p:nvPr>
            <p:ph type="title"/>
          </p:nvPr>
        </p:nvSpPr>
        <p:spPr>
          <a:xfrm>
            <a:off x="755650" y="268288"/>
            <a:ext cx="7931150" cy="358775"/>
          </a:xfrm>
        </p:spPr>
        <p:txBody>
          <a:bodyPr/>
          <a:lstStyle/>
          <a:p>
            <a:pPr eaLnBrk="1" hangingPunct="1"/>
            <a:r>
              <a:rPr lang="en-US" altLang="zh-CN" sz="3000" i="1">
                <a:solidFill>
                  <a:schemeClr val="tx1"/>
                </a:solidFill>
                <a:ea typeface="黑体" panose="02010609060101010101" pitchFamily="49" charset="-122"/>
              </a:rPr>
              <a:t>LALR</a:t>
            </a:r>
            <a:r>
              <a:rPr lang="en-US" altLang="zh-CN" sz="3000">
                <a:solidFill>
                  <a:schemeClr val="tx1"/>
                </a:solidFill>
                <a:ea typeface="黑体" panose="02010609060101010101" pitchFamily="49" charset="-122"/>
              </a:rPr>
              <a:t>(1)</a:t>
            </a:r>
            <a:r>
              <a:rPr lang="zh-CN" altLang="en-US" sz="3000">
                <a:solidFill>
                  <a:schemeClr val="tx1"/>
                </a:solidFill>
                <a:latin typeface="微软雅黑" panose="020B0503020204020204" pitchFamily="34" charset="-122"/>
                <a:ea typeface="微软雅黑" panose="020B0503020204020204" pitchFamily="34" charset="-122"/>
              </a:rPr>
              <a:t>的特点</a:t>
            </a:r>
          </a:p>
        </p:txBody>
      </p:sp>
      <p:grpSp>
        <p:nvGrpSpPr>
          <p:cNvPr id="2" name="组 2"/>
          <p:cNvGrpSpPr>
            <a:grpSpLocks/>
          </p:cNvGrpSpPr>
          <p:nvPr/>
        </p:nvGrpSpPr>
        <p:grpSpPr bwMode="auto">
          <a:xfrm>
            <a:off x="2916238" y="627063"/>
            <a:ext cx="6019800" cy="4321175"/>
            <a:chOff x="1976144" y="771550"/>
            <a:chExt cx="6019720" cy="4319840"/>
          </a:xfrm>
        </p:grpSpPr>
        <p:sp>
          <p:nvSpPr>
            <p:cNvPr id="75783" name="Text Box 5"/>
            <p:cNvSpPr txBox="1">
              <a:spLocks noChangeArrowheads="1"/>
            </p:cNvSpPr>
            <p:nvPr/>
          </p:nvSpPr>
          <p:spPr bwMode="auto">
            <a:xfrm>
              <a:off x="1976144" y="1857065"/>
              <a:ext cx="1084248" cy="1937738"/>
            </a:xfrm>
            <a:prstGeom prst="rect">
              <a:avLst/>
            </a:prstGeom>
            <a:solidFill>
              <a:srgbClr val="B5CEED"/>
            </a:solidFill>
            <a:ln w="12700">
              <a:solidFill>
                <a:schemeClr val="tx1"/>
              </a:solidFill>
              <a:miter lim="800000"/>
              <a:headEnd type="none" w="sm" len="sm"/>
              <a:tailEnd type="none" w="sm" len="sm"/>
            </a:ln>
          </p:spPr>
          <p:txBody>
            <a:bodyPr tIns="0" bIns="0">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I</a:t>
              </a:r>
              <a:r>
                <a:rPr lang="en-US" altLang="zh-CN" sz="1800" b="1" i="1" baseline="-25000">
                  <a:solidFill>
                    <a:schemeClr val="tx1"/>
                  </a:solidFill>
                  <a:latin typeface="Times New Roman" panose="02020603050405020304" pitchFamily="18" charset="0"/>
                </a:rPr>
                <a:t>0</a:t>
              </a:r>
              <a:r>
                <a:rPr lang="en-US" altLang="zh-CN" sz="1800" b="1">
                  <a:solidFill>
                    <a:schemeClr val="tx1"/>
                  </a:solidFill>
                  <a:latin typeface="Times New Roman" panose="02020603050405020304" pitchFamily="18" charset="0"/>
                </a:rPr>
                <a:t>:</a:t>
              </a:r>
            </a:p>
            <a:p>
              <a:pPr>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S′</a:t>
              </a:r>
              <a:r>
                <a:rPr lang="en-US" altLang="zh-CN" sz="1800" b="1" i="1">
                  <a:solidFill>
                    <a:schemeClr val="tx1"/>
                  </a:solidFill>
                  <a:latin typeface="Times New Roman" panose="02020603050405020304" pitchFamily="18" charset="0"/>
                </a:rPr>
                <a:t>→</a:t>
              </a:r>
              <a:r>
                <a:rPr lang="en-US" altLang="zh-CN" sz="1800" b="1" i="1">
                  <a:solidFill>
                    <a:srgbClr val="000000"/>
                  </a:solidFill>
                  <a:latin typeface="Times New Roman" panose="02020603050405020304" pitchFamily="18" charset="0"/>
                </a:rPr>
                <a:t> · </a:t>
              </a:r>
              <a:r>
                <a:rPr lang="en-US" altLang="zh-CN" sz="1800" b="1" i="1">
                  <a:solidFill>
                    <a:schemeClr val="tx1"/>
                  </a:solidFill>
                  <a:latin typeface="Times New Roman" panose="02020603050405020304" pitchFamily="18" charset="0"/>
                </a:rPr>
                <a:t>S</a:t>
              </a:r>
              <a:r>
                <a:rPr lang="zh-CN" altLang="en-US" sz="1800" b="1" i="1">
                  <a:solidFill>
                    <a:schemeClr val="tx1"/>
                  </a:solidFill>
                  <a:latin typeface="Times New Roman" panose="02020603050405020304" pitchFamily="18" charset="0"/>
                </a:rPr>
                <a:t> </a:t>
              </a:r>
              <a:endParaRPr lang="en-US" altLang="zh-CN" sz="1800" b="1" i="1">
                <a:solidFill>
                  <a:schemeClr val="tx1"/>
                </a:solidFill>
                <a:latin typeface="Times New Roman" panose="02020603050405020304" pitchFamily="18" charset="0"/>
              </a:endParaRPr>
            </a:p>
            <a:p>
              <a:pPr>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S→</a:t>
              </a:r>
              <a:r>
                <a:rPr lang="en-US" altLang="zh-CN" sz="1800" b="1" i="1">
                  <a:solidFill>
                    <a:srgbClr val="000000"/>
                  </a:solidFill>
                  <a:latin typeface="Times New Roman" panose="02020603050405020304" pitchFamily="18" charset="0"/>
                </a:rPr>
                <a:t> ·</a:t>
              </a:r>
              <a:r>
                <a:rPr lang="en-US" altLang="zh-CN" sz="1800" b="1" i="1">
                  <a:solidFill>
                    <a:schemeClr val="tx1"/>
                  </a:solidFill>
                  <a:latin typeface="Times New Roman" panose="02020603050405020304" pitchFamily="18" charset="0"/>
                </a:rPr>
                <a:t>L=R </a:t>
              </a:r>
            </a:p>
            <a:p>
              <a:pPr>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S→</a:t>
              </a:r>
              <a:r>
                <a:rPr lang="en-US" altLang="zh-CN" sz="1800" b="1" i="1">
                  <a:solidFill>
                    <a:srgbClr val="000000"/>
                  </a:solidFill>
                  <a:latin typeface="Times New Roman" panose="02020603050405020304" pitchFamily="18" charset="0"/>
                </a:rPr>
                <a:t> · </a:t>
              </a:r>
              <a:r>
                <a:rPr lang="en-US" altLang="zh-CN" sz="1800" b="1" i="1">
                  <a:solidFill>
                    <a:schemeClr val="tx1"/>
                  </a:solidFill>
                  <a:latin typeface="Times New Roman" panose="02020603050405020304" pitchFamily="18" charset="0"/>
                </a:rPr>
                <a:t>R </a:t>
              </a:r>
            </a:p>
            <a:p>
              <a:pPr>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L→</a:t>
              </a:r>
              <a:r>
                <a:rPr lang="en-US" altLang="zh-CN" sz="1800" b="1" i="1">
                  <a:solidFill>
                    <a:srgbClr val="000000"/>
                  </a:solidFill>
                  <a:latin typeface="Times New Roman" panose="02020603050405020304" pitchFamily="18" charset="0"/>
                </a:rPr>
                <a:t> · </a:t>
              </a:r>
              <a:r>
                <a:rPr lang="en-US" altLang="zh-CN" sz="1800" b="1" i="1">
                  <a:solidFill>
                    <a:schemeClr val="tx1"/>
                  </a:solidFill>
                  <a:latin typeface="Times New Roman" panose="02020603050405020304" pitchFamily="18" charset="0"/>
                </a:rPr>
                <a:t>*R </a:t>
              </a:r>
            </a:p>
            <a:p>
              <a:pPr>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L→</a:t>
              </a:r>
              <a:r>
                <a:rPr lang="en-US" altLang="zh-CN" sz="1800" b="1" i="1">
                  <a:solidFill>
                    <a:srgbClr val="000000"/>
                  </a:solidFill>
                  <a:latin typeface="Times New Roman" panose="02020603050405020304" pitchFamily="18" charset="0"/>
                </a:rPr>
                <a:t> · </a:t>
              </a:r>
              <a:r>
                <a:rPr lang="en-US" altLang="zh-CN" sz="1800" b="1">
                  <a:solidFill>
                    <a:schemeClr val="tx1"/>
                  </a:solidFill>
                  <a:latin typeface="Times New Roman" panose="02020603050405020304" pitchFamily="18" charset="0"/>
                </a:rPr>
                <a:t>id </a:t>
              </a:r>
            </a:p>
            <a:p>
              <a:pPr>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R→</a:t>
              </a:r>
              <a:r>
                <a:rPr lang="en-US" altLang="zh-CN" sz="1800" b="1" i="1">
                  <a:solidFill>
                    <a:srgbClr val="000000"/>
                  </a:solidFill>
                  <a:latin typeface="Times New Roman" panose="02020603050405020304" pitchFamily="18" charset="0"/>
                </a:rPr>
                <a:t> · </a:t>
              </a:r>
              <a:r>
                <a:rPr lang="en-US" altLang="zh-CN" sz="1800" b="1" i="1">
                  <a:solidFill>
                    <a:schemeClr val="tx1"/>
                  </a:solidFill>
                  <a:latin typeface="Times New Roman" panose="02020603050405020304" pitchFamily="18" charset="0"/>
                </a:rPr>
                <a:t>L </a:t>
              </a:r>
            </a:p>
          </p:txBody>
        </p:sp>
        <p:sp>
          <p:nvSpPr>
            <p:cNvPr id="75784" name="Text Box 6"/>
            <p:cNvSpPr txBox="1">
              <a:spLocks noChangeArrowheads="1"/>
            </p:cNvSpPr>
            <p:nvPr/>
          </p:nvSpPr>
          <p:spPr bwMode="auto">
            <a:xfrm>
              <a:off x="3595372" y="771550"/>
              <a:ext cx="1225534" cy="645912"/>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I</a:t>
              </a:r>
              <a:r>
                <a:rPr lang="en-US" altLang="zh-CN" sz="1800" b="1" i="1" baseline="-25000">
                  <a:solidFill>
                    <a:schemeClr val="tx1"/>
                  </a:solidFill>
                  <a:latin typeface="Times New Roman" panose="02020603050405020304" pitchFamily="18" charset="0"/>
                </a:rPr>
                <a:t>1</a:t>
              </a:r>
              <a:r>
                <a:rPr lang="en-US" altLang="zh-CN" sz="1800" b="1">
                  <a:solidFill>
                    <a:schemeClr val="tx1"/>
                  </a:solidFill>
                  <a:latin typeface="Times New Roman" panose="02020603050405020304" pitchFamily="18" charset="0"/>
                </a:rPr>
                <a:t>:</a:t>
              </a:r>
            </a:p>
            <a:p>
              <a:pPr>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S′</a:t>
              </a:r>
              <a:r>
                <a:rPr lang="en-US" altLang="zh-CN" sz="1800" b="1" i="1">
                  <a:solidFill>
                    <a:schemeClr val="tx1"/>
                  </a:solidFill>
                  <a:latin typeface="Times New Roman" panose="02020603050405020304" pitchFamily="18" charset="0"/>
                </a:rPr>
                <a:t>→S</a:t>
              </a:r>
              <a:r>
                <a:rPr lang="en-US" altLang="zh-CN" sz="1800" b="1" i="1">
                  <a:solidFill>
                    <a:srgbClr val="000000"/>
                  </a:solidFill>
                  <a:latin typeface="Times New Roman" panose="02020603050405020304" pitchFamily="18" charset="0"/>
                </a:rPr>
                <a:t> ·</a:t>
              </a:r>
              <a:r>
                <a:rPr lang="en-US" altLang="zh-CN" sz="1800" b="1" i="1">
                  <a:solidFill>
                    <a:schemeClr val="tx1"/>
                  </a:solidFill>
                  <a:latin typeface="Times New Roman" panose="02020603050405020304" pitchFamily="18" charset="0"/>
                </a:rPr>
                <a:t> </a:t>
              </a:r>
            </a:p>
          </p:txBody>
        </p:sp>
        <p:sp>
          <p:nvSpPr>
            <p:cNvPr id="75785" name="Line 7"/>
            <p:cNvSpPr>
              <a:spLocks noChangeShapeType="1"/>
            </p:cNvSpPr>
            <p:nvPr/>
          </p:nvSpPr>
          <p:spPr bwMode="auto">
            <a:xfrm flipV="1">
              <a:off x="3060392" y="1335719"/>
              <a:ext cx="546566" cy="914725"/>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 name="Text Box 8"/>
            <p:cNvSpPr txBox="1">
              <a:spLocks noChangeArrowheads="1"/>
            </p:cNvSpPr>
            <p:nvPr/>
          </p:nvSpPr>
          <p:spPr bwMode="auto">
            <a:xfrm>
              <a:off x="3595372" y="1563467"/>
              <a:ext cx="1225534" cy="93951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b="1" i="1" dirty="0">
                  <a:latin typeface="Times New Roman" panose="02020603050405020304" pitchFamily="18" charset="0"/>
                </a:rPr>
                <a:t>I</a:t>
              </a:r>
              <a:r>
                <a:rPr kumimoji="1" lang="en-US" altLang="zh-CN" b="1" i="1" baseline="-25000" dirty="0">
                  <a:latin typeface="Times New Roman" panose="02020603050405020304" pitchFamily="18" charset="0"/>
                </a:rPr>
                <a:t>2</a:t>
              </a:r>
              <a:r>
                <a:rPr kumimoji="1" lang="en-US" altLang="zh-CN" b="1" dirty="0">
                  <a:latin typeface="Times New Roman" panose="02020603050405020304" pitchFamily="18" charset="0"/>
                </a:rPr>
                <a:t>:</a:t>
              </a:r>
            </a:p>
            <a:p>
              <a:pPr>
                <a:lnSpc>
                  <a:spcPts val="2200"/>
                </a:lnSpc>
                <a:defRPr/>
              </a:pPr>
              <a:r>
                <a:rPr kumimoji="1" lang="en-US" altLang="zh-CN" b="1" i="1" dirty="0">
                  <a:latin typeface="Times New Roman" panose="02020603050405020304" pitchFamily="18" charset="0"/>
                </a:rPr>
                <a:t>S→L</a:t>
              </a:r>
              <a:r>
                <a:rPr lang="en-US" altLang="zh-CN" b="1" i="1" dirty="0">
                  <a:latin typeface="Times New Roman" panose="02020603050405020304" pitchFamily="18" charset="0"/>
                  <a:cs typeface="Times New Roman" panose="02020603050405020304" pitchFamily="18" charset="0"/>
                </a:rPr>
                <a:t> · </a:t>
              </a:r>
              <a:r>
                <a:rPr kumimoji="1" lang="en-US" altLang="zh-CN" b="1" i="1" dirty="0">
                  <a:latin typeface="Times New Roman" panose="02020603050405020304" pitchFamily="18" charset="0"/>
                </a:rPr>
                <a:t>=R </a:t>
              </a:r>
            </a:p>
            <a:p>
              <a:pPr>
                <a:lnSpc>
                  <a:spcPts val="2200"/>
                </a:lnSpc>
                <a:defRPr/>
              </a:pPr>
              <a:r>
                <a:rPr kumimoji="1" lang="en-US" altLang="zh-CN" b="1" i="1" dirty="0">
                  <a:latin typeface="Times New Roman" panose="02020603050405020304" pitchFamily="18" charset="0"/>
                </a:rPr>
                <a:t>R→L</a:t>
              </a:r>
              <a:r>
                <a:rPr lang="en-US" altLang="zh-CN" b="1" i="1" dirty="0">
                  <a:latin typeface="Times New Roman" panose="02020603050405020304" pitchFamily="18" charset="0"/>
                  <a:cs typeface="Times New Roman" panose="02020603050405020304" pitchFamily="18" charset="0"/>
                </a:rPr>
                <a:t> ·</a:t>
              </a:r>
              <a:endParaRPr kumimoji="1" lang="en-US" altLang="zh-CN" b="1" i="1" dirty="0">
                <a:latin typeface="Times New Roman" panose="02020603050405020304" pitchFamily="18" charset="0"/>
              </a:endParaRPr>
            </a:p>
          </p:txBody>
        </p:sp>
        <p:sp>
          <p:nvSpPr>
            <p:cNvPr id="75787" name="Line 9"/>
            <p:cNvSpPr>
              <a:spLocks noChangeShapeType="1"/>
            </p:cNvSpPr>
            <p:nvPr/>
          </p:nvSpPr>
          <p:spPr bwMode="auto">
            <a:xfrm flipV="1">
              <a:off x="3065423" y="2396456"/>
              <a:ext cx="541535" cy="93"/>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788" name="Text Box 10"/>
            <p:cNvSpPr txBox="1">
              <a:spLocks noChangeArrowheads="1"/>
            </p:cNvSpPr>
            <p:nvPr/>
          </p:nvSpPr>
          <p:spPr bwMode="auto">
            <a:xfrm>
              <a:off x="3131838" y="2000754"/>
              <a:ext cx="503269" cy="40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L</a:t>
              </a:r>
            </a:p>
          </p:txBody>
        </p:sp>
        <p:sp>
          <p:nvSpPr>
            <p:cNvPr id="16" name="Text Box 11"/>
            <p:cNvSpPr txBox="1">
              <a:spLocks noChangeArrowheads="1"/>
            </p:cNvSpPr>
            <p:nvPr/>
          </p:nvSpPr>
          <p:spPr bwMode="auto">
            <a:xfrm>
              <a:off x="3595372" y="2644221"/>
              <a:ext cx="1225534" cy="64591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latin typeface="Times New Roman" panose="02020603050405020304" pitchFamily="18" charset="0"/>
                </a:rPr>
                <a:t>I</a:t>
              </a:r>
              <a:r>
                <a:rPr kumimoji="1" lang="en-US" altLang="zh-CN" b="1" i="1" baseline="-25000">
                  <a:latin typeface="Times New Roman" panose="02020603050405020304" pitchFamily="18" charset="0"/>
                </a:rPr>
                <a:t>3</a:t>
              </a:r>
              <a:r>
                <a:rPr kumimoji="1" lang="en-US" altLang="zh-CN" b="1">
                  <a:latin typeface="Times New Roman" panose="02020603050405020304" pitchFamily="18" charset="0"/>
                </a:rPr>
                <a:t>:</a:t>
              </a:r>
            </a:p>
            <a:p>
              <a:pPr>
                <a:defRPr/>
              </a:pPr>
              <a:r>
                <a:rPr kumimoji="1" lang="en-US" altLang="zh-CN" b="1" i="1">
                  <a:latin typeface="Times New Roman" panose="02020603050405020304" pitchFamily="18" charset="0"/>
                </a:rPr>
                <a:t>S→R</a:t>
              </a:r>
              <a:r>
                <a:rPr lang="en-US" altLang="zh-CN" b="1" i="1">
                  <a:solidFill>
                    <a:srgbClr val="000000"/>
                  </a:solidFill>
                  <a:latin typeface="Times New Roman" panose="02020603050405020304" pitchFamily="18" charset="0"/>
                  <a:cs typeface="Times New Roman" panose="02020603050405020304" pitchFamily="18" charset="0"/>
                </a:rPr>
                <a:t> ·</a:t>
              </a:r>
              <a:r>
                <a:rPr kumimoji="1" lang="en-US" altLang="zh-CN" b="1" i="1">
                  <a:latin typeface="Times New Roman" panose="02020603050405020304" pitchFamily="18" charset="0"/>
                </a:rPr>
                <a:t> </a:t>
              </a:r>
            </a:p>
          </p:txBody>
        </p:sp>
        <p:sp>
          <p:nvSpPr>
            <p:cNvPr id="75790" name="Line 12"/>
            <p:cNvSpPr>
              <a:spLocks noChangeShapeType="1"/>
            </p:cNvSpPr>
            <p:nvPr/>
          </p:nvSpPr>
          <p:spPr bwMode="auto">
            <a:xfrm flipV="1">
              <a:off x="3065423" y="3082971"/>
              <a:ext cx="508824" cy="3668"/>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791" name="Text Box 13"/>
            <p:cNvSpPr txBox="1">
              <a:spLocks noChangeArrowheads="1"/>
            </p:cNvSpPr>
            <p:nvPr/>
          </p:nvSpPr>
          <p:spPr bwMode="auto">
            <a:xfrm>
              <a:off x="3131838" y="2715766"/>
              <a:ext cx="609638" cy="40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R</a:t>
              </a:r>
            </a:p>
          </p:txBody>
        </p:sp>
        <p:sp>
          <p:nvSpPr>
            <p:cNvPr id="19" name="Text Box 14"/>
            <p:cNvSpPr txBox="1">
              <a:spLocks noChangeArrowheads="1"/>
            </p:cNvSpPr>
            <p:nvPr/>
          </p:nvSpPr>
          <p:spPr bwMode="auto">
            <a:xfrm>
              <a:off x="3606484" y="3436139"/>
              <a:ext cx="1214422" cy="1502899"/>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b="1" i="1" dirty="0">
                  <a:latin typeface="Times New Roman" panose="02020603050405020304" pitchFamily="18" charset="0"/>
                </a:rPr>
                <a:t>I</a:t>
              </a:r>
              <a:r>
                <a:rPr kumimoji="1" lang="en-US" altLang="zh-CN" b="1" i="1" baseline="-25000" dirty="0">
                  <a:latin typeface="Times New Roman" panose="02020603050405020304" pitchFamily="18" charset="0"/>
                </a:rPr>
                <a:t>4</a:t>
              </a:r>
              <a:r>
                <a:rPr kumimoji="1" lang="en-US" altLang="zh-CN" b="1" dirty="0">
                  <a:latin typeface="Times New Roman" panose="02020603050405020304" pitchFamily="18" charset="0"/>
                </a:rPr>
                <a:t>:</a:t>
              </a:r>
            </a:p>
            <a:p>
              <a:pPr>
                <a:lnSpc>
                  <a:spcPts val="2200"/>
                </a:lnSpc>
                <a:defRPr/>
              </a:pPr>
              <a:r>
                <a:rPr kumimoji="1" lang="en-US" altLang="zh-CN" b="1" i="1" dirty="0">
                  <a:latin typeface="Times New Roman" panose="02020603050405020304" pitchFamily="18" charset="0"/>
                </a:rPr>
                <a:t>L→*</a:t>
              </a:r>
              <a:r>
                <a:rPr lang="en-US" altLang="zh-CN" b="1" i="1" dirty="0">
                  <a:solidFill>
                    <a:srgbClr val="000000"/>
                  </a:solidFill>
                  <a:latin typeface="Times New Roman" panose="02020603050405020304" pitchFamily="18" charset="0"/>
                  <a:cs typeface="Times New Roman" panose="02020603050405020304" pitchFamily="18" charset="0"/>
                </a:rPr>
                <a:t> · </a:t>
              </a:r>
              <a:r>
                <a:rPr kumimoji="1" lang="en-US" altLang="zh-CN" b="1" i="1" dirty="0">
                  <a:latin typeface="Times New Roman" panose="02020603050405020304" pitchFamily="18" charset="0"/>
                </a:rPr>
                <a:t>R</a:t>
              </a:r>
              <a:r>
                <a:rPr kumimoji="1" lang="zh-CN" altLang="en-US" b="1" i="1" dirty="0">
                  <a:latin typeface="Times New Roman" panose="02020603050405020304" pitchFamily="18" charset="0"/>
                </a:rPr>
                <a:t> </a:t>
              </a:r>
              <a:endParaRPr kumimoji="1" lang="en-US" altLang="zh-CN" b="1" i="1" dirty="0">
                <a:latin typeface="Times New Roman" panose="02020603050405020304" pitchFamily="18" charset="0"/>
              </a:endParaRPr>
            </a:p>
            <a:p>
              <a:pPr>
                <a:lnSpc>
                  <a:spcPts val="2200"/>
                </a:lnSpc>
                <a:defRPr/>
              </a:pPr>
              <a:r>
                <a:rPr kumimoji="1" lang="en-US" altLang="zh-CN" b="1" i="1" dirty="0">
                  <a:latin typeface="Times New Roman" panose="02020603050405020304" pitchFamily="18" charset="0"/>
                </a:rPr>
                <a:t>R→</a:t>
              </a:r>
              <a:r>
                <a:rPr lang="en-US" altLang="zh-CN" b="1" i="1" dirty="0">
                  <a:solidFill>
                    <a:srgbClr val="000000"/>
                  </a:solidFill>
                  <a:latin typeface="Times New Roman" panose="02020603050405020304" pitchFamily="18" charset="0"/>
                  <a:cs typeface="Times New Roman" panose="02020603050405020304" pitchFamily="18" charset="0"/>
                </a:rPr>
                <a:t> · </a:t>
              </a:r>
              <a:r>
                <a:rPr kumimoji="1" lang="en-US" altLang="zh-CN" b="1" i="1" dirty="0">
                  <a:latin typeface="Times New Roman" panose="02020603050405020304" pitchFamily="18" charset="0"/>
                </a:rPr>
                <a:t>L</a:t>
              </a:r>
              <a:r>
                <a:rPr kumimoji="1" lang="zh-CN" altLang="en-US" b="1" i="1" dirty="0">
                  <a:latin typeface="Times New Roman" panose="02020603050405020304" pitchFamily="18" charset="0"/>
                </a:rPr>
                <a:t> </a:t>
              </a:r>
              <a:r>
                <a:rPr kumimoji="1" lang="en-US" altLang="zh-CN" b="1" i="1" dirty="0">
                  <a:latin typeface="Times New Roman" panose="02020603050405020304" pitchFamily="18" charset="0"/>
                </a:rPr>
                <a:t>L→</a:t>
              </a:r>
              <a:r>
                <a:rPr lang="en-US" altLang="zh-CN" b="1" i="1" dirty="0">
                  <a:solidFill>
                    <a:srgbClr val="000000"/>
                  </a:solidFill>
                  <a:latin typeface="Times New Roman" panose="02020603050405020304" pitchFamily="18" charset="0"/>
                  <a:cs typeface="Times New Roman" panose="02020603050405020304" pitchFamily="18" charset="0"/>
                </a:rPr>
                <a:t> · </a:t>
              </a:r>
              <a:r>
                <a:rPr kumimoji="1" lang="en-US" altLang="zh-CN" b="1" i="1" dirty="0">
                  <a:latin typeface="Times New Roman" panose="02020603050405020304" pitchFamily="18" charset="0"/>
                </a:rPr>
                <a:t>*R L→</a:t>
              </a:r>
              <a:r>
                <a:rPr lang="en-US" altLang="zh-CN" b="1" i="1" dirty="0">
                  <a:solidFill>
                    <a:srgbClr val="000000"/>
                  </a:solidFill>
                  <a:latin typeface="Times New Roman" panose="02020603050405020304" pitchFamily="18" charset="0"/>
                  <a:cs typeface="Times New Roman" panose="02020603050405020304" pitchFamily="18" charset="0"/>
                </a:rPr>
                <a:t> · </a:t>
              </a:r>
              <a:r>
                <a:rPr kumimoji="1" lang="en-US" altLang="zh-CN" b="1" dirty="0">
                  <a:latin typeface="Times New Roman" panose="02020603050405020304" pitchFamily="18" charset="0"/>
                </a:rPr>
                <a:t>id</a:t>
              </a:r>
            </a:p>
          </p:txBody>
        </p:sp>
        <p:sp>
          <p:nvSpPr>
            <p:cNvPr id="20" name="Text Box 15"/>
            <p:cNvSpPr txBox="1">
              <a:spLocks noChangeArrowheads="1"/>
            </p:cNvSpPr>
            <p:nvPr/>
          </p:nvSpPr>
          <p:spPr bwMode="auto">
            <a:xfrm>
              <a:off x="5287625" y="4383584"/>
              <a:ext cx="1081073" cy="707806"/>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5</a:t>
              </a:r>
              <a:r>
                <a:rPr kumimoji="1" lang="en-US" altLang="zh-CN" sz="2000" b="1">
                  <a:latin typeface="Times New Roman" panose="02020603050405020304" pitchFamily="18" charset="0"/>
                </a:rPr>
                <a:t>:</a:t>
              </a:r>
            </a:p>
            <a:p>
              <a:pPr>
                <a:defRPr/>
              </a:pPr>
              <a:r>
                <a:rPr kumimoji="1" lang="en-US" altLang="zh-CN" sz="2000" b="1" i="1">
                  <a:latin typeface="Times New Roman" panose="02020603050405020304" pitchFamily="18" charset="0"/>
                </a:rPr>
                <a:t>L→</a:t>
              </a:r>
              <a:r>
                <a:rPr kumimoji="1" lang="en-US" altLang="zh-CN" sz="2000" b="1">
                  <a:latin typeface="Times New Roman" panose="02020603050405020304" pitchFamily="18" charset="0"/>
                </a:rPr>
                <a:t>id</a:t>
              </a:r>
              <a:r>
                <a:rPr kumimoji="1" lang="en-US" altLang="zh-CN" sz="2000" b="1" i="1">
                  <a:latin typeface="Times New Roman" panose="02020603050405020304" pitchFamily="18" charset="0"/>
                </a:rPr>
                <a:t> </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zh-CN" altLang="en-US" sz="2000" b="1" i="1">
                  <a:latin typeface="Times New Roman" panose="02020603050405020304" pitchFamily="18" charset="0"/>
                </a:rPr>
                <a:t> </a:t>
              </a:r>
              <a:endParaRPr kumimoji="1" lang="en-US" altLang="zh-CN" sz="2000" b="1" i="1">
                <a:latin typeface="Times New Roman" panose="02020603050405020304" pitchFamily="18" charset="0"/>
              </a:endParaRPr>
            </a:p>
          </p:txBody>
        </p:sp>
        <p:sp>
          <p:nvSpPr>
            <p:cNvPr id="75794" name="Text Box 16"/>
            <p:cNvSpPr txBox="1">
              <a:spLocks noChangeArrowheads="1"/>
            </p:cNvSpPr>
            <p:nvPr/>
          </p:nvSpPr>
          <p:spPr bwMode="auto">
            <a:xfrm>
              <a:off x="3246477" y="3363838"/>
              <a:ext cx="533433" cy="40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chemeClr val="tx1"/>
                  </a:solidFill>
                  <a:latin typeface="Times New Roman" panose="02020603050405020304" pitchFamily="18" charset="0"/>
                </a:rPr>
                <a:t>*</a:t>
              </a:r>
            </a:p>
          </p:txBody>
        </p:sp>
        <p:sp>
          <p:nvSpPr>
            <p:cNvPr id="75795" name="Text Box 17"/>
            <p:cNvSpPr txBox="1">
              <a:spLocks noChangeArrowheads="1"/>
            </p:cNvSpPr>
            <p:nvPr/>
          </p:nvSpPr>
          <p:spPr bwMode="auto">
            <a:xfrm>
              <a:off x="2432090" y="3795579"/>
              <a:ext cx="533433" cy="40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chemeClr val="tx1"/>
                  </a:solidFill>
                  <a:latin typeface="Times New Roman" panose="02020603050405020304" pitchFamily="18" charset="0"/>
                </a:rPr>
                <a:t>id</a:t>
              </a:r>
            </a:p>
          </p:txBody>
        </p:sp>
        <p:sp>
          <p:nvSpPr>
            <p:cNvPr id="23" name="Text Box 18"/>
            <p:cNvSpPr txBox="1">
              <a:spLocks noChangeArrowheads="1"/>
            </p:cNvSpPr>
            <p:nvPr/>
          </p:nvSpPr>
          <p:spPr bwMode="auto">
            <a:xfrm>
              <a:off x="5225713" y="771550"/>
              <a:ext cx="1079486" cy="147750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latin typeface="Times New Roman" panose="02020603050405020304" pitchFamily="18" charset="0"/>
                </a:rPr>
                <a:t>I</a:t>
              </a:r>
              <a:r>
                <a:rPr kumimoji="1" lang="en-US" altLang="zh-CN" b="1" i="1" baseline="-25000">
                  <a:latin typeface="Times New Roman" panose="02020603050405020304" pitchFamily="18" charset="0"/>
                </a:rPr>
                <a:t>6</a:t>
              </a:r>
              <a:r>
                <a:rPr kumimoji="1" lang="en-US" altLang="zh-CN" b="1">
                  <a:latin typeface="Times New Roman" panose="02020603050405020304" pitchFamily="18" charset="0"/>
                </a:rPr>
                <a:t>:</a:t>
              </a:r>
            </a:p>
            <a:p>
              <a:pPr>
                <a:defRPr/>
              </a:pPr>
              <a:r>
                <a:rPr kumimoji="1" lang="en-US" altLang="zh-CN" b="1" i="1">
                  <a:latin typeface="Times New Roman" panose="02020603050405020304" pitchFamily="18" charset="0"/>
                </a:rPr>
                <a:t>S→L=</a:t>
              </a:r>
              <a:r>
                <a:rPr lang="en-US" altLang="zh-CN" b="1" i="1">
                  <a:solidFill>
                    <a:srgbClr val="000000"/>
                  </a:solidFill>
                  <a:latin typeface="Times New Roman" panose="02020603050405020304" pitchFamily="18" charset="0"/>
                  <a:cs typeface="Times New Roman" panose="02020603050405020304" pitchFamily="18" charset="0"/>
                </a:rPr>
                <a:t> ·</a:t>
              </a:r>
              <a:r>
                <a:rPr kumimoji="1" lang="en-US" altLang="zh-CN" b="1" i="1">
                  <a:latin typeface="Times New Roman" panose="02020603050405020304" pitchFamily="18" charset="0"/>
                </a:rPr>
                <a:t>R R→</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i="1">
                  <a:latin typeface="Times New Roman" panose="02020603050405020304" pitchFamily="18" charset="0"/>
                </a:rPr>
                <a:t>L L→</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i="1">
                  <a:latin typeface="Times New Roman" panose="02020603050405020304" pitchFamily="18" charset="0"/>
                </a:rPr>
                <a:t>*R L→</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a:latin typeface="Times New Roman" panose="02020603050405020304" pitchFamily="18" charset="0"/>
                </a:rPr>
                <a:t>id</a:t>
              </a:r>
            </a:p>
          </p:txBody>
        </p:sp>
        <p:sp>
          <p:nvSpPr>
            <p:cNvPr id="75797" name="Line 19"/>
            <p:cNvSpPr>
              <a:spLocks noChangeShapeType="1"/>
            </p:cNvSpPr>
            <p:nvPr/>
          </p:nvSpPr>
          <p:spPr bwMode="auto">
            <a:xfrm flipV="1">
              <a:off x="4824801" y="1851670"/>
              <a:ext cx="430239"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798" name="Text Box 20"/>
            <p:cNvSpPr txBox="1">
              <a:spLocks noChangeArrowheads="1"/>
            </p:cNvSpPr>
            <p:nvPr/>
          </p:nvSpPr>
          <p:spPr bwMode="auto">
            <a:xfrm>
              <a:off x="4869820" y="1419622"/>
              <a:ext cx="457228" cy="40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chemeClr val="tx1"/>
                  </a:solidFill>
                  <a:latin typeface="Times New Roman" panose="02020603050405020304" pitchFamily="18" charset="0"/>
                </a:rPr>
                <a:t>=</a:t>
              </a:r>
            </a:p>
          </p:txBody>
        </p:sp>
        <p:sp>
          <p:nvSpPr>
            <p:cNvPr id="26" name="Text Box 21"/>
            <p:cNvSpPr txBox="1">
              <a:spLocks noChangeArrowheads="1"/>
            </p:cNvSpPr>
            <p:nvPr/>
          </p:nvSpPr>
          <p:spPr bwMode="auto">
            <a:xfrm>
              <a:off x="5224126" y="2572805"/>
              <a:ext cx="1081073" cy="64750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latin typeface="Times New Roman" panose="02020603050405020304" pitchFamily="18" charset="0"/>
                </a:rPr>
                <a:t>I</a:t>
              </a:r>
              <a:r>
                <a:rPr kumimoji="1" lang="en-US" altLang="zh-CN" b="1" i="1" baseline="-25000">
                  <a:latin typeface="Times New Roman" panose="02020603050405020304" pitchFamily="18" charset="0"/>
                </a:rPr>
                <a:t>7</a:t>
              </a:r>
              <a:r>
                <a:rPr kumimoji="1" lang="en-US" altLang="zh-CN" b="1">
                  <a:latin typeface="Times New Roman" panose="02020603050405020304" pitchFamily="18" charset="0"/>
                </a:rPr>
                <a:t>:</a:t>
              </a:r>
            </a:p>
            <a:p>
              <a:pPr>
                <a:defRPr/>
              </a:pPr>
              <a:r>
                <a:rPr kumimoji="1" lang="en-US" altLang="zh-CN" b="1" i="1">
                  <a:latin typeface="Times New Roman" panose="02020603050405020304" pitchFamily="18" charset="0"/>
                </a:rPr>
                <a:t>L→*R</a:t>
              </a:r>
              <a:r>
                <a:rPr lang="en-US" altLang="zh-CN" b="1" i="1">
                  <a:solidFill>
                    <a:srgbClr val="000000"/>
                  </a:solidFill>
                  <a:latin typeface="Times New Roman" panose="02020603050405020304" pitchFamily="18" charset="0"/>
                  <a:cs typeface="Times New Roman" panose="02020603050405020304" pitchFamily="18" charset="0"/>
                </a:rPr>
                <a:t> ·</a:t>
              </a:r>
              <a:r>
                <a:rPr kumimoji="1" lang="zh-CN" altLang="en-US" b="1" i="1">
                  <a:latin typeface="Times New Roman" panose="02020603050405020304" pitchFamily="18" charset="0"/>
                </a:rPr>
                <a:t> </a:t>
              </a:r>
              <a:endParaRPr kumimoji="1" lang="en-US" altLang="zh-CN" b="1" i="1">
                <a:latin typeface="Times New Roman" panose="02020603050405020304" pitchFamily="18" charset="0"/>
              </a:endParaRPr>
            </a:p>
          </p:txBody>
        </p:sp>
        <p:sp>
          <p:nvSpPr>
            <p:cNvPr id="75800" name="Line 22"/>
            <p:cNvSpPr>
              <a:spLocks noChangeShapeType="1"/>
            </p:cNvSpPr>
            <p:nvPr/>
          </p:nvSpPr>
          <p:spPr bwMode="auto">
            <a:xfrm flipV="1">
              <a:off x="4820721" y="3203869"/>
              <a:ext cx="392522" cy="59201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801" name="Text Box 23"/>
            <p:cNvSpPr txBox="1">
              <a:spLocks noChangeArrowheads="1"/>
            </p:cNvSpPr>
            <p:nvPr/>
          </p:nvSpPr>
          <p:spPr bwMode="auto">
            <a:xfrm>
              <a:off x="4932040" y="2859782"/>
              <a:ext cx="457228" cy="40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R</a:t>
              </a:r>
            </a:p>
          </p:txBody>
        </p:sp>
        <p:sp>
          <p:nvSpPr>
            <p:cNvPr id="29" name="Text Box 24"/>
            <p:cNvSpPr txBox="1">
              <a:spLocks noChangeArrowheads="1"/>
            </p:cNvSpPr>
            <p:nvPr/>
          </p:nvSpPr>
          <p:spPr bwMode="auto">
            <a:xfrm>
              <a:off x="5224126" y="3437726"/>
              <a:ext cx="1081073" cy="64591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latin typeface="Times New Roman" panose="02020603050405020304" pitchFamily="18" charset="0"/>
                </a:rPr>
                <a:t>I</a:t>
              </a:r>
              <a:r>
                <a:rPr kumimoji="1" lang="en-US" altLang="zh-CN" b="1" i="1" baseline="-25000">
                  <a:latin typeface="Times New Roman" panose="02020603050405020304" pitchFamily="18" charset="0"/>
                </a:rPr>
                <a:t>8</a:t>
              </a:r>
              <a:r>
                <a:rPr kumimoji="1" lang="en-US" altLang="zh-CN" b="1">
                  <a:latin typeface="Times New Roman" panose="02020603050405020304" pitchFamily="18" charset="0"/>
                </a:rPr>
                <a:t>:</a:t>
              </a:r>
            </a:p>
            <a:p>
              <a:pPr>
                <a:defRPr/>
              </a:pPr>
              <a:r>
                <a:rPr kumimoji="1" lang="en-US" altLang="zh-CN" b="1" i="1">
                  <a:latin typeface="Times New Roman" panose="02020603050405020304" pitchFamily="18" charset="0"/>
                </a:rPr>
                <a:t>R→L</a:t>
              </a:r>
              <a:r>
                <a:rPr lang="en-US" altLang="zh-CN" b="1" i="1">
                  <a:solidFill>
                    <a:srgbClr val="000000"/>
                  </a:solidFill>
                  <a:latin typeface="Times New Roman" panose="02020603050405020304" pitchFamily="18" charset="0"/>
                  <a:cs typeface="Times New Roman" panose="02020603050405020304" pitchFamily="18" charset="0"/>
                </a:rPr>
                <a:t> ·</a:t>
              </a:r>
              <a:r>
                <a:rPr kumimoji="1" lang="zh-CN" altLang="en-US" b="1" i="1">
                  <a:latin typeface="Times New Roman" panose="02020603050405020304" pitchFamily="18" charset="0"/>
                </a:rPr>
                <a:t> </a:t>
              </a:r>
              <a:endParaRPr kumimoji="1" lang="en-US" altLang="zh-CN" b="1" i="1">
                <a:latin typeface="Times New Roman" panose="02020603050405020304" pitchFamily="18" charset="0"/>
              </a:endParaRPr>
            </a:p>
          </p:txBody>
        </p:sp>
        <p:sp>
          <p:nvSpPr>
            <p:cNvPr id="75803" name="Line 25"/>
            <p:cNvSpPr>
              <a:spLocks noChangeShapeType="1"/>
            </p:cNvSpPr>
            <p:nvPr/>
          </p:nvSpPr>
          <p:spPr bwMode="auto">
            <a:xfrm>
              <a:off x="4837746" y="4011910"/>
              <a:ext cx="387014"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804" name="Text Box 26"/>
            <p:cNvSpPr txBox="1">
              <a:spLocks noChangeArrowheads="1"/>
            </p:cNvSpPr>
            <p:nvPr/>
          </p:nvSpPr>
          <p:spPr bwMode="auto">
            <a:xfrm>
              <a:off x="4832219" y="3651870"/>
              <a:ext cx="381023" cy="40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L</a:t>
              </a:r>
            </a:p>
          </p:txBody>
        </p:sp>
        <p:sp>
          <p:nvSpPr>
            <p:cNvPr id="32" name="Text Box 27"/>
            <p:cNvSpPr txBox="1">
              <a:spLocks noChangeArrowheads="1"/>
            </p:cNvSpPr>
            <p:nvPr/>
          </p:nvSpPr>
          <p:spPr bwMode="auto">
            <a:xfrm>
              <a:off x="6883041" y="892163"/>
              <a:ext cx="1112823" cy="64750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latin typeface="Times New Roman" panose="02020603050405020304" pitchFamily="18" charset="0"/>
                </a:rPr>
                <a:t>I</a:t>
              </a:r>
              <a:r>
                <a:rPr kumimoji="1" lang="en-US" altLang="zh-CN" b="1" i="1" baseline="-25000">
                  <a:latin typeface="Times New Roman" panose="02020603050405020304" pitchFamily="18" charset="0"/>
                </a:rPr>
                <a:t>9</a:t>
              </a:r>
              <a:r>
                <a:rPr kumimoji="1" lang="en-US" altLang="zh-CN" b="1">
                  <a:latin typeface="Times New Roman" panose="02020603050405020304" pitchFamily="18" charset="0"/>
                </a:rPr>
                <a:t>:</a:t>
              </a:r>
            </a:p>
            <a:p>
              <a:pPr>
                <a:defRPr/>
              </a:pPr>
              <a:r>
                <a:rPr kumimoji="1" lang="en-US" altLang="zh-CN" b="1" i="1">
                  <a:latin typeface="Times New Roman" panose="02020603050405020304" pitchFamily="18" charset="0"/>
                </a:rPr>
                <a:t>S→L=R</a:t>
              </a:r>
              <a:r>
                <a:rPr lang="en-US" altLang="zh-CN" b="1" i="1">
                  <a:solidFill>
                    <a:srgbClr val="000000"/>
                  </a:solidFill>
                  <a:latin typeface="Times New Roman" panose="02020603050405020304" pitchFamily="18" charset="0"/>
                  <a:cs typeface="Times New Roman" panose="02020603050405020304" pitchFamily="18" charset="0"/>
                </a:rPr>
                <a:t> ·</a:t>
              </a:r>
              <a:r>
                <a:rPr kumimoji="1" lang="en-US" altLang="zh-CN" b="1" i="1">
                  <a:latin typeface="Times New Roman" panose="02020603050405020304" pitchFamily="18" charset="0"/>
                </a:rPr>
                <a:t> </a:t>
              </a:r>
            </a:p>
          </p:txBody>
        </p:sp>
        <p:sp>
          <p:nvSpPr>
            <p:cNvPr id="75806" name="Line 28"/>
            <p:cNvSpPr>
              <a:spLocks noChangeShapeType="1"/>
            </p:cNvSpPr>
            <p:nvPr/>
          </p:nvSpPr>
          <p:spPr bwMode="auto">
            <a:xfrm flipV="1">
              <a:off x="6329335" y="1347614"/>
              <a:ext cx="533433"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807" name="Text Box 29"/>
            <p:cNvSpPr txBox="1">
              <a:spLocks noChangeArrowheads="1"/>
            </p:cNvSpPr>
            <p:nvPr/>
          </p:nvSpPr>
          <p:spPr bwMode="auto">
            <a:xfrm>
              <a:off x="6371966" y="947613"/>
              <a:ext cx="533433" cy="40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R</a:t>
              </a:r>
            </a:p>
          </p:txBody>
        </p:sp>
        <p:sp>
          <p:nvSpPr>
            <p:cNvPr id="75808" name="Line 30"/>
            <p:cNvSpPr>
              <a:spLocks noChangeShapeType="1"/>
            </p:cNvSpPr>
            <p:nvPr/>
          </p:nvSpPr>
          <p:spPr bwMode="auto">
            <a:xfrm flipH="1">
              <a:off x="4815309" y="2243758"/>
              <a:ext cx="469076" cy="1233789"/>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809" name="Text Box 31"/>
            <p:cNvSpPr txBox="1">
              <a:spLocks noChangeArrowheads="1"/>
            </p:cNvSpPr>
            <p:nvPr/>
          </p:nvSpPr>
          <p:spPr bwMode="auto">
            <a:xfrm>
              <a:off x="4932040" y="2171749"/>
              <a:ext cx="533433" cy="40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chemeClr val="tx1"/>
                  </a:solidFill>
                  <a:latin typeface="Times New Roman" panose="02020603050405020304" pitchFamily="18" charset="0"/>
                </a:rPr>
                <a:t>*</a:t>
              </a:r>
            </a:p>
          </p:txBody>
        </p:sp>
        <p:sp>
          <p:nvSpPr>
            <p:cNvPr id="75810" name="Text Box 33"/>
            <p:cNvSpPr txBox="1">
              <a:spLocks noChangeArrowheads="1"/>
            </p:cNvSpPr>
            <p:nvPr/>
          </p:nvSpPr>
          <p:spPr bwMode="auto">
            <a:xfrm>
              <a:off x="2996078" y="1662103"/>
              <a:ext cx="533433" cy="40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S</a:t>
              </a:r>
            </a:p>
          </p:txBody>
        </p:sp>
        <p:sp>
          <p:nvSpPr>
            <p:cNvPr id="75811" name="Line 34"/>
            <p:cNvSpPr>
              <a:spLocks noChangeShapeType="1"/>
            </p:cNvSpPr>
            <p:nvPr/>
          </p:nvSpPr>
          <p:spPr bwMode="auto">
            <a:xfrm flipV="1">
              <a:off x="4848132" y="4731147"/>
              <a:ext cx="376628" cy="843"/>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812" name="Text Box 35"/>
            <p:cNvSpPr txBox="1">
              <a:spLocks noChangeArrowheads="1"/>
            </p:cNvSpPr>
            <p:nvPr/>
          </p:nvSpPr>
          <p:spPr bwMode="auto">
            <a:xfrm>
              <a:off x="4815310" y="4331989"/>
              <a:ext cx="533433" cy="40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chemeClr val="tx1"/>
                  </a:solidFill>
                  <a:latin typeface="Times New Roman" panose="02020603050405020304" pitchFamily="18" charset="0"/>
                </a:rPr>
                <a:t>id</a:t>
              </a:r>
            </a:p>
          </p:txBody>
        </p:sp>
        <p:grpSp>
          <p:nvGrpSpPr>
            <p:cNvPr id="75813" name="Group 36"/>
            <p:cNvGrpSpPr>
              <a:grpSpLocks/>
            </p:cNvGrpSpPr>
            <p:nvPr/>
          </p:nvGrpSpPr>
          <p:grpSpPr bwMode="auto">
            <a:xfrm>
              <a:off x="3307697" y="4511353"/>
              <a:ext cx="290530" cy="269842"/>
              <a:chOff x="2335" y="3249"/>
              <a:chExt cx="183" cy="226"/>
            </a:xfrm>
          </p:grpSpPr>
          <p:sp>
            <p:nvSpPr>
              <p:cNvPr id="75822" name="Line 37"/>
              <p:cNvSpPr>
                <a:spLocks noChangeShapeType="1"/>
              </p:cNvSpPr>
              <p:nvPr/>
            </p:nvSpPr>
            <p:spPr bwMode="auto">
              <a:xfrm>
                <a:off x="2335" y="3249"/>
                <a:ext cx="18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23" name="Line 38"/>
              <p:cNvSpPr>
                <a:spLocks noChangeShapeType="1"/>
              </p:cNvSpPr>
              <p:nvPr/>
            </p:nvSpPr>
            <p:spPr bwMode="auto">
              <a:xfrm>
                <a:off x="2335" y="3249"/>
                <a:ext cx="0" cy="22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24" name="Line 39"/>
              <p:cNvSpPr>
                <a:spLocks noChangeShapeType="1"/>
              </p:cNvSpPr>
              <p:nvPr/>
            </p:nvSpPr>
            <p:spPr bwMode="auto">
              <a:xfrm>
                <a:off x="2336" y="3475"/>
                <a:ext cx="18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5814" name="Text Box 40"/>
            <p:cNvSpPr txBox="1">
              <a:spLocks noChangeArrowheads="1"/>
            </p:cNvSpPr>
            <p:nvPr/>
          </p:nvSpPr>
          <p:spPr bwMode="auto">
            <a:xfrm>
              <a:off x="3283088" y="4480588"/>
              <a:ext cx="533433" cy="40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chemeClr val="tx1"/>
                  </a:solidFill>
                  <a:latin typeface="Times New Roman" panose="02020603050405020304" pitchFamily="18" charset="0"/>
                </a:rPr>
                <a:t>*</a:t>
              </a:r>
            </a:p>
          </p:txBody>
        </p:sp>
        <p:sp>
          <p:nvSpPr>
            <p:cNvPr id="75815" name="Line 41"/>
            <p:cNvSpPr>
              <a:spLocks noChangeShapeType="1"/>
            </p:cNvSpPr>
            <p:nvPr/>
          </p:nvSpPr>
          <p:spPr bwMode="auto">
            <a:xfrm>
              <a:off x="3074155" y="3340944"/>
              <a:ext cx="506163" cy="667259"/>
            </a:xfrm>
            <a:prstGeom prst="line">
              <a:avLst/>
            </a:prstGeom>
            <a:noFill/>
            <a:ln w="412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816" name="Line 57"/>
            <p:cNvSpPr>
              <a:spLocks noChangeShapeType="1"/>
            </p:cNvSpPr>
            <p:nvPr/>
          </p:nvSpPr>
          <p:spPr bwMode="auto">
            <a:xfrm>
              <a:off x="2411758" y="5063454"/>
              <a:ext cx="2801484" cy="1178"/>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817" name="Line 59"/>
            <p:cNvSpPr>
              <a:spLocks noChangeShapeType="1"/>
            </p:cNvSpPr>
            <p:nvPr/>
          </p:nvSpPr>
          <p:spPr bwMode="auto">
            <a:xfrm flipV="1">
              <a:off x="2411758" y="3788158"/>
              <a:ext cx="0" cy="127647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18" name="Freeform 65"/>
            <p:cNvSpPr>
              <a:spLocks noChangeArrowheads="1"/>
            </p:cNvSpPr>
            <p:nvPr/>
          </p:nvSpPr>
          <p:spPr bwMode="auto">
            <a:xfrm rot="152298">
              <a:off x="6266224" y="1936523"/>
              <a:ext cx="497490" cy="1841524"/>
            </a:xfrm>
            <a:custGeom>
              <a:avLst/>
              <a:gdLst>
                <a:gd name="T0" fmla="*/ 0 w 208"/>
                <a:gd name="T1" fmla="*/ 0 h 1680"/>
                <a:gd name="T2" fmla="*/ 2147483646 w 208"/>
                <a:gd name="T3" fmla="*/ 2147483646 h 1680"/>
                <a:gd name="T4" fmla="*/ 2147483646 w 208"/>
                <a:gd name="T5" fmla="*/ 2147483646 h 1680"/>
                <a:gd name="T6" fmla="*/ 2147483646 w 208"/>
                <a:gd name="T7" fmla="*/ 2147483646 h 1680"/>
                <a:gd name="T8" fmla="*/ 0 60000 65536"/>
                <a:gd name="T9" fmla="*/ 0 60000 65536"/>
                <a:gd name="T10" fmla="*/ 0 60000 65536"/>
                <a:gd name="T11" fmla="*/ 0 60000 65536"/>
                <a:gd name="T12" fmla="*/ 0 w 208"/>
                <a:gd name="T13" fmla="*/ 0 h 1680"/>
                <a:gd name="T14" fmla="*/ 208 w 208"/>
                <a:gd name="T15" fmla="*/ 1680 h 1680"/>
              </a:gdLst>
              <a:ahLst/>
              <a:cxnLst>
                <a:cxn ang="T8">
                  <a:pos x="T0" y="T1"/>
                </a:cxn>
                <a:cxn ang="T9">
                  <a:pos x="T2" y="T3"/>
                </a:cxn>
                <a:cxn ang="T10">
                  <a:pos x="T4" y="T5"/>
                </a:cxn>
                <a:cxn ang="T11">
                  <a:pos x="T6" y="T7"/>
                </a:cxn>
              </a:cxnLst>
              <a:rect l="T12" t="T13" r="T14" b="T15"/>
              <a:pathLst>
                <a:path w="208" h="1680">
                  <a:moveTo>
                    <a:pt x="0" y="0"/>
                  </a:moveTo>
                  <a:cubicBezTo>
                    <a:pt x="56" y="132"/>
                    <a:pt x="112" y="264"/>
                    <a:pt x="144" y="432"/>
                  </a:cubicBezTo>
                  <a:cubicBezTo>
                    <a:pt x="176" y="600"/>
                    <a:pt x="208" y="800"/>
                    <a:pt x="192" y="1008"/>
                  </a:cubicBezTo>
                  <a:cubicBezTo>
                    <a:pt x="176" y="1216"/>
                    <a:pt x="112" y="1448"/>
                    <a:pt x="48" y="1680"/>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819" name="Text Box 66"/>
            <p:cNvSpPr txBox="1">
              <a:spLocks noChangeArrowheads="1"/>
            </p:cNvSpPr>
            <p:nvPr/>
          </p:nvSpPr>
          <p:spPr bwMode="auto">
            <a:xfrm>
              <a:off x="6372200" y="2715766"/>
              <a:ext cx="457228"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L</a:t>
              </a:r>
            </a:p>
          </p:txBody>
        </p:sp>
        <p:sp>
          <p:nvSpPr>
            <p:cNvPr id="75820" name="Text Box 68"/>
            <p:cNvSpPr txBox="1">
              <a:spLocks noChangeArrowheads="1"/>
            </p:cNvSpPr>
            <p:nvPr/>
          </p:nvSpPr>
          <p:spPr bwMode="auto">
            <a:xfrm>
              <a:off x="7054510" y="2364769"/>
              <a:ext cx="685842"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chemeClr val="tx1"/>
                  </a:solidFill>
                  <a:latin typeface="Times New Roman" panose="02020603050405020304" pitchFamily="18" charset="0"/>
                </a:rPr>
                <a:t>id</a:t>
              </a:r>
            </a:p>
          </p:txBody>
        </p:sp>
        <p:sp>
          <p:nvSpPr>
            <p:cNvPr id="75821" name="Freeform 69"/>
            <p:cNvSpPr>
              <a:spLocks noChangeArrowheads="1"/>
            </p:cNvSpPr>
            <p:nvPr/>
          </p:nvSpPr>
          <p:spPr bwMode="auto">
            <a:xfrm>
              <a:off x="6315647" y="1581929"/>
              <a:ext cx="920649" cy="2930613"/>
            </a:xfrm>
            <a:custGeom>
              <a:avLst/>
              <a:gdLst>
                <a:gd name="T0" fmla="*/ 0 w 598"/>
                <a:gd name="T1" fmla="*/ 0 h 2268"/>
                <a:gd name="T2" fmla="*/ 2147483646 w 598"/>
                <a:gd name="T3" fmla="*/ 2147483646 h 2268"/>
                <a:gd name="T4" fmla="*/ 2147483646 w 598"/>
                <a:gd name="T5" fmla="*/ 2147483646 h 2268"/>
                <a:gd name="T6" fmla="*/ 0 60000 65536"/>
                <a:gd name="T7" fmla="*/ 0 60000 65536"/>
                <a:gd name="T8" fmla="*/ 0 60000 65536"/>
                <a:gd name="T9" fmla="*/ 0 w 598"/>
                <a:gd name="T10" fmla="*/ 0 h 2268"/>
                <a:gd name="T11" fmla="*/ 598 w 598"/>
                <a:gd name="T12" fmla="*/ 2268 h 2268"/>
              </a:gdLst>
              <a:ahLst/>
              <a:cxnLst>
                <a:cxn ang="T6">
                  <a:pos x="T0" y="T1"/>
                </a:cxn>
                <a:cxn ang="T7">
                  <a:pos x="T2" y="T3"/>
                </a:cxn>
                <a:cxn ang="T8">
                  <a:pos x="T4" y="T5"/>
                </a:cxn>
              </a:cxnLst>
              <a:rect l="T9" t="T10" r="T11" b="T12"/>
              <a:pathLst>
                <a:path w="598" h="2268">
                  <a:moveTo>
                    <a:pt x="0" y="0"/>
                  </a:moveTo>
                  <a:cubicBezTo>
                    <a:pt x="291" y="491"/>
                    <a:pt x="582" y="983"/>
                    <a:pt x="590" y="1361"/>
                  </a:cubicBezTo>
                  <a:cubicBezTo>
                    <a:pt x="598" y="1739"/>
                    <a:pt x="322" y="2003"/>
                    <a:pt x="46" y="2268"/>
                  </a:cubicBezTo>
                </a:path>
              </a:pathLst>
            </a:custGeom>
            <a:noFill/>
            <a:ln w="38100">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90" name="矩形 89"/>
          <p:cNvSpPr/>
          <p:nvPr/>
        </p:nvSpPr>
        <p:spPr bwMode="auto">
          <a:xfrm>
            <a:off x="7440613" y="4692650"/>
            <a:ext cx="1644650" cy="400050"/>
          </a:xfrm>
          <a:prstGeom prst="rect">
            <a:avLst/>
          </a:prstGeom>
          <a:solidFill>
            <a:schemeClr val="accent5">
              <a:lumMod val="60000"/>
              <a:lumOff val="40000"/>
            </a:schemeClr>
          </a:solidFill>
          <a:ln w="12700">
            <a:solidFill>
              <a:schemeClr val="tx1"/>
            </a:solidFill>
          </a:ln>
        </p:spPr>
        <p:txBody>
          <a:bodyPr>
            <a:spAutoFit/>
          </a:bodyPr>
          <a:lstStyle/>
          <a:p>
            <a:pPr eaLnBrk="1" hangingPunct="1">
              <a:buFont typeface="Arial" panose="020B0604020202020204" pitchFamily="34" charset="0"/>
              <a:buNone/>
              <a:defRPr/>
            </a:pPr>
            <a:r>
              <a:rPr lang="en-US" altLang="zh-CN" sz="2000" b="1" i="1" noProof="1">
                <a:solidFill>
                  <a:srgbClr val="000000"/>
                </a:solidFill>
                <a:latin typeface="Times New Roman" pitchFamily="18" charset="0"/>
                <a:ea typeface="Times New Roman" pitchFamily="18" charset="0"/>
                <a:cs typeface="华文楷体" pitchFamily="2" charset="-122"/>
              </a:rPr>
              <a:t>SLR</a:t>
            </a:r>
            <a:r>
              <a:rPr lang="zh-CN" altLang="en-US" sz="2000" b="1" noProof="1">
                <a:solidFill>
                  <a:srgbClr val="000000"/>
                </a:solidFill>
                <a:latin typeface="华文楷体" pitchFamily="2" charset="-122"/>
                <a:ea typeface="Times New Roman" pitchFamily="18" charset="0"/>
                <a:cs typeface="华文楷体" pitchFamily="2" charset="-122"/>
              </a:rPr>
              <a:t>自动机</a:t>
            </a:r>
            <a:endParaRPr lang="zh-CN" altLang="en-US" sz="1000" noProof="1">
              <a:latin typeface="华文楷体" pitchFamily="2" charset="-122"/>
              <a:ea typeface="Times New Roman" pitchFamily="18" charset="0"/>
              <a:cs typeface="华文楷体" pitchFamily="2" charset="-122"/>
            </a:endParaRPr>
          </a:p>
        </p:txBody>
      </p:sp>
      <p:sp>
        <p:nvSpPr>
          <p:cNvPr id="3" name="灯片编号占位符 2">
            <a:extLst>
              <a:ext uri="{FF2B5EF4-FFF2-40B4-BE49-F238E27FC236}">
                <a16:creationId xmlns:a16="http://schemas.microsoft.com/office/drawing/2014/main" id="{1BA8E269-10A1-40F1-A0D8-92856B6939D4}"/>
              </a:ext>
            </a:extLst>
          </p:cNvPr>
          <p:cNvSpPr>
            <a:spLocks noGrp="1"/>
          </p:cNvSpPr>
          <p:nvPr>
            <p:ph type="sldNum" sz="quarter" idx="12"/>
          </p:nvPr>
        </p:nvSpPr>
        <p:spPr/>
        <p:txBody>
          <a:bodyPr/>
          <a:lstStyle/>
          <a:p>
            <a:pPr>
              <a:defRPr/>
            </a:pPr>
            <a:fld id="{76D20AB1-C80E-44EB-B890-88EEF3B3DC08}" type="slidenum">
              <a:rPr lang="zh-CN" altLang="en-US" smtClean="0"/>
              <a:pPr>
                <a:defRPr/>
              </a:pPr>
              <a:t>32</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nodeType="withEffect">
                                  <p:stCondLst>
                                    <p:cond delay="0"/>
                                  </p:stCondLst>
                                  <p:childTnLst>
                                    <p:set>
                                      <p:cBhvr>
                                        <p:cTn id="6" dur="1" fill="hold">
                                          <p:stCondLst>
                                            <p:cond delay="0"/>
                                          </p:stCondLst>
                                        </p:cTn>
                                        <p:tgtEl>
                                          <p:spTgt spid="131075">
                                            <p:txEl>
                                              <p:pRg st="0" end="0"/>
                                            </p:txEl>
                                          </p:spTgt>
                                        </p:tgtEl>
                                        <p:attrNameLst>
                                          <p:attrName>style.visibility</p:attrName>
                                        </p:attrNameLst>
                                      </p:cBhvr>
                                      <p:to>
                                        <p:strVal val="visible"/>
                                      </p:to>
                                    </p:set>
                                    <p:anim calcmode="lin" valueType="num">
                                      <p:cBhvr>
                                        <p:cTn id="7" dur="500" fill="hold"/>
                                        <p:tgtEl>
                                          <p:spTgt spid="13107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131075">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131075">
                                            <p:txEl>
                                              <p:pRg st="0" end="0"/>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90"/>
                                        </p:tgtEl>
                                        <p:attrNameLst>
                                          <p:attrName>style.visibility</p:attrName>
                                        </p:attrNameLst>
                                      </p:cBhvr>
                                      <p:to>
                                        <p:strVal val="visible"/>
                                      </p:to>
                                    </p:set>
                                    <p:anim calcmode="lin" valueType="num">
                                      <p:cBhvr>
                                        <p:cTn id="17" dur="500" fill="hold"/>
                                        <p:tgtEl>
                                          <p:spTgt spid="90"/>
                                        </p:tgtEl>
                                        <p:attrNameLst>
                                          <p:attrName>ppt_w</p:attrName>
                                        </p:attrNameLst>
                                      </p:cBhvr>
                                      <p:tavLst>
                                        <p:tav tm="0">
                                          <p:val>
                                            <p:fltVal val="0"/>
                                          </p:val>
                                        </p:tav>
                                        <p:tav tm="100000">
                                          <p:val>
                                            <p:strVal val="#ppt_w"/>
                                          </p:val>
                                        </p:tav>
                                      </p:tavLst>
                                    </p:anim>
                                    <p:anim calcmode="lin" valueType="num">
                                      <p:cBhvr>
                                        <p:cTn id="18" dur="500" fill="hold"/>
                                        <p:tgtEl>
                                          <p:spTgt spid="90"/>
                                        </p:tgtEl>
                                        <p:attrNameLst>
                                          <p:attrName>ppt_h</p:attrName>
                                        </p:attrNameLst>
                                      </p:cBhvr>
                                      <p:tavLst>
                                        <p:tav tm="0">
                                          <p:val>
                                            <p:fltVal val="0"/>
                                          </p:val>
                                        </p:tav>
                                        <p:tav tm="100000">
                                          <p:val>
                                            <p:strVal val="#ppt_h"/>
                                          </p:val>
                                        </p:tav>
                                      </p:tavLst>
                                    </p:anim>
                                    <p:animEffect transition="in" filter="fade">
                                      <p:cBhvr>
                                        <p:cTn id="19" dur="500"/>
                                        <p:tgtEl>
                                          <p:spTgt spid="90"/>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53" presetClass="exit" presetSubtype="32" fill="hold" nodeType="clickEffect">
                                  <p:stCondLst>
                                    <p:cond delay="0"/>
                                  </p:stCondLst>
                                  <p:childTnLst>
                                    <p:anim calcmode="lin" valueType="num">
                                      <p:cBhvr>
                                        <p:cTn id="23" dur="500"/>
                                        <p:tgtEl>
                                          <p:spTgt spid="2"/>
                                        </p:tgtEl>
                                        <p:attrNameLst>
                                          <p:attrName>ppt_w</p:attrName>
                                        </p:attrNameLst>
                                      </p:cBhvr>
                                      <p:tavLst>
                                        <p:tav tm="0">
                                          <p:val>
                                            <p:strVal val="ppt_w"/>
                                          </p:val>
                                        </p:tav>
                                        <p:tav tm="100000">
                                          <p:val>
                                            <p:fltVal val="0"/>
                                          </p:val>
                                        </p:tav>
                                      </p:tavLst>
                                    </p:anim>
                                    <p:anim calcmode="lin" valueType="num">
                                      <p:cBhvr>
                                        <p:cTn id="24" dur="500"/>
                                        <p:tgtEl>
                                          <p:spTgt spid="2"/>
                                        </p:tgtEl>
                                        <p:attrNameLst>
                                          <p:attrName>ppt_h</p:attrName>
                                        </p:attrNameLst>
                                      </p:cBhvr>
                                      <p:tavLst>
                                        <p:tav tm="0">
                                          <p:val>
                                            <p:strVal val="ppt_h"/>
                                          </p:val>
                                        </p:tav>
                                        <p:tav tm="100000">
                                          <p:val>
                                            <p:fltVal val="0"/>
                                          </p:val>
                                        </p:tav>
                                      </p:tavLst>
                                    </p:anim>
                                    <p:animEffect transition="out" filter="fade">
                                      <p:cBhvr>
                                        <p:cTn id="25" dur="500"/>
                                        <p:tgtEl>
                                          <p:spTgt spid="2"/>
                                        </p:tgtEl>
                                      </p:cBhvr>
                                    </p:animEffect>
                                    <p:set>
                                      <p:cBhvr>
                                        <p:cTn id="26" dur="1" fill="hold">
                                          <p:stCondLst>
                                            <p:cond delay="499"/>
                                          </p:stCondLst>
                                        </p:cTn>
                                        <p:tgtEl>
                                          <p:spTgt spid="2"/>
                                        </p:tgtEl>
                                        <p:attrNameLst>
                                          <p:attrName>style.visibility</p:attrName>
                                        </p:attrNameLst>
                                      </p:cBhvr>
                                      <p:to>
                                        <p:strVal val="hidden"/>
                                      </p:to>
                                    </p:set>
                                  </p:childTnLst>
                                </p:cTn>
                              </p:par>
                              <p:par>
                                <p:cTn id="27" presetID="53" presetClass="exit" presetSubtype="32" fill="hold" grpId="1" nodeType="withEffect">
                                  <p:stCondLst>
                                    <p:cond delay="0"/>
                                  </p:stCondLst>
                                  <p:childTnLst>
                                    <p:anim calcmode="lin" valueType="num">
                                      <p:cBhvr>
                                        <p:cTn id="28" dur="500"/>
                                        <p:tgtEl>
                                          <p:spTgt spid="90"/>
                                        </p:tgtEl>
                                        <p:attrNameLst>
                                          <p:attrName>ppt_w</p:attrName>
                                        </p:attrNameLst>
                                      </p:cBhvr>
                                      <p:tavLst>
                                        <p:tav tm="0">
                                          <p:val>
                                            <p:strVal val="ppt_w"/>
                                          </p:val>
                                        </p:tav>
                                        <p:tav tm="100000">
                                          <p:val>
                                            <p:fltVal val="0"/>
                                          </p:val>
                                        </p:tav>
                                      </p:tavLst>
                                    </p:anim>
                                    <p:anim calcmode="lin" valueType="num">
                                      <p:cBhvr>
                                        <p:cTn id="29" dur="500"/>
                                        <p:tgtEl>
                                          <p:spTgt spid="90"/>
                                        </p:tgtEl>
                                        <p:attrNameLst>
                                          <p:attrName>ppt_h</p:attrName>
                                        </p:attrNameLst>
                                      </p:cBhvr>
                                      <p:tavLst>
                                        <p:tav tm="0">
                                          <p:val>
                                            <p:strVal val="ppt_h"/>
                                          </p:val>
                                        </p:tav>
                                        <p:tav tm="100000">
                                          <p:val>
                                            <p:fltVal val="0"/>
                                          </p:val>
                                        </p:tav>
                                      </p:tavLst>
                                    </p:anim>
                                    <p:animEffect transition="out" filter="fade">
                                      <p:cBhvr>
                                        <p:cTn id="30" dur="500"/>
                                        <p:tgtEl>
                                          <p:spTgt spid="90"/>
                                        </p:tgtEl>
                                      </p:cBhvr>
                                    </p:animEffect>
                                    <p:set>
                                      <p:cBhvr>
                                        <p:cTn id="31" dur="1" fill="hold">
                                          <p:stCondLst>
                                            <p:cond delay="499"/>
                                          </p:stCondLst>
                                        </p:cTn>
                                        <p:tgtEl>
                                          <p:spTgt spid="9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animBg="1"/>
      <p:bldP spid="90" grpId="1"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5" name="Rectangle 3"/>
          <p:cNvSpPr>
            <a:spLocks noGrp="1" noChangeArrowheads="1"/>
          </p:cNvSpPr>
          <p:nvPr>
            <p:ph idx="1"/>
          </p:nvPr>
        </p:nvSpPr>
        <p:spPr>
          <a:xfrm>
            <a:off x="868362" y="1563638"/>
            <a:ext cx="7705725" cy="3168650"/>
          </a:xfrm>
        </p:spPr>
        <p:txBody>
          <a:bodyPr/>
          <a:lstStyle/>
          <a:p>
            <a:pPr eaLnBrk="1" hangingPunct="1">
              <a:buClr>
                <a:schemeClr val="tx1"/>
              </a:buClr>
              <a:buFont typeface="Wingdings" pitchFamily="2" charset="2"/>
              <a:buChar char="Ø"/>
              <a:defRPr/>
            </a:pPr>
            <a:r>
              <a:rPr lang="zh-CN" altLang="en-US" sz="2500" b="1" dirty="0">
                <a:solidFill>
                  <a:schemeClr val="tx1"/>
                </a:solidFill>
                <a:latin typeface="+mn-ea"/>
              </a:rPr>
              <a:t>大小上与</a:t>
            </a:r>
            <a:r>
              <a:rPr lang="en-US" altLang="zh-CN" sz="2500" b="1" i="1" dirty="0">
                <a:solidFill>
                  <a:schemeClr val="tx1"/>
                </a:solidFill>
                <a:ea typeface="宋体" pitchFamily="2" charset="-122"/>
                <a:cs typeface="Times New Roman" pitchFamily="18" charset="0"/>
              </a:rPr>
              <a:t>LR</a:t>
            </a:r>
            <a:r>
              <a:rPr lang="en-US" altLang="zh-CN" sz="2500" b="1" dirty="0">
                <a:solidFill>
                  <a:schemeClr val="tx1"/>
                </a:solidFill>
                <a:ea typeface="宋体" pitchFamily="2" charset="-122"/>
                <a:cs typeface="Times New Roman" pitchFamily="18" charset="0"/>
              </a:rPr>
              <a:t>(0)/</a:t>
            </a:r>
            <a:r>
              <a:rPr lang="en-US" altLang="zh-CN" sz="2500" b="1" i="1" dirty="0">
                <a:solidFill>
                  <a:schemeClr val="tx1"/>
                </a:solidFill>
                <a:ea typeface="宋体" pitchFamily="2" charset="-122"/>
                <a:cs typeface="Times New Roman" pitchFamily="18" charset="0"/>
              </a:rPr>
              <a:t>SLR</a:t>
            </a:r>
            <a:r>
              <a:rPr lang="zh-CN" altLang="en-US" sz="2500" b="1" dirty="0">
                <a:solidFill>
                  <a:schemeClr val="tx1"/>
                </a:solidFill>
                <a:latin typeface="+mn-ea"/>
              </a:rPr>
              <a:t>相当</a:t>
            </a:r>
            <a:endParaRPr lang="en-US" altLang="zh-CN" sz="2500" b="1" dirty="0">
              <a:solidFill>
                <a:schemeClr val="tx1"/>
              </a:solidFill>
              <a:latin typeface="+mn-ea"/>
              <a:cs typeface="Times New Roman" pitchFamily="18" charset="0"/>
            </a:endParaRPr>
          </a:p>
          <a:p>
            <a:pPr eaLnBrk="1" hangingPunct="1">
              <a:lnSpc>
                <a:spcPts val="4000"/>
              </a:lnSpc>
              <a:buClrTx/>
              <a:buFont typeface="Wingdings" pitchFamily="2" charset="2"/>
              <a:buChar char="Ø"/>
              <a:defRPr/>
            </a:pPr>
            <a:r>
              <a:rPr lang="zh-CN" altLang="en-US" sz="2500" b="1" dirty="0">
                <a:solidFill>
                  <a:srgbClr val="000000"/>
                </a:solidFill>
                <a:latin typeface="+mn-ea"/>
              </a:rPr>
              <a:t>分析能力介于</a:t>
            </a:r>
            <a:r>
              <a:rPr lang="en-US" altLang="zh-CN" sz="2500" b="1" i="1" dirty="0">
                <a:solidFill>
                  <a:srgbClr val="000000"/>
                </a:solidFill>
                <a:ea typeface="宋体" pitchFamily="2" charset="-122"/>
                <a:cs typeface="Times New Roman" pitchFamily="18" charset="0"/>
              </a:rPr>
              <a:t>SLR</a:t>
            </a:r>
            <a:r>
              <a:rPr lang="zh-CN" altLang="en-US" sz="2500" b="1" dirty="0">
                <a:solidFill>
                  <a:srgbClr val="000000"/>
                </a:solidFill>
                <a:latin typeface="+mn-ea"/>
              </a:rPr>
              <a:t>和</a:t>
            </a:r>
            <a:r>
              <a:rPr lang="en-US" altLang="zh-CN" sz="2500" b="1" i="1" dirty="0">
                <a:solidFill>
                  <a:srgbClr val="000000"/>
                </a:solidFill>
                <a:ea typeface="宋体" pitchFamily="2" charset="-122"/>
                <a:cs typeface="Times New Roman" pitchFamily="18" charset="0"/>
              </a:rPr>
              <a:t>LR</a:t>
            </a:r>
            <a:r>
              <a:rPr lang="en-US" altLang="zh-CN" sz="2500" b="1" dirty="0">
                <a:solidFill>
                  <a:srgbClr val="000000"/>
                </a:solidFill>
                <a:ea typeface="宋体" pitchFamily="2" charset="-122"/>
                <a:cs typeface="Times New Roman" pitchFamily="18" charset="0"/>
              </a:rPr>
              <a:t>(1)</a:t>
            </a:r>
            <a:r>
              <a:rPr lang="zh-CN" altLang="en-US" sz="2500" b="1" dirty="0">
                <a:solidFill>
                  <a:srgbClr val="000000"/>
                </a:solidFill>
                <a:latin typeface="+mn-ea"/>
              </a:rPr>
              <a:t>二者之间</a:t>
            </a:r>
            <a:endParaRPr lang="en-US" altLang="zh-CN" sz="2500" b="1" dirty="0">
              <a:solidFill>
                <a:srgbClr val="000000"/>
              </a:solidFill>
              <a:latin typeface="+mn-ea"/>
              <a:cs typeface="Times New Roman" pitchFamily="18" charset="0"/>
            </a:endParaRPr>
          </a:p>
          <a:p>
            <a:pPr algn="ctr" eaLnBrk="1" hangingPunct="1">
              <a:lnSpc>
                <a:spcPts val="4000"/>
              </a:lnSpc>
              <a:buClr>
                <a:srgbClr val="31B6FD"/>
              </a:buClr>
              <a:buFont typeface="Symbol" panose="05050102010706020507" pitchFamily="18" charset="2"/>
              <a:buNone/>
              <a:defRPr/>
            </a:pPr>
            <a:r>
              <a:rPr lang="en-US" altLang="zh-CN" sz="2500" b="1" i="1" dirty="0">
                <a:solidFill>
                  <a:srgbClr val="000000"/>
                </a:solidFill>
                <a:ea typeface="宋体" pitchFamily="2" charset="-122"/>
                <a:cs typeface="Times New Roman" pitchFamily="18" charset="0"/>
              </a:rPr>
              <a:t>SLR</a:t>
            </a:r>
            <a:r>
              <a:rPr lang="en-US" altLang="zh-CN" sz="2500" b="1" dirty="0">
                <a:solidFill>
                  <a:srgbClr val="000000"/>
                </a:solidFill>
                <a:ea typeface="宋体" pitchFamily="2" charset="-122"/>
                <a:cs typeface="Times New Roman" pitchFamily="18" charset="0"/>
              </a:rPr>
              <a:t>&lt;</a:t>
            </a:r>
            <a:r>
              <a:rPr lang="en-US" altLang="zh-CN" sz="2500" b="1" i="1" dirty="0">
                <a:solidFill>
                  <a:srgbClr val="000000"/>
                </a:solidFill>
                <a:ea typeface="宋体" pitchFamily="2" charset="-122"/>
                <a:cs typeface="Times New Roman" pitchFamily="18" charset="0"/>
              </a:rPr>
              <a:t>LALR</a:t>
            </a:r>
            <a:r>
              <a:rPr lang="en-US" altLang="zh-CN" sz="2500" b="1" dirty="0">
                <a:solidFill>
                  <a:srgbClr val="000000"/>
                </a:solidFill>
                <a:ea typeface="宋体" pitchFamily="2" charset="-122"/>
                <a:cs typeface="Times New Roman" pitchFamily="18" charset="0"/>
              </a:rPr>
              <a:t>(1)&lt;</a:t>
            </a:r>
            <a:r>
              <a:rPr lang="en-US" altLang="zh-CN" sz="2500" b="1" i="1" dirty="0">
                <a:solidFill>
                  <a:srgbClr val="000000"/>
                </a:solidFill>
                <a:ea typeface="宋体" pitchFamily="2" charset="-122"/>
                <a:cs typeface="Times New Roman" pitchFamily="18" charset="0"/>
              </a:rPr>
              <a:t>LR</a:t>
            </a:r>
            <a:r>
              <a:rPr lang="en-US" altLang="zh-CN" sz="2500" b="1" dirty="0">
                <a:solidFill>
                  <a:srgbClr val="000000"/>
                </a:solidFill>
                <a:ea typeface="宋体" pitchFamily="2" charset="-122"/>
                <a:cs typeface="Times New Roman" pitchFamily="18" charset="0"/>
              </a:rPr>
              <a:t>(1)</a:t>
            </a:r>
          </a:p>
          <a:p>
            <a:pPr lvl="1" eaLnBrk="1" hangingPunct="1">
              <a:lnSpc>
                <a:spcPts val="4000"/>
              </a:lnSpc>
              <a:buClrTx/>
              <a:buFont typeface="Wingdings" pitchFamily="2" charset="2"/>
              <a:buChar char="Ø"/>
              <a:defRPr/>
            </a:pPr>
            <a:r>
              <a:rPr lang="zh-CN" altLang="en-US" sz="2500" b="1" dirty="0">
                <a:solidFill>
                  <a:srgbClr val="000000"/>
                </a:solidFill>
                <a:latin typeface="+mn-ea"/>
              </a:rPr>
              <a:t>合并后的展望符集合仍为</a:t>
            </a:r>
            <a:r>
              <a:rPr lang="en-US" altLang="zh-CN" sz="2500" b="1" i="1" dirty="0">
                <a:solidFill>
                  <a:srgbClr val="000000"/>
                </a:solidFill>
                <a:ea typeface="宋体" pitchFamily="2" charset="-122"/>
                <a:cs typeface="Times New Roman" pitchFamily="18" charset="0"/>
              </a:rPr>
              <a:t>FOLLOW</a:t>
            </a:r>
            <a:r>
              <a:rPr lang="zh-CN" altLang="zh-CN" sz="2500" b="1" dirty="0">
                <a:solidFill>
                  <a:srgbClr val="000000"/>
                </a:solidFill>
                <a:latin typeface="+mn-ea"/>
              </a:rPr>
              <a:t>集的</a:t>
            </a:r>
            <a:r>
              <a:rPr lang="zh-CN" altLang="zh-CN" sz="2500" b="1" dirty="0">
                <a:solidFill>
                  <a:srgbClr val="2D83F4"/>
                </a:solidFill>
                <a:latin typeface="+mn-ea"/>
              </a:rPr>
              <a:t>子集</a:t>
            </a:r>
            <a:endParaRPr lang="zh-CN" altLang="en-US" dirty="0">
              <a:latin typeface="楷体_GB2312" pitchFamily="49" charset="-122"/>
              <a:ea typeface="楷体_GB2312" pitchFamily="49" charset="-122"/>
            </a:endParaRPr>
          </a:p>
          <a:p>
            <a:pPr eaLnBrk="1" hangingPunct="1">
              <a:defRPr/>
            </a:pPr>
            <a:endParaRPr lang="zh-CN" altLang="en-US" sz="2800" dirty="0">
              <a:latin typeface="楷体_GB2312" pitchFamily="49" charset="-122"/>
              <a:ea typeface="楷体_GB2312" pitchFamily="49" charset="-122"/>
            </a:endParaRPr>
          </a:p>
        </p:txBody>
      </p:sp>
      <p:sp>
        <p:nvSpPr>
          <p:cNvPr id="77827" name="Rectangle 3"/>
          <p:cNvSpPr txBox="1">
            <a:spLocks noChangeArrowheads="1"/>
          </p:cNvSpPr>
          <p:nvPr/>
        </p:nvSpPr>
        <p:spPr bwMode="auto">
          <a:xfrm>
            <a:off x="904146" y="931916"/>
            <a:ext cx="549592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buClrTx/>
              <a:buFont typeface="Wingdings" panose="05000000000000000000" pitchFamily="2" charset="2"/>
              <a:buChar char="Ø"/>
            </a:pPr>
            <a:r>
              <a:rPr lang="zh-CN" altLang="en-US" sz="2500" b="1" dirty="0">
                <a:solidFill>
                  <a:srgbClr val="000000"/>
                </a:solidFill>
                <a:latin typeface="Times New Roman" panose="02020603050405020304" pitchFamily="18" charset="0"/>
                <a:ea typeface="华文楷体" panose="02010600040101010101" pitchFamily="2" charset="-122"/>
              </a:rPr>
              <a:t>形式上与</a:t>
            </a:r>
            <a:r>
              <a:rPr lang="en-US" altLang="zh-CN" sz="2500" b="1" i="1" dirty="0">
                <a:solidFill>
                  <a:srgbClr val="000000"/>
                </a:solidFill>
                <a:latin typeface="Times New Roman" panose="02020603050405020304" pitchFamily="18" charset="0"/>
                <a:cs typeface="Times New Roman" panose="02020603050405020304" pitchFamily="18" charset="0"/>
              </a:rPr>
              <a:t>LR</a:t>
            </a:r>
            <a:r>
              <a:rPr lang="en-US" altLang="zh-CN" sz="2500" b="1" dirty="0">
                <a:solidFill>
                  <a:srgbClr val="000000"/>
                </a:solidFill>
                <a:latin typeface="Times New Roman" panose="02020603050405020304" pitchFamily="18" charset="0"/>
                <a:cs typeface="Times New Roman" panose="02020603050405020304" pitchFamily="18" charset="0"/>
              </a:rPr>
              <a:t>(1)</a:t>
            </a:r>
            <a:r>
              <a:rPr lang="zh-CN" altLang="en-US" sz="2500" b="1" dirty="0">
                <a:solidFill>
                  <a:srgbClr val="000000"/>
                </a:solidFill>
                <a:latin typeface="Times New Roman" panose="02020603050405020304" pitchFamily="18" charset="0"/>
                <a:ea typeface="华文楷体" panose="02010600040101010101" pitchFamily="2" charset="-122"/>
              </a:rPr>
              <a:t>相同</a:t>
            </a:r>
          </a:p>
        </p:txBody>
      </p:sp>
      <p:sp>
        <p:nvSpPr>
          <p:cNvPr id="77828" name="Rectangle 2"/>
          <p:cNvSpPr>
            <a:spLocks noGrp="1" noChangeArrowheads="1"/>
          </p:cNvSpPr>
          <p:nvPr>
            <p:ph type="title"/>
          </p:nvPr>
        </p:nvSpPr>
        <p:spPr>
          <a:xfrm>
            <a:off x="755650" y="268288"/>
            <a:ext cx="7931150" cy="358775"/>
          </a:xfrm>
        </p:spPr>
        <p:txBody>
          <a:bodyPr/>
          <a:lstStyle/>
          <a:p>
            <a:pPr eaLnBrk="1" hangingPunct="1"/>
            <a:r>
              <a:rPr lang="en-US" altLang="zh-CN" sz="3000" i="1">
                <a:solidFill>
                  <a:schemeClr val="tx1"/>
                </a:solidFill>
                <a:ea typeface="黑体" panose="02010609060101010101" pitchFamily="49" charset="-122"/>
              </a:rPr>
              <a:t>LALR</a:t>
            </a:r>
            <a:r>
              <a:rPr lang="en-US" altLang="zh-CN" sz="3000">
                <a:solidFill>
                  <a:schemeClr val="tx1"/>
                </a:solidFill>
                <a:ea typeface="黑体" panose="02010609060101010101" pitchFamily="49" charset="-122"/>
              </a:rPr>
              <a:t>(1)</a:t>
            </a:r>
            <a:r>
              <a:rPr lang="zh-CN" altLang="en-US" sz="3000">
                <a:solidFill>
                  <a:schemeClr val="tx1"/>
                </a:solidFill>
                <a:latin typeface="微软雅黑" panose="020B0503020204020204" pitchFamily="34" charset="-122"/>
                <a:ea typeface="微软雅黑" panose="020B0503020204020204" pitchFamily="34" charset="-122"/>
              </a:rPr>
              <a:t>的特点</a:t>
            </a:r>
          </a:p>
        </p:txBody>
      </p:sp>
      <p:sp>
        <p:nvSpPr>
          <p:cNvPr id="2" name="灯片编号占位符 1">
            <a:extLst>
              <a:ext uri="{FF2B5EF4-FFF2-40B4-BE49-F238E27FC236}">
                <a16:creationId xmlns:a16="http://schemas.microsoft.com/office/drawing/2014/main" id="{89687609-516E-44CB-B1EB-6DD185992B84}"/>
              </a:ext>
            </a:extLst>
          </p:cNvPr>
          <p:cNvSpPr>
            <a:spLocks noGrp="1"/>
          </p:cNvSpPr>
          <p:nvPr>
            <p:ph type="sldNum" sz="quarter" idx="12"/>
          </p:nvPr>
        </p:nvSpPr>
        <p:spPr/>
        <p:txBody>
          <a:bodyPr/>
          <a:lstStyle/>
          <a:p>
            <a:pPr>
              <a:defRPr/>
            </a:pPr>
            <a:fld id="{76D20AB1-C80E-44EB-B890-88EEF3B3DC08}" type="slidenum">
              <a:rPr lang="zh-CN" altLang="en-US" smtClean="0"/>
              <a:pPr>
                <a:defRPr/>
              </a:pPr>
              <a:t>33</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nodeType="withEffect">
                                  <p:stCondLst>
                                    <p:cond delay="0"/>
                                  </p:stCondLst>
                                  <p:childTnLst>
                                    <p:set>
                                      <p:cBhvr>
                                        <p:cTn id="6" dur="1" fill="hold">
                                          <p:stCondLst>
                                            <p:cond delay="0"/>
                                          </p:stCondLst>
                                        </p:cTn>
                                        <p:tgtEl>
                                          <p:spTgt spid="131075">
                                            <p:txEl>
                                              <p:pRg st="1" end="1"/>
                                            </p:txEl>
                                          </p:spTgt>
                                        </p:tgtEl>
                                        <p:attrNameLst>
                                          <p:attrName>style.visibility</p:attrName>
                                        </p:attrNameLst>
                                      </p:cBhvr>
                                      <p:to>
                                        <p:strVal val="visible"/>
                                      </p:to>
                                    </p:set>
                                    <p:anim calcmode="lin" valueType="num">
                                      <p:cBhvr>
                                        <p:cTn id="7" dur="500" fill="hold"/>
                                        <p:tgtEl>
                                          <p:spTgt spid="131075">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131075">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131075">
                                            <p:txEl>
                                              <p:pRg st="1" end="1"/>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131075">
                                            <p:txEl>
                                              <p:pRg st="2" end="2"/>
                                            </p:txEl>
                                          </p:spTgt>
                                        </p:tgtEl>
                                        <p:attrNameLst>
                                          <p:attrName>style.visibility</p:attrName>
                                        </p:attrNameLst>
                                      </p:cBhvr>
                                      <p:to>
                                        <p:strVal val="visible"/>
                                      </p:to>
                                    </p:set>
                                    <p:anim calcmode="lin" valueType="num">
                                      <p:cBhvr>
                                        <p:cTn id="12" dur="500" fill="hold"/>
                                        <p:tgtEl>
                                          <p:spTgt spid="131075">
                                            <p:txEl>
                                              <p:pRg st="2" end="2"/>
                                            </p:txEl>
                                          </p:spTgt>
                                        </p:tgtEl>
                                        <p:attrNameLst>
                                          <p:attrName>ppt_w</p:attrName>
                                        </p:attrNameLst>
                                      </p:cBhvr>
                                      <p:tavLst>
                                        <p:tav tm="0">
                                          <p:val>
                                            <p:fltVal val="0"/>
                                          </p:val>
                                        </p:tav>
                                        <p:tav tm="100000">
                                          <p:val>
                                            <p:strVal val="#ppt_w"/>
                                          </p:val>
                                        </p:tav>
                                      </p:tavLst>
                                    </p:anim>
                                    <p:anim calcmode="lin" valueType="num">
                                      <p:cBhvr>
                                        <p:cTn id="13" dur="500" fill="hold"/>
                                        <p:tgtEl>
                                          <p:spTgt spid="131075">
                                            <p:txEl>
                                              <p:pRg st="2" end="2"/>
                                            </p:txEl>
                                          </p:spTgt>
                                        </p:tgtEl>
                                        <p:attrNameLst>
                                          <p:attrName>ppt_h</p:attrName>
                                        </p:attrNameLst>
                                      </p:cBhvr>
                                      <p:tavLst>
                                        <p:tav tm="0">
                                          <p:val>
                                            <p:fltVal val="0"/>
                                          </p:val>
                                        </p:tav>
                                        <p:tav tm="100000">
                                          <p:val>
                                            <p:strVal val="#ppt_h"/>
                                          </p:val>
                                        </p:tav>
                                      </p:tavLst>
                                    </p:anim>
                                    <p:animEffect transition="in" filter="fade">
                                      <p:cBhvr>
                                        <p:cTn id="14" dur="500"/>
                                        <p:tgtEl>
                                          <p:spTgt spid="131075">
                                            <p:txEl>
                                              <p:pRg st="2" end="2"/>
                                            </p:txEl>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16" fill="hold" nodeType="clickEffect">
                                  <p:stCondLst>
                                    <p:cond delay="0"/>
                                  </p:stCondLst>
                                  <p:childTnLst>
                                    <p:set>
                                      <p:cBhvr>
                                        <p:cTn id="18" dur="1" fill="hold">
                                          <p:stCondLst>
                                            <p:cond delay="0"/>
                                          </p:stCondLst>
                                        </p:cTn>
                                        <p:tgtEl>
                                          <p:spTgt spid="131075">
                                            <p:txEl>
                                              <p:pRg st="3" end="3"/>
                                            </p:txEl>
                                          </p:spTgt>
                                        </p:tgtEl>
                                        <p:attrNameLst>
                                          <p:attrName>style.visibility</p:attrName>
                                        </p:attrNameLst>
                                      </p:cBhvr>
                                      <p:to>
                                        <p:strVal val="visible"/>
                                      </p:to>
                                    </p:set>
                                    <p:anim calcmode="lin" valueType="num">
                                      <p:cBhvr>
                                        <p:cTn id="19" dur="500" fill="hold"/>
                                        <p:tgtEl>
                                          <p:spTgt spid="131075">
                                            <p:txEl>
                                              <p:pRg st="3" end="3"/>
                                            </p:txEl>
                                          </p:spTgt>
                                        </p:tgtEl>
                                        <p:attrNameLst>
                                          <p:attrName>ppt_w</p:attrName>
                                        </p:attrNameLst>
                                      </p:cBhvr>
                                      <p:tavLst>
                                        <p:tav tm="0">
                                          <p:val>
                                            <p:fltVal val="0"/>
                                          </p:val>
                                        </p:tav>
                                        <p:tav tm="100000">
                                          <p:val>
                                            <p:strVal val="#ppt_w"/>
                                          </p:val>
                                        </p:tav>
                                      </p:tavLst>
                                    </p:anim>
                                    <p:anim calcmode="lin" valueType="num">
                                      <p:cBhvr>
                                        <p:cTn id="20" dur="500" fill="hold"/>
                                        <p:tgtEl>
                                          <p:spTgt spid="131075">
                                            <p:txEl>
                                              <p:pRg st="3" end="3"/>
                                            </p:txEl>
                                          </p:spTgt>
                                        </p:tgtEl>
                                        <p:attrNameLst>
                                          <p:attrName>ppt_h</p:attrName>
                                        </p:attrNameLst>
                                      </p:cBhvr>
                                      <p:tavLst>
                                        <p:tav tm="0">
                                          <p:val>
                                            <p:fltVal val="0"/>
                                          </p:val>
                                        </p:tav>
                                        <p:tav tm="100000">
                                          <p:val>
                                            <p:strVal val="#ppt_h"/>
                                          </p:val>
                                        </p:tav>
                                      </p:tavLst>
                                    </p:anim>
                                    <p:animEffect transition="in" filter="fade">
                                      <p:cBhvr>
                                        <p:cTn id="21" dur="500"/>
                                        <p:tgtEl>
                                          <p:spTgt spid="13107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9" name="Rectangle 3"/>
          <p:cNvSpPr>
            <a:spLocks noGrp="1" noChangeArrowheads="1"/>
          </p:cNvSpPr>
          <p:nvPr>
            <p:ph idx="1"/>
          </p:nvPr>
        </p:nvSpPr>
        <p:spPr>
          <a:xfrm>
            <a:off x="395288" y="911225"/>
            <a:ext cx="8748712" cy="3225800"/>
          </a:xfrm>
        </p:spPr>
        <p:txBody>
          <a:bodyPr/>
          <a:lstStyle/>
          <a:p>
            <a:pPr eaLnBrk="1" hangingPunct="1">
              <a:buClr>
                <a:schemeClr val="tx1"/>
              </a:buClr>
              <a:buFont typeface="Wingdings" pitchFamily="2" charset="2"/>
              <a:buChar char="Ø"/>
              <a:defRPr/>
            </a:pPr>
            <a:r>
              <a:rPr lang="zh-CN" altLang="en-US" sz="2800" b="1" dirty="0">
                <a:solidFill>
                  <a:schemeClr val="tx1"/>
                </a:solidFill>
                <a:latin typeface="+mn-ea"/>
              </a:rPr>
              <a:t>每个二义性文法都不是</a:t>
            </a:r>
            <a:r>
              <a:rPr lang="en-US" altLang="zh-CN" sz="2800" b="1" i="1" dirty="0">
                <a:solidFill>
                  <a:schemeClr val="tx1"/>
                </a:solidFill>
                <a:cs typeface="Times New Roman" pitchFamily="18" charset="0"/>
              </a:rPr>
              <a:t>LR</a:t>
            </a:r>
            <a:r>
              <a:rPr lang="zh-CN" altLang="en-US" sz="2800" b="1" dirty="0">
                <a:solidFill>
                  <a:schemeClr val="tx1"/>
                </a:solidFill>
                <a:latin typeface="+mn-ea"/>
              </a:rPr>
              <a:t>的</a:t>
            </a:r>
            <a:endParaRPr lang="en-US" altLang="zh-CN" sz="2800" b="1" dirty="0">
              <a:solidFill>
                <a:schemeClr val="tx1"/>
              </a:solidFill>
              <a:latin typeface="+mn-ea"/>
            </a:endParaRPr>
          </a:p>
          <a:p>
            <a:pPr eaLnBrk="1" hangingPunct="1">
              <a:buClr>
                <a:schemeClr val="tx1"/>
              </a:buClr>
              <a:buFont typeface="Wingdings" pitchFamily="2" charset="2"/>
              <a:buChar char="Ø"/>
              <a:defRPr/>
            </a:pPr>
            <a:r>
              <a:rPr lang="zh-CN" altLang="en-US" sz="2800" b="1" dirty="0">
                <a:solidFill>
                  <a:schemeClr val="tx1"/>
                </a:solidFill>
                <a:latin typeface="+mn-ea"/>
              </a:rPr>
              <a:t>某些类型的二义性文法在语言的描述和实现中很有用</a:t>
            </a:r>
            <a:endParaRPr lang="en-US" altLang="zh-CN" sz="2800" b="1" dirty="0">
              <a:solidFill>
                <a:schemeClr val="tx1"/>
              </a:solidFill>
              <a:latin typeface="+mn-ea"/>
            </a:endParaRPr>
          </a:p>
          <a:p>
            <a:pPr lvl="1" eaLnBrk="1" hangingPunct="1">
              <a:buClr>
                <a:schemeClr val="tx1"/>
              </a:buClr>
              <a:buFont typeface="Wingdings" pitchFamily="2" charset="2"/>
              <a:buChar char="Ø"/>
              <a:defRPr/>
            </a:pPr>
            <a:r>
              <a:rPr lang="zh-CN" altLang="en-US" sz="2800" b="1" dirty="0">
                <a:solidFill>
                  <a:schemeClr val="tx1"/>
                </a:solidFill>
                <a:latin typeface="+mn-ea"/>
              </a:rPr>
              <a:t>更简短、更自然</a:t>
            </a:r>
            <a:endParaRPr lang="en-US" altLang="zh-CN" sz="2800" b="1" dirty="0">
              <a:solidFill>
                <a:schemeClr val="tx1"/>
              </a:solidFill>
              <a:latin typeface="+mn-ea"/>
            </a:endParaRPr>
          </a:p>
          <a:p>
            <a:pPr lvl="2" eaLnBrk="1" hangingPunct="1">
              <a:buClr>
                <a:schemeClr val="tx1"/>
              </a:buClr>
              <a:buFont typeface="Wingdings" pitchFamily="2" charset="2"/>
              <a:buChar char="Ø"/>
              <a:defRPr/>
            </a:pPr>
            <a:r>
              <a:rPr lang="zh-CN" altLang="en-US" sz="2400" b="1" dirty="0">
                <a:solidFill>
                  <a:schemeClr val="tx1"/>
                </a:solidFill>
                <a:latin typeface="+mn-ea"/>
              </a:rPr>
              <a:t>例</a:t>
            </a:r>
            <a:endParaRPr lang="en-US" altLang="zh-CN" sz="2400" b="1" dirty="0">
              <a:solidFill>
                <a:schemeClr val="tx1"/>
              </a:solidFill>
              <a:latin typeface="+mn-ea"/>
            </a:endParaRPr>
          </a:p>
        </p:txBody>
      </p:sp>
      <p:sp>
        <p:nvSpPr>
          <p:cNvPr id="79875" name="Rectangle 2"/>
          <p:cNvSpPr>
            <a:spLocks noGrp="1" noChangeArrowheads="1"/>
          </p:cNvSpPr>
          <p:nvPr>
            <p:ph type="title"/>
          </p:nvPr>
        </p:nvSpPr>
        <p:spPr>
          <a:xfrm>
            <a:off x="755650" y="268288"/>
            <a:ext cx="7931150" cy="358775"/>
          </a:xfrm>
        </p:spPr>
        <p:txBody>
          <a:bodyPr/>
          <a:lstStyle/>
          <a:p>
            <a:pPr eaLnBrk="1" hangingPunct="1"/>
            <a:r>
              <a:rPr lang="en-US" altLang="zh-CN" sz="3000">
                <a:solidFill>
                  <a:srgbClr val="000000"/>
                </a:solidFill>
                <a:latin typeface="微软雅黑" panose="020B0503020204020204" pitchFamily="34" charset="-122"/>
                <a:ea typeface="微软雅黑" panose="020B0503020204020204" pitchFamily="34" charset="-122"/>
              </a:rPr>
              <a:t>4.4.5 </a:t>
            </a:r>
            <a:r>
              <a:rPr lang="zh-CN" altLang="en-US" sz="3000">
                <a:solidFill>
                  <a:schemeClr val="tx1"/>
                </a:solidFill>
                <a:latin typeface="微软雅黑" panose="020B0503020204020204" pitchFamily="34" charset="-122"/>
                <a:ea typeface="微软雅黑" panose="020B0503020204020204" pitchFamily="34" charset="-122"/>
              </a:rPr>
              <a:t>二义性文法的</a:t>
            </a:r>
            <a:r>
              <a:rPr lang="en-US" altLang="zh-CN" sz="3000">
                <a:solidFill>
                  <a:schemeClr val="tx1"/>
                </a:solidFill>
                <a:latin typeface="微软雅黑" panose="020B0503020204020204" pitchFamily="34" charset="-122"/>
                <a:ea typeface="微软雅黑" panose="020B0503020204020204" pitchFamily="34" charset="-122"/>
              </a:rPr>
              <a:t>LR</a:t>
            </a:r>
            <a:r>
              <a:rPr lang="zh-CN" altLang="en-US" sz="3000">
                <a:solidFill>
                  <a:schemeClr val="tx1"/>
                </a:solidFill>
                <a:latin typeface="微软雅黑" panose="020B0503020204020204" pitchFamily="34" charset="-122"/>
                <a:ea typeface="微软雅黑" panose="020B0503020204020204" pitchFamily="34" charset="-122"/>
              </a:rPr>
              <a:t>分析</a:t>
            </a:r>
          </a:p>
        </p:txBody>
      </p:sp>
      <p:sp>
        <p:nvSpPr>
          <p:cNvPr id="4" name="Rectangle 5"/>
          <p:cNvSpPr>
            <a:spLocks noChangeArrowheads="1"/>
          </p:cNvSpPr>
          <p:nvPr/>
        </p:nvSpPr>
        <p:spPr bwMode="auto">
          <a:xfrm>
            <a:off x="2051050" y="2686050"/>
            <a:ext cx="1873250" cy="2144713"/>
          </a:xfrm>
          <a:prstGeom prst="rect">
            <a:avLst/>
          </a:prstGeom>
          <a:solidFill>
            <a:srgbClr val="B5CEED"/>
          </a:solidFill>
          <a:ln w="12700">
            <a:solidFill>
              <a:schemeClr val="tx1"/>
            </a:solidFill>
            <a:miter lim="800000"/>
            <a:headEnd/>
            <a:tailEnd/>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lnSpc>
                <a:spcPts val="3200"/>
              </a:lnSpc>
              <a:spcBef>
                <a:spcPct val="0"/>
              </a:spcBef>
              <a:buClrTx/>
              <a:buSzTx/>
              <a:buFont typeface="Arial" panose="020B0604020202020204" pitchFamily="34" charset="0"/>
              <a:buNone/>
            </a:pPr>
            <a:r>
              <a:rPr lang="zh-CN" altLang="en-US" b="1">
                <a:solidFill>
                  <a:schemeClr val="tx1"/>
                </a:solidFill>
                <a:latin typeface="楷体" panose="02010609060101010101" pitchFamily="49" charset="-122"/>
                <a:ea typeface="楷体" panose="02010609060101010101" pitchFamily="49" charset="-122"/>
              </a:rPr>
              <a:t>二义性文法</a:t>
            </a:r>
            <a:endParaRPr lang="en-US" altLang="zh-CN" b="1">
              <a:solidFill>
                <a:schemeClr val="tx1"/>
              </a:solidFill>
              <a:latin typeface="楷体" panose="02010609060101010101" pitchFamily="49" charset="-122"/>
              <a:cs typeface="Times New Roman" panose="02020603050405020304" pitchFamily="18" charset="0"/>
            </a:endParaRPr>
          </a:p>
          <a:p>
            <a:pPr eaLnBrk="1" hangingPunct="1">
              <a:lnSpc>
                <a:spcPts val="3200"/>
              </a:lnSpc>
              <a:spcBef>
                <a:spcPct val="0"/>
              </a:spcBef>
              <a:buClrTx/>
              <a:buSzTx/>
              <a:buFont typeface="Arial" panose="020B0604020202020204" pitchFamily="34" charset="0"/>
              <a:buNone/>
            </a:pPr>
            <a:r>
              <a:rPr lang="en-US" altLang="zh-CN" b="1">
                <a:solidFill>
                  <a:schemeClr val="tx1"/>
                </a:solidFill>
                <a:latin typeface="Times New Roman" panose="02020603050405020304" pitchFamily="18" charset="0"/>
              </a:rPr>
              <a:t>① </a:t>
            </a:r>
            <a:r>
              <a:rPr lang="en-US" altLang="zh-CN" b="1" i="1">
                <a:solidFill>
                  <a:schemeClr val="tx1"/>
                </a:solidFill>
                <a:latin typeface="Times New Roman" panose="02020603050405020304" pitchFamily="18" charset="0"/>
                <a:ea typeface="楷体_GB2312" panose="02010609030101010101" pitchFamily="49" charset="-122"/>
              </a:rPr>
              <a:t>E</a:t>
            </a:r>
            <a:r>
              <a:rPr lang="en-US" altLang="zh-CN" b="1">
                <a:solidFill>
                  <a:schemeClr val="tx1"/>
                </a:solidFill>
                <a:latin typeface="Times New Roman" panose="02020603050405020304" pitchFamily="18" charset="0"/>
                <a:ea typeface="楷体_GB2312" panose="02010609030101010101" pitchFamily="49" charset="-122"/>
              </a:rPr>
              <a:t>→ </a:t>
            </a:r>
            <a:r>
              <a:rPr lang="en-US" altLang="zh-CN" b="1" i="1">
                <a:solidFill>
                  <a:schemeClr val="tx1"/>
                </a:solidFill>
                <a:latin typeface="Times New Roman" panose="02020603050405020304" pitchFamily="18" charset="0"/>
                <a:ea typeface="楷体_GB2312" panose="02010609030101010101" pitchFamily="49" charset="-122"/>
              </a:rPr>
              <a:t>E</a:t>
            </a:r>
            <a:r>
              <a:rPr lang="en-US" altLang="zh-CN" b="1">
                <a:solidFill>
                  <a:schemeClr val="tx1"/>
                </a:solidFill>
                <a:latin typeface="Times New Roman" panose="02020603050405020304" pitchFamily="18" charset="0"/>
                <a:ea typeface="楷体_GB2312" panose="02010609030101010101" pitchFamily="49" charset="-122"/>
              </a:rPr>
              <a:t>+</a:t>
            </a:r>
            <a:r>
              <a:rPr lang="en-US" altLang="zh-CN" b="1" i="1">
                <a:solidFill>
                  <a:schemeClr val="tx1"/>
                </a:solidFill>
                <a:latin typeface="Times New Roman" panose="02020603050405020304" pitchFamily="18" charset="0"/>
                <a:ea typeface="楷体_GB2312" panose="02010609030101010101" pitchFamily="49" charset="-122"/>
              </a:rPr>
              <a:t>E</a:t>
            </a:r>
          </a:p>
          <a:p>
            <a:pPr eaLnBrk="1" hangingPunct="1">
              <a:lnSpc>
                <a:spcPts val="3200"/>
              </a:lnSpc>
              <a:spcBef>
                <a:spcPct val="0"/>
              </a:spcBef>
              <a:buClrTx/>
              <a:buSzTx/>
              <a:buFont typeface="Arial" panose="020B0604020202020204" pitchFamily="34" charset="0"/>
              <a:buNone/>
            </a:pPr>
            <a:r>
              <a:rPr lang="en-US" altLang="zh-CN" b="1">
                <a:solidFill>
                  <a:schemeClr val="tx1"/>
                </a:solidFill>
                <a:latin typeface="Times New Roman" panose="02020603050405020304" pitchFamily="18" charset="0"/>
              </a:rPr>
              <a:t>② </a:t>
            </a:r>
            <a:r>
              <a:rPr lang="en-US" altLang="zh-CN" b="1" i="1">
                <a:solidFill>
                  <a:schemeClr val="tx1"/>
                </a:solidFill>
                <a:latin typeface="Times New Roman" panose="02020603050405020304" pitchFamily="18" charset="0"/>
                <a:ea typeface="楷体_GB2312" panose="02010609030101010101" pitchFamily="49" charset="-122"/>
              </a:rPr>
              <a:t>E</a:t>
            </a:r>
            <a:r>
              <a:rPr lang="en-US" altLang="zh-CN" b="1">
                <a:solidFill>
                  <a:schemeClr val="tx1"/>
                </a:solidFill>
                <a:latin typeface="Times New Roman" panose="02020603050405020304" pitchFamily="18" charset="0"/>
                <a:ea typeface="楷体_GB2312" panose="02010609030101010101" pitchFamily="49" charset="-122"/>
              </a:rPr>
              <a:t>→ </a:t>
            </a:r>
            <a:r>
              <a:rPr lang="en-US" altLang="zh-CN" b="1" i="1">
                <a:solidFill>
                  <a:schemeClr val="tx1"/>
                </a:solidFill>
                <a:latin typeface="Times New Roman" panose="02020603050405020304" pitchFamily="18" charset="0"/>
                <a:ea typeface="楷体_GB2312" panose="02010609030101010101" pitchFamily="49" charset="-122"/>
              </a:rPr>
              <a:t>E</a:t>
            </a:r>
            <a:r>
              <a:rPr lang="en-US" altLang="zh-CN" b="1">
                <a:solidFill>
                  <a:schemeClr val="tx1"/>
                </a:solidFill>
                <a:latin typeface="Times New Roman" panose="02020603050405020304" pitchFamily="18" charset="0"/>
                <a:ea typeface="楷体_GB2312" panose="02010609030101010101" pitchFamily="49" charset="-122"/>
              </a:rPr>
              <a:t>*</a:t>
            </a:r>
            <a:r>
              <a:rPr lang="en-US" altLang="zh-CN" b="1" i="1">
                <a:solidFill>
                  <a:schemeClr val="tx1"/>
                </a:solidFill>
                <a:latin typeface="Times New Roman" panose="02020603050405020304" pitchFamily="18" charset="0"/>
                <a:ea typeface="楷体_GB2312" panose="02010609030101010101" pitchFamily="49" charset="-122"/>
              </a:rPr>
              <a:t>E</a:t>
            </a:r>
          </a:p>
          <a:p>
            <a:pPr eaLnBrk="1" hangingPunct="1">
              <a:lnSpc>
                <a:spcPts val="3200"/>
              </a:lnSpc>
              <a:spcBef>
                <a:spcPct val="0"/>
              </a:spcBef>
              <a:buClrTx/>
              <a:buSzTx/>
              <a:buFont typeface="Arial" panose="020B0604020202020204" pitchFamily="34" charset="0"/>
              <a:buNone/>
            </a:pPr>
            <a:r>
              <a:rPr lang="en-US" altLang="zh-CN" b="1">
                <a:solidFill>
                  <a:schemeClr val="tx1"/>
                </a:solidFill>
                <a:latin typeface="Times New Roman" panose="02020603050405020304" pitchFamily="18" charset="0"/>
              </a:rPr>
              <a:t>③ </a:t>
            </a:r>
            <a:r>
              <a:rPr lang="en-US" altLang="zh-CN" b="1" i="1">
                <a:solidFill>
                  <a:schemeClr val="tx1"/>
                </a:solidFill>
                <a:latin typeface="Times New Roman" panose="02020603050405020304" pitchFamily="18" charset="0"/>
                <a:ea typeface="楷体_GB2312" panose="02010609030101010101" pitchFamily="49" charset="-122"/>
              </a:rPr>
              <a:t>E</a:t>
            </a:r>
            <a:r>
              <a:rPr lang="en-US" altLang="zh-CN" b="1">
                <a:solidFill>
                  <a:schemeClr val="tx1"/>
                </a:solidFill>
                <a:latin typeface="Times New Roman" panose="02020603050405020304" pitchFamily="18" charset="0"/>
                <a:ea typeface="楷体_GB2312" panose="02010609030101010101" pitchFamily="49" charset="-122"/>
              </a:rPr>
              <a:t>→ ( </a:t>
            </a:r>
            <a:r>
              <a:rPr lang="en-US" altLang="zh-CN" b="1" i="1">
                <a:solidFill>
                  <a:schemeClr val="tx1"/>
                </a:solidFill>
                <a:latin typeface="Times New Roman" panose="02020603050405020304" pitchFamily="18" charset="0"/>
                <a:ea typeface="楷体_GB2312" panose="02010609030101010101" pitchFamily="49" charset="-122"/>
              </a:rPr>
              <a:t>E </a:t>
            </a:r>
            <a:r>
              <a:rPr lang="en-US" altLang="zh-CN" b="1">
                <a:solidFill>
                  <a:schemeClr val="tx1"/>
                </a:solidFill>
                <a:latin typeface="Times New Roman" panose="02020603050405020304" pitchFamily="18" charset="0"/>
                <a:ea typeface="楷体_GB2312" panose="02010609030101010101" pitchFamily="49" charset="-122"/>
              </a:rPr>
              <a:t>)</a:t>
            </a:r>
          </a:p>
          <a:p>
            <a:pPr eaLnBrk="1" hangingPunct="1">
              <a:lnSpc>
                <a:spcPts val="3200"/>
              </a:lnSpc>
              <a:spcBef>
                <a:spcPct val="0"/>
              </a:spcBef>
              <a:buClrTx/>
              <a:buSzTx/>
              <a:buFont typeface="Arial" panose="020B0604020202020204" pitchFamily="34" charset="0"/>
              <a:buNone/>
            </a:pPr>
            <a:r>
              <a:rPr lang="en-US" altLang="zh-CN" b="1">
                <a:solidFill>
                  <a:schemeClr val="tx1"/>
                </a:solidFill>
                <a:latin typeface="Times New Roman" panose="02020603050405020304" pitchFamily="18" charset="0"/>
              </a:rPr>
              <a:t>④ </a:t>
            </a:r>
            <a:r>
              <a:rPr lang="en-US" altLang="zh-CN" b="1" i="1">
                <a:solidFill>
                  <a:schemeClr val="tx1"/>
                </a:solidFill>
                <a:latin typeface="Times New Roman" panose="02020603050405020304" pitchFamily="18" charset="0"/>
                <a:ea typeface="楷体_GB2312" panose="02010609030101010101" pitchFamily="49" charset="-122"/>
              </a:rPr>
              <a:t>E</a:t>
            </a:r>
            <a:r>
              <a:rPr lang="en-US" altLang="zh-CN" b="1">
                <a:solidFill>
                  <a:schemeClr val="tx1"/>
                </a:solidFill>
                <a:latin typeface="Times New Roman" panose="02020603050405020304" pitchFamily="18" charset="0"/>
                <a:ea typeface="楷体_GB2312" panose="02010609030101010101" pitchFamily="49" charset="-122"/>
              </a:rPr>
              <a:t>→ id</a:t>
            </a:r>
          </a:p>
        </p:txBody>
      </p:sp>
      <p:sp>
        <p:nvSpPr>
          <p:cNvPr id="6" name="Rectangle 5"/>
          <p:cNvSpPr>
            <a:spLocks noChangeArrowheads="1"/>
          </p:cNvSpPr>
          <p:nvPr/>
        </p:nvSpPr>
        <p:spPr bwMode="auto">
          <a:xfrm>
            <a:off x="4357688" y="2143125"/>
            <a:ext cx="2212975" cy="2709863"/>
          </a:xfrm>
          <a:prstGeom prst="rect">
            <a:avLst/>
          </a:prstGeom>
          <a:solidFill>
            <a:srgbClr val="B5CEED"/>
          </a:solidFill>
          <a:ln w="12700">
            <a:solidFill>
              <a:schemeClr val="tx1"/>
            </a:solidFill>
            <a:miter lim="800000"/>
            <a:headEnd/>
            <a:tailEnd/>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lnSpc>
                <a:spcPts val="3200"/>
              </a:lnSpc>
              <a:spcBef>
                <a:spcPct val="0"/>
              </a:spcBef>
              <a:buClrTx/>
              <a:buSzTx/>
              <a:buFont typeface="Arial" panose="020B0604020202020204" pitchFamily="34" charset="0"/>
              <a:buNone/>
            </a:pPr>
            <a:r>
              <a:rPr lang="zh-CN" altLang="en-US" b="1">
                <a:solidFill>
                  <a:schemeClr val="tx1"/>
                </a:solidFill>
                <a:latin typeface="楷体" panose="02010609060101010101" pitchFamily="49" charset="-122"/>
                <a:ea typeface="楷体" panose="02010609060101010101" pitchFamily="49" charset="-122"/>
              </a:rPr>
              <a:t>非二义性文法</a:t>
            </a:r>
            <a:br>
              <a:rPr lang="en-US" altLang="zh-CN" b="1">
                <a:solidFill>
                  <a:schemeClr val="tx1"/>
                </a:solidFill>
                <a:latin typeface="楷体" panose="02010609060101010101" pitchFamily="49" charset="-122"/>
                <a:ea typeface="楷体" panose="02010609060101010101" pitchFamily="49" charset="-122"/>
              </a:rPr>
            </a:br>
            <a:r>
              <a:rPr lang="en-US" altLang="zh-CN" b="1">
                <a:solidFill>
                  <a:schemeClr val="tx1"/>
                </a:solidFill>
                <a:latin typeface="Times New Roman" panose="02020603050405020304" pitchFamily="18" charset="0"/>
              </a:rPr>
              <a:t>① </a:t>
            </a:r>
            <a:r>
              <a:rPr lang="en-US" altLang="zh-CN" b="1" i="1">
                <a:solidFill>
                  <a:schemeClr val="tx1"/>
                </a:solidFill>
                <a:latin typeface="Times New Roman" panose="02020603050405020304" pitchFamily="18" charset="0"/>
                <a:cs typeface="Times New Roman" panose="02020603050405020304" pitchFamily="18" charset="0"/>
              </a:rPr>
              <a:t>E </a:t>
            </a:r>
            <a:r>
              <a:rPr lang="en-US" altLang="zh-CN" b="1">
                <a:solidFill>
                  <a:schemeClr val="tx1"/>
                </a:solidFill>
                <a:latin typeface="Times New Roman" panose="02020603050405020304" pitchFamily="18" charset="0"/>
                <a:cs typeface="Times New Roman" panose="02020603050405020304" pitchFamily="18" charset="0"/>
              </a:rPr>
              <a:t>→ </a:t>
            </a:r>
            <a:r>
              <a:rPr lang="en-US" altLang="zh-CN" b="1" i="1">
                <a:solidFill>
                  <a:schemeClr val="tx1"/>
                </a:solidFill>
                <a:latin typeface="Times New Roman" panose="02020603050405020304" pitchFamily="18" charset="0"/>
                <a:cs typeface="Times New Roman" panose="02020603050405020304" pitchFamily="18" charset="0"/>
              </a:rPr>
              <a:t>E </a:t>
            </a:r>
            <a:r>
              <a:rPr lang="en-US" altLang="zh-CN" b="1">
                <a:solidFill>
                  <a:schemeClr val="tx1"/>
                </a:solidFill>
                <a:latin typeface="Times New Roman" panose="02020603050405020304" pitchFamily="18" charset="0"/>
                <a:cs typeface="Times New Roman" panose="02020603050405020304" pitchFamily="18" charset="0"/>
              </a:rPr>
              <a:t>+ </a:t>
            </a:r>
            <a:r>
              <a:rPr lang="en-US" altLang="zh-CN" b="1" i="1">
                <a:solidFill>
                  <a:schemeClr val="tx1"/>
                </a:solidFill>
                <a:latin typeface="Times New Roman" panose="02020603050405020304" pitchFamily="18" charset="0"/>
                <a:cs typeface="Times New Roman" panose="02020603050405020304" pitchFamily="18" charset="0"/>
              </a:rPr>
              <a:t>T </a:t>
            </a:r>
            <a:endParaRPr lang="en-US" altLang="zh-CN" b="1">
              <a:solidFill>
                <a:schemeClr val="tx1"/>
              </a:solidFill>
              <a:latin typeface="Times New Roman" panose="02020603050405020304" pitchFamily="18" charset="0"/>
              <a:cs typeface="Times New Roman" panose="02020603050405020304" pitchFamily="18" charset="0"/>
            </a:endParaRPr>
          </a:p>
          <a:p>
            <a:pPr eaLnBrk="1" hangingPunct="1">
              <a:lnSpc>
                <a:spcPts val="2800"/>
              </a:lnSpc>
              <a:spcBef>
                <a:spcPct val="0"/>
              </a:spcBef>
              <a:buClrTx/>
              <a:buSzTx/>
              <a:buFont typeface="Arial" panose="020B0604020202020204" pitchFamily="34" charset="0"/>
              <a:buNone/>
            </a:pPr>
            <a:r>
              <a:rPr lang="en-US" altLang="zh-CN" b="1">
                <a:solidFill>
                  <a:schemeClr val="tx1"/>
                </a:solidFill>
                <a:latin typeface="Times New Roman" panose="02020603050405020304" pitchFamily="18" charset="0"/>
              </a:rPr>
              <a:t>② </a:t>
            </a:r>
            <a:r>
              <a:rPr lang="en-US" altLang="zh-CN" b="1" i="1">
                <a:solidFill>
                  <a:schemeClr val="tx1"/>
                </a:solidFill>
                <a:latin typeface="Times New Roman" panose="02020603050405020304" pitchFamily="18" charset="0"/>
                <a:ea typeface="楷体_GB2312" panose="02010609030101010101" pitchFamily="49" charset="-122"/>
              </a:rPr>
              <a:t>E </a:t>
            </a:r>
            <a:r>
              <a:rPr lang="en-US" altLang="zh-CN" b="1">
                <a:solidFill>
                  <a:schemeClr val="tx1"/>
                </a:solidFill>
                <a:latin typeface="Times New Roman" panose="02020603050405020304" pitchFamily="18" charset="0"/>
                <a:ea typeface="楷体_GB2312" panose="02010609030101010101" pitchFamily="49" charset="-122"/>
              </a:rPr>
              <a:t>→ </a:t>
            </a:r>
            <a:r>
              <a:rPr lang="en-US" altLang="zh-CN" b="1" i="1">
                <a:solidFill>
                  <a:schemeClr val="tx1"/>
                </a:solidFill>
                <a:latin typeface="Times New Roman" panose="02020603050405020304" pitchFamily="18" charset="0"/>
                <a:ea typeface="楷体_GB2312" panose="02010609030101010101" pitchFamily="49" charset="-122"/>
              </a:rPr>
              <a:t>T</a:t>
            </a:r>
          </a:p>
          <a:p>
            <a:pPr eaLnBrk="1" hangingPunct="1">
              <a:lnSpc>
                <a:spcPts val="2800"/>
              </a:lnSpc>
              <a:spcBef>
                <a:spcPct val="0"/>
              </a:spcBef>
              <a:buClrTx/>
              <a:buSzTx/>
              <a:buFont typeface="Arial" panose="020B0604020202020204" pitchFamily="34" charset="0"/>
              <a:buNone/>
            </a:pPr>
            <a:r>
              <a:rPr lang="en-US" altLang="zh-CN" b="1">
                <a:solidFill>
                  <a:schemeClr val="tx1"/>
                </a:solidFill>
                <a:latin typeface="Times New Roman" panose="02020603050405020304" pitchFamily="18" charset="0"/>
              </a:rPr>
              <a:t>③ </a:t>
            </a:r>
            <a:r>
              <a:rPr lang="en-US" altLang="zh-CN" b="1" i="1">
                <a:solidFill>
                  <a:schemeClr val="tx1"/>
                </a:solidFill>
                <a:latin typeface="Times New Roman" panose="02020603050405020304" pitchFamily="18" charset="0"/>
                <a:ea typeface="楷体_GB2312" panose="02010609030101010101" pitchFamily="49" charset="-122"/>
              </a:rPr>
              <a:t>T</a:t>
            </a:r>
            <a:r>
              <a:rPr lang="en-US" altLang="zh-CN" b="1">
                <a:solidFill>
                  <a:schemeClr val="tx1"/>
                </a:solidFill>
                <a:latin typeface="Times New Roman" panose="02020603050405020304" pitchFamily="18" charset="0"/>
                <a:ea typeface="楷体_GB2312" panose="02010609030101010101" pitchFamily="49" charset="-122"/>
              </a:rPr>
              <a:t> → </a:t>
            </a:r>
            <a:r>
              <a:rPr lang="en-US" altLang="zh-CN" b="1" i="1">
                <a:solidFill>
                  <a:schemeClr val="tx1"/>
                </a:solidFill>
                <a:latin typeface="Times New Roman" panose="02020603050405020304" pitchFamily="18" charset="0"/>
                <a:ea typeface="楷体_GB2312" panose="02010609030101010101" pitchFamily="49" charset="-122"/>
              </a:rPr>
              <a:t>T</a:t>
            </a:r>
            <a:r>
              <a:rPr lang="en-US" altLang="zh-CN" b="1">
                <a:solidFill>
                  <a:schemeClr val="tx1"/>
                </a:solidFill>
                <a:latin typeface="Times New Roman" panose="02020603050405020304" pitchFamily="18" charset="0"/>
                <a:ea typeface="楷体_GB2312" panose="02010609030101010101" pitchFamily="49" charset="-122"/>
              </a:rPr>
              <a:t> * </a:t>
            </a:r>
            <a:r>
              <a:rPr lang="en-US" altLang="zh-CN" b="1" i="1">
                <a:solidFill>
                  <a:schemeClr val="tx1"/>
                </a:solidFill>
                <a:latin typeface="Times New Roman" panose="02020603050405020304" pitchFamily="18" charset="0"/>
                <a:ea typeface="楷体_GB2312" panose="02010609030101010101" pitchFamily="49" charset="-122"/>
              </a:rPr>
              <a:t>F</a:t>
            </a:r>
            <a:r>
              <a:rPr lang="en-US" altLang="zh-CN" b="1">
                <a:solidFill>
                  <a:schemeClr val="tx1"/>
                </a:solidFill>
                <a:latin typeface="Times New Roman" panose="02020603050405020304" pitchFamily="18" charset="0"/>
                <a:ea typeface="楷体_GB2312" panose="02010609030101010101" pitchFamily="49" charset="-122"/>
              </a:rPr>
              <a:t> </a:t>
            </a:r>
          </a:p>
          <a:p>
            <a:pPr eaLnBrk="1" hangingPunct="1">
              <a:lnSpc>
                <a:spcPts val="2800"/>
              </a:lnSpc>
              <a:spcBef>
                <a:spcPct val="0"/>
              </a:spcBef>
              <a:buClrTx/>
              <a:buSzTx/>
              <a:buFont typeface="Arial" panose="020B0604020202020204" pitchFamily="34" charset="0"/>
              <a:buNone/>
            </a:pPr>
            <a:r>
              <a:rPr lang="en-US" altLang="zh-CN" b="1">
                <a:solidFill>
                  <a:schemeClr val="tx1"/>
                </a:solidFill>
                <a:latin typeface="Times New Roman" panose="02020603050405020304" pitchFamily="18" charset="0"/>
              </a:rPr>
              <a:t>④ </a:t>
            </a:r>
            <a:r>
              <a:rPr lang="en-US" altLang="zh-CN" b="1" i="1">
                <a:solidFill>
                  <a:schemeClr val="tx1"/>
                </a:solidFill>
                <a:latin typeface="Times New Roman" panose="02020603050405020304" pitchFamily="18" charset="0"/>
                <a:ea typeface="楷体_GB2312" panose="02010609030101010101" pitchFamily="49" charset="-122"/>
              </a:rPr>
              <a:t>T</a:t>
            </a:r>
            <a:r>
              <a:rPr lang="en-US" altLang="zh-CN" b="1">
                <a:solidFill>
                  <a:schemeClr val="tx1"/>
                </a:solidFill>
                <a:latin typeface="Times New Roman" panose="02020603050405020304" pitchFamily="18" charset="0"/>
                <a:ea typeface="楷体_GB2312" panose="02010609030101010101" pitchFamily="49" charset="-122"/>
              </a:rPr>
              <a:t> → </a:t>
            </a:r>
            <a:r>
              <a:rPr lang="en-US" altLang="zh-CN" b="1" i="1">
                <a:solidFill>
                  <a:schemeClr val="tx1"/>
                </a:solidFill>
                <a:latin typeface="Times New Roman" panose="02020603050405020304" pitchFamily="18" charset="0"/>
                <a:ea typeface="楷体_GB2312" panose="02010609030101010101" pitchFamily="49" charset="-122"/>
              </a:rPr>
              <a:t>F</a:t>
            </a:r>
          </a:p>
          <a:p>
            <a:pPr eaLnBrk="1" hangingPunct="1">
              <a:lnSpc>
                <a:spcPts val="2800"/>
              </a:lnSpc>
              <a:spcBef>
                <a:spcPct val="0"/>
              </a:spcBef>
              <a:buClrTx/>
              <a:buSzTx/>
              <a:buFont typeface="Arial" panose="020B0604020202020204" pitchFamily="34" charset="0"/>
              <a:buNone/>
            </a:pPr>
            <a:r>
              <a:rPr lang="en-US" altLang="zh-CN" b="1">
                <a:solidFill>
                  <a:schemeClr val="tx1"/>
                </a:solidFill>
                <a:latin typeface="Times New Roman" panose="02020603050405020304" pitchFamily="18" charset="0"/>
              </a:rPr>
              <a:t>⑤ </a:t>
            </a:r>
            <a:r>
              <a:rPr lang="en-US" altLang="zh-CN" b="1" i="1">
                <a:solidFill>
                  <a:schemeClr val="tx1"/>
                </a:solidFill>
                <a:latin typeface="Times New Roman" panose="02020603050405020304" pitchFamily="18" charset="0"/>
                <a:ea typeface="楷体_GB2312" panose="02010609030101010101" pitchFamily="49" charset="-122"/>
              </a:rPr>
              <a:t>F</a:t>
            </a:r>
            <a:r>
              <a:rPr lang="en-US" altLang="zh-CN" b="1">
                <a:solidFill>
                  <a:schemeClr val="tx1"/>
                </a:solidFill>
                <a:latin typeface="Times New Roman" panose="02020603050405020304" pitchFamily="18" charset="0"/>
                <a:ea typeface="楷体_GB2312" panose="02010609030101010101" pitchFamily="49" charset="-122"/>
              </a:rPr>
              <a:t> → ( </a:t>
            </a:r>
            <a:r>
              <a:rPr lang="en-US" altLang="zh-CN" b="1" i="1">
                <a:solidFill>
                  <a:schemeClr val="tx1"/>
                </a:solidFill>
                <a:latin typeface="Times New Roman" panose="02020603050405020304" pitchFamily="18" charset="0"/>
                <a:ea typeface="楷体_GB2312" panose="02010609030101010101" pitchFamily="49" charset="-122"/>
              </a:rPr>
              <a:t>E</a:t>
            </a:r>
            <a:r>
              <a:rPr lang="en-US" altLang="zh-CN" b="1">
                <a:solidFill>
                  <a:schemeClr val="tx1"/>
                </a:solidFill>
                <a:latin typeface="Times New Roman" panose="02020603050405020304" pitchFamily="18" charset="0"/>
                <a:ea typeface="楷体_GB2312" panose="02010609030101010101" pitchFamily="49" charset="-122"/>
              </a:rPr>
              <a:t> ) </a:t>
            </a:r>
          </a:p>
          <a:p>
            <a:pPr eaLnBrk="1" hangingPunct="1">
              <a:lnSpc>
                <a:spcPts val="2800"/>
              </a:lnSpc>
              <a:spcBef>
                <a:spcPct val="0"/>
              </a:spcBef>
              <a:buClrTx/>
              <a:buSzTx/>
              <a:buFont typeface="Arial" panose="020B0604020202020204" pitchFamily="34" charset="0"/>
              <a:buNone/>
            </a:pPr>
            <a:r>
              <a:rPr lang="zh-CN" altLang="en-US" b="1">
                <a:solidFill>
                  <a:schemeClr val="tx1"/>
                </a:solidFill>
                <a:latin typeface="Times New Roman" panose="02020603050405020304" pitchFamily="18" charset="0"/>
              </a:rPr>
              <a:t>⑥ </a:t>
            </a:r>
            <a:r>
              <a:rPr lang="en-US" altLang="zh-CN" b="1" i="1">
                <a:solidFill>
                  <a:schemeClr val="tx1"/>
                </a:solidFill>
                <a:latin typeface="Times New Roman" panose="02020603050405020304" pitchFamily="18" charset="0"/>
                <a:ea typeface="楷体_GB2312" panose="02010609030101010101" pitchFamily="49" charset="-122"/>
              </a:rPr>
              <a:t>F</a:t>
            </a:r>
            <a:r>
              <a:rPr lang="en-US" altLang="zh-CN" b="1">
                <a:solidFill>
                  <a:schemeClr val="tx1"/>
                </a:solidFill>
                <a:latin typeface="Times New Roman" panose="02020603050405020304" pitchFamily="18" charset="0"/>
                <a:ea typeface="楷体_GB2312" panose="02010609030101010101" pitchFamily="49" charset="-122"/>
              </a:rPr>
              <a:t> → id</a:t>
            </a:r>
          </a:p>
        </p:txBody>
      </p:sp>
      <p:sp>
        <p:nvSpPr>
          <p:cNvPr id="2" name="灯片编号占位符 1">
            <a:extLst>
              <a:ext uri="{FF2B5EF4-FFF2-40B4-BE49-F238E27FC236}">
                <a16:creationId xmlns:a16="http://schemas.microsoft.com/office/drawing/2014/main" id="{0CEC7F99-994A-4741-9350-E5C0FD6E8B4B}"/>
              </a:ext>
            </a:extLst>
          </p:cNvPr>
          <p:cNvSpPr>
            <a:spLocks noGrp="1"/>
          </p:cNvSpPr>
          <p:nvPr>
            <p:ph type="sldNum" sz="quarter" idx="12"/>
          </p:nvPr>
        </p:nvSpPr>
        <p:spPr/>
        <p:txBody>
          <a:bodyPr/>
          <a:lstStyle/>
          <a:p>
            <a:pPr>
              <a:defRPr/>
            </a:pPr>
            <a:fld id="{76D20AB1-C80E-44EB-B890-88EEF3B3DC08}" type="slidenum">
              <a:rPr lang="zh-CN" altLang="en-US" smtClean="0"/>
              <a:pPr>
                <a:defRPr/>
              </a:pPr>
              <a:t>34</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152579">
                                            <p:txEl>
                                              <p:pRg st="0" end="0"/>
                                            </p:txEl>
                                          </p:spTgt>
                                        </p:tgtEl>
                                        <p:attrNameLst>
                                          <p:attrName>style.visibility</p:attrName>
                                        </p:attrNameLst>
                                      </p:cBhvr>
                                      <p:to>
                                        <p:strVal val="visible"/>
                                      </p:to>
                                    </p:set>
                                    <p:anim calcmode="lin" valueType="num">
                                      <p:cBhvr>
                                        <p:cTn id="7" dur="500" fill="hold"/>
                                        <p:tgtEl>
                                          <p:spTgt spid="152579">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152579">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152579">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nodeType="clickEffect">
                                  <p:stCondLst>
                                    <p:cond delay="0"/>
                                  </p:stCondLst>
                                  <p:childTnLst>
                                    <p:set>
                                      <p:cBhvr>
                                        <p:cTn id="13" dur="1" fill="hold">
                                          <p:stCondLst>
                                            <p:cond delay="0"/>
                                          </p:stCondLst>
                                        </p:cTn>
                                        <p:tgtEl>
                                          <p:spTgt spid="152579">
                                            <p:txEl>
                                              <p:pRg st="1" end="1"/>
                                            </p:txEl>
                                          </p:spTgt>
                                        </p:tgtEl>
                                        <p:attrNameLst>
                                          <p:attrName>style.visibility</p:attrName>
                                        </p:attrNameLst>
                                      </p:cBhvr>
                                      <p:to>
                                        <p:strVal val="visible"/>
                                      </p:to>
                                    </p:set>
                                    <p:anim calcmode="lin" valueType="num">
                                      <p:cBhvr>
                                        <p:cTn id="14" dur="500" fill="hold"/>
                                        <p:tgtEl>
                                          <p:spTgt spid="152579">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152579">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152579">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16" fill="hold" nodeType="clickEffect">
                                  <p:stCondLst>
                                    <p:cond delay="0"/>
                                  </p:stCondLst>
                                  <p:childTnLst>
                                    <p:set>
                                      <p:cBhvr>
                                        <p:cTn id="20" dur="1" fill="hold">
                                          <p:stCondLst>
                                            <p:cond delay="0"/>
                                          </p:stCondLst>
                                        </p:cTn>
                                        <p:tgtEl>
                                          <p:spTgt spid="152579">
                                            <p:txEl>
                                              <p:pRg st="2" end="2"/>
                                            </p:txEl>
                                          </p:spTgt>
                                        </p:tgtEl>
                                        <p:attrNameLst>
                                          <p:attrName>style.visibility</p:attrName>
                                        </p:attrNameLst>
                                      </p:cBhvr>
                                      <p:to>
                                        <p:strVal val="visible"/>
                                      </p:to>
                                    </p:set>
                                    <p:anim calcmode="lin" valueType="num">
                                      <p:cBhvr>
                                        <p:cTn id="21" dur="500" fill="hold"/>
                                        <p:tgtEl>
                                          <p:spTgt spid="152579">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152579">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152579">
                                            <p:txEl>
                                              <p:pRg st="2" end="2"/>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ntr" presetSubtype="16" fill="hold" nodeType="clickEffect">
                                  <p:stCondLst>
                                    <p:cond delay="0"/>
                                  </p:stCondLst>
                                  <p:childTnLst>
                                    <p:set>
                                      <p:cBhvr>
                                        <p:cTn id="27" dur="1" fill="hold">
                                          <p:stCondLst>
                                            <p:cond delay="0"/>
                                          </p:stCondLst>
                                        </p:cTn>
                                        <p:tgtEl>
                                          <p:spTgt spid="152579">
                                            <p:txEl>
                                              <p:pRg st="3" end="3"/>
                                            </p:txEl>
                                          </p:spTgt>
                                        </p:tgtEl>
                                        <p:attrNameLst>
                                          <p:attrName>style.visibility</p:attrName>
                                        </p:attrNameLst>
                                      </p:cBhvr>
                                      <p:to>
                                        <p:strVal val="visible"/>
                                      </p:to>
                                    </p:set>
                                    <p:anim calcmode="lin" valueType="num">
                                      <p:cBhvr>
                                        <p:cTn id="28" dur="500" fill="hold"/>
                                        <p:tgtEl>
                                          <p:spTgt spid="152579">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152579">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152579">
                                            <p:txEl>
                                              <p:pRg st="3" end="3"/>
                                            </p:txEl>
                                          </p:spTgt>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4"/>
                                        </p:tgtEl>
                                        <p:attrNameLst>
                                          <p:attrName>style.visibility</p:attrName>
                                        </p:attrNameLst>
                                      </p:cBhvr>
                                      <p:to>
                                        <p:strVal val="visible"/>
                                      </p:to>
                                    </p:set>
                                    <p:anim calcmode="lin" valueType="num">
                                      <p:cBhvr>
                                        <p:cTn id="33" dur="500" fill="hold"/>
                                        <p:tgtEl>
                                          <p:spTgt spid="4"/>
                                        </p:tgtEl>
                                        <p:attrNameLst>
                                          <p:attrName>ppt_w</p:attrName>
                                        </p:attrNameLst>
                                      </p:cBhvr>
                                      <p:tavLst>
                                        <p:tav tm="0">
                                          <p:val>
                                            <p:fltVal val="0"/>
                                          </p:val>
                                        </p:tav>
                                        <p:tav tm="100000">
                                          <p:val>
                                            <p:strVal val="#ppt_w"/>
                                          </p:val>
                                        </p:tav>
                                      </p:tavLst>
                                    </p:anim>
                                    <p:anim calcmode="lin" valueType="num">
                                      <p:cBhvr>
                                        <p:cTn id="34" dur="500" fill="hold"/>
                                        <p:tgtEl>
                                          <p:spTgt spid="4"/>
                                        </p:tgtEl>
                                        <p:attrNameLst>
                                          <p:attrName>ppt_h</p:attrName>
                                        </p:attrNameLst>
                                      </p:cBhvr>
                                      <p:tavLst>
                                        <p:tav tm="0">
                                          <p:val>
                                            <p:fltVal val="0"/>
                                          </p:val>
                                        </p:tav>
                                        <p:tav tm="100000">
                                          <p:val>
                                            <p:strVal val="#ppt_h"/>
                                          </p:val>
                                        </p:tav>
                                      </p:tavLst>
                                    </p:anim>
                                    <p:animEffect transition="in" filter="fade">
                                      <p:cBhvr>
                                        <p:cTn id="35" dur="500"/>
                                        <p:tgtEl>
                                          <p:spTgt spid="4"/>
                                        </p:tgtEl>
                                      </p:cBhvr>
                                    </p:animEffect>
                                  </p:childTnLst>
                                </p:cTn>
                              </p:par>
                              <p:par>
                                <p:cTn id="36" presetID="53" presetClass="entr" presetSubtype="16" fill="hold" grpId="0" nodeType="withEffect">
                                  <p:stCondLst>
                                    <p:cond delay="0"/>
                                  </p:stCondLst>
                                  <p:childTnLst>
                                    <p:set>
                                      <p:cBhvr>
                                        <p:cTn id="37" dur="1" fill="hold">
                                          <p:stCondLst>
                                            <p:cond delay="0"/>
                                          </p:stCondLst>
                                        </p:cTn>
                                        <p:tgtEl>
                                          <p:spTgt spid="6"/>
                                        </p:tgtEl>
                                        <p:attrNameLst>
                                          <p:attrName>style.visibility</p:attrName>
                                        </p:attrNameLst>
                                      </p:cBhvr>
                                      <p:to>
                                        <p:strVal val="visible"/>
                                      </p:to>
                                    </p:set>
                                    <p:anim calcmode="lin" valueType="num">
                                      <p:cBhvr>
                                        <p:cTn id="38" dur="500" fill="hold"/>
                                        <p:tgtEl>
                                          <p:spTgt spid="6"/>
                                        </p:tgtEl>
                                        <p:attrNameLst>
                                          <p:attrName>ppt_w</p:attrName>
                                        </p:attrNameLst>
                                      </p:cBhvr>
                                      <p:tavLst>
                                        <p:tav tm="0">
                                          <p:val>
                                            <p:fltVal val="0"/>
                                          </p:val>
                                        </p:tav>
                                        <p:tav tm="100000">
                                          <p:val>
                                            <p:strVal val="#ppt_w"/>
                                          </p:val>
                                        </p:tav>
                                      </p:tavLst>
                                    </p:anim>
                                    <p:anim calcmode="lin" valueType="num">
                                      <p:cBhvr>
                                        <p:cTn id="39" dur="500" fill="hold"/>
                                        <p:tgtEl>
                                          <p:spTgt spid="6"/>
                                        </p:tgtEl>
                                        <p:attrNameLst>
                                          <p:attrName>ppt_h</p:attrName>
                                        </p:attrNameLst>
                                      </p:cBhvr>
                                      <p:tavLst>
                                        <p:tav tm="0">
                                          <p:val>
                                            <p:fltVal val="0"/>
                                          </p:val>
                                        </p:tav>
                                        <p:tav tm="100000">
                                          <p:val>
                                            <p:strVal val="#ppt_h"/>
                                          </p:val>
                                        </p:tav>
                                      </p:tavLst>
                                    </p:anim>
                                    <p:animEffect transition="in" filter="fade">
                                      <p:cBhvr>
                                        <p:cTn id="4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 Box 2"/>
          <p:cNvSpPr txBox="1">
            <a:spLocks noChangeArrowheads="1"/>
          </p:cNvSpPr>
          <p:nvPr/>
        </p:nvSpPr>
        <p:spPr bwMode="auto">
          <a:xfrm>
            <a:off x="2122488" y="1552575"/>
            <a:ext cx="1296987" cy="1724025"/>
          </a:xfrm>
          <a:prstGeom prst="rect">
            <a:avLst/>
          </a:prstGeom>
          <a:solidFill>
            <a:srgbClr val="B5CEED"/>
          </a:solidFill>
          <a:ln w="12700">
            <a:solidFill>
              <a:schemeClr val="tx1"/>
            </a:solidFill>
            <a:miter lim="800000"/>
            <a:headEnd type="none" w="sm" len="sm"/>
            <a:tailEnd type="none" w="sm" len="sm"/>
          </a:ln>
        </p:spPr>
        <p:txBody>
          <a:bodyPr tIns="0" bIns="0">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chemeClr val="tx1"/>
                </a:solidFill>
                <a:latin typeface="Times New Roman" panose="02020603050405020304" pitchFamily="18" charset="0"/>
                <a:cs typeface="Times New Roman" panose="02020603050405020304" pitchFamily="18" charset="0"/>
              </a:rPr>
              <a:t>I</a:t>
            </a:r>
            <a:r>
              <a:rPr lang="en-US" altLang="zh-CN" sz="2000" b="1" i="1" baseline="-25000">
                <a:solidFill>
                  <a:schemeClr val="tx1"/>
                </a:solidFill>
                <a:latin typeface="Times New Roman" panose="02020603050405020304" pitchFamily="18" charset="0"/>
                <a:cs typeface="Times New Roman" panose="02020603050405020304" pitchFamily="18" charset="0"/>
              </a:rPr>
              <a:t>0</a:t>
            </a:r>
            <a:r>
              <a:rPr lang="en-US" altLang="zh-CN" sz="2000" b="1">
                <a:solidFill>
                  <a:schemeClr val="tx1"/>
                </a:solidFill>
                <a:latin typeface="Times New Roman" panose="02020603050405020304" pitchFamily="18" charset="0"/>
                <a:cs typeface="Times New Roman" panose="02020603050405020304" pitchFamily="18" charset="0"/>
              </a:rPr>
              <a:t>:</a:t>
            </a:r>
          </a:p>
          <a:p>
            <a:pPr>
              <a:spcBef>
                <a:spcPct val="0"/>
              </a:spcBef>
              <a:buClrTx/>
              <a:buSzTx/>
              <a:buFont typeface="Arial" panose="020B0604020202020204" pitchFamily="34" charset="0"/>
              <a:buNone/>
            </a:pPr>
            <a:r>
              <a:rPr lang="en-US" altLang="zh-CN" sz="2000" b="1" i="1">
                <a:solidFill>
                  <a:schemeClr val="tx1"/>
                </a:solidFill>
                <a:latin typeface="Times New Roman" panose="02020603050405020304" pitchFamily="18" charset="0"/>
                <a:cs typeface="Times New Roman" panose="02020603050405020304" pitchFamily="18" charset="0"/>
              </a:rPr>
              <a:t>E′→ </a:t>
            </a:r>
            <a:r>
              <a:rPr lang="en-US" altLang="zh-CN" sz="2000" b="1" i="1">
                <a:solidFill>
                  <a:srgbClr val="000000"/>
                </a:solidFill>
                <a:latin typeface="Times New Roman" panose="02020603050405020304" pitchFamily="18" charset="0"/>
                <a:cs typeface="Times New Roman" panose="02020603050405020304" pitchFamily="18" charset="0"/>
              </a:rPr>
              <a:t>· </a:t>
            </a:r>
            <a:r>
              <a:rPr lang="en-US" altLang="zh-CN" sz="2000" b="1" i="1">
                <a:solidFill>
                  <a:schemeClr val="tx1"/>
                </a:solidFill>
                <a:latin typeface="Times New Roman" panose="02020603050405020304" pitchFamily="18" charset="0"/>
                <a:cs typeface="Times New Roman" panose="02020603050405020304" pitchFamily="18" charset="0"/>
              </a:rPr>
              <a:t>E</a:t>
            </a: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 </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E+E</a:t>
            </a: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 </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E*E</a:t>
            </a: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 </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a:solidFill>
                  <a:schemeClr val="tx1"/>
                </a:solidFill>
                <a:latin typeface="Times New Roman" panose="02020603050405020304" pitchFamily="18" charset="0"/>
                <a:cs typeface="Times New Roman" panose="02020603050405020304" pitchFamily="18" charset="0"/>
              </a:rPr>
              <a:t>(</a:t>
            </a:r>
            <a:r>
              <a:rPr lang="en-US" altLang="zh-CN" sz="1800" b="1" i="1">
                <a:solidFill>
                  <a:schemeClr val="tx1"/>
                </a:solidFill>
                <a:latin typeface="Times New Roman" panose="02020603050405020304" pitchFamily="18" charset="0"/>
                <a:cs typeface="Times New Roman" panose="02020603050405020304" pitchFamily="18" charset="0"/>
              </a:rPr>
              <a:t>E</a:t>
            </a:r>
            <a:r>
              <a:rPr lang="en-US" altLang="zh-CN" sz="1800" b="1">
                <a:solidFill>
                  <a:schemeClr val="tx1"/>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a:t>
            </a:r>
            <a:r>
              <a:rPr lang="en-US" altLang="zh-CN" sz="1800" b="1" i="1">
                <a:solidFill>
                  <a:srgbClr val="000000"/>
                </a:solidFill>
                <a:latin typeface="Times New Roman" panose="02020603050405020304" pitchFamily="18" charset="0"/>
                <a:cs typeface="Times New Roman" panose="02020603050405020304" pitchFamily="18" charset="0"/>
              </a:rPr>
              <a:t> · </a:t>
            </a:r>
            <a:r>
              <a:rPr lang="en-US" altLang="zh-CN" sz="1800" b="1">
                <a:solidFill>
                  <a:schemeClr val="tx1"/>
                </a:solidFill>
                <a:latin typeface="Times New Roman" panose="02020603050405020304" pitchFamily="18" charset="0"/>
                <a:cs typeface="Times New Roman" panose="02020603050405020304" pitchFamily="18" charset="0"/>
              </a:rPr>
              <a:t>id</a:t>
            </a:r>
          </a:p>
        </p:txBody>
      </p:sp>
      <p:sp>
        <p:nvSpPr>
          <p:cNvPr id="81923" name="Text Box 3"/>
          <p:cNvSpPr txBox="1">
            <a:spLocks noChangeArrowheads="1"/>
          </p:cNvSpPr>
          <p:nvPr/>
        </p:nvSpPr>
        <p:spPr bwMode="auto">
          <a:xfrm>
            <a:off x="3779838" y="987425"/>
            <a:ext cx="1246187" cy="1262063"/>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chemeClr val="tx1"/>
                </a:solidFill>
                <a:latin typeface="Times New Roman" panose="02020603050405020304" pitchFamily="18" charset="0"/>
                <a:cs typeface="Times New Roman" panose="02020603050405020304" pitchFamily="18" charset="0"/>
              </a:rPr>
              <a:t>I</a:t>
            </a:r>
            <a:r>
              <a:rPr lang="en-US" altLang="zh-CN" sz="2000" b="1" i="1" baseline="-25000">
                <a:solidFill>
                  <a:schemeClr val="tx1"/>
                </a:solidFill>
                <a:latin typeface="Times New Roman" panose="02020603050405020304" pitchFamily="18" charset="0"/>
                <a:cs typeface="Times New Roman" panose="02020603050405020304" pitchFamily="18" charset="0"/>
              </a:rPr>
              <a:t>1</a:t>
            </a:r>
            <a:r>
              <a:rPr lang="en-US" altLang="zh-CN" sz="2000" b="1">
                <a:solidFill>
                  <a:schemeClr val="tx1"/>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E′→E· </a:t>
            </a: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E→E · +E</a:t>
            </a: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E→E · *E</a:t>
            </a:r>
            <a:endParaRPr lang="en-US" altLang="zh-CN" sz="2000" b="1" i="1">
              <a:solidFill>
                <a:schemeClr val="tx1"/>
              </a:solidFill>
              <a:latin typeface="Times New Roman" panose="02020603050405020304" pitchFamily="18" charset="0"/>
              <a:cs typeface="Times New Roman" panose="02020603050405020304" pitchFamily="18" charset="0"/>
            </a:endParaRPr>
          </a:p>
        </p:txBody>
      </p:sp>
      <p:sp>
        <p:nvSpPr>
          <p:cNvPr id="81924" name="Line 4"/>
          <p:cNvSpPr>
            <a:spLocks noChangeShapeType="1"/>
          </p:cNvSpPr>
          <p:nvPr/>
        </p:nvSpPr>
        <p:spPr bwMode="auto">
          <a:xfrm flipV="1">
            <a:off x="3438525" y="1881188"/>
            <a:ext cx="319088"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925" name="Text Box 5"/>
          <p:cNvSpPr txBox="1">
            <a:spLocks noChangeArrowheads="1"/>
          </p:cNvSpPr>
          <p:nvPr/>
        </p:nvSpPr>
        <p:spPr bwMode="auto">
          <a:xfrm>
            <a:off x="3805238" y="2424113"/>
            <a:ext cx="1214437" cy="1784350"/>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chemeClr val="tx1"/>
                </a:solidFill>
                <a:latin typeface="Times New Roman" panose="02020603050405020304" pitchFamily="18" charset="0"/>
                <a:cs typeface="Times New Roman" panose="02020603050405020304" pitchFamily="18" charset="0"/>
              </a:rPr>
              <a:t>I</a:t>
            </a:r>
            <a:r>
              <a:rPr lang="en-US" altLang="zh-CN" sz="2000" b="1" i="1" baseline="-25000">
                <a:solidFill>
                  <a:schemeClr val="tx1"/>
                </a:solidFill>
                <a:latin typeface="Times New Roman" panose="02020603050405020304" pitchFamily="18" charset="0"/>
                <a:cs typeface="Times New Roman" panose="02020603050405020304" pitchFamily="18" charset="0"/>
              </a:rPr>
              <a:t>2</a:t>
            </a:r>
            <a:r>
              <a:rPr lang="en-US" altLang="zh-CN" sz="2000" b="1">
                <a:solidFill>
                  <a:schemeClr val="tx1"/>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a:t>
            </a:r>
            <a:r>
              <a:rPr lang="en-US" altLang="zh-CN" sz="1800" b="1">
                <a:solidFill>
                  <a:schemeClr val="tx1"/>
                </a:solidFill>
                <a:latin typeface="Times New Roman" panose="02020603050405020304" pitchFamily="18" charset="0"/>
                <a:cs typeface="Times New Roman" panose="02020603050405020304" pitchFamily="18" charset="0"/>
              </a:rPr>
              <a:t>(</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E</a:t>
            </a:r>
            <a:r>
              <a:rPr lang="en-US" altLang="zh-CN" sz="1800" b="1">
                <a:solidFill>
                  <a:schemeClr val="tx1"/>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 </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E+E</a:t>
            </a: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 </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E*E</a:t>
            </a: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 </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a:solidFill>
                  <a:schemeClr val="tx1"/>
                </a:solidFill>
                <a:latin typeface="Times New Roman" panose="02020603050405020304" pitchFamily="18" charset="0"/>
                <a:cs typeface="Times New Roman" panose="02020603050405020304" pitchFamily="18" charset="0"/>
              </a:rPr>
              <a:t>(</a:t>
            </a:r>
            <a:r>
              <a:rPr lang="en-US" altLang="zh-CN" sz="1800" b="1" i="1">
                <a:solidFill>
                  <a:schemeClr val="tx1"/>
                </a:solidFill>
                <a:latin typeface="Times New Roman" panose="02020603050405020304" pitchFamily="18" charset="0"/>
                <a:cs typeface="Times New Roman" panose="02020603050405020304" pitchFamily="18" charset="0"/>
              </a:rPr>
              <a:t>E</a:t>
            </a:r>
            <a:r>
              <a:rPr lang="en-US" altLang="zh-CN" sz="1800" b="1">
                <a:solidFill>
                  <a:schemeClr val="tx1"/>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a:t>
            </a:r>
            <a:r>
              <a:rPr lang="en-US" altLang="zh-CN" sz="1800" b="1" i="1">
                <a:solidFill>
                  <a:srgbClr val="000000"/>
                </a:solidFill>
                <a:latin typeface="Times New Roman" panose="02020603050405020304" pitchFamily="18" charset="0"/>
                <a:cs typeface="Times New Roman" panose="02020603050405020304" pitchFamily="18" charset="0"/>
              </a:rPr>
              <a:t> · </a:t>
            </a:r>
            <a:r>
              <a:rPr lang="en-US" altLang="zh-CN" sz="1800" b="1">
                <a:solidFill>
                  <a:schemeClr val="tx1"/>
                </a:solidFill>
                <a:latin typeface="Times New Roman" panose="02020603050405020304" pitchFamily="18" charset="0"/>
                <a:cs typeface="Times New Roman" panose="02020603050405020304" pitchFamily="18" charset="0"/>
              </a:rPr>
              <a:t>id</a:t>
            </a:r>
          </a:p>
        </p:txBody>
      </p:sp>
      <p:sp>
        <p:nvSpPr>
          <p:cNvPr id="81926" name="Line 6"/>
          <p:cNvSpPr>
            <a:spLocks noChangeShapeType="1"/>
          </p:cNvSpPr>
          <p:nvPr/>
        </p:nvSpPr>
        <p:spPr bwMode="auto">
          <a:xfrm flipV="1">
            <a:off x="3432175" y="2714625"/>
            <a:ext cx="384175"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927" name="Text Box 7"/>
          <p:cNvSpPr txBox="1">
            <a:spLocks noChangeArrowheads="1"/>
          </p:cNvSpPr>
          <p:nvPr/>
        </p:nvSpPr>
        <p:spPr bwMode="auto">
          <a:xfrm>
            <a:off x="3419475" y="2211388"/>
            <a:ext cx="5032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chemeClr val="tx1"/>
                </a:solidFill>
                <a:latin typeface="Times New Roman" panose="02020603050405020304" pitchFamily="18" charset="0"/>
                <a:cs typeface="Times New Roman" panose="02020603050405020304" pitchFamily="18" charset="0"/>
              </a:rPr>
              <a:t>(</a:t>
            </a:r>
          </a:p>
        </p:txBody>
      </p:sp>
      <p:sp>
        <p:nvSpPr>
          <p:cNvPr id="81928" name="Text Box 8"/>
          <p:cNvSpPr txBox="1">
            <a:spLocks noChangeArrowheads="1"/>
          </p:cNvSpPr>
          <p:nvPr/>
        </p:nvSpPr>
        <p:spPr bwMode="auto">
          <a:xfrm>
            <a:off x="2339975" y="4384675"/>
            <a:ext cx="1066800" cy="708025"/>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chemeClr val="tx1"/>
                </a:solidFill>
                <a:latin typeface="Times New Roman" panose="02020603050405020304" pitchFamily="18" charset="0"/>
                <a:cs typeface="Times New Roman" panose="02020603050405020304" pitchFamily="18" charset="0"/>
              </a:rPr>
              <a:t>I</a:t>
            </a:r>
            <a:r>
              <a:rPr lang="en-US" altLang="zh-CN" sz="2000" b="1" i="1" baseline="-25000">
                <a:solidFill>
                  <a:schemeClr val="tx1"/>
                </a:solidFill>
                <a:latin typeface="Times New Roman" panose="02020603050405020304" pitchFamily="18" charset="0"/>
                <a:cs typeface="Times New Roman" panose="02020603050405020304" pitchFamily="18" charset="0"/>
              </a:rPr>
              <a:t>3</a:t>
            </a:r>
            <a:r>
              <a:rPr lang="en-US" altLang="zh-CN" sz="2000" b="1">
                <a:solidFill>
                  <a:schemeClr val="tx1"/>
                </a:solidFill>
                <a:latin typeface="Times New Roman" panose="02020603050405020304" pitchFamily="18" charset="0"/>
                <a:cs typeface="Times New Roman" panose="02020603050405020304" pitchFamily="18" charset="0"/>
              </a:rPr>
              <a:t>:</a:t>
            </a:r>
          </a:p>
          <a:p>
            <a:pPr>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 </a:t>
            </a:r>
            <a:r>
              <a:rPr lang="en-US" altLang="zh-CN" sz="1800" b="1">
                <a:solidFill>
                  <a:schemeClr val="tx1"/>
                </a:solidFill>
                <a:latin typeface="Times New Roman" panose="02020603050405020304" pitchFamily="18" charset="0"/>
                <a:cs typeface="Times New Roman" panose="02020603050405020304" pitchFamily="18" charset="0"/>
              </a:rPr>
              <a:t>id</a:t>
            </a:r>
            <a:r>
              <a:rPr lang="en-US" altLang="zh-CN" sz="2000" b="1" i="1">
                <a:solidFill>
                  <a:srgbClr val="000000"/>
                </a:solidFill>
                <a:latin typeface="Times New Roman" panose="02020603050405020304" pitchFamily="18" charset="0"/>
                <a:cs typeface="Times New Roman" panose="02020603050405020304" pitchFamily="18" charset="0"/>
              </a:rPr>
              <a:t> ·</a:t>
            </a:r>
            <a:endParaRPr lang="en-US" altLang="zh-CN" sz="2000" b="1" i="1">
              <a:solidFill>
                <a:schemeClr val="tx1"/>
              </a:solidFill>
              <a:latin typeface="Times New Roman" panose="02020603050405020304" pitchFamily="18" charset="0"/>
              <a:cs typeface="Times New Roman" panose="02020603050405020304" pitchFamily="18" charset="0"/>
            </a:endParaRPr>
          </a:p>
        </p:txBody>
      </p:sp>
      <p:sp>
        <p:nvSpPr>
          <p:cNvPr id="81929" name="Line 9"/>
          <p:cNvSpPr>
            <a:spLocks noChangeShapeType="1"/>
          </p:cNvSpPr>
          <p:nvPr/>
        </p:nvSpPr>
        <p:spPr bwMode="auto">
          <a:xfrm>
            <a:off x="2941638" y="3275013"/>
            <a:ext cx="9525" cy="1096962"/>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930" name="Text Box 10"/>
          <p:cNvSpPr txBox="1">
            <a:spLocks noChangeArrowheads="1"/>
          </p:cNvSpPr>
          <p:nvPr/>
        </p:nvSpPr>
        <p:spPr bwMode="auto">
          <a:xfrm>
            <a:off x="2533650" y="3279775"/>
            <a:ext cx="5984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chemeClr val="tx1"/>
                </a:solidFill>
                <a:latin typeface="Times New Roman" panose="02020603050405020304" pitchFamily="18" charset="0"/>
                <a:cs typeface="Times New Roman" panose="02020603050405020304" pitchFamily="18" charset="0"/>
              </a:rPr>
              <a:t>id</a:t>
            </a:r>
          </a:p>
        </p:txBody>
      </p:sp>
      <p:sp>
        <p:nvSpPr>
          <p:cNvPr id="81931" name="Text Box 11"/>
          <p:cNvSpPr txBox="1">
            <a:spLocks noChangeArrowheads="1"/>
          </p:cNvSpPr>
          <p:nvPr/>
        </p:nvSpPr>
        <p:spPr bwMode="auto">
          <a:xfrm>
            <a:off x="5753100" y="1022350"/>
            <a:ext cx="1211263" cy="1477963"/>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nSpc>
                <a:spcPts val="1800"/>
              </a:lnSpc>
              <a:spcBef>
                <a:spcPct val="0"/>
              </a:spcBef>
              <a:buClrTx/>
              <a:buSzTx/>
              <a:buFont typeface="Arial" panose="020B0604020202020204" pitchFamily="34" charset="0"/>
              <a:buNone/>
            </a:pPr>
            <a:r>
              <a:rPr lang="en-US" altLang="zh-CN" sz="2000" b="1" i="1">
                <a:solidFill>
                  <a:schemeClr val="tx1"/>
                </a:solidFill>
                <a:latin typeface="Times New Roman" panose="02020603050405020304" pitchFamily="18" charset="0"/>
                <a:cs typeface="Times New Roman" panose="02020603050405020304" pitchFamily="18" charset="0"/>
              </a:rPr>
              <a:t>I</a:t>
            </a:r>
            <a:r>
              <a:rPr lang="en-US" altLang="zh-CN" sz="2000" b="1" i="1" baseline="-25000">
                <a:solidFill>
                  <a:schemeClr val="tx1"/>
                </a:solidFill>
                <a:latin typeface="Times New Roman" panose="02020603050405020304" pitchFamily="18" charset="0"/>
                <a:cs typeface="Times New Roman" panose="02020603050405020304" pitchFamily="18" charset="0"/>
              </a:rPr>
              <a:t>4</a:t>
            </a:r>
            <a:r>
              <a:rPr lang="en-US" altLang="zh-CN" sz="2000" b="1">
                <a:solidFill>
                  <a:schemeClr val="tx1"/>
                </a:solidFill>
                <a:latin typeface="Times New Roman" panose="02020603050405020304" pitchFamily="18" charset="0"/>
                <a:cs typeface="Times New Roman" panose="02020603050405020304" pitchFamily="18" charset="0"/>
              </a:rPr>
              <a:t>:</a:t>
            </a:r>
          </a:p>
          <a:p>
            <a:pPr>
              <a:lnSpc>
                <a:spcPts val="1800"/>
              </a:lnSpc>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E→E+ </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E</a:t>
            </a:r>
            <a:endParaRPr lang="en-US" altLang="zh-CN" sz="2000" b="1" i="1">
              <a:solidFill>
                <a:schemeClr val="tx1"/>
              </a:solidFill>
              <a:latin typeface="Times New Roman" panose="02020603050405020304" pitchFamily="18" charset="0"/>
              <a:cs typeface="Times New Roman" panose="02020603050405020304" pitchFamily="18" charset="0"/>
            </a:endParaRPr>
          </a:p>
          <a:p>
            <a:pPr eaLnBrk="1" hangingPunct="1">
              <a:lnSpc>
                <a:spcPts val="1800"/>
              </a:lnSpc>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 </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E+E</a:t>
            </a:r>
          </a:p>
          <a:p>
            <a:pPr eaLnBrk="1" hangingPunct="1">
              <a:lnSpc>
                <a:spcPts val="1800"/>
              </a:lnSpc>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 </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E*E</a:t>
            </a:r>
          </a:p>
          <a:p>
            <a:pPr eaLnBrk="1" hangingPunct="1">
              <a:lnSpc>
                <a:spcPts val="1800"/>
              </a:lnSpc>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 </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a:solidFill>
                  <a:schemeClr val="tx1"/>
                </a:solidFill>
                <a:latin typeface="Times New Roman" panose="02020603050405020304" pitchFamily="18" charset="0"/>
                <a:cs typeface="Times New Roman" panose="02020603050405020304" pitchFamily="18" charset="0"/>
              </a:rPr>
              <a:t>(</a:t>
            </a:r>
            <a:r>
              <a:rPr lang="en-US" altLang="zh-CN" sz="1800" b="1" i="1">
                <a:solidFill>
                  <a:schemeClr val="tx1"/>
                </a:solidFill>
                <a:latin typeface="Times New Roman" panose="02020603050405020304" pitchFamily="18" charset="0"/>
                <a:cs typeface="Times New Roman" panose="02020603050405020304" pitchFamily="18" charset="0"/>
              </a:rPr>
              <a:t>E</a:t>
            </a:r>
            <a:r>
              <a:rPr lang="en-US" altLang="zh-CN" sz="1800" b="1">
                <a:solidFill>
                  <a:schemeClr val="tx1"/>
                </a:solidFill>
                <a:latin typeface="Times New Roman" panose="02020603050405020304" pitchFamily="18" charset="0"/>
                <a:cs typeface="Times New Roman" panose="02020603050405020304" pitchFamily="18" charset="0"/>
              </a:rPr>
              <a:t>)</a:t>
            </a:r>
          </a:p>
          <a:p>
            <a:pPr eaLnBrk="1" hangingPunct="1">
              <a:lnSpc>
                <a:spcPts val="1800"/>
              </a:lnSpc>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 </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a:solidFill>
                  <a:schemeClr val="tx1"/>
                </a:solidFill>
                <a:latin typeface="Times New Roman" panose="02020603050405020304" pitchFamily="18" charset="0"/>
                <a:cs typeface="Times New Roman" panose="02020603050405020304" pitchFamily="18" charset="0"/>
              </a:rPr>
              <a:t>id</a:t>
            </a:r>
          </a:p>
        </p:txBody>
      </p:sp>
      <p:sp>
        <p:nvSpPr>
          <p:cNvPr id="81932" name="Text Box 12"/>
          <p:cNvSpPr txBox="1">
            <a:spLocks noChangeArrowheads="1"/>
          </p:cNvSpPr>
          <p:nvPr/>
        </p:nvSpPr>
        <p:spPr bwMode="auto">
          <a:xfrm>
            <a:off x="5753100" y="2535238"/>
            <a:ext cx="1250950" cy="1476375"/>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nSpc>
                <a:spcPts val="1800"/>
              </a:lnSpc>
              <a:spcBef>
                <a:spcPct val="0"/>
              </a:spcBef>
              <a:buClrTx/>
              <a:buSzTx/>
              <a:buFont typeface="Arial" panose="020B0604020202020204" pitchFamily="34" charset="0"/>
              <a:buNone/>
            </a:pPr>
            <a:r>
              <a:rPr lang="en-US" altLang="zh-CN" sz="2000" b="1" i="1">
                <a:solidFill>
                  <a:schemeClr val="tx1"/>
                </a:solidFill>
                <a:latin typeface="Times New Roman" panose="02020603050405020304" pitchFamily="18" charset="0"/>
                <a:cs typeface="Times New Roman" panose="02020603050405020304" pitchFamily="18" charset="0"/>
              </a:rPr>
              <a:t>I</a:t>
            </a:r>
            <a:r>
              <a:rPr lang="en-US" altLang="zh-CN" sz="2000" b="1" i="1" baseline="-25000">
                <a:solidFill>
                  <a:schemeClr val="tx1"/>
                </a:solidFill>
                <a:latin typeface="Times New Roman" panose="02020603050405020304" pitchFamily="18" charset="0"/>
                <a:cs typeface="Times New Roman" panose="02020603050405020304" pitchFamily="18" charset="0"/>
              </a:rPr>
              <a:t>5</a:t>
            </a:r>
            <a:r>
              <a:rPr lang="en-US" altLang="zh-CN" sz="2000" b="1">
                <a:solidFill>
                  <a:schemeClr val="tx1"/>
                </a:solidFill>
                <a:latin typeface="Times New Roman" panose="02020603050405020304" pitchFamily="18" charset="0"/>
                <a:cs typeface="Times New Roman" panose="02020603050405020304" pitchFamily="18" charset="0"/>
              </a:rPr>
              <a:t>:</a:t>
            </a:r>
          </a:p>
          <a:p>
            <a:pPr>
              <a:lnSpc>
                <a:spcPts val="1800"/>
              </a:lnSpc>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 E* </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E</a:t>
            </a:r>
          </a:p>
          <a:p>
            <a:pPr eaLnBrk="1" hangingPunct="1">
              <a:lnSpc>
                <a:spcPts val="1800"/>
              </a:lnSpc>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 </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E+E</a:t>
            </a:r>
          </a:p>
          <a:p>
            <a:pPr eaLnBrk="1" hangingPunct="1">
              <a:lnSpc>
                <a:spcPts val="1800"/>
              </a:lnSpc>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 </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E*E</a:t>
            </a:r>
          </a:p>
          <a:p>
            <a:pPr eaLnBrk="1" hangingPunct="1">
              <a:lnSpc>
                <a:spcPts val="1800"/>
              </a:lnSpc>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 </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a:solidFill>
                  <a:schemeClr val="tx1"/>
                </a:solidFill>
                <a:latin typeface="Times New Roman" panose="02020603050405020304" pitchFamily="18" charset="0"/>
                <a:cs typeface="Times New Roman" panose="02020603050405020304" pitchFamily="18" charset="0"/>
              </a:rPr>
              <a:t>(</a:t>
            </a:r>
            <a:r>
              <a:rPr lang="en-US" altLang="zh-CN" sz="1800" b="1" i="1">
                <a:solidFill>
                  <a:schemeClr val="tx1"/>
                </a:solidFill>
                <a:latin typeface="Times New Roman" panose="02020603050405020304" pitchFamily="18" charset="0"/>
                <a:cs typeface="Times New Roman" panose="02020603050405020304" pitchFamily="18" charset="0"/>
              </a:rPr>
              <a:t>E</a:t>
            </a:r>
            <a:r>
              <a:rPr lang="en-US" altLang="zh-CN" sz="1800" b="1">
                <a:solidFill>
                  <a:schemeClr val="tx1"/>
                </a:solidFill>
                <a:latin typeface="Times New Roman" panose="02020603050405020304" pitchFamily="18" charset="0"/>
                <a:cs typeface="Times New Roman" panose="02020603050405020304" pitchFamily="18" charset="0"/>
              </a:rPr>
              <a:t>)</a:t>
            </a:r>
          </a:p>
          <a:p>
            <a:pPr eaLnBrk="1" hangingPunct="1">
              <a:lnSpc>
                <a:spcPts val="1800"/>
              </a:lnSpc>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 </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a:solidFill>
                  <a:schemeClr val="tx1"/>
                </a:solidFill>
                <a:latin typeface="Times New Roman" panose="02020603050405020304" pitchFamily="18" charset="0"/>
                <a:cs typeface="Times New Roman" panose="02020603050405020304" pitchFamily="18" charset="0"/>
              </a:rPr>
              <a:t>id</a:t>
            </a:r>
          </a:p>
        </p:txBody>
      </p:sp>
      <p:sp>
        <p:nvSpPr>
          <p:cNvPr id="81933" name="Text Box 15"/>
          <p:cNvSpPr txBox="1">
            <a:spLocks noChangeArrowheads="1"/>
          </p:cNvSpPr>
          <p:nvPr/>
        </p:nvSpPr>
        <p:spPr bwMode="auto">
          <a:xfrm>
            <a:off x="3470275" y="3662363"/>
            <a:ext cx="533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chemeClr val="tx1"/>
                </a:solidFill>
                <a:latin typeface="Times New Roman" panose="02020603050405020304" pitchFamily="18" charset="0"/>
                <a:cs typeface="Times New Roman" panose="02020603050405020304" pitchFamily="18" charset="0"/>
              </a:rPr>
              <a:t>id</a:t>
            </a:r>
          </a:p>
        </p:txBody>
      </p:sp>
      <p:sp>
        <p:nvSpPr>
          <p:cNvPr id="81934" name="Text Box 17"/>
          <p:cNvSpPr txBox="1">
            <a:spLocks noChangeArrowheads="1"/>
          </p:cNvSpPr>
          <p:nvPr/>
        </p:nvSpPr>
        <p:spPr bwMode="auto">
          <a:xfrm>
            <a:off x="5753100" y="4076700"/>
            <a:ext cx="1244600" cy="1016000"/>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nSpc>
                <a:spcPts val="1800"/>
              </a:lnSpc>
              <a:spcBef>
                <a:spcPct val="0"/>
              </a:spcBef>
              <a:buClrTx/>
              <a:buSzTx/>
              <a:buFont typeface="Arial" panose="020B0604020202020204" pitchFamily="34" charset="0"/>
              <a:buNone/>
            </a:pPr>
            <a:r>
              <a:rPr lang="en-US" altLang="zh-CN" sz="2000" b="1" i="1">
                <a:solidFill>
                  <a:schemeClr val="tx1"/>
                </a:solidFill>
                <a:latin typeface="Times New Roman" panose="02020603050405020304" pitchFamily="18" charset="0"/>
                <a:cs typeface="Times New Roman" panose="02020603050405020304" pitchFamily="18" charset="0"/>
              </a:rPr>
              <a:t>I</a:t>
            </a:r>
            <a:r>
              <a:rPr lang="en-US" altLang="zh-CN" sz="2000" b="1" i="1" baseline="-25000">
                <a:solidFill>
                  <a:schemeClr val="tx1"/>
                </a:solidFill>
                <a:latin typeface="Times New Roman" panose="02020603050405020304" pitchFamily="18" charset="0"/>
                <a:cs typeface="Times New Roman" panose="02020603050405020304" pitchFamily="18" charset="0"/>
              </a:rPr>
              <a:t>6</a:t>
            </a:r>
            <a:r>
              <a:rPr lang="en-US" altLang="zh-CN" sz="2000" b="1">
                <a:solidFill>
                  <a:schemeClr val="tx1"/>
                </a:solidFill>
                <a:latin typeface="Times New Roman" panose="02020603050405020304" pitchFamily="18" charset="0"/>
                <a:cs typeface="Times New Roman" panose="02020603050405020304" pitchFamily="18" charset="0"/>
              </a:rPr>
              <a:t>:</a:t>
            </a:r>
          </a:p>
          <a:p>
            <a:pPr eaLnBrk="1" hangingPunct="1">
              <a:lnSpc>
                <a:spcPts val="1800"/>
              </a:lnSpc>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a:t>
            </a:r>
            <a:r>
              <a:rPr lang="en-US" altLang="zh-CN" sz="1800" b="1">
                <a:solidFill>
                  <a:schemeClr val="tx1"/>
                </a:solidFill>
                <a:latin typeface="Times New Roman" panose="02020603050405020304" pitchFamily="18" charset="0"/>
                <a:cs typeface="Times New Roman" panose="02020603050405020304" pitchFamily="18" charset="0"/>
              </a:rPr>
              <a:t>(</a:t>
            </a:r>
            <a:r>
              <a:rPr lang="en-US" altLang="zh-CN" sz="1800" b="1" i="1">
                <a:solidFill>
                  <a:schemeClr val="tx1"/>
                </a:solidFill>
                <a:latin typeface="Times New Roman" panose="02020603050405020304" pitchFamily="18" charset="0"/>
                <a:cs typeface="Times New Roman" panose="02020603050405020304" pitchFamily="18" charset="0"/>
              </a:rPr>
              <a:t>E </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a:solidFill>
                  <a:schemeClr val="tx1"/>
                </a:solidFill>
                <a:latin typeface="Times New Roman" panose="02020603050405020304" pitchFamily="18" charset="0"/>
                <a:cs typeface="Times New Roman" panose="02020603050405020304" pitchFamily="18" charset="0"/>
              </a:rPr>
              <a:t>)</a:t>
            </a:r>
          </a:p>
          <a:p>
            <a:pPr eaLnBrk="1" hangingPunct="1">
              <a:lnSpc>
                <a:spcPts val="1800"/>
              </a:lnSpc>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E→E </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+E</a:t>
            </a:r>
          </a:p>
          <a:p>
            <a:pPr eaLnBrk="1" hangingPunct="1">
              <a:lnSpc>
                <a:spcPts val="1800"/>
              </a:lnSpc>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E→E </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*E</a:t>
            </a:r>
          </a:p>
        </p:txBody>
      </p:sp>
      <p:sp>
        <p:nvSpPr>
          <p:cNvPr id="81935" name="Line 18"/>
          <p:cNvSpPr>
            <a:spLocks noChangeShapeType="1"/>
          </p:cNvSpPr>
          <p:nvPr/>
        </p:nvSpPr>
        <p:spPr bwMode="auto">
          <a:xfrm>
            <a:off x="5026025" y="3937000"/>
            <a:ext cx="719138" cy="277813"/>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936" name="Text Box 19"/>
          <p:cNvSpPr txBox="1">
            <a:spLocks noChangeArrowheads="1"/>
          </p:cNvSpPr>
          <p:nvPr/>
        </p:nvSpPr>
        <p:spPr bwMode="auto">
          <a:xfrm>
            <a:off x="4951413" y="3463925"/>
            <a:ext cx="457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E</a:t>
            </a:r>
          </a:p>
        </p:txBody>
      </p:sp>
      <p:sp>
        <p:nvSpPr>
          <p:cNvPr id="81937" name="Text Box 20"/>
          <p:cNvSpPr txBox="1">
            <a:spLocks noChangeArrowheads="1"/>
          </p:cNvSpPr>
          <p:nvPr/>
        </p:nvSpPr>
        <p:spPr bwMode="auto">
          <a:xfrm>
            <a:off x="7408863" y="701675"/>
            <a:ext cx="1296987" cy="1293813"/>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dirty="0">
                <a:solidFill>
                  <a:srgbClr val="FF0000"/>
                </a:solidFill>
                <a:latin typeface="Times New Roman" panose="02020603050405020304" pitchFamily="18" charset="0"/>
                <a:cs typeface="Times New Roman" panose="02020603050405020304" pitchFamily="18" charset="0"/>
              </a:rPr>
              <a:t>I</a:t>
            </a:r>
            <a:r>
              <a:rPr lang="en-US" altLang="zh-CN" sz="2000" b="1" i="1" baseline="-25000" dirty="0">
                <a:solidFill>
                  <a:srgbClr val="FF0000"/>
                </a:solidFill>
                <a:latin typeface="Times New Roman" panose="02020603050405020304" pitchFamily="18" charset="0"/>
                <a:cs typeface="Times New Roman" panose="02020603050405020304" pitchFamily="18" charset="0"/>
              </a:rPr>
              <a:t>7</a:t>
            </a:r>
            <a:r>
              <a:rPr lang="en-US" altLang="zh-CN" sz="2000" b="1" dirty="0">
                <a:solidFill>
                  <a:srgbClr val="FF0000"/>
                </a:solidFill>
                <a:latin typeface="Times New Roman" panose="02020603050405020304" pitchFamily="18" charset="0"/>
                <a:cs typeface="Times New Roman" panose="02020603050405020304" pitchFamily="18" charset="0"/>
              </a:rPr>
              <a:t>:</a:t>
            </a:r>
          </a:p>
          <a:p>
            <a:pPr>
              <a:spcBef>
                <a:spcPct val="0"/>
              </a:spcBef>
              <a:buClrTx/>
              <a:buSzTx/>
              <a:buFont typeface="Arial" panose="020B0604020202020204" pitchFamily="34" charset="0"/>
              <a:buNone/>
            </a:pPr>
            <a:r>
              <a:rPr lang="en-US" altLang="zh-CN" sz="1800" b="1" i="1" dirty="0">
                <a:solidFill>
                  <a:srgbClr val="FF0000"/>
                </a:solidFill>
                <a:latin typeface="Times New Roman" panose="02020603050405020304" pitchFamily="18" charset="0"/>
                <a:cs typeface="Times New Roman" panose="02020603050405020304" pitchFamily="18" charset="0"/>
              </a:rPr>
              <a:t>E→E+E</a:t>
            </a:r>
            <a:r>
              <a:rPr lang="en-US" altLang="zh-CN" sz="2000" b="1" i="1" dirty="0">
                <a:solidFill>
                  <a:srgbClr val="FF0000"/>
                </a:solidFill>
                <a:latin typeface="Times New Roman" panose="02020603050405020304" pitchFamily="18" charset="0"/>
                <a:cs typeface="Times New Roman" panose="02020603050405020304" pitchFamily="18" charset="0"/>
              </a:rPr>
              <a:t> ·</a:t>
            </a:r>
          </a:p>
          <a:p>
            <a:pPr eaLnBrk="1" hangingPunct="1">
              <a:spcBef>
                <a:spcPct val="0"/>
              </a:spcBef>
              <a:buClrTx/>
              <a:buSzTx/>
              <a:buFont typeface="Arial" panose="020B0604020202020204" pitchFamily="34" charset="0"/>
              <a:buNone/>
            </a:pPr>
            <a:r>
              <a:rPr lang="en-US" altLang="zh-CN" sz="1800" b="1" i="1" dirty="0">
                <a:solidFill>
                  <a:srgbClr val="FF0000"/>
                </a:solidFill>
                <a:latin typeface="Times New Roman" panose="02020603050405020304" pitchFamily="18" charset="0"/>
                <a:cs typeface="Times New Roman" panose="02020603050405020304" pitchFamily="18" charset="0"/>
              </a:rPr>
              <a:t>E→E · +E</a:t>
            </a:r>
          </a:p>
          <a:p>
            <a:pPr eaLnBrk="1" hangingPunct="1">
              <a:spcBef>
                <a:spcPct val="0"/>
              </a:spcBef>
              <a:buClrTx/>
              <a:buSzTx/>
              <a:buFont typeface="Arial" panose="020B0604020202020204" pitchFamily="34" charset="0"/>
              <a:buNone/>
            </a:pPr>
            <a:r>
              <a:rPr lang="en-US" altLang="zh-CN" sz="1800" b="1" i="1" dirty="0">
                <a:solidFill>
                  <a:srgbClr val="FF0000"/>
                </a:solidFill>
                <a:latin typeface="Times New Roman" panose="02020603050405020304" pitchFamily="18" charset="0"/>
                <a:cs typeface="Times New Roman" panose="02020603050405020304" pitchFamily="18" charset="0"/>
              </a:rPr>
              <a:t>E→E · *E</a:t>
            </a:r>
            <a:endParaRPr lang="en-US" altLang="zh-CN" sz="2000" b="1" i="1" dirty="0">
              <a:solidFill>
                <a:srgbClr val="FF0000"/>
              </a:solidFill>
              <a:latin typeface="Times New Roman" panose="02020603050405020304" pitchFamily="18" charset="0"/>
              <a:cs typeface="Times New Roman" panose="02020603050405020304" pitchFamily="18" charset="0"/>
            </a:endParaRPr>
          </a:p>
        </p:txBody>
      </p:sp>
      <p:sp>
        <p:nvSpPr>
          <p:cNvPr id="81938" name="Line 21"/>
          <p:cNvSpPr>
            <a:spLocks noChangeShapeType="1"/>
          </p:cNvSpPr>
          <p:nvPr/>
        </p:nvSpPr>
        <p:spPr bwMode="auto">
          <a:xfrm flipH="1">
            <a:off x="3402013" y="4108450"/>
            <a:ext cx="361950" cy="541338"/>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939" name="Text Box 22"/>
          <p:cNvSpPr txBox="1">
            <a:spLocks noChangeArrowheads="1"/>
          </p:cNvSpPr>
          <p:nvPr/>
        </p:nvSpPr>
        <p:spPr bwMode="auto">
          <a:xfrm>
            <a:off x="6948488" y="3757613"/>
            <a:ext cx="4572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chemeClr val="tx1"/>
                </a:solidFill>
                <a:latin typeface="Times New Roman" panose="02020603050405020304" pitchFamily="18" charset="0"/>
                <a:cs typeface="Times New Roman" panose="02020603050405020304" pitchFamily="18" charset="0"/>
              </a:rPr>
              <a:t>*</a:t>
            </a:r>
          </a:p>
        </p:txBody>
      </p:sp>
      <p:sp>
        <p:nvSpPr>
          <p:cNvPr id="81940" name="Text Box 23"/>
          <p:cNvSpPr txBox="1">
            <a:spLocks noChangeArrowheads="1"/>
          </p:cNvSpPr>
          <p:nvPr/>
        </p:nvSpPr>
        <p:spPr bwMode="auto">
          <a:xfrm>
            <a:off x="7418388" y="2438400"/>
            <a:ext cx="1296987" cy="1292225"/>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dirty="0">
                <a:solidFill>
                  <a:srgbClr val="FF0000"/>
                </a:solidFill>
                <a:latin typeface="Times New Roman" panose="02020603050405020304" pitchFamily="18" charset="0"/>
                <a:cs typeface="Times New Roman" panose="02020603050405020304" pitchFamily="18" charset="0"/>
              </a:rPr>
              <a:t>I</a:t>
            </a:r>
            <a:r>
              <a:rPr lang="en-US" altLang="zh-CN" sz="2000" b="1" i="1" baseline="-25000" dirty="0">
                <a:solidFill>
                  <a:srgbClr val="FF0000"/>
                </a:solidFill>
                <a:latin typeface="Times New Roman" panose="02020603050405020304" pitchFamily="18" charset="0"/>
                <a:cs typeface="Times New Roman" panose="02020603050405020304" pitchFamily="18" charset="0"/>
              </a:rPr>
              <a:t>8</a:t>
            </a:r>
            <a:r>
              <a:rPr lang="en-US" altLang="zh-CN" sz="2000" b="1" dirty="0">
                <a:solidFill>
                  <a:srgbClr val="FF0000"/>
                </a:solidFill>
                <a:latin typeface="Times New Roman" panose="02020603050405020304" pitchFamily="18" charset="0"/>
                <a:cs typeface="Times New Roman" panose="02020603050405020304" pitchFamily="18" charset="0"/>
              </a:rPr>
              <a:t>:</a:t>
            </a:r>
          </a:p>
          <a:p>
            <a:pPr>
              <a:spcBef>
                <a:spcPct val="0"/>
              </a:spcBef>
              <a:buClrTx/>
              <a:buSzTx/>
              <a:buFont typeface="Arial" panose="020B0604020202020204" pitchFamily="34" charset="0"/>
              <a:buNone/>
            </a:pPr>
            <a:r>
              <a:rPr lang="en-US" altLang="zh-CN" sz="1800" b="1" i="1" dirty="0">
                <a:solidFill>
                  <a:srgbClr val="FF0000"/>
                </a:solidFill>
                <a:latin typeface="Times New Roman" panose="02020603050405020304" pitchFamily="18" charset="0"/>
                <a:cs typeface="Times New Roman" panose="02020603050405020304" pitchFamily="18" charset="0"/>
              </a:rPr>
              <a:t>E→E*E</a:t>
            </a:r>
            <a:r>
              <a:rPr lang="en-US" altLang="zh-CN" sz="2000" b="1" i="1" dirty="0">
                <a:solidFill>
                  <a:srgbClr val="FF0000"/>
                </a:solidFill>
                <a:latin typeface="Times New Roman" panose="02020603050405020304" pitchFamily="18" charset="0"/>
                <a:cs typeface="Times New Roman" panose="02020603050405020304" pitchFamily="18" charset="0"/>
              </a:rPr>
              <a:t> ·</a:t>
            </a:r>
          </a:p>
          <a:p>
            <a:pPr eaLnBrk="1" hangingPunct="1">
              <a:spcBef>
                <a:spcPct val="0"/>
              </a:spcBef>
              <a:buClrTx/>
              <a:buSzTx/>
              <a:buFont typeface="Arial" panose="020B0604020202020204" pitchFamily="34" charset="0"/>
              <a:buNone/>
            </a:pPr>
            <a:r>
              <a:rPr lang="en-US" altLang="zh-CN" sz="1800" b="1" i="1" dirty="0">
                <a:solidFill>
                  <a:srgbClr val="FF0000"/>
                </a:solidFill>
                <a:latin typeface="Times New Roman" panose="02020603050405020304" pitchFamily="18" charset="0"/>
                <a:cs typeface="Times New Roman" panose="02020603050405020304" pitchFamily="18" charset="0"/>
              </a:rPr>
              <a:t>E→E</a:t>
            </a:r>
            <a:r>
              <a:rPr lang="en-US" altLang="zh-CN" sz="1800" b="1" i="1" dirty="0">
                <a:solidFill>
                  <a:srgbClr val="000000"/>
                </a:solidFill>
                <a:latin typeface="Times New Roman" panose="02020603050405020304" pitchFamily="18" charset="0"/>
                <a:cs typeface="Times New Roman" panose="02020603050405020304" pitchFamily="18" charset="0"/>
              </a:rPr>
              <a:t> </a:t>
            </a:r>
            <a:r>
              <a:rPr lang="en-US" altLang="zh-CN" sz="1800" b="1" i="1" dirty="0">
                <a:solidFill>
                  <a:srgbClr val="FF0000"/>
                </a:solidFill>
                <a:latin typeface="Times New Roman" panose="02020603050405020304" pitchFamily="18" charset="0"/>
                <a:cs typeface="Times New Roman" panose="02020603050405020304" pitchFamily="18" charset="0"/>
              </a:rPr>
              <a:t>·</a:t>
            </a:r>
            <a:r>
              <a:rPr lang="en-US" altLang="zh-CN" sz="1800" b="1" i="1" dirty="0">
                <a:solidFill>
                  <a:srgbClr val="000000"/>
                </a:solidFill>
                <a:latin typeface="Times New Roman" panose="02020603050405020304" pitchFamily="18" charset="0"/>
                <a:cs typeface="Times New Roman" panose="02020603050405020304" pitchFamily="18" charset="0"/>
              </a:rPr>
              <a:t> </a:t>
            </a:r>
            <a:r>
              <a:rPr lang="en-US" altLang="zh-CN" sz="1800" b="1" i="1" dirty="0">
                <a:solidFill>
                  <a:srgbClr val="FF0000"/>
                </a:solidFill>
                <a:latin typeface="Times New Roman" panose="02020603050405020304" pitchFamily="18" charset="0"/>
                <a:cs typeface="Times New Roman" panose="02020603050405020304" pitchFamily="18" charset="0"/>
              </a:rPr>
              <a:t>+E</a:t>
            </a:r>
          </a:p>
          <a:p>
            <a:pPr eaLnBrk="1" hangingPunct="1">
              <a:spcBef>
                <a:spcPct val="0"/>
              </a:spcBef>
              <a:buClrTx/>
              <a:buSzTx/>
              <a:buFont typeface="Arial" panose="020B0604020202020204" pitchFamily="34" charset="0"/>
              <a:buNone/>
            </a:pPr>
            <a:r>
              <a:rPr lang="en-US" altLang="zh-CN" sz="1800" b="1" i="1" dirty="0">
                <a:solidFill>
                  <a:srgbClr val="FF0000"/>
                </a:solidFill>
                <a:latin typeface="Times New Roman" panose="02020603050405020304" pitchFamily="18" charset="0"/>
                <a:cs typeface="Times New Roman" panose="02020603050405020304" pitchFamily="18" charset="0"/>
              </a:rPr>
              <a:t>E→E</a:t>
            </a:r>
            <a:r>
              <a:rPr lang="en-US" altLang="zh-CN" sz="1800" b="1" i="1" dirty="0">
                <a:solidFill>
                  <a:srgbClr val="000000"/>
                </a:solidFill>
                <a:latin typeface="Times New Roman" panose="02020603050405020304" pitchFamily="18" charset="0"/>
                <a:cs typeface="Times New Roman" panose="02020603050405020304" pitchFamily="18" charset="0"/>
              </a:rPr>
              <a:t> </a:t>
            </a:r>
            <a:r>
              <a:rPr lang="en-US" altLang="zh-CN" sz="1800" b="1" i="1" dirty="0">
                <a:solidFill>
                  <a:srgbClr val="FF0000"/>
                </a:solidFill>
                <a:latin typeface="Times New Roman" panose="02020603050405020304" pitchFamily="18" charset="0"/>
                <a:cs typeface="Times New Roman" panose="02020603050405020304" pitchFamily="18" charset="0"/>
              </a:rPr>
              <a:t>·</a:t>
            </a:r>
            <a:r>
              <a:rPr lang="en-US" altLang="zh-CN" sz="1800" b="1" i="1" dirty="0">
                <a:solidFill>
                  <a:srgbClr val="000000"/>
                </a:solidFill>
                <a:latin typeface="Times New Roman" panose="02020603050405020304" pitchFamily="18" charset="0"/>
                <a:cs typeface="Times New Roman" panose="02020603050405020304" pitchFamily="18" charset="0"/>
              </a:rPr>
              <a:t> </a:t>
            </a:r>
            <a:r>
              <a:rPr lang="en-US" altLang="zh-CN" sz="1800" b="1" i="1" dirty="0">
                <a:solidFill>
                  <a:srgbClr val="FF0000"/>
                </a:solidFill>
                <a:latin typeface="Times New Roman" panose="02020603050405020304" pitchFamily="18" charset="0"/>
                <a:cs typeface="Times New Roman" panose="02020603050405020304" pitchFamily="18" charset="0"/>
              </a:rPr>
              <a:t>*E</a:t>
            </a:r>
            <a:endParaRPr lang="en-US" altLang="zh-CN" sz="2000" b="1" i="1" dirty="0">
              <a:solidFill>
                <a:srgbClr val="FF0000"/>
              </a:solidFill>
              <a:latin typeface="Times New Roman" panose="02020603050405020304" pitchFamily="18" charset="0"/>
              <a:cs typeface="Times New Roman" panose="02020603050405020304" pitchFamily="18" charset="0"/>
            </a:endParaRPr>
          </a:p>
        </p:txBody>
      </p:sp>
      <p:sp>
        <p:nvSpPr>
          <p:cNvPr id="81941" name="Line 24"/>
          <p:cNvSpPr>
            <a:spLocks noChangeShapeType="1"/>
          </p:cNvSpPr>
          <p:nvPr/>
        </p:nvSpPr>
        <p:spPr bwMode="auto">
          <a:xfrm>
            <a:off x="5026025" y="1131888"/>
            <a:ext cx="739775"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942" name="Text Box 25"/>
          <p:cNvSpPr txBox="1">
            <a:spLocks noChangeArrowheads="1"/>
          </p:cNvSpPr>
          <p:nvPr/>
        </p:nvSpPr>
        <p:spPr bwMode="auto">
          <a:xfrm>
            <a:off x="5011738" y="814388"/>
            <a:ext cx="381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chemeClr val="tx1"/>
                </a:solidFill>
                <a:latin typeface="Times New Roman" panose="02020603050405020304" pitchFamily="18" charset="0"/>
                <a:cs typeface="Times New Roman" panose="02020603050405020304" pitchFamily="18" charset="0"/>
              </a:rPr>
              <a:t>+</a:t>
            </a:r>
          </a:p>
        </p:txBody>
      </p:sp>
      <p:sp>
        <p:nvSpPr>
          <p:cNvPr id="81943" name="Text Box 26"/>
          <p:cNvSpPr txBox="1">
            <a:spLocks noChangeArrowheads="1"/>
          </p:cNvSpPr>
          <p:nvPr/>
        </p:nvSpPr>
        <p:spPr bwMode="auto">
          <a:xfrm>
            <a:off x="7405688" y="4370388"/>
            <a:ext cx="1223962" cy="708025"/>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chemeClr val="tx1"/>
                </a:solidFill>
                <a:latin typeface="Times New Roman" panose="02020603050405020304" pitchFamily="18" charset="0"/>
                <a:cs typeface="Times New Roman" panose="02020603050405020304" pitchFamily="18" charset="0"/>
              </a:rPr>
              <a:t>I</a:t>
            </a:r>
            <a:r>
              <a:rPr lang="en-US" altLang="zh-CN" sz="2000" b="1" i="1" baseline="-25000">
                <a:solidFill>
                  <a:schemeClr val="tx1"/>
                </a:solidFill>
                <a:latin typeface="Times New Roman" panose="02020603050405020304" pitchFamily="18" charset="0"/>
                <a:cs typeface="Times New Roman" panose="02020603050405020304" pitchFamily="18" charset="0"/>
              </a:rPr>
              <a:t>9</a:t>
            </a:r>
            <a:r>
              <a:rPr lang="en-US" altLang="zh-CN" sz="2000" b="1">
                <a:solidFill>
                  <a:schemeClr val="tx1"/>
                </a:solidFill>
                <a:latin typeface="Times New Roman" panose="02020603050405020304" pitchFamily="18" charset="0"/>
                <a:cs typeface="Times New Roman" panose="02020603050405020304" pitchFamily="18" charset="0"/>
              </a:rPr>
              <a:t>:</a:t>
            </a:r>
          </a:p>
          <a:p>
            <a:pPr>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a:t>
            </a:r>
            <a:r>
              <a:rPr lang="en-US" altLang="zh-CN" sz="1800" b="1">
                <a:solidFill>
                  <a:schemeClr val="tx1"/>
                </a:solidFill>
                <a:latin typeface="Times New Roman" panose="02020603050405020304" pitchFamily="18" charset="0"/>
                <a:cs typeface="Times New Roman" panose="02020603050405020304" pitchFamily="18" charset="0"/>
              </a:rPr>
              <a:t>(</a:t>
            </a:r>
            <a:r>
              <a:rPr lang="en-US" altLang="zh-CN" sz="1800" b="1" i="1">
                <a:solidFill>
                  <a:schemeClr val="tx1"/>
                </a:solidFill>
                <a:latin typeface="Times New Roman" panose="02020603050405020304" pitchFamily="18" charset="0"/>
                <a:cs typeface="Times New Roman" panose="02020603050405020304" pitchFamily="18" charset="0"/>
              </a:rPr>
              <a:t>E</a:t>
            </a:r>
            <a:r>
              <a:rPr lang="en-US" altLang="zh-CN" sz="1800" b="1">
                <a:solidFill>
                  <a:schemeClr val="tx1"/>
                </a:solidFill>
                <a:latin typeface="Times New Roman" panose="02020603050405020304" pitchFamily="18" charset="0"/>
                <a:cs typeface="Times New Roman" panose="02020603050405020304" pitchFamily="18" charset="0"/>
              </a:rPr>
              <a:t>)</a:t>
            </a:r>
            <a:r>
              <a:rPr lang="en-US" altLang="zh-CN" sz="2000" b="1" i="1">
                <a:solidFill>
                  <a:srgbClr val="000000"/>
                </a:solidFill>
                <a:latin typeface="Times New Roman" panose="02020603050405020304" pitchFamily="18" charset="0"/>
                <a:cs typeface="Times New Roman" panose="02020603050405020304" pitchFamily="18" charset="0"/>
              </a:rPr>
              <a:t> ·</a:t>
            </a:r>
            <a:endParaRPr lang="en-US" altLang="zh-CN" sz="2000" b="1" i="1">
              <a:solidFill>
                <a:schemeClr val="tx1"/>
              </a:solidFill>
              <a:latin typeface="Times New Roman" panose="02020603050405020304" pitchFamily="18" charset="0"/>
              <a:cs typeface="Times New Roman" panose="02020603050405020304" pitchFamily="18" charset="0"/>
            </a:endParaRPr>
          </a:p>
        </p:txBody>
      </p:sp>
      <p:sp>
        <p:nvSpPr>
          <p:cNvPr id="81944" name="Line 27"/>
          <p:cNvSpPr>
            <a:spLocks noChangeShapeType="1"/>
          </p:cNvSpPr>
          <p:nvPr/>
        </p:nvSpPr>
        <p:spPr bwMode="auto">
          <a:xfrm>
            <a:off x="6970713" y="3141663"/>
            <a:ext cx="471487"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945" name="Text Box 28"/>
          <p:cNvSpPr txBox="1">
            <a:spLocks noChangeArrowheads="1"/>
          </p:cNvSpPr>
          <p:nvPr/>
        </p:nvSpPr>
        <p:spPr bwMode="auto">
          <a:xfrm>
            <a:off x="6980238" y="2613025"/>
            <a:ext cx="533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E</a:t>
            </a:r>
          </a:p>
        </p:txBody>
      </p:sp>
      <p:sp>
        <p:nvSpPr>
          <p:cNvPr id="81946" name="Line 29"/>
          <p:cNvSpPr>
            <a:spLocks noChangeShapeType="1"/>
          </p:cNvSpPr>
          <p:nvPr/>
        </p:nvSpPr>
        <p:spPr bwMode="auto">
          <a:xfrm>
            <a:off x="5043488" y="1698625"/>
            <a:ext cx="698500" cy="92710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947" name="Text Box 30"/>
          <p:cNvSpPr txBox="1">
            <a:spLocks noChangeArrowheads="1"/>
          </p:cNvSpPr>
          <p:nvPr/>
        </p:nvSpPr>
        <p:spPr bwMode="auto">
          <a:xfrm>
            <a:off x="4954588" y="1381125"/>
            <a:ext cx="533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b="1">
                <a:solidFill>
                  <a:schemeClr val="tx1"/>
                </a:solidFill>
                <a:latin typeface="Times New Roman" panose="02020603050405020304" pitchFamily="18" charset="0"/>
                <a:ea typeface="楷体_GB2312" panose="02010609030101010101" pitchFamily="49" charset="-122"/>
              </a:rPr>
              <a:t>*</a:t>
            </a:r>
          </a:p>
        </p:txBody>
      </p:sp>
      <p:sp>
        <p:nvSpPr>
          <p:cNvPr id="81948" name="Text Box 32"/>
          <p:cNvSpPr txBox="1">
            <a:spLocks noChangeArrowheads="1"/>
          </p:cNvSpPr>
          <p:nvPr/>
        </p:nvSpPr>
        <p:spPr bwMode="auto">
          <a:xfrm>
            <a:off x="7010400" y="4702175"/>
            <a:ext cx="457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chemeClr val="tx1"/>
                </a:solidFill>
                <a:latin typeface="Times New Roman" panose="02020603050405020304" pitchFamily="18" charset="0"/>
                <a:cs typeface="Times New Roman" panose="02020603050405020304" pitchFamily="18" charset="0"/>
              </a:rPr>
              <a:t>)</a:t>
            </a:r>
          </a:p>
        </p:txBody>
      </p:sp>
      <p:sp>
        <p:nvSpPr>
          <p:cNvPr id="81949" name="Text Box 34"/>
          <p:cNvSpPr txBox="1">
            <a:spLocks noChangeArrowheads="1"/>
          </p:cNvSpPr>
          <p:nvPr/>
        </p:nvSpPr>
        <p:spPr bwMode="auto">
          <a:xfrm>
            <a:off x="1916113" y="685800"/>
            <a:ext cx="685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chemeClr val="tx1"/>
                </a:solidFill>
                <a:latin typeface="Times New Roman" panose="02020603050405020304" pitchFamily="18" charset="0"/>
                <a:cs typeface="Times New Roman" panose="02020603050405020304" pitchFamily="18" charset="0"/>
              </a:rPr>
              <a:t>id</a:t>
            </a:r>
          </a:p>
        </p:txBody>
      </p:sp>
      <p:sp>
        <p:nvSpPr>
          <p:cNvPr id="81950" name="Text Box 35"/>
          <p:cNvSpPr txBox="1">
            <a:spLocks noChangeArrowheads="1"/>
          </p:cNvSpPr>
          <p:nvPr/>
        </p:nvSpPr>
        <p:spPr bwMode="auto">
          <a:xfrm>
            <a:off x="3419475" y="1389063"/>
            <a:ext cx="533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E</a:t>
            </a:r>
          </a:p>
        </p:txBody>
      </p:sp>
      <p:sp>
        <p:nvSpPr>
          <p:cNvPr id="180255" name="Rectangle 37"/>
          <p:cNvSpPr>
            <a:spLocks noChangeArrowheads="1"/>
          </p:cNvSpPr>
          <p:nvPr/>
        </p:nvSpPr>
        <p:spPr bwMode="auto">
          <a:xfrm>
            <a:off x="527050" y="1516063"/>
            <a:ext cx="1165225" cy="1631950"/>
          </a:xfrm>
          <a:prstGeom prst="rect">
            <a:avLst/>
          </a:prstGeom>
          <a:solidFill>
            <a:schemeClr val="accent5">
              <a:lumMod val="60000"/>
              <a:lumOff val="40000"/>
            </a:schemeClr>
          </a:solidFill>
          <a:ln w="12700">
            <a:solidFill>
              <a:schemeClr val="tx1"/>
            </a:solidFill>
          </a:ln>
        </p:spPr>
        <p:txBody>
          <a:bodyPr>
            <a:spAutoFit/>
          </a:bodyPr>
          <a:lstStyle/>
          <a:p>
            <a:pPr marL="609600" indent="-609600" eaLnBrk="1" hangingPunct="1">
              <a:buClr>
                <a:srgbClr val="000000"/>
              </a:buClr>
              <a:buFont typeface="Arial" panose="020B0604020202020204" pitchFamily="34" charset="0"/>
              <a:buNone/>
              <a:defRPr/>
            </a:pPr>
            <a:r>
              <a:rPr lang="zh-CN" altLang="en-US" sz="2000" b="1" noProof="1">
                <a:latin typeface="华文楷体" pitchFamily="2" charset="-122"/>
                <a:ea typeface="华文楷体" pitchFamily="2" charset="-122"/>
              </a:rPr>
              <a:t>文法</a:t>
            </a:r>
            <a:endParaRPr lang="zh-CN" altLang="zh-CN" sz="2000" b="1" noProof="1">
              <a:latin typeface="华文楷体" pitchFamily="2" charset="-122"/>
              <a:cs typeface="Times New Roman" pitchFamily="18" charset="0"/>
            </a:endParaRPr>
          </a:p>
          <a:p>
            <a:pPr marL="609600" indent="-609600" eaLnBrk="1" hangingPunct="1">
              <a:buClr>
                <a:srgbClr val="000000"/>
              </a:buClr>
              <a:buFont typeface="Arial" panose="020B0604020202020204" pitchFamily="34" charset="0"/>
              <a:buNone/>
              <a:defRPr/>
            </a:pPr>
            <a:r>
              <a:rPr lang="en-US" altLang="zh-CN" sz="2000" b="1" i="1" noProof="1">
                <a:latin typeface="Times New Roman" pitchFamily="18" charset="0"/>
                <a:ea typeface="Times New Roman" pitchFamily="18" charset="0"/>
                <a:cs typeface="华文楷体" pitchFamily="2" charset="-122"/>
              </a:rPr>
              <a:t>E→E+E</a:t>
            </a:r>
            <a:endParaRPr lang="en-US" altLang="zh-CN" sz="2000" b="1" i="1" noProof="1">
              <a:latin typeface="Times New Roman" pitchFamily="18" charset="0"/>
              <a:cs typeface="Times New Roman" pitchFamily="18" charset="0"/>
            </a:endParaRPr>
          </a:p>
          <a:p>
            <a:pPr marL="609600" indent="-609600" eaLnBrk="1" hangingPunct="1">
              <a:buClr>
                <a:srgbClr val="000000"/>
              </a:buClr>
              <a:buFont typeface="Arial" panose="020B0604020202020204" pitchFamily="34" charset="0"/>
              <a:buNone/>
              <a:defRPr/>
            </a:pPr>
            <a:r>
              <a:rPr lang="en-US" altLang="zh-CN" sz="2000" b="1" i="1" noProof="1">
                <a:latin typeface="Times New Roman" pitchFamily="18" charset="0"/>
                <a:cs typeface="Times New Roman" pitchFamily="18" charset="0"/>
              </a:rPr>
              <a:t>E→E*E</a:t>
            </a:r>
          </a:p>
          <a:p>
            <a:pPr marL="609600" indent="-609600" eaLnBrk="1" hangingPunct="1">
              <a:buClr>
                <a:srgbClr val="000000"/>
              </a:buClr>
              <a:buFont typeface="Arial" panose="020B0604020202020204" pitchFamily="34" charset="0"/>
              <a:buNone/>
              <a:defRPr/>
            </a:pPr>
            <a:r>
              <a:rPr lang="en-US" altLang="zh-CN" sz="2000" b="1" i="1" noProof="1">
                <a:latin typeface="Times New Roman" pitchFamily="18" charset="0"/>
                <a:cs typeface="Times New Roman" pitchFamily="18" charset="0"/>
              </a:rPr>
              <a:t>E→</a:t>
            </a:r>
            <a:r>
              <a:rPr lang="en-US" altLang="zh-CN" sz="2000" b="1" noProof="1">
                <a:latin typeface="Times New Roman" pitchFamily="18" charset="0"/>
                <a:cs typeface="Times New Roman" pitchFamily="18" charset="0"/>
              </a:rPr>
              <a:t>(</a:t>
            </a:r>
            <a:r>
              <a:rPr lang="en-US" altLang="zh-CN" sz="2000" b="1" i="1" noProof="1">
                <a:latin typeface="Times New Roman" pitchFamily="18" charset="0"/>
                <a:cs typeface="Times New Roman" pitchFamily="18" charset="0"/>
              </a:rPr>
              <a:t>E</a:t>
            </a:r>
            <a:r>
              <a:rPr lang="en-US" altLang="zh-CN" sz="2000" b="1" noProof="1">
                <a:latin typeface="Times New Roman" pitchFamily="18" charset="0"/>
                <a:cs typeface="Times New Roman" pitchFamily="18" charset="0"/>
              </a:rPr>
              <a:t>)</a:t>
            </a:r>
          </a:p>
          <a:p>
            <a:pPr marL="609600" indent="-609600" eaLnBrk="1" hangingPunct="1">
              <a:buClr>
                <a:srgbClr val="000000"/>
              </a:buClr>
              <a:buFont typeface="Arial" panose="020B0604020202020204" pitchFamily="34" charset="0"/>
              <a:buNone/>
              <a:defRPr/>
            </a:pPr>
            <a:r>
              <a:rPr lang="en-US" altLang="zh-CN" sz="2000" b="1" i="1" noProof="1">
                <a:latin typeface="Times New Roman" pitchFamily="18" charset="0"/>
                <a:cs typeface="Times New Roman" pitchFamily="18" charset="0"/>
              </a:rPr>
              <a:t>E→</a:t>
            </a:r>
            <a:r>
              <a:rPr lang="en-US" altLang="zh-CN" sz="2000" b="1" noProof="1">
                <a:latin typeface="Times New Roman" pitchFamily="18" charset="0"/>
                <a:cs typeface="Times New Roman" pitchFamily="18" charset="0"/>
              </a:rPr>
              <a:t>id</a:t>
            </a:r>
          </a:p>
        </p:txBody>
      </p:sp>
      <p:sp>
        <p:nvSpPr>
          <p:cNvPr id="81952" name="Line 38"/>
          <p:cNvSpPr>
            <a:spLocks noChangeShapeType="1"/>
          </p:cNvSpPr>
          <p:nvPr/>
        </p:nvSpPr>
        <p:spPr bwMode="auto">
          <a:xfrm rot="10800000">
            <a:off x="5043488" y="3186113"/>
            <a:ext cx="68738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953" name="Text Box 39"/>
          <p:cNvSpPr txBox="1">
            <a:spLocks noChangeArrowheads="1"/>
          </p:cNvSpPr>
          <p:nvPr/>
        </p:nvSpPr>
        <p:spPr bwMode="auto">
          <a:xfrm>
            <a:off x="5395913" y="3519488"/>
            <a:ext cx="533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chemeClr val="tx1"/>
                </a:solidFill>
                <a:latin typeface="Times New Roman" panose="02020603050405020304" pitchFamily="18" charset="0"/>
                <a:cs typeface="Times New Roman" panose="02020603050405020304" pitchFamily="18" charset="0"/>
              </a:rPr>
              <a:t>id</a:t>
            </a:r>
          </a:p>
        </p:txBody>
      </p:sp>
      <p:sp>
        <p:nvSpPr>
          <p:cNvPr id="81954" name="Text Box 47"/>
          <p:cNvSpPr txBox="1">
            <a:spLocks noChangeArrowheads="1"/>
          </p:cNvSpPr>
          <p:nvPr/>
        </p:nvSpPr>
        <p:spPr bwMode="auto">
          <a:xfrm>
            <a:off x="3324225" y="3113088"/>
            <a:ext cx="5032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chemeClr val="tx1"/>
                </a:solidFill>
                <a:latin typeface="Times New Roman" panose="02020603050405020304" pitchFamily="18" charset="0"/>
                <a:cs typeface="Times New Roman" panose="02020603050405020304" pitchFamily="18" charset="0"/>
              </a:rPr>
              <a:t>(</a:t>
            </a:r>
          </a:p>
        </p:txBody>
      </p:sp>
      <p:sp>
        <p:nvSpPr>
          <p:cNvPr id="81955" name="Line 48"/>
          <p:cNvSpPr>
            <a:spLocks noChangeShapeType="1"/>
          </p:cNvSpPr>
          <p:nvPr/>
        </p:nvSpPr>
        <p:spPr bwMode="auto">
          <a:xfrm>
            <a:off x="6964363" y="1347788"/>
            <a:ext cx="4318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956" name="Text Box 49"/>
          <p:cNvSpPr txBox="1">
            <a:spLocks noChangeArrowheads="1"/>
          </p:cNvSpPr>
          <p:nvPr/>
        </p:nvSpPr>
        <p:spPr bwMode="auto">
          <a:xfrm>
            <a:off x="7019925" y="914400"/>
            <a:ext cx="533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E</a:t>
            </a:r>
          </a:p>
        </p:txBody>
      </p:sp>
      <p:sp>
        <p:nvSpPr>
          <p:cNvPr id="81957" name="Line 50"/>
          <p:cNvSpPr>
            <a:spLocks noChangeShapeType="1"/>
          </p:cNvSpPr>
          <p:nvPr/>
        </p:nvSpPr>
        <p:spPr bwMode="auto">
          <a:xfrm flipH="1">
            <a:off x="5049838" y="1676400"/>
            <a:ext cx="668337" cy="1019175"/>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958" name="Text Box 51"/>
          <p:cNvSpPr txBox="1">
            <a:spLocks noChangeArrowheads="1"/>
          </p:cNvSpPr>
          <p:nvPr/>
        </p:nvSpPr>
        <p:spPr bwMode="auto">
          <a:xfrm>
            <a:off x="5407025" y="1290638"/>
            <a:ext cx="5032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chemeClr val="tx1"/>
                </a:solidFill>
                <a:latin typeface="Times New Roman" panose="02020603050405020304" pitchFamily="18" charset="0"/>
                <a:cs typeface="Times New Roman" panose="02020603050405020304" pitchFamily="18" charset="0"/>
              </a:rPr>
              <a:t>(</a:t>
            </a:r>
          </a:p>
        </p:txBody>
      </p:sp>
      <p:sp>
        <p:nvSpPr>
          <p:cNvPr id="81959" name="Line 55"/>
          <p:cNvSpPr>
            <a:spLocks noChangeShapeType="1"/>
          </p:cNvSpPr>
          <p:nvPr/>
        </p:nvSpPr>
        <p:spPr bwMode="auto">
          <a:xfrm>
            <a:off x="1987550" y="4516438"/>
            <a:ext cx="352425"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960" name="Line 58"/>
          <p:cNvSpPr>
            <a:spLocks noChangeShapeType="1"/>
          </p:cNvSpPr>
          <p:nvPr/>
        </p:nvSpPr>
        <p:spPr bwMode="auto">
          <a:xfrm flipV="1">
            <a:off x="6243638" y="771525"/>
            <a:ext cx="0" cy="2159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61" name="Line 59"/>
          <p:cNvSpPr>
            <a:spLocks noChangeShapeType="1"/>
          </p:cNvSpPr>
          <p:nvPr/>
        </p:nvSpPr>
        <p:spPr bwMode="auto">
          <a:xfrm flipH="1">
            <a:off x="1962150" y="758825"/>
            <a:ext cx="4281488" cy="127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62" name="Line 60"/>
          <p:cNvSpPr>
            <a:spLocks noChangeShapeType="1"/>
          </p:cNvSpPr>
          <p:nvPr/>
        </p:nvSpPr>
        <p:spPr bwMode="auto">
          <a:xfrm>
            <a:off x="1979613" y="771525"/>
            <a:ext cx="0" cy="37449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63" name="Text Box 61"/>
          <p:cNvSpPr txBox="1">
            <a:spLocks noChangeArrowheads="1"/>
          </p:cNvSpPr>
          <p:nvPr/>
        </p:nvSpPr>
        <p:spPr bwMode="auto">
          <a:xfrm>
            <a:off x="5497513" y="2757488"/>
            <a:ext cx="5032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a:solidFill>
                  <a:schemeClr val="tx1"/>
                </a:solidFill>
                <a:latin typeface="Times New Roman" panose="02020603050405020304" pitchFamily="18" charset="0"/>
                <a:cs typeface="Times New Roman" panose="02020603050405020304" pitchFamily="18" charset="0"/>
              </a:rPr>
              <a:t>(</a:t>
            </a:r>
          </a:p>
        </p:txBody>
      </p:sp>
      <p:sp>
        <p:nvSpPr>
          <p:cNvPr id="81964" name="Line 62"/>
          <p:cNvSpPr>
            <a:spLocks noChangeShapeType="1"/>
          </p:cNvSpPr>
          <p:nvPr/>
        </p:nvSpPr>
        <p:spPr bwMode="auto">
          <a:xfrm flipH="1">
            <a:off x="3414713" y="3929063"/>
            <a:ext cx="2327275" cy="104775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965" name="Line 63"/>
          <p:cNvSpPr>
            <a:spLocks noChangeShapeType="1"/>
          </p:cNvSpPr>
          <p:nvPr/>
        </p:nvSpPr>
        <p:spPr bwMode="auto">
          <a:xfrm flipV="1">
            <a:off x="7026275" y="4732338"/>
            <a:ext cx="388938"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966" name="Line 64"/>
          <p:cNvSpPr>
            <a:spLocks noChangeShapeType="1"/>
          </p:cNvSpPr>
          <p:nvPr/>
        </p:nvSpPr>
        <p:spPr bwMode="auto">
          <a:xfrm flipH="1" flipV="1">
            <a:off x="8816975" y="2211388"/>
            <a:ext cx="3175" cy="208915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67" name="Line 66"/>
          <p:cNvSpPr>
            <a:spLocks noChangeShapeType="1"/>
          </p:cNvSpPr>
          <p:nvPr/>
        </p:nvSpPr>
        <p:spPr bwMode="auto">
          <a:xfrm flipH="1">
            <a:off x="7027863" y="4275138"/>
            <a:ext cx="1789112" cy="1428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68" name="Text Box 69"/>
          <p:cNvSpPr txBox="1">
            <a:spLocks noChangeArrowheads="1"/>
          </p:cNvSpPr>
          <p:nvPr/>
        </p:nvSpPr>
        <p:spPr bwMode="auto">
          <a:xfrm>
            <a:off x="6965950" y="4192588"/>
            <a:ext cx="4572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chemeClr val="tx1"/>
                </a:solidFill>
                <a:latin typeface="Times New Roman" panose="02020603050405020304" pitchFamily="18" charset="0"/>
                <a:cs typeface="Times New Roman" panose="02020603050405020304" pitchFamily="18" charset="0"/>
              </a:rPr>
              <a:t>+</a:t>
            </a:r>
          </a:p>
        </p:txBody>
      </p:sp>
      <p:sp>
        <p:nvSpPr>
          <p:cNvPr id="81969" name="Line 38"/>
          <p:cNvSpPr>
            <a:spLocks noChangeShapeType="1"/>
          </p:cNvSpPr>
          <p:nvPr/>
        </p:nvSpPr>
        <p:spPr bwMode="auto">
          <a:xfrm rot="10800000" flipV="1">
            <a:off x="6964363" y="2211388"/>
            <a:ext cx="185261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970" name="Rectangle 2"/>
          <p:cNvSpPr>
            <a:spLocks noGrp="1" noChangeArrowheads="1"/>
          </p:cNvSpPr>
          <p:nvPr>
            <p:ph type="title"/>
          </p:nvPr>
        </p:nvSpPr>
        <p:spPr>
          <a:xfrm>
            <a:off x="755650" y="268288"/>
            <a:ext cx="7931150" cy="358775"/>
          </a:xfrm>
        </p:spPr>
        <p:txBody>
          <a:bodyPr/>
          <a:lstStyle/>
          <a:p>
            <a:pPr eaLnBrk="1" hangingPunct="1"/>
            <a:r>
              <a:rPr lang="zh-CN" altLang="en-US" sz="3000" dirty="0">
                <a:solidFill>
                  <a:schemeClr val="tx1"/>
                </a:solidFill>
                <a:latin typeface="微软雅黑" panose="020B0503020204020204" pitchFamily="34" charset="-122"/>
                <a:ea typeface="微软雅黑" panose="020B0503020204020204" pitchFamily="34" charset="-122"/>
              </a:rPr>
              <a:t>二义性算术</a:t>
            </a:r>
            <a:r>
              <a:rPr lang="zh-CN" altLang="en-US" sz="3000" dirty="0">
                <a:solidFill>
                  <a:srgbClr val="000000"/>
                </a:solidFill>
                <a:latin typeface="微软雅黑" panose="020B0503020204020204" pitchFamily="34" charset="-122"/>
                <a:ea typeface="微软雅黑" panose="020B0503020204020204" pitchFamily="34" charset="-122"/>
              </a:rPr>
              <a:t>表达式</a:t>
            </a:r>
            <a:r>
              <a:rPr lang="zh-CN" altLang="en-US" sz="3000" dirty="0">
                <a:solidFill>
                  <a:schemeClr val="tx1"/>
                </a:solidFill>
                <a:latin typeface="微软雅黑" panose="020B0503020204020204" pitchFamily="34" charset="-122"/>
                <a:ea typeface="微软雅黑" panose="020B0503020204020204" pitchFamily="34" charset="-122"/>
              </a:rPr>
              <a:t>文法的</a:t>
            </a:r>
            <a:r>
              <a:rPr lang="en-US" altLang="zh-CN" i="1" dirty="0">
                <a:ea typeface="黑体" panose="02010609060101010101" pitchFamily="49" charset="-122"/>
                <a:cs typeface="Times New Roman" panose="02020603050405020304" pitchFamily="18" charset="0"/>
              </a:rPr>
              <a:t>S</a:t>
            </a:r>
            <a:r>
              <a:rPr lang="en-US" altLang="zh-CN" sz="3000" i="1" dirty="0">
                <a:solidFill>
                  <a:schemeClr val="tx1"/>
                </a:solidFill>
                <a:ea typeface="黑体" panose="02010609060101010101" pitchFamily="49" charset="-122"/>
                <a:cs typeface="Times New Roman" panose="02020603050405020304" pitchFamily="18" charset="0"/>
              </a:rPr>
              <a:t>LR</a:t>
            </a:r>
            <a:r>
              <a:rPr lang="zh-CN" altLang="en-US" sz="3000" dirty="0">
                <a:solidFill>
                  <a:schemeClr val="tx1"/>
                </a:solidFill>
                <a:latin typeface="微软雅黑" panose="020B0503020204020204" pitchFamily="34" charset="-122"/>
                <a:ea typeface="微软雅黑" panose="020B0503020204020204" pitchFamily="34" charset="-122"/>
              </a:rPr>
              <a:t>分析器</a:t>
            </a:r>
          </a:p>
        </p:txBody>
      </p:sp>
      <p:sp>
        <p:nvSpPr>
          <p:cNvPr id="81971" name="Freeform 53"/>
          <p:cNvSpPr>
            <a:spLocks noChangeArrowheads="1"/>
          </p:cNvSpPr>
          <p:nvPr/>
        </p:nvSpPr>
        <p:spPr bwMode="auto">
          <a:xfrm flipH="1">
            <a:off x="3579813" y="3138488"/>
            <a:ext cx="180975" cy="449262"/>
          </a:xfrm>
          <a:custGeom>
            <a:avLst/>
            <a:gdLst>
              <a:gd name="T0" fmla="*/ 0 w 227"/>
              <a:gd name="T1" fmla="*/ 0 h 227"/>
              <a:gd name="T2" fmla="*/ 2147483646 w 227"/>
              <a:gd name="T3" fmla="*/ 2147483646 h 227"/>
              <a:gd name="T4" fmla="*/ 0 w 227"/>
              <a:gd name="T5" fmla="*/ 2147483646 h 227"/>
              <a:gd name="T6" fmla="*/ 0 60000 65536"/>
              <a:gd name="T7" fmla="*/ 0 60000 65536"/>
              <a:gd name="T8" fmla="*/ 0 60000 65536"/>
              <a:gd name="T9" fmla="*/ 0 w 227"/>
              <a:gd name="T10" fmla="*/ 0 h 227"/>
              <a:gd name="T11" fmla="*/ 227 w 227"/>
              <a:gd name="T12" fmla="*/ 227 h 227"/>
            </a:gdLst>
            <a:ahLst/>
            <a:cxnLst>
              <a:cxn ang="T6">
                <a:pos x="T0" y="T1"/>
              </a:cxn>
              <a:cxn ang="T7">
                <a:pos x="T2" y="T3"/>
              </a:cxn>
              <a:cxn ang="T8">
                <a:pos x="T4" y="T5"/>
              </a:cxn>
            </a:cxnLst>
            <a:rect l="T9" t="T10" r="T11" b="T12"/>
            <a:pathLst>
              <a:path w="227" h="227">
                <a:moveTo>
                  <a:pt x="0" y="0"/>
                </a:moveTo>
                <a:cubicBezTo>
                  <a:pt x="113" y="3"/>
                  <a:pt x="227" y="7"/>
                  <a:pt x="227" y="45"/>
                </a:cubicBezTo>
                <a:cubicBezTo>
                  <a:pt x="227" y="83"/>
                  <a:pt x="113" y="155"/>
                  <a:pt x="0" y="227"/>
                </a:cubicBezTo>
              </a:path>
            </a:pathLst>
          </a:custGeom>
          <a:noFill/>
          <a:ln w="38100">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 name="矩形 1"/>
          <p:cNvSpPr/>
          <p:nvPr/>
        </p:nvSpPr>
        <p:spPr>
          <a:xfrm>
            <a:off x="71438" y="3857625"/>
            <a:ext cx="1706562" cy="646113"/>
          </a:xfrm>
          <a:prstGeom prst="rect">
            <a:avLst/>
          </a:prstGeom>
          <a:solidFill>
            <a:schemeClr val="accent5">
              <a:lumMod val="60000"/>
              <a:lumOff val="40000"/>
            </a:schemeClr>
          </a:solidFill>
          <a:ln w="12700">
            <a:solidFill>
              <a:schemeClr val="tx1"/>
            </a:solidFill>
          </a:ln>
        </p:spPr>
        <p:txBody>
          <a:bodyPr>
            <a:spAutoFit/>
          </a:bodyPr>
          <a:lstStyle/>
          <a:p>
            <a:pPr eaLnBrk="1" hangingPunct="1">
              <a:buClr>
                <a:schemeClr val="hlink"/>
              </a:buClr>
              <a:buFont typeface="Wingdings" panose="05000000000000000000" pitchFamily="2" charset="2"/>
              <a:buNone/>
              <a:defRPr/>
            </a:pPr>
            <a:r>
              <a:rPr lang="zh-CN" altLang="en-US" b="1" noProof="1">
                <a:latin typeface="楷体" panose="02010609060101010101" pitchFamily="49" charset="-122"/>
                <a:ea typeface="楷体" panose="02010609060101010101" pitchFamily="49" charset="-122"/>
                <a:cs typeface="+mn-ea"/>
              </a:rPr>
              <a:t>用</a:t>
            </a:r>
            <a:r>
              <a:rPr lang="zh-CN" altLang="en-US" b="1" noProof="1">
                <a:solidFill>
                  <a:srgbClr val="2D83F4"/>
                </a:solidFill>
                <a:latin typeface="楷体" panose="02010609060101010101" pitchFamily="49" charset="-122"/>
                <a:ea typeface="楷体" panose="02010609060101010101" pitchFamily="49" charset="-122"/>
                <a:cs typeface="+mn-ea"/>
              </a:rPr>
              <a:t>优先级</a:t>
            </a:r>
            <a:r>
              <a:rPr lang="zh-CN" altLang="en-US" b="1" noProof="1">
                <a:latin typeface="楷体" panose="02010609060101010101" pitchFamily="49" charset="-122"/>
                <a:ea typeface="楷体" panose="02010609060101010101" pitchFamily="49" charset="-122"/>
                <a:cs typeface="+mn-ea"/>
              </a:rPr>
              <a:t>和</a:t>
            </a:r>
            <a:r>
              <a:rPr lang="zh-CN" altLang="en-US" b="1" noProof="1">
                <a:solidFill>
                  <a:srgbClr val="2D83F4"/>
                </a:solidFill>
                <a:latin typeface="楷体" panose="02010609060101010101" pitchFamily="49" charset="-122"/>
                <a:ea typeface="楷体" panose="02010609060101010101" pitchFamily="49" charset="-122"/>
                <a:cs typeface="+mn-ea"/>
              </a:rPr>
              <a:t>结合性</a:t>
            </a:r>
            <a:r>
              <a:rPr lang="zh-CN" altLang="en-US" b="1" noProof="1">
                <a:latin typeface="楷体" panose="02010609060101010101" pitchFamily="49" charset="-122"/>
                <a:ea typeface="楷体" panose="02010609060101010101" pitchFamily="49" charset="-122"/>
                <a:cs typeface="+mn-ea"/>
              </a:rPr>
              <a:t>解决冲突</a:t>
            </a:r>
            <a:endParaRPr lang="zh-CN" altLang="en-US" b="1" noProof="1">
              <a:latin typeface="楷体" panose="02010609060101010101" pitchFamily="49" charset="-122"/>
              <a:ea typeface="楷体" panose="02010609060101010101" pitchFamily="49" charset="-122"/>
            </a:endParaRPr>
          </a:p>
        </p:txBody>
      </p:sp>
      <p:sp>
        <p:nvSpPr>
          <p:cNvPr id="81973" name="矩形 53"/>
          <p:cNvSpPr>
            <a:spLocks noChangeArrowheads="1"/>
          </p:cNvSpPr>
          <p:nvPr/>
        </p:nvSpPr>
        <p:spPr bwMode="auto">
          <a:xfrm>
            <a:off x="282575" y="933450"/>
            <a:ext cx="836613"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73050" indent="-27305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lnSpc>
                <a:spcPts val="2800"/>
              </a:lnSpc>
              <a:buClrTx/>
              <a:buFont typeface="Wingdings" panose="05000000000000000000" pitchFamily="2" charset="2"/>
              <a:buChar char="Ø"/>
            </a:pPr>
            <a:r>
              <a:rPr lang="zh-CN" altLang="en-US" sz="3200" b="1">
                <a:solidFill>
                  <a:srgbClr val="000000"/>
                </a:solidFill>
                <a:latin typeface="Times New Roman" panose="02020603050405020304" pitchFamily="18" charset="0"/>
                <a:ea typeface="华文楷体" panose="02010600040101010101" pitchFamily="2" charset="-122"/>
              </a:rPr>
              <a:t>例</a:t>
            </a:r>
            <a:endParaRPr lang="en-US" altLang="zh-CN" sz="3200" b="1">
              <a:solidFill>
                <a:srgbClr val="000000"/>
              </a:solidFill>
              <a:latin typeface="Times New Roman" panose="02020603050405020304" pitchFamily="18" charset="0"/>
              <a:cs typeface="Times New Roman" panose="02020603050405020304" pitchFamily="18" charset="0"/>
            </a:endParaRPr>
          </a:p>
        </p:txBody>
      </p:sp>
      <p:sp>
        <p:nvSpPr>
          <p:cNvPr id="3" name="任意多边形 2"/>
          <p:cNvSpPr/>
          <p:nvPr/>
        </p:nvSpPr>
        <p:spPr>
          <a:xfrm>
            <a:off x="6999288" y="3732213"/>
            <a:ext cx="309562" cy="409575"/>
          </a:xfrm>
          <a:custGeom>
            <a:avLst/>
            <a:gdLst>
              <a:gd name="connsiteX0" fmla="*/ 46892 w 199820"/>
              <a:gd name="connsiteY0" fmla="*/ 410307 h 410307"/>
              <a:gd name="connsiteX1" fmla="*/ 199292 w 199820"/>
              <a:gd name="connsiteY1" fmla="*/ 257907 h 410307"/>
              <a:gd name="connsiteX2" fmla="*/ 0 w 199820"/>
              <a:gd name="connsiteY2" fmla="*/ 0 h 410307"/>
            </a:gdLst>
            <a:ahLst/>
            <a:cxnLst>
              <a:cxn ang="0">
                <a:pos x="connsiteX0" y="connsiteY0"/>
              </a:cxn>
              <a:cxn ang="0">
                <a:pos x="connsiteX1" y="connsiteY1"/>
              </a:cxn>
              <a:cxn ang="0">
                <a:pos x="connsiteX2" y="connsiteY2"/>
              </a:cxn>
            </a:cxnLst>
            <a:rect l="l" t="t" r="r" b="b"/>
            <a:pathLst>
              <a:path w="199820" h="410307">
                <a:moveTo>
                  <a:pt x="46892" y="410307"/>
                </a:moveTo>
                <a:cubicBezTo>
                  <a:pt x="126999" y="368299"/>
                  <a:pt x="207107" y="326291"/>
                  <a:pt x="199292" y="257907"/>
                </a:cubicBezTo>
                <a:cubicBezTo>
                  <a:pt x="191477" y="189523"/>
                  <a:pt x="95738" y="94761"/>
                  <a:pt x="0" y="0"/>
                </a:cubicBezTo>
              </a:path>
            </a:pathLst>
          </a:custGeom>
          <a:noFill/>
          <a:ln w="381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4" name="组合 3"/>
          <p:cNvGrpSpPr>
            <a:grpSpLocks/>
          </p:cNvGrpSpPr>
          <p:nvPr/>
        </p:nvGrpSpPr>
        <p:grpSpPr bwMode="auto">
          <a:xfrm>
            <a:off x="7010400" y="1663699"/>
            <a:ext cx="533400" cy="1038226"/>
            <a:chOff x="7010399" y="1663698"/>
            <a:chExt cx="533400" cy="1038228"/>
          </a:xfrm>
        </p:grpSpPr>
        <p:sp>
          <p:nvSpPr>
            <p:cNvPr id="55" name="Line 50"/>
            <p:cNvSpPr>
              <a:spLocks noChangeShapeType="1"/>
            </p:cNvSpPr>
            <p:nvPr/>
          </p:nvSpPr>
          <p:spPr bwMode="auto">
            <a:xfrm flipH="1">
              <a:off x="7026273" y="1663698"/>
              <a:ext cx="366713" cy="1038228"/>
            </a:xfrm>
            <a:prstGeom prst="line">
              <a:avLst/>
            </a:prstGeom>
            <a:noFill/>
            <a:ln w="38100">
              <a:solidFill>
                <a:schemeClr val="tx2">
                  <a:lumMod val="60000"/>
                  <a:lumOff val="40000"/>
                </a:schemeClr>
              </a:solidFill>
              <a:round/>
              <a:headEnd type="none" w="sm" len="sm"/>
              <a:tailEnd type="triangle" w="med" len="med"/>
            </a:ln>
          </p:spPr>
          <p:txBody>
            <a:bodyPr/>
            <a:lstStyle/>
            <a:p>
              <a:pPr>
                <a:defRPr/>
              </a:pPr>
              <a:endParaRPr lang="zh-CN" altLang="en-US"/>
            </a:p>
          </p:txBody>
        </p:sp>
        <p:sp>
          <p:nvSpPr>
            <p:cNvPr id="81978" name="Text Box 30"/>
            <p:cNvSpPr txBox="1">
              <a:spLocks noChangeArrowheads="1"/>
            </p:cNvSpPr>
            <p:nvPr/>
          </p:nvSpPr>
          <p:spPr bwMode="auto">
            <a:xfrm>
              <a:off x="7010399" y="1689892"/>
              <a:ext cx="533400" cy="461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b="1" dirty="0">
                  <a:solidFill>
                    <a:srgbClr val="2D83F4"/>
                  </a:solidFill>
                  <a:latin typeface="Times New Roman" panose="02020603050405020304" pitchFamily="18" charset="0"/>
                  <a:ea typeface="楷体_GB2312" panose="02010609030101010101" pitchFamily="49" charset="-122"/>
                </a:rPr>
                <a:t>*</a:t>
              </a:r>
            </a:p>
          </p:txBody>
        </p:sp>
      </p:grpSp>
      <p:sp>
        <p:nvSpPr>
          <p:cNvPr id="58" name="Rectangle 45"/>
          <p:cNvSpPr>
            <a:spLocks noChangeArrowheads="1"/>
          </p:cNvSpPr>
          <p:nvPr/>
        </p:nvSpPr>
        <p:spPr bwMode="auto">
          <a:xfrm>
            <a:off x="71438" y="4643438"/>
            <a:ext cx="2116137" cy="307975"/>
          </a:xfrm>
          <a:prstGeom prst="rect">
            <a:avLst/>
          </a:prstGeom>
          <a:solidFill>
            <a:schemeClr val="accent5">
              <a:lumMod val="60000"/>
              <a:lumOff val="40000"/>
            </a:schemeClr>
          </a:solidFill>
          <a:ln w="12700">
            <a:solidFill>
              <a:schemeClr val="tx1"/>
            </a:solidFill>
            <a:miter lim="800000"/>
          </a:ln>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r>
              <a:rPr lang="en-US" altLang="zh-CN" sz="1400" b="1" i="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FOLLOW</a:t>
            </a:r>
            <a:r>
              <a:rPr lang="en-US" altLang="zh-CN" sz="1400"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a:t>
            </a:r>
            <a:r>
              <a:rPr lang="en-US" altLang="zh-CN" sz="1400" b="1" i="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E</a:t>
            </a:r>
            <a:r>
              <a:rPr lang="en-US" altLang="zh-CN" sz="1400"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 = { +,</a:t>
            </a:r>
            <a:r>
              <a:rPr lang="zh-CN" altLang="en-US" sz="1400"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a:t>
            </a:r>
            <a:r>
              <a:rPr lang="en-US" altLang="zh-CN" sz="1400"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 </a:t>
            </a:r>
            <a:r>
              <a:rPr lang="en-US" altLang="zh-CN" sz="1400" b="1" dirty="0">
                <a:solidFill>
                  <a:prstClr val="black"/>
                </a:solidFill>
                <a:latin typeface="华文楷体" panose="02010600040101010101" pitchFamily="2" charset="-122"/>
                <a:ea typeface="华文楷体" panose="02010600040101010101" pitchFamily="2" charset="-122"/>
                <a:cs typeface="Times New Roman" panose="02020603050405020304" pitchFamily="18" charset="0"/>
              </a:rPr>
              <a:t>$</a:t>
            </a:r>
            <a:r>
              <a:rPr lang="en-US" altLang="zh-CN" sz="1400"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 }</a:t>
            </a:r>
            <a:endParaRPr lang="zh-CN" altLang="en-US" sz="1400"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endParaRPr>
          </a:p>
        </p:txBody>
      </p:sp>
      <p:sp>
        <p:nvSpPr>
          <p:cNvPr id="5" name="灯片编号占位符 4">
            <a:extLst>
              <a:ext uri="{FF2B5EF4-FFF2-40B4-BE49-F238E27FC236}">
                <a16:creationId xmlns:a16="http://schemas.microsoft.com/office/drawing/2014/main" id="{788F78A1-0C80-46AB-BE0F-ED1056BEC25B}"/>
              </a:ext>
            </a:extLst>
          </p:cNvPr>
          <p:cNvSpPr>
            <a:spLocks noGrp="1"/>
          </p:cNvSpPr>
          <p:nvPr>
            <p:ph type="sldNum" sz="quarter" idx="12"/>
          </p:nvPr>
        </p:nvSpPr>
        <p:spPr/>
        <p:txBody>
          <a:bodyPr/>
          <a:lstStyle/>
          <a:p>
            <a:pPr>
              <a:defRPr/>
            </a:pPr>
            <a:fld id="{76D20AB1-C80E-44EB-B890-88EEF3B3DC08}" type="slidenum">
              <a:rPr lang="zh-CN" altLang="en-US" smtClean="0"/>
              <a:pPr>
                <a:defRPr/>
              </a:pPr>
              <a:t>35</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27" presetClass="emph" presetSubtype="0" fill="remove" grpId="0" nodeType="clickEffect">
                                  <p:stCondLst>
                                    <p:cond delay="0"/>
                                  </p:stCondLst>
                                  <p:childTnLst>
                                    <p:animClr clrSpc="rgb" dir="cw">
                                      <p:cBhvr override="childStyle">
                                        <p:cTn id="13" dur="250" autoRev="1" fill="remove"/>
                                        <p:tgtEl>
                                          <p:spTgt spid="81937"/>
                                        </p:tgtEl>
                                        <p:attrNameLst>
                                          <p:attrName>style.color</p:attrName>
                                        </p:attrNameLst>
                                      </p:cBhvr>
                                      <p:to>
                                        <a:schemeClr val="bg1"/>
                                      </p:to>
                                    </p:animClr>
                                    <p:animClr clrSpc="rgb" dir="cw">
                                      <p:cBhvr>
                                        <p:cTn id="14" dur="250" autoRev="1" fill="remove"/>
                                        <p:tgtEl>
                                          <p:spTgt spid="81937"/>
                                        </p:tgtEl>
                                        <p:attrNameLst>
                                          <p:attrName>fillcolor</p:attrName>
                                        </p:attrNameLst>
                                      </p:cBhvr>
                                      <p:to>
                                        <a:schemeClr val="bg1"/>
                                      </p:to>
                                    </p:animClr>
                                    <p:set>
                                      <p:cBhvr>
                                        <p:cTn id="15" dur="250" autoRev="1" fill="remove"/>
                                        <p:tgtEl>
                                          <p:spTgt spid="81937"/>
                                        </p:tgtEl>
                                        <p:attrNameLst>
                                          <p:attrName>fill.type</p:attrName>
                                        </p:attrNameLst>
                                      </p:cBhvr>
                                      <p:to>
                                        <p:strVal val="solid"/>
                                      </p:to>
                                    </p:set>
                                    <p:set>
                                      <p:cBhvr>
                                        <p:cTn id="16" dur="250" autoRev="1" fill="remove"/>
                                        <p:tgtEl>
                                          <p:spTgt spid="81937"/>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p:cTn id="21" dur="500" fill="hold"/>
                                        <p:tgtEl>
                                          <p:spTgt spid="4"/>
                                        </p:tgtEl>
                                        <p:attrNameLst>
                                          <p:attrName>ppt_w</p:attrName>
                                        </p:attrNameLst>
                                      </p:cBhvr>
                                      <p:tavLst>
                                        <p:tav tm="0">
                                          <p:val>
                                            <p:fltVal val="0"/>
                                          </p:val>
                                        </p:tav>
                                        <p:tav tm="100000">
                                          <p:val>
                                            <p:strVal val="#ppt_w"/>
                                          </p:val>
                                        </p:tav>
                                      </p:tavLst>
                                    </p:anim>
                                    <p:anim calcmode="lin" valueType="num">
                                      <p:cBhvr>
                                        <p:cTn id="22" dur="500" fill="hold"/>
                                        <p:tgtEl>
                                          <p:spTgt spid="4"/>
                                        </p:tgtEl>
                                        <p:attrNameLst>
                                          <p:attrName>ppt_h</p:attrName>
                                        </p:attrNameLst>
                                      </p:cBhvr>
                                      <p:tavLst>
                                        <p:tav tm="0">
                                          <p:val>
                                            <p:fltVal val="0"/>
                                          </p:val>
                                        </p:tav>
                                        <p:tav tm="100000">
                                          <p:val>
                                            <p:strVal val="#ppt_h"/>
                                          </p:val>
                                        </p:tav>
                                      </p:tavLst>
                                    </p:anim>
                                    <p:animEffect transition="in" filter="fade">
                                      <p:cBhvr>
                                        <p:cTn id="23" dur="500"/>
                                        <p:tgtEl>
                                          <p:spTgt spid="4"/>
                                        </p:tgtEl>
                                      </p:cBhvr>
                                    </p:animEffect>
                                  </p:childTnLst>
                                </p:cTn>
                              </p:par>
                            </p:childTnLst>
                          </p:cTn>
                        </p:par>
                      </p:childTnLst>
                    </p:cTn>
                  </p:par>
                  <p:par>
                    <p:cTn id="24" fill="hold">
                      <p:stCondLst>
                        <p:cond delay="indefinite"/>
                      </p:stCondLst>
                      <p:childTnLst>
                        <p:par>
                          <p:cTn id="25" fill="hold">
                            <p:stCondLst>
                              <p:cond delay="0"/>
                            </p:stCondLst>
                            <p:childTnLst>
                              <p:par>
                                <p:cTn id="26" presetID="27" presetClass="emph" presetSubtype="0" fill="remove" grpId="0" nodeType="clickEffect">
                                  <p:stCondLst>
                                    <p:cond delay="0"/>
                                  </p:stCondLst>
                                  <p:childTnLst>
                                    <p:animClr clrSpc="rgb" dir="cw">
                                      <p:cBhvr override="childStyle">
                                        <p:cTn id="27" dur="250" autoRev="1" fill="remove"/>
                                        <p:tgtEl>
                                          <p:spTgt spid="81940"/>
                                        </p:tgtEl>
                                        <p:attrNameLst>
                                          <p:attrName>style.color</p:attrName>
                                        </p:attrNameLst>
                                      </p:cBhvr>
                                      <p:to>
                                        <a:schemeClr val="bg1"/>
                                      </p:to>
                                    </p:animClr>
                                    <p:animClr clrSpc="rgb" dir="cw">
                                      <p:cBhvr>
                                        <p:cTn id="28" dur="250" autoRev="1" fill="remove"/>
                                        <p:tgtEl>
                                          <p:spTgt spid="81940"/>
                                        </p:tgtEl>
                                        <p:attrNameLst>
                                          <p:attrName>fillcolor</p:attrName>
                                        </p:attrNameLst>
                                      </p:cBhvr>
                                      <p:to>
                                        <a:schemeClr val="bg1"/>
                                      </p:to>
                                    </p:animClr>
                                    <p:set>
                                      <p:cBhvr>
                                        <p:cTn id="29" dur="250" autoRev="1" fill="remove"/>
                                        <p:tgtEl>
                                          <p:spTgt spid="81940"/>
                                        </p:tgtEl>
                                        <p:attrNameLst>
                                          <p:attrName>fill.type</p:attrName>
                                        </p:attrNameLst>
                                      </p:cBhvr>
                                      <p:to>
                                        <p:strVal val="solid"/>
                                      </p:to>
                                    </p:set>
                                    <p:set>
                                      <p:cBhvr>
                                        <p:cTn id="30" dur="250" autoRev="1" fill="remove"/>
                                        <p:tgtEl>
                                          <p:spTgt spid="81940"/>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37" grpId="0" animBg="1"/>
      <p:bldP spid="81940" grpId="0" animBg="1"/>
      <p:bldP spid="2"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a:xfrm>
            <a:off x="755650" y="268288"/>
            <a:ext cx="7931150"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rPr>
              <a:t>二义性算术表达式文法的</a:t>
            </a:r>
            <a:r>
              <a:rPr lang="en-US" altLang="zh-CN" sz="3000" i="1">
                <a:solidFill>
                  <a:schemeClr val="tx1"/>
                </a:solidFill>
                <a:ea typeface="黑体" panose="02010609060101010101" pitchFamily="49" charset="-122"/>
              </a:rPr>
              <a:t>SLR</a:t>
            </a:r>
            <a:r>
              <a:rPr lang="zh-CN" altLang="en-US" sz="3000">
                <a:solidFill>
                  <a:schemeClr val="tx1"/>
                </a:solidFill>
                <a:latin typeface="微软雅黑" panose="020B0503020204020204" pitchFamily="34" charset="-122"/>
                <a:ea typeface="微软雅黑" panose="020B0503020204020204" pitchFamily="34" charset="-122"/>
              </a:rPr>
              <a:t>分析表</a:t>
            </a:r>
          </a:p>
        </p:txBody>
      </p:sp>
      <p:sp>
        <p:nvSpPr>
          <p:cNvPr id="5" name="Rectangle 72"/>
          <p:cNvSpPr>
            <a:spLocks noChangeArrowheads="1"/>
          </p:cNvSpPr>
          <p:nvPr/>
        </p:nvSpPr>
        <p:spPr bwMode="auto">
          <a:xfrm>
            <a:off x="385229" y="4401027"/>
            <a:ext cx="2898775" cy="400050"/>
          </a:xfrm>
          <a:prstGeom prst="rect">
            <a:avLst/>
          </a:prstGeom>
          <a:solidFill>
            <a:schemeClr val="accent5">
              <a:lumMod val="60000"/>
              <a:lumOff val="40000"/>
            </a:schemeClr>
          </a:solidFill>
          <a:ln w="12700">
            <a:solidFill>
              <a:schemeClr val="tx1"/>
            </a:solidFill>
            <a:miter lim="800000"/>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r>
              <a:rPr lang="en-US" altLang="zh-CN" sz="2000" b="1" i="1" dirty="0">
                <a:latin typeface="Times New Roman" panose="02020603050405020304" pitchFamily="18" charset="0"/>
                <a:ea typeface="楷体_GB2312" panose="02010609030101010101" pitchFamily="49" charset="-122"/>
                <a:cs typeface="Times New Roman" panose="02020603050405020304" pitchFamily="18" charset="0"/>
              </a:rPr>
              <a:t>FOLLOW</a:t>
            </a:r>
            <a:r>
              <a:rPr lang="en-US" altLang="zh-CN" sz="2000" b="1" dirty="0">
                <a:latin typeface="Times New Roman" panose="02020603050405020304" pitchFamily="18" charset="0"/>
                <a:ea typeface="楷体_GB2312" panose="02010609030101010101" pitchFamily="49" charset="-122"/>
                <a:cs typeface="Times New Roman" panose="02020603050405020304" pitchFamily="18" charset="0"/>
              </a:rPr>
              <a:t>(</a:t>
            </a:r>
            <a:r>
              <a:rPr lang="en-US" altLang="zh-CN" sz="2000" b="1" i="1" dirty="0">
                <a:latin typeface="Times New Roman" panose="02020603050405020304" pitchFamily="18" charset="0"/>
                <a:ea typeface="楷体_GB2312" panose="02010609030101010101" pitchFamily="49" charset="-122"/>
                <a:cs typeface="Times New Roman" panose="02020603050405020304" pitchFamily="18" charset="0"/>
              </a:rPr>
              <a:t>E</a:t>
            </a:r>
            <a:r>
              <a:rPr lang="en-US" altLang="zh-CN" sz="2000" b="1" dirty="0">
                <a:latin typeface="Times New Roman" panose="02020603050405020304" pitchFamily="18" charset="0"/>
                <a:ea typeface="楷体_GB2312" panose="02010609030101010101" pitchFamily="49" charset="-122"/>
                <a:cs typeface="Times New Roman" panose="02020603050405020304" pitchFamily="18" charset="0"/>
              </a:rPr>
              <a:t>)={ </a:t>
            </a:r>
            <a:r>
              <a:rPr lang="en-US" altLang="zh-CN" sz="2000" b="1" i="1" dirty="0">
                <a:latin typeface="Times New Roman" panose="02020603050405020304" pitchFamily="18" charset="0"/>
                <a:ea typeface="楷体_GB2312" panose="02010609030101010101" pitchFamily="49" charset="-122"/>
                <a:cs typeface="Times New Roman" panose="02020603050405020304" pitchFamily="18" charset="0"/>
              </a:rPr>
              <a:t>+</a:t>
            </a:r>
            <a:r>
              <a:rPr lang="en-US" altLang="zh-CN" sz="2000" b="1" dirty="0">
                <a:latin typeface="Times New Roman" panose="02020603050405020304" pitchFamily="18" charset="0"/>
                <a:ea typeface="楷体_GB2312" panose="02010609030101010101" pitchFamily="49" charset="-122"/>
                <a:cs typeface="Times New Roman" panose="02020603050405020304" pitchFamily="18" charset="0"/>
              </a:rPr>
              <a:t>, </a:t>
            </a:r>
            <a:r>
              <a:rPr lang="zh-CN" altLang="en-US" sz="2000" b="1" dirty="0">
                <a:latin typeface="Times New Roman" panose="02020603050405020304" pitchFamily="18" charset="0"/>
                <a:ea typeface="楷体_GB2312" panose="02010609030101010101" pitchFamily="49" charset="-122"/>
                <a:cs typeface="Times New Roman" panose="02020603050405020304" pitchFamily="18" charset="0"/>
              </a:rPr>
              <a:t>*</a:t>
            </a:r>
            <a:r>
              <a:rPr lang="en-US" altLang="zh-CN" sz="2000" b="1" dirty="0">
                <a:latin typeface="Times New Roman" panose="02020603050405020304" pitchFamily="18" charset="0"/>
                <a:ea typeface="楷体_GB2312" panose="02010609030101010101" pitchFamily="49" charset="-122"/>
                <a:cs typeface="Times New Roman" panose="02020603050405020304" pitchFamily="18" charset="0"/>
              </a:rPr>
              <a:t>, ), </a:t>
            </a:r>
            <a:r>
              <a:rPr lang="en-US" altLang="zh-CN" sz="2000" b="1" dirty="0">
                <a:latin typeface="+mn-ea"/>
                <a:ea typeface="+mn-ea"/>
                <a:cs typeface="Times New Roman" panose="02020603050405020304" pitchFamily="18" charset="0"/>
              </a:rPr>
              <a:t>$</a:t>
            </a:r>
            <a:r>
              <a:rPr lang="en-US" altLang="zh-CN" sz="2000" b="1" dirty="0">
                <a:latin typeface="Times New Roman" panose="02020603050405020304" pitchFamily="18" charset="0"/>
                <a:ea typeface="楷体_GB2312" panose="02010609030101010101" pitchFamily="49" charset="-122"/>
                <a:cs typeface="Times New Roman" panose="02020603050405020304" pitchFamily="18" charset="0"/>
              </a:rPr>
              <a:t> }</a:t>
            </a:r>
            <a:endParaRPr lang="zh-CN" altLang="en-US" sz="2000" b="1" dirty="0">
              <a:latin typeface="Times New Roman" panose="02020603050405020304" pitchFamily="18" charset="0"/>
              <a:ea typeface="楷体_GB2312" panose="02010609030101010101" pitchFamily="49" charset="-122"/>
              <a:cs typeface="Times New Roman" panose="02020603050405020304" pitchFamily="18" charset="0"/>
            </a:endParaRPr>
          </a:p>
        </p:txBody>
      </p:sp>
      <p:sp>
        <p:nvSpPr>
          <p:cNvPr id="6" name="Rectangle 37"/>
          <p:cNvSpPr>
            <a:spLocks noChangeArrowheads="1"/>
          </p:cNvSpPr>
          <p:nvPr/>
        </p:nvSpPr>
        <p:spPr bwMode="auto">
          <a:xfrm>
            <a:off x="467544" y="771550"/>
            <a:ext cx="1672406" cy="1631950"/>
          </a:xfrm>
          <a:prstGeom prst="rect">
            <a:avLst/>
          </a:prstGeom>
          <a:solidFill>
            <a:schemeClr val="accent5">
              <a:lumMod val="60000"/>
              <a:lumOff val="40000"/>
            </a:schemeClr>
          </a:solidFill>
          <a:ln w="12700">
            <a:solidFill>
              <a:schemeClr val="tx1"/>
            </a:solidFill>
          </a:ln>
        </p:spPr>
        <p:txBody>
          <a:bodyPr wrap="square">
            <a:spAutoFit/>
          </a:bodyPr>
          <a:lstStyle/>
          <a:p>
            <a:pPr marL="609600" indent="-609600" eaLnBrk="1" hangingPunct="1">
              <a:buClr>
                <a:srgbClr val="000000"/>
              </a:buClr>
              <a:buFont typeface="Arial" panose="020B0604020202020204" pitchFamily="34" charset="0"/>
              <a:buNone/>
              <a:defRPr/>
            </a:pPr>
            <a:r>
              <a:rPr lang="zh-CN" altLang="en-US" sz="2000" b="1" noProof="1">
                <a:latin typeface="华文楷体" pitchFamily="2" charset="-122"/>
                <a:ea typeface="华文楷体" pitchFamily="2" charset="-122"/>
              </a:rPr>
              <a:t>文法</a:t>
            </a:r>
            <a:endParaRPr lang="zh-CN" altLang="zh-CN" sz="2000" b="1" noProof="1">
              <a:latin typeface="华文楷体" pitchFamily="2" charset="-122"/>
              <a:cs typeface="Times New Roman" pitchFamily="18" charset="0"/>
            </a:endParaRPr>
          </a:p>
          <a:p>
            <a:pPr marL="609600" indent="-609600" eaLnBrk="1" hangingPunct="1">
              <a:buClr>
                <a:srgbClr val="000000"/>
              </a:buClr>
              <a:buFont typeface="Arial" panose="020B0604020202020204" pitchFamily="34" charset="0"/>
              <a:buNone/>
              <a:defRPr/>
            </a:pPr>
            <a:r>
              <a:rPr lang="en-US" altLang="zh-CN" sz="2000" b="1" noProof="1">
                <a:latin typeface="Times New Roman" pitchFamily="18" charset="0"/>
                <a:ea typeface="Times New Roman" pitchFamily="18" charset="0"/>
                <a:cs typeface="华文楷体" pitchFamily="2" charset="-122"/>
              </a:rPr>
              <a:t>(1)</a:t>
            </a:r>
            <a:r>
              <a:rPr lang="en-US" altLang="zh-CN" sz="2000" b="1" i="1" noProof="1">
                <a:latin typeface="Times New Roman" pitchFamily="18" charset="0"/>
                <a:ea typeface="Times New Roman" pitchFamily="18" charset="0"/>
                <a:cs typeface="华文楷体" pitchFamily="2" charset="-122"/>
              </a:rPr>
              <a:t>E→E+E</a:t>
            </a:r>
            <a:endParaRPr lang="en-US" altLang="zh-CN" sz="2000" b="1" i="1" noProof="1">
              <a:latin typeface="Times New Roman" pitchFamily="18" charset="0"/>
              <a:cs typeface="Times New Roman" pitchFamily="18" charset="0"/>
            </a:endParaRPr>
          </a:p>
          <a:p>
            <a:pPr marL="609600" indent="-609600" eaLnBrk="1" hangingPunct="1">
              <a:buClr>
                <a:srgbClr val="000000"/>
              </a:buClr>
              <a:buFont typeface="Arial" panose="020B0604020202020204" pitchFamily="34" charset="0"/>
              <a:buNone/>
              <a:defRPr/>
            </a:pPr>
            <a:r>
              <a:rPr lang="en-US" altLang="zh-CN" sz="2000" b="1" noProof="1">
                <a:latin typeface="Times New Roman" pitchFamily="18" charset="0"/>
                <a:ea typeface="Times New Roman" pitchFamily="18" charset="0"/>
                <a:cs typeface="华文楷体" pitchFamily="2" charset="-122"/>
              </a:rPr>
              <a:t>(2) </a:t>
            </a:r>
            <a:r>
              <a:rPr lang="en-US" altLang="zh-CN" sz="2000" b="1" i="1" noProof="1">
                <a:latin typeface="Times New Roman" pitchFamily="18" charset="0"/>
                <a:cs typeface="Times New Roman" pitchFamily="18" charset="0"/>
              </a:rPr>
              <a:t>E→E*E</a:t>
            </a:r>
          </a:p>
          <a:p>
            <a:pPr marL="609600" indent="-609600" eaLnBrk="1" hangingPunct="1">
              <a:buClr>
                <a:srgbClr val="000000"/>
              </a:buClr>
              <a:buFont typeface="Arial" panose="020B0604020202020204" pitchFamily="34" charset="0"/>
              <a:buNone/>
              <a:defRPr/>
            </a:pPr>
            <a:r>
              <a:rPr lang="en-US" altLang="zh-CN" sz="2000" b="1" noProof="1">
                <a:latin typeface="Times New Roman" pitchFamily="18" charset="0"/>
                <a:ea typeface="Times New Roman" pitchFamily="18" charset="0"/>
                <a:cs typeface="华文楷体" pitchFamily="2" charset="-122"/>
              </a:rPr>
              <a:t>(3) </a:t>
            </a:r>
            <a:r>
              <a:rPr lang="en-US" altLang="zh-CN" sz="2000" b="1" i="1" noProof="1">
                <a:latin typeface="Times New Roman" pitchFamily="18" charset="0"/>
                <a:cs typeface="Times New Roman" pitchFamily="18" charset="0"/>
              </a:rPr>
              <a:t>E→</a:t>
            </a:r>
            <a:r>
              <a:rPr lang="en-US" altLang="zh-CN" sz="2000" b="1" noProof="1">
                <a:latin typeface="Times New Roman" pitchFamily="18" charset="0"/>
                <a:cs typeface="Times New Roman" pitchFamily="18" charset="0"/>
              </a:rPr>
              <a:t>(</a:t>
            </a:r>
            <a:r>
              <a:rPr lang="en-US" altLang="zh-CN" sz="2000" b="1" i="1" noProof="1">
                <a:latin typeface="Times New Roman" pitchFamily="18" charset="0"/>
                <a:cs typeface="Times New Roman" pitchFamily="18" charset="0"/>
              </a:rPr>
              <a:t>E</a:t>
            </a:r>
            <a:r>
              <a:rPr lang="en-US" altLang="zh-CN" sz="2000" b="1" noProof="1">
                <a:latin typeface="Times New Roman" pitchFamily="18" charset="0"/>
                <a:cs typeface="Times New Roman" pitchFamily="18" charset="0"/>
              </a:rPr>
              <a:t>)</a:t>
            </a:r>
          </a:p>
          <a:p>
            <a:pPr marL="609600" indent="-609600" eaLnBrk="1" hangingPunct="1">
              <a:buClr>
                <a:srgbClr val="000000"/>
              </a:buClr>
              <a:buFont typeface="Arial" panose="020B0604020202020204" pitchFamily="34" charset="0"/>
              <a:buNone/>
              <a:defRPr/>
            </a:pPr>
            <a:r>
              <a:rPr lang="en-US" altLang="zh-CN" sz="2000" b="1" noProof="1">
                <a:latin typeface="Times New Roman" pitchFamily="18" charset="0"/>
                <a:ea typeface="Times New Roman" pitchFamily="18" charset="0"/>
                <a:cs typeface="华文楷体" pitchFamily="2" charset="-122"/>
              </a:rPr>
              <a:t>(4) </a:t>
            </a:r>
            <a:r>
              <a:rPr lang="en-US" altLang="zh-CN" sz="2000" b="1" i="1" noProof="1">
                <a:latin typeface="Times New Roman" pitchFamily="18" charset="0"/>
                <a:cs typeface="Times New Roman" pitchFamily="18" charset="0"/>
              </a:rPr>
              <a:t>E→</a:t>
            </a:r>
            <a:r>
              <a:rPr lang="en-US" altLang="zh-CN" sz="2000" b="1" noProof="1">
                <a:latin typeface="Times New Roman" pitchFamily="18" charset="0"/>
                <a:cs typeface="Times New Roman" pitchFamily="18" charset="0"/>
              </a:rPr>
              <a:t>id</a:t>
            </a:r>
          </a:p>
        </p:txBody>
      </p:sp>
      <p:graphicFrame>
        <p:nvGraphicFramePr>
          <p:cNvPr id="126980" name="表格 126979"/>
          <p:cNvGraphicFramePr>
            <a:graphicFrameLocks noGrp="1"/>
          </p:cNvGraphicFramePr>
          <p:nvPr>
            <p:extLst>
              <p:ext uri="{D42A27DB-BD31-4B8C-83A1-F6EECF244321}">
                <p14:modId xmlns:p14="http://schemas.microsoft.com/office/powerpoint/2010/main" val="535546494"/>
              </p:ext>
            </p:extLst>
          </p:nvPr>
        </p:nvGraphicFramePr>
        <p:xfrm>
          <a:off x="3923928" y="847725"/>
          <a:ext cx="4824658" cy="4118586"/>
        </p:xfrm>
        <a:graphic>
          <a:graphicData uri="http://schemas.openxmlformats.org/drawingml/2006/table">
            <a:tbl>
              <a:tblPr/>
              <a:tblGrid>
                <a:gridCol w="357188">
                  <a:extLst>
                    <a:ext uri="{9D8B030D-6E8A-4147-A177-3AD203B41FA5}">
                      <a16:colId xmlns:a16="http://schemas.microsoft.com/office/drawing/2014/main" val="20000"/>
                    </a:ext>
                  </a:extLst>
                </a:gridCol>
                <a:gridCol w="638210">
                  <a:extLst>
                    <a:ext uri="{9D8B030D-6E8A-4147-A177-3AD203B41FA5}">
                      <a16:colId xmlns:a16="http://schemas.microsoft.com/office/drawing/2014/main" val="20001"/>
                    </a:ext>
                  </a:extLst>
                </a:gridCol>
                <a:gridCol w="638210">
                  <a:extLst>
                    <a:ext uri="{9D8B030D-6E8A-4147-A177-3AD203B41FA5}">
                      <a16:colId xmlns:a16="http://schemas.microsoft.com/office/drawing/2014/main" val="20002"/>
                    </a:ext>
                  </a:extLst>
                </a:gridCol>
                <a:gridCol w="638210">
                  <a:extLst>
                    <a:ext uri="{9D8B030D-6E8A-4147-A177-3AD203B41FA5}">
                      <a16:colId xmlns:a16="http://schemas.microsoft.com/office/drawing/2014/main" val="20003"/>
                    </a:ext>
                  </a:extLst>
                </a:gridCol>
                <a:gridCol w="638210">
                  <a:extLst>
                    <a:ext uri="{9D8B030D-6E8A-4147-A177-3AD203B41FA5}">
                      <a16:colId xmlns:a16="http://schemas.microsoft.com/office/drawing/2014/main" val="20004"/>
                    </a:ext>
                  </a:extLst>
                </a:gridCol>
                <a:gridCol w="638210">
                  <a:extLst>
                    <a:ext uri="{9D8B030D-6E8A-4147-A177-3AD203B41FA5}">
                      <a16:colId xmlns:a16="http://schemas.microsoft.com/office/drawing/2014/main" val="20005"/>
                    </a:ext>
                  </a:extLst>
                </a:gridCol>
                <a:gridCol w="638210">
                  <a:extLst>
                    <a:ext uri="{9D8B030D-6E8A-4147-A177-3AD203B41FA5}">
                      <a16:colId xmlns:a16="http://schemas.microsoft.com/office/drawing/2014/main" val="20006"/>
                    </a:ext>
                  </a:extLst>
                </a:gridCol>
                <a:gridCol w="638210">
                  <a:extLst>
                    <a:ext uri="{9D8B030D-6E8A-4147-A177-3AD203B41FA5}">
                      <a16:colId xmlns:a16="http://schemas.microsoft.com/office/drawing/2014/main" val="20007"/>
                    </a:ext>
                  </a:extLst>
                </a:gridCol>
              </a:tblGrid>
              <a:tr h="323850">
                <a:tc rowSpan="2">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600" b="1"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rPr>
                        <a:t>状态</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gridSpan="6">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ACTION</a:t>
                      </a:r>
                      <a:endParaRPr kumimoji="0" lang="en-US" altLang="zh-CN" sz="1600" b="1" i="0" u="none" strike="noStrike" cap="none" normalizeH="0" baseline="0">
                        <a:ln>
                          <a:noFill/>
                        </a:ln>
                        <a:solidFill>
                          <a:schemeClr val="tx1"/>
                        </a:solidFill>
                        <a:effectLst/>
                        <a:latin typeface="华文楷体" panose="02010600040101010101" pitchFamily="2" charset="-122"/>
                        <a:ea typeface="宋体" panose="02010600030101010101" pitchFamily="2" charset="-122"/>
                        <a:cs typeface="Times New Roman" panose="02020603050405020304" pitchFamily="18" charset="0"/>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GOTO</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0"/>
                  </a:ext>
                </a:extLst>
              </a:tr>
              <a:tr h="323850">
                <a:tc vMerge="1">
                  <a:txBody>
                    <a:bodyPr/>
                    <a:lstStyle/>
                    <a:p>
                      <a:endParaRPr lang="zh-CN" altLang="en-US"/>
                    </a:p>
                  </a:txBody>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id</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E</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1"/>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s3</a:t>
                      </a:r>
                      <a:endParaRPr kumimoji="0" lang="en-US" altLang="zh-CN" sz="16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s2</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s4</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s5</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acc</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s3</a:t>
                      </a:r>
                      <a:endParaRPr kumimoji="0" lang="en-US" altLang="zh-CN" sz="16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s2</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a:t>
                      </a:r>
                      <a:endParaRPr kumimoji="0" lang="en-US" altLang="zh-CN" sz="16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s3</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s2</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s3</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s2</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s4</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s5</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s9</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r1</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rPr>
                        <a:t>s5</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rPr>
                        <a:t>r1</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rPr>
                        <a:t>r1</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extLst>
                  <a:ext uri="{0D108BD9-81ED-4DB2-BD59-A6C34878D82A}">
                    <a16:rowId xmlns:a16="http://schemas.microsoft.com/office/drawing/2014/main" val="10009"/>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rPr>
                        <a:t>r2</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r2</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r2</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r2</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extLst>
                  <a:ext uri="{0D108BD9-81ED-4DB2-BD59-A6C34878D82A}">
                    <a16:rowId xmlns:a16="http://schemas.microsoft.com/office/drawing/2014/main" val="10010"/>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
        <p:nvSpPr>
          <p:cNvPr id="2" name="灯片编号占位符 1">
            <a:extLst>
              <a:ext uri="{FF2B5EF4-FFF2-40B4-BE49-F238E27FC236}">
                <a16:creationId xmlns:a16="http://schemas.microsoft.com/office/drawing/2014/main" id="{8A984E67-6AE8-4A5C-98CB-878FD68FB08A}"/>
              </a:ext>
            </a:extLst>
          </p:cNvPr>
          <p:cNvSpPr>
            <a:spLocks noGrp="1"/>
          </p:cNvSpPr>
          <p:nvPr>
            <p:ph type="sldNum" sz="quarter" idx="12"/>
          </p:nvPr>
        </p:nvSpPr>
        <p:spPr>
          <a:xfrm>
            <a:off x="8470775" y="4948014"/>
            <a:ext cx="403389" cy="169209"/>
          </a:xfrm>
        </p:spPr>
        <p:txBody>
          <a:bodyPr/>
          <a:lstStyle/>
          <a:p>
            <a:pPr>
              <a:defRPr/>
            </a:pPr>
            <a:fld id="{76D20AB1-C80E-44EB-B890-88EEF3B3DC08}" type="slidenum">
              <a:rPr lang="zh-CN" altLang="en-US" smtClean="0"/>
              <a:pPr>
                <a:defRPr/>
              </a:pPr>
              <a:t>36</a:t>
            </a:fld>
            <a:endParaRPr lang="en-US" altLang="zh-CN"/>
          </a:p>
        </p:txBody>
      </p:sp>
      <p:sp>
        <p:nvSpPr>
          <p:cNvPr id="3" name="矩形 2">
            <a:extLst>
              <a:ext uri="{FF2B5EF4-FFF2-40B4-BE49-F238E27FC236}">
                <a16:creationId xmlns:a16="http://schemas.microsoft.com/office/drawing/2014/main" id="{6E28FDE9-80B8-4C44-BC88-24C1B9EFFAF8}"/>
              </a:ext>
            </a:extLst>
          </p:cNvPr>
          <p:cNvSpPr/>
          <p:nvPr/>
        </p:nvSpPr>
        <p:spPr>
          <a:xfrm>
            <a:off x="5590431" y="4027988"/>
            <a:ext cx="576064" cy="267787"/>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404A91E-4DDC-4627-8752-2156C99F44A7}"/>
              </a:ext>
            </a:extLst>
          </p:cNvPr>
          <p:cNvSpPr/>
          <p:nvPr/>
        </p:nvSpPr>
        <p:spPr>
          <a:xfrm>
            <a:off x="4935338" y="4025430"/>
            <a:ext cx="576064" cy="275108"/>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84E33278-370A-4990-9CE4-D5F3F14BC95A}"/>
              </a:ext>
            </a:extLst>
          </p:cNvPr>
          <p:cNvSpPr/>
          <p:nvPr/>
        </p:nvSpPr>
        <p:spPr>
          <a:xfrm>
            <a:off x="4929073" y="4371950"/>
            <a:ext cx="576064" cy="275108"/>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46AEF3E5-8FD6-4349-B32D-342BBCCE082F}"/>
              </a:ext>
            </a:extLst>
          </p:cNvPr>
          <p:cNvSpPr/>
          <p:nvPr/>
        </p:nvSpPr>
        <p:spPr>
          <a:xfrm>
            <a:off x="5580112" y="4371950"/>
            <a:ext cx="576064" cy="267787"/>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Text Box 20">
            <a:extLst>
              <a:ext uri="{FF2B5EF4-FFF2-40B4-BE49-F238E27FC236}">
                <a16:creationId xmlns:a16="http://schemas.microsoft.com/office/drawing/2014/main" id="{5C90325C-A0C8-4B83-8A1D-52AB001B473B}"/>
              </a:ext>
            </a:extLst>
          </p:cNvPr>
          <p:cNvSpPr txBox="1">
            <a:spLocks noChangeArrowheads="1"/>
          </p:cNvSpPr>
          <p:nvPr/>
        </p:nvSpPr>
        <p:spPr bwMode="auto">
          <a:xfrm>
            <a:off x="467544" y="2599846"/>
            <a:ext cx="1296987" cy="1293813"/>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dirty="0">
                <a:solidFill>
                  <a:srgbClr val="FF0000"/>
                </a:solidFill>
                <a:latin typeface="Times New Roman" panose="02020603050405020304" pitchFamily="18" charset="0"/>
                <a:cs typeface="Times New Roman" panose="02020603050405020304" pitchFamily="18" charset="0"/>
              </a:rPr>
              <a:t>I</a:t>
            </a:r>
            <a:r>
              <a:rPr lang="en-US" altLang="zh-CN" sz="2000" b="1" i="1" baseline="-25000" dirty="0">
                <a:solidFill>
                  <a:srgbClr val="FF0000"/>
                </a:solidFill>
                <a:latin typeface="Times New Roman" panose="02020603050405020304" pitchFamily="18" charset="0"/>
                <a:cs typeface="Times New Roman" panose="02020603050405020304" pitchFamily="18" charset="0"/>
              </a:rPr>
              <a:t>7</a:t>
            </a:r>
            <a:r>
              <a:rPr lang="en-US" altLang="zh-CN" sz="2000" b="1" dirty="0">
                <a:solidFill>
                  <a:srgbClr val="FF0000"/>
                </a:solidFill>
                <a:latin typeface="Times New Roman" panose="02020603050405020304" pitchFamily="18" charset="0"/>
                <a:cs typeface="Times New Roman" panose="02020603050405020304" pitchFamily="18" charset="0"/>
              </a:rPr>
              <a:t>:</a:t>
            </a:r>
          </a:p>
          <a:p>
            <a:pPr>
              <a:spcBef>
                <a:spcPct val="0"/>
              </a:spcBef>
              <a:buClrTx/>
              <a:buSzTx/>
              <a:buFont typeface="Arial" panose="020B0604020202020204" pitchFamily="34" charset="0"/>
              <a:buNone/>
            </a:pPr>
            <a:r>
              <a:rPr lang="en-US" altLang="zh-CN" sz="1800" b="1" i="1" dirty="0">
                <a:solidFill>
                  <a:srgbClr val="FF0000"/>
                </a:solidFill>
                <a:latin typeface="Times New Roman" panose="02020603050405020304" pitchFamily="18" charset="0"/>
                <a:cs typeface="Times New Roman" panose="02020603050405020304" pitchFamily="18" charset="0"/>
              </a:rPr>
              <a:t>E→E+E</a:t>
            </a:r>
            <a:r>
              <a:rPr lang="en-US" altLang="zh-CN" sz="2000" b="1" i="1" dirty="0">
                <a:solidFill>
                  <a:srgbClr val="FF0000"/>
                </a:solidFill>
                <a:latin typeface="Times New Roman" panose="02020603050405020304" pitchFamily="18" charset="0"/>
                <a:cs typeface="Times New Roman" panose="02020603050405020304" pitchFamily="18" charset="0"/>
              </a:rPr>
              <a:t> ·</a:t>
            </a:r>
          </a:p>
          <a:p>
            <a:pPr eaLnBrk="1" hangingPunct="1">
              <a:spcBef>
                <a:spcPct val="0"/>
              </a:spcBef>
              <a:buClrTx/>
              <a:buSzTx/>
              <a:buFont typeface="Arial" panose="020B0604020202020204" pitchFamily="34" charset="0"/>
              <a:buNone/>
            </a:pPr>
            <a:r>
              <a:rPr lang="en-US" altLang="zh-CN" sz="1800" b="1" i="1" dirty="0">
                <a:solidFill>
                  <a:srgbClr val="FF0000"/>
                </a:solidFill>
                <a:latin typeface="Times New Roman" panose="02020603050405020304" pitchFamily="18" charset="0"/>
                <a:cs typeface="Times New Roman" panose="02020603050405020304" pitchFamily="18" charset="0"/>
              </a:rPr>
              <a:t>E→E · +E</a:t>
            </a:r>
          </a:p>
          <a:p>
            <a:pPr eaLnBrk="1" hangingPunct="1">
              <a:spcBef>
                <a:spcPct val="0"/>
              </a:spcBef>
              <a:buClrTx/>
              <a:buSzTx/>
              <a:buFont typeface="Arial" panose="020B0604020202020204" pitchFamily="34" charset="0"/>
              <a:buNone/>
            </a:pPr>
            <a:r>
              <a:rPr lang="en-US" altLang="zh-CN" sz="1800" b="1" i="1" dirty="0">
                <a:solidFill>
                  <a:srgbClr val="FF0000"/>
                </a:solidFill>
                <a:latin typeface="Times New Roman" panose="02020603050405020304" pitchFamily="18" charset="0"/>
                <a:cs typeface="Times New Roman" panose="02020603050405020304" pitchFamily="18" charset="0"/>
              </a:rPr>
              <a:t>E→E · *E</a:t>
            </a:r>
            <a:endParaRPr lang="en-US" altLang="zh-CN" sz="2000" b="1" i="1" dirty="0">
              <a:solidFill>
                <a:srgbClr val="FF0000"/>
              </a:solidFill>
              <a:latin typeface="Times New Roman" panose="02020603050405020304" pitchFamily="18" charset="0"/>
              <a:cs typeface="Times New Roman" panose="02020603050405020304" pitchFamily="18" charset="0"/>
            </a:endParaRPr>
          </a:p>
        </p:txBody>
      </p:sp>
      <p:sp>
        <p:nvSpPr>
          <p:cNvPr id="12" name="Text Box 23">
            <a:extLst>
              <a:ext uri="{FF2B5EF4-FFF2-40B4-BE49-F238E27FC236}">
                <a16:creationId xmlns:a16="http://schemas.microsoft.com/office/drawing/2014/main" id="{6902561D-C0D8-4843-BA35-DC7B523D4ACE}"/>
              </a:ext>
            </a:extLst>
          </p:cNvPr>
          <p:cNvSpPr txBox="1">
            <a:spLocks noChangeArrowheads="1"/>
          </p:cNvSpPr>
          <p:nvPr/>
        </p:nvSpPr>
        <p:spPr bwMode="auto">
          <a:xfrm>
            <a:off x="2179440" y="2601434"/>
            <a:ext cx="1296987" cy="1292225"/>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dirty="0">
                <a:solidFill>
                  <a:srgbClr val="FF0000"/>
                </a:solidFill>
                <a:latin typeface="Times New Roman" panose="02020603050405020304" pitchFamily="18" charset="0"/>
                <a:cs typeface="Times New Roman" panose="02020603050405020304" pitchFamily="18" charset="0"/>
              </a:rPr>
              <a:t>I</a:t>
            </a:r>
            <a:r>
              <a:rPr lang="en-US" altLang="zh-CN" sz="2000" b="1" i="1" baseline="-25000" dirty="0">
                <a:solidFill>
                  <a:srgbClr val="FF0000"/>
                </a:solidFill>
                <a:latin typeface="Times New Roman" panose="02020603050405020304" pitchFamily="18" charset="0"/>
                <a:cs typeface="Times New Roman" panose="02020603050405020304" pitchFamily="18" charset="0"/>
              </a:rPr>
              <a:t>8</a:t>
            </a:r>
            <a:r>
              <a:rPr lang="en-US" altLang="zh-CN" sz="2000" b="1" dirty="0">
                <a:solidFill>
                  <a:srgbClr val="FF0000"/>
                </a:solidFill>
                <a:latin typeface="Times New Roman" panose="02020603050405020304" pitchFamily="18" charset="0"/>
                <a:cs typeface="Times New Roman" panose="02020603050405020304" pitchFamily="18" charset="0"/>
              </a:rPr>
              <a:t>:</a:t>
            </a:r>
          </a:p>
          <a:p>
            <a:pPr>
              <a:spcBef>
                <a:spcPct val="0"/>
              </a:spcBef>
              <a:buClrTx/>
              <a:buSzTx/>
              <a:buFont typeface="Arial" panose="020B0604020202020204" pitchFamily="34" charset="0"/>
              <a:buNone/>
            </a:pPr>
            <a:r>
              <a:rPr lang="en-US" altLang="zh-CN" sz="1800" b="1" i="1" dirty="0">
                <a:solidFill>
                  <a:srgbClr val="FF0000"/>
                </a:solidFill>
                <a:latin typeface="Times New Roman" panose="02020603050405020304" pitchFamily="18" charset="0"/>
                <a:cs typeface="Times New Roman" panose="02020603050405020304" pitchFamily="18" charset="0"/>
              </a:rPr>
              <a:t>E→E*E</a:t>
            </a:r>
            <a:r>
              <a:rPr lang="en-US" altLang="zh-CN" sz="2000" b="1" i="1" dirty="0">
                <a:solidFill>
                  <a:srgbClr val="FF0000"/>
                </a:solidFill>
                <a:latin typeface="Times New Roman" panose="02020603050405020304" pitchFamily="18" charset="0"/>
                <a:cs typeface="Times New Roman" panose="02020603050405020304" pitchFamily="18" charset="0"/>
              </a:rPr>
              <a:t> ·</a:t>
            </a:r>
          </a:p>
          <a:p>
            <a:pPr eaLnBrk="1" hangingPunct="1">
              <a:spcBef>
                <a:spcPct val="0"/>
              </a:spcBef>
              <a:buClrTx/>
              <a:buSzTx/>
              <a:buFont typeface="Arial" panose="020B0604020202020204" pitchFamily="34" charset="0"/>
              <a:buNone/>
            </a:pPr>
            <a:r>
              <a:rPr lang="en-US" altLang="zh-CN" sz="1800" b="1" i="1" dirty="0">
                <a:solidFill>
                  <a:srgbClr val="FF0000"/>
                </a:solidFill>
                <a:latin typeface="Times New Roman" panose="02020603050405020304" pitchFamily="18" charset="0"/>
                <a:cs typeface="Times New Roman" panose="02020603050405020304" pitchFamily="18" charset="0"/>
              </a:rPr>
              <a:t>E→E</a:t>
            </a:r>
            <a:r>
              <a:rPr lang="en-US" altLang="zh-CN" sz="1800" b="1" i="1" dirty="0">
                <a:solidFill>
                  <a:srgbClr val="000000"/>
                </a:solidFill>
                <a:latin typeface="Times New Roman" panose="02020603050405020304" pitchFamily="18" charset="0"/>
                <a:cs typeface="Times New Roman" panose="02020603050405020304" pitchFamily="18" charset="0"/>
              </a:rPr>
              <a:t> </a:t>
            </a:r>
            <a:r>
              <a:rPr lang="en-US" altLang="zh-CN" sz="1800" b="1" i="1" dirty="0">
                <a:solidFill>
                  <a:srgbClr val="FF0000"/>
                </a:solidFill>
                <a:latin typeface="Times New Roman" panose="02020603050405020304" pitchFamily="18" charset="0"/>
                <a:cs typeface="Times New Roman" panose="02020603050405020304" pitchFamily="18" charset="0"/>
              </a:rPr>
              <a:t>·</a:t>
            </a:r>
            <a:r>
              <a:rPr lang="en-US" altLang="zh-CN" sz="1800" b="1" i="1" dirty="0">
                <a:solidFill>
                  <a:srgbClr val="000000"/>
                </a:solidFill>
                <a:latin typeface="Times New Roman" panose="02020603050405020304" pitchFamily="18" charset="0"/>
                <a:cs typeface="Times New Roman" panose="02020603050405020304" pitchFamily="18" charset="0"/>
              </a:rPr>
              <a:t> </a:t>
            </a:r>
            <a:r>
              <a:rPr lang="en-US" altLang="zh-CN" sz="1800" b="1" i="1" dirty="0">
                <a:solidFill>
                  <a:srgbClr val="FF0000"/>
                </a:solidFill>
                <a:latin typeface="Times New Roman" panose="02020603050405020304" pitchFamily="18" charset="0"/>
                <a:cs typeface="Times New Roman" panose="02020603050405020304" pitchFamily="18" charset="0"/>
              </a:rPr>
              <a:t>+E</a:t>
            </a:r>
          </a:p>
          <a:p>
            <a:pPr eaLnBrk="1" hangingPunct="1">
              <a:spcBef>
                <a:spcPct val="0"/>
              </a:spcBef>
              <a:buClrTx/>
              <a:buSzTx/>
              <a:buFont typeface="Arial" panose="020B0604020202020204" pitchFamily="34" charset="0"/>
              <a:buNone/>
            </a:pPr>
            <a:r>
              <a:rPr lang="en-US" altLang="zh-CN" sz="1800" b="1" i="1" dirty="0">
                <a:solidFill>
                  <a:srgbClr val="FF0000"/>
                </a:solidFill>
                <a:latin typeface="Times New Roman" panose="02020603050405020304" pitchFamily="18" charset="0"/>
                <a:cs typeface="Times New Roman" panose="02020603050405020304" pitchFamily="18" charset="0"/>
              </a:rPr>
              <a:t>E→E</a:t>
            </a:r>
            <a:r>
              <a:rPr lang="en-US" altLang="zh-CN" sz="1800" b="1" i="1" dirty="0">
                <a:solidFill>
                  <a:srgbClr val="000000"/>
                </a:solidFill>
                <a:latin typeface="Times New Roman" panose="02020603050405020304" pitchFamily="18" charset="0"/>
                <a:cs typeface="Times New Roman" panose="02020603050405020304" pitchFamily="18" charset="0"/>
              </a:rPr>
              <a:t> </a:t>
            </a:r>
            <a:r>
              <a:rPr lang="en-US" altLang="zh-CN" sz="1800" b="1" i="1" dirty="0">
                <a:solidFill>
                  <a:srgbClr val="FF0000"/>
                </a:solidFill>
                <a:latin typeface="Times New Roman" panose="02020603050405020304" pitchFamily="18" charset="0"/>
                <a:cs typeface="Times New Roman" panose="02020603050405020304" pitchFamily="18" charset="0"/>
              </a:rPr>
              <a:t>·</a:t>
            </a:r>
            <a:r>
              <a:rPr lang="en-US" altLang="zh-CN" sz="1800" b="1" i="1" dirty="0">
                <a:solidFill>
                  <a:srgbClr val="000000"/>
                </a:solidFill>
                <a:latin typeface="Times New Roman" panose="02020603050405020304" pitchFamily="18" charset="0"/>
                <a:cs typeface="Times New Roman" panose="02020603050405020304" pitchFamily="18" charset="0"/>
              </a:rPr>
              <a:t> </a:t>
            </a:r>
            <a:r>
              <a:rPr lang="en-US" altLang="zh-CN" sz="1800" b="1" i="1" dirty="0">
                <a:solidFill>
                  <a:srgbClr val="FF0000"/>
                </a:solidFill>
                <a:latin typeface="Times New Roman" panose="02020603050405020304" pitchFamily="18" charset="0"/>
                <a:cs typeface="Times New Roman" panose="02020603050405020304" pitchFamily="18" charset="0"/>
              </a:rPr>
              <a:t>*E</a:t>
            </a:r>
            <a:endParaRPr lang="en-US" altLang="zh-CN" sz="2000" b="1" i="1"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down)">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down)">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P spid="9" grpId="0" animBg="1"/>
      <p:bldP spid="10"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4547" name="Rectangle 3"/>
          <p:cNvSpPr>
            <a:spLocks noGrp="1" noChangeArrowheads="1"/>
          </p:cNvSpPr>
          <p:nvPr>
            <p:ph idx="1"/>
          </p:nvPr>
        </p:nvSpPr>
        <p:spPr>
          <a:xfrm>
            <a:off x="731838" y="987425"/>
            <a:ext cx="6792490" cy="3225800"/>
          </a:xfrm>
        </p:spPr>
        <p:txBody>
          <a:bodyPr/>
          <a:lstStyle/>
          <a:p>
            <a:pPr eaLnBrk="1" hangingPunct="1">
              <a:buClr>
                <a:schemeClr val="tx1"/>
              </a:buClr>
              <a:buFont typeface="Wingdings" panose="05000000000000000000" pitchFamily="2" charset="2"/>
              <a:buChar char="Ø"/>
            </a:pPr>
            <a:r>
              <a:rPr lang="en-US" altLang="zh-CN" sz="2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en-US" altLang="zh-CN" sz="2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en-US" sz="2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en-US" sz="2800" b="1" i="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if</a:t>
            </a:r>
            <a:r>
              <a:rPr lang="en-US" altLang="en-US" sz="2800" b="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en-US" sz="2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expr</a:t>
            </a:r>
            <a:r>
              <a:rPr lang="en-US" altLang="en-US" sz="2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en-US" sz="2800" b="1" i="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then</a:t>
            </a:r>
            <a:r>
              <a:rPr lang="en-US" altLang="en-US" sz="2800" b="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2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endParaRPr lang="en-US" altLang="zh-CN" sz="2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endParaRPr>
          </a:p>
          <a:p>
            <a:pPr lvl="1" eaLnBrk="1" hangingPunct="1">
              <a:buFont typeface="Wingdings" panose="05000000000000000000" pitchFamily="2" charset="2"/>
              <a:buNone/>
            </a:pPr>
            <a:r>
              <a:rPr lang="en-US" altLang="zh-CN" sz="2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en-US" sz="2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en-US" sz="2800" b="1" i="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if</a:t>
            </a:r>
            <a:r>
              <a:rPr lang="en-US" altLang="en-US" sz="2800" b="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en-US" sz="2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expr</a:t>
            </a:r>
            <a:r>
              <a:rPr lang="en-US" altLang="en-US" sz="2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en-US" sz="2800" b="1" i="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then</a:t>
            </a:r>
            <a:r>
              <a:rPr lang="en-US" altLang="en-US" sz="2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2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en-US" altLang="en-US" sz="2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en-US" sz="2800" b="1" i="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else</a:t>
            </a:r>
            <a:r>
              <a:rPr lang="en-US" altLang="en-US" sz="2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2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p>
          <a:p>
            <a:pPr lvl="1" eaLnBrk="1" hangingPunct="1">
              <a:buFont typeface="Wingdings" panose="05000000000000000000" pitchFamily="2" charset="2"/>
              <a:buNone/>
            </a:pPr>
            <a:r>
              <a:rPr lang="en-US" altLang="zh-CN" sz="2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en-US" sz="2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other</a:t>
            </a:r>
            <a:endParaRPr lang="en-US" altLang="en-US" sz="2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endParaRPr>
          </a:p>
          <a:p>
            <a:pPr eaLnBrk="1" hangingPunct="1">
              <a:buClr>
                <a:schemeClr val="tx1"/>
              </a:buClr>
              <a:buFont typeface="Wingdings" panose="05000000000000000000" pitchFamily="2" charset="2"/>
              <a:buChar char="Ø"/>
            </a:pPr>
            <a:endParaRPr lang="en-US" altLang="zh-CN" sz="2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eaLnBrk="1" hangingPunct="1">
              <a:buClr>
                <a:schemeClr val="tx1"/>
              </a:buClr>
              <a:buFont typeface="Wingdings" panose="05000000000000000000" pitchFamily="2" charset="2"/>
              <a:buChar char="Ø"/>
            </a:pPr>
            <a:r>
              <a:rPr lang="en-US" altLang="zh-CN" sz="2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en-US" altLang="zh-CN" sz="2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en-US" sz="2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en-US" sz="2800" b="1" i="1"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i</a:t>
            </a:r>
            <a:r>
              <a:rPr lang="en-US" altLang="en-US" sz="2800" b="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28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en-US" altLang="en-US" sz="2800" b="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en-US" sz="2800" b="1" i="1"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i</a:t>
            </a:r>
            <a:r>
              <a:rPr lang="en-US" altLang="en-US" sz="2800" b="1" i="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2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en-US" altLang="en-US" sz="2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en-US" sz="2800" b="1" i="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e</a:t>
            </a:r>
            <a:r>
              <a:rPr lang="en-US" altLang="en-US" sz="2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28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en-US" altLang="en-US" sz="2800" b="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8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endParaRPr lang="en-US" altLang="zh-CN" sz="2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endParaRPr>
          </a:p>
          <a:p>
            <a:pPr eaLnBrk="1" hangingPunct="1">
              <a:buFont typeface="Symbol" panose="05050102010706020507" pitchFamily="18" charset="2"/>
              <a:buChar char="•"/>
            </a:pPr>
            <a:endParaRPr lang="zh-CN" altLang="en-US" sz="2800" b="1" dirty="0">
              <a:solidFill>
                <a:schemeClr val="tx1"/>
              </a:solidFill>
              <a:latin typeface="Times New Roman" panose="02020603050405020304" pitchFamily="18" charset="0"/>
              <a:ea typeface="楷体_GB2312" panose="02010609030101010101" pitchFamily="49" charset="-122"/>
              <a:cs typeface="Times New Roman" panose="02020603050405020304" pitchFamily="18" charset="0"/>
            </a:endParaRPr>
          </a:p>
        </p:txBody>
      </p:sp>
      <p:sp>
        <p:nvSpPr>
          <p:cNvPr id="86019" name="标题 1"/>
          <p:cNvSpPr>
            <a:spLocks noGrp="1" noChangeArrowheads="1"/>
          </p:cNvSpPr>
          <p:nvPr>
            <p:ph type="title"/>
          </p:nvPr>
        </p:nvSpPr>
        <p:spPr>
          <a:xfrm>
            <a:off x="755650" y="268288"/>
            <a:ext cx="7931150" cy="358775"/>
          </a:xfrm>
        </p:spPr>
        <p:txBody>
          <a:bodyPr/>
          <a:lstStyle/>
          <a:p>
            <a:pPr eaLnBrk="1" hangingPunct="1"/>
            <a:r>
              <a:rPr lang="zh-CN" altLang="en-US" sz="3000">
                <a:solidFill>
                  <a:schemeClr val="tx1"/>
                </a:solidFill>
                <a:ea typeface="黑体" panose="02010609060101010101" pitchFamily="49" charset="-122"/>
              </a:rPr>
              <a:t>例：</a:t>
            </a:r>
            <a:r>
              <a:rPr lang="zh-CN" altLang="en-US" sz="3000">
                <a:solidFill>
                  <a:schemeClr val="tx1"/>
                </a:solidFill>
                <a:latin typeface="微软雅黑" panose="020B0503020204020204" pitchFamily="34" charset="-122"/>
                <a:ea typeface="微软雅黑" panose="020B0503020204020204" pitchFamily="34" charset="-122"/>
              </a:rPr>
              <a:t>二义性</a:t>
            </a:r>
            <a:r>
              <a:rPr lang="en-US" altLang="zh-CN" sz="3000" i="1">
                <a:solidFill>
                  <a:schemeClr val="tx1"/>
                </a:solidFill>
                <a:ea typeface="黑体" panose="02010609060101010101" pitchFamily="49" charset="-122"/>
                <a:cs typeface="Times New Roman" panose="02020603050405020304" pitchFamily="18" charset="0"/>
              </a:rPr>
              <a:t>if</a:t>
            </a:r>
            <a:r>
              <a:rPr lang="zh-CN" altLang="en-US" sz="3000" i="1">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3000">
                <a:solidFill>
                  <a:schemeClr val="tx1"/>
                </a:solidFill>
                <a:latin typeface="微软雅黑" panose="020B0503020204020204" pitchFamily="34" charset="-122"/>
                <a:ea typeface="微软雅黑" panose="020B0503020204020204" pitchFamily="34" charset="-122"/>
              </a:rPr>
              <a:t>语句文法的</a:t>
            </a:r>
            <a:r>
              <a:rPr lang="en-US" altLang="zh-CN" sz="3000" i="1">
                <a:solidFill>
                  <a:schemeClr val="tx1"/>
                </a:solidFill>
                <a:ea typeface="微软雅黑" panose="020B0503020204020204" pitchFamily="34" charset="-122"/>
              </a:rPr>
              <a:t>LR</a:t>
            </a:r>
            <a:r>
              <a:rPr lang="zh-CN" altLang="en-US" sz="3000">
                <a:solidFill>
                  <a:schemeClr val="tx1"/>
                </a:solidFill>
                <a:latin typeface="微软雅黑" panose="020B0503020204020204" pitchFamily="34" charset="-122"/>
                <a:ea typeface="微软雅黑" panose="020B0503020204020204" pitchFamily="34" charset="-122"/>
              </a:rPr>
              <a:t>分析</a:t>
            </a:r>
          </a:p>
        </p:txBody>
      </p:sp>
      <p:sp>
        <p:nvSpPr>
          <p:cNvPr id="1004548" name="Rectangle 4"/>
          <p:cNvSpPr>
            <a:spLocks noChangeArrowheads="1"/>
          </p:cNvSpPr>
          <p:nvPr/>
        </p:nvSpPr>
        <p:spPr bwMode="auto">
          <a:xfrm>
            <a:off x="1763713" y="987425"/>
            <a:ext cx="2087562" cy="1079500"/>
          </a:xfrm>
          <a:prstGeom prst="rect">
            <a:avLst/>
          </a:prstGeom>
          <a:noFill/>
          <a:ln w="25400">
            <a:solidFill>
              <a:srgbClr val="FF0000"/>
            </a:solidFill>
            <a:prstDash val="lg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 typeface="Arial" panose="020B0604020202020204" pitchFamily="34" charset="0"/>
              <a:buNone/>
            </a:pPr>
            <a:endParaRPr lang="zh-CN" altLang="en-US" sz="1800">
              <a:solidFill>
                <a:schemeClr val="tx1"/>
              </a:solidFill>
              <a:latin typeface="Tahoma" panose="020B0604030504040204" pitchFamily="34" charset="0"/>
            </a:endParaRPr>
          </a:p>
        </p:txBody>
      </p:sp>
      <p:sp>
        <p:nvSpPr>
          <p:cNvPr id="1004549" name="Line 5"/>
          <p:cNvSpPr>
            <a:spLocks noChangeShapeType="1"/>
          </p:cNvSpPr>
          <p:nvPr/>
        </p:nvSpPr>
        <p:spPr bwMode="auto">
          <a:xfrm flipH="1">
            <a:off x="3886993" y="885853"/>
            <a:ext cx="1368425" cy="115887"/>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04550" name="Rectangle 6"/>
          <p:cNvSpPr>
            <a:spLocks noChangeArrowheads="1"/>
          </p:cNvSpPr>
          <p:nvPr/>
        </p:nvSpPr>
        <p:spPr bwMode="auto">
          <a:xfrm>
            <a:off x="5148263" y="742184"/>
            <a:ext cx="431800"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gn="ctr" eaLnBrk="1" hangingPunct="1">
              <a:spcBef>
                <a:spcPct val="0"/>
              </a:spcBef>
              <a:buClrTx/>
              <a:buSzTx/>
              <a:buFont typeface="Arial" panose="020B0604020202020204" pitchFamily="34" charset="0"/>
              <a:buNone/>
            </a:pPr>
            <a:r>
              <a:rPr lang="en-US" altLang="zh-CN" sz="2500" b="1" i="1">
                <a:solidFill>
                  <a:srgbClr val="FF0000"/>
                </a:solidFill>
                <a:latin typeface="Times New Roman" panose="02020603050405020304" pitchFamily="18" charset="0"/>
                <a:cs typeface="Times New Roman" panose="02020603050405020304" pitchFamily="18" charset="0"/>
              </a:rPr>
              <a:t>i</a:t>
            </a:r>
          </a:p>
        </p:txBody>
      </p:sp>
      <p:sp>
        <p:nvSpPr>
          <p:cNvPr id="7" name="Line 5"/>
          <p:cNvSpPr>
            <a:spLocks noChangeShapeType="1"/>
          </p:cNvSpPr>
          <p:nvPr/>
        </p:nvSpPr>
        <p:spPr bwMode="auto">
          <a:xfrm flipH="1" flipV="1">
            <a:off x="4344988" y="1924050"/>
            <a:ext cx="1019175" cy="33655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 name="Rectangle 6"/>
          <p:cNvSpPr>
            <a:spLocks noChangeArrowheads="1"/>
          </p:cNvSpPr>
          <p:nvPr/>
        </p:nvSpPr>
        <p:spPr bwMode="auto">
          <a:xfrm>
            <a:off x="5286375" y="2101850"/>
            <a:ext cx="431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gn="ctr" eaLnBrk="1" hangingPunct="1">
              <a:spcBef>
                <a:spcPct val="0"/>
              </a:spcBef>
              <a:buClrTx/>
              <a:buSzTx/>
              <a:buFont typeface="Arial" panose="020B0604020202020204" pitchFamily="34" charset="0"/>
              <a:buNone/>
            </a:pPr>
            <a:r>
              <a:rPr lang="en-US" altLang="zh-CN" sz="2500" b="1" i="1">
                <a:solidFill>
                  <a:srgbClr val="FF0000"/>
                </a:solidFill>
                <a:latin typeface="Times New Roman" panose="02020603050405020304" pitchFamily="18" charset="0"/>
                <a:cs typeface="Times New Roman" panose="02020603050405020304" pitchFamily="18" charset="0"/>
              </a:rPr>
              <a:t>e</a:t>
            </a:r>
          </a:p>
        </p:txBody>
      </p:sp>
      <p:sp>
        <p:nvSpPr>
          <p:cNvPr id="9" name="Line 5"/>
          <p:cNvSpPr>
            <a:spLocks noChangeShapeType="1"/>
          </p:cNvSpPr>
          <p:nvPr/>
        </p:nvSpPr>
        <p:spPr bwMode="auto">
          <a:xfrm flipH="1" flipV="1">
            <a:off x="2554288" y="2355850"/>
            <a:ext cx="1296987" cy="265113"/>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Rectangle 6"/>
          <p:cNvSpPr>
            <a:spLocks noChangeArrowheads="1"/>
          </p:cNvSpPr>
          <p:nvPr/>
        </p:nvSpPr>
        <p:spPr bwMode="auto">
          <a:xfrm>
            <a:off x="3773488" y="2462213"/>
            <a:ext cx="431800"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gn="ctr" eaLnBrk="1" hangingPunct="1">
              <a:spcBef>
                <a:spcPct val="0"/>
              </a:spcBef>
              <a:buClrTx/>
              <a:buSzTx/>
              <a:buFont typeface="Arial" panose="020B0604020202020204" pitchFamily="34" charset="0"/>
              <a:buNone/>
            </a:pPr>
            <a:r>
              <a:rPr lang="en-US" altLang="zh-CN" sz="2500" b="1" i="1">
                <a:solidFill>
                  <a:srgbClr val="FF0000"/>
                </a:solidFill>
                <a:latin typeface="Times New Roman" panose="02020603050405020304" pitchFamily="18" charset="0"/>
                <a:cs typeface="Times New Roman" panose="02020603050405020304" pitchFamily="18" charset="0"/>
              </a:rPr>
              <a:t>a</a:t>
            </a:r>
          </a:p>
        </p:txBody>
      </p:sp>
      <p:sp>
        <p:nvSpPr>
          <p:cNvPr id="2" name="灯片编号占位符 1">
            <a:extLst>
              <a:ext uri="{FF2B5EF4-FFF2-40B4-BE49-F238E27FC236}">
                <a16:creationId xmlns:a16="http://schemas.microsoft.com/office/drawing/2014/main" id="{836E19D1-0D10-4B64-8B65-B832DD6375E8}"/>
              </a:ext>
            </a:extLst>
          </p:cNvPr>
          <p:cNvSpPr>
            <a:spLocks noGrp="1"/>
          </p:cNvSpPr>
          <p:nvPr>
            <p:ph type="sldNum" sz="quarter" idx="12"/>
          </p:nvPr>
        </p:nvSpPr>
        <p:spPr/>
        <p:txBody>
          <a:bodyPr/>
          <a:lstStyle/>
          <a:p>
            <a:pPr>
              <a:defRPr/>
            </a:pPr>
            <a:fld id="{76D20AB1-C80E-44EB-B890-88EEF3B3DC08}" type="slidenum">
              <a:rPr lang="zh-CN" altLang="en-US" smtClean="0"/>
              <a:pPr>
                <a:defRPr/>
              </a:pPr>
              <a:t>37</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04548"/>
                                        </p:tgtEl>
                                        <p:attrNameLst>
                                          <p:attrName>style.visibility</p:attrName>
                                        </p:attrNameLst>
                                      </p:cBhvr>
                                      <p:to>
                                        <p:strVal val="visible"/>
                                      </p:to>
                                    </p:set>
                                    <p:anim calcmode="lin" valueType="num">
                                      <p:cBhvr>
                                        <p:cTn id="7" dur="500" fill="hold"/>
                                        <p:tgtEl>
                                          <p:spTgt spid="1004548"/>
                                        </p:tgtEl>
                                        <p:attrNameLst>
                                          <p:attrName>ppt_w</p:attrName>
                                        </p:attrNameLst>
                                      </p:cBhvr>
                                      <p:tavLst>
                                        <p:tav tm="0">
                                          <p:val>
                                            <p:fltVal val="0"/>
                                          </p:val>
                                        </p:tav>
                                        <p:tav tm="100000">
                                          <p:val>
                                            <p:strVal val="#ppt_w"/>
                                          </p:val>
                                        </p:tav>
                                      </p:tavLst>
                                    </p:anim>
                                    <p:anim calcmode="lin" valueType="num">
                                      <p:cBhvr>
                                        <p:cTn id="8" dur="500" fill="hold"/>
                                        <p:tgtEl>
                                          <p:spTgt spid="1004548"/>
                                        </p:tgtEl>
                                        <p:attrNameLst>
                                          <p:attrName>ppt_h</p:attrName>
                                        </p:attrNameLst>
                                      </p:cBhvr>
                                      <p:tavLst>
                                        <p:tav tm="0">
                                          <p:val>
                                            <p:fltVal val="0"/>
                                          </p:val>
                                        </p:tav>
                                        <p:tav tm="100000">
                                          <p:val>
                                            <p:strVal val="#ppt_h"/>
                                          </p:val>
                                        </p:tav>
                                      </p:tavLst>
                                    </p:anim>
                                    <p:animEffect transition="in" filter="fade">
                                      <p:cBhvr>
                                        <p:cTn id="9" dur="500"/>
                                        <p:tgtEl>
                                          <p:spTgt spid="1004548"/>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004549"/>
                                        </p:tgtEl>
                                        <p:attrNameLst>
                                          <p:attrName>style.visibility</p:attrName>
                                        </p:attrNameLst>
                                      </p:cBhvr>
                                      <p:to>
                                        <p:strVal val="visible"/>
                                      </p:to>
                                    </p:set>
                                    <p:anim calcmode="lin" valueType="num">
                                      <p:cBhvr>
                                        <p:cTn id="12" dur="500" fill="hold"/>
                                        <p:tgtEl>
                                          <p:spTgt spid="1004549"/>
                                        </p:tgtEl>
                                        <p:attrNameLst>
                                          <p:attrName>ppt_w</p:attrName>
                                        </p:attrNameLst>
                                      </p:cBhvr>
                                      <p:tavLst>
                                        <p:tav tm="0">
                                          <p:val>
                                            <p:fltVal val="0"/>
                                          </p:val>
                                        </p:tav>
                                        <p:tav tm="100000">
                                          <p:val>
                                            <p:strVal val="#ppt_w"/>
                                          </p:val>
                                        </p:tav>
                                      </p:tavLst>
                                    </p:anim>
                                    <p:anim calcmode="lin" valueType="num">
                                      <p:cBhvr>
                                        <p:cTn id="13" dur="500" fill="hold"/>
                                        <p:tgtEl>
                                          <p:spTgt spid="1004549"/>
                                        </p:tgtEl>
                                        <p:attrNameLst>
                                          <p:attrName>ppt_h</p:attrName>
                                        </p:attrNameLst>
                                      </p:cBhvr>
                                      <p:tavLst>
                                        <p:tav tm="0">
                                          <p:val>
                                            <p:fltVal val="0"/>
                                          </p:val>
                                        </p:tav>
                                        <p:tav tm="100000">
                                          <p:val>
                                            <p:strVal val="#ppt_h"/>
                                          </p:val>
                                        </p:tav>
                                      </p:tavLst>
                                    </p:anim>
                                    <p:animEffect transition="in" filter="fade">
                                      <p:cBhvr>
                                        <p:cTn id="14" dur="500"/>
                                        <p:tgtEl>
                                          <p:spTgt spid="1004549"/>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004550"/>
                                        </p:tgtEl>
                                        <p:attrNameLst>
                                          <p:attrName>style.visibility</p:attrName>
                                        </p:attrNameLst>
                                      </p:cBhvr>
                                      <p:to>
                                        <p:strVal val="visible"/>
                                      </p:to>
                                    </p:set>
                                    <p:anim calcmode="lin" valueType="num">
                                      <p:cBhvr>
                                        <p:cTn id="17" dur="500" fill="hold"/>
                                        <p:tgtEl>
                                          <p:spTgt spid="1004550"/>
                                        </p:tgtEl>
                                        <p:attrNameLst>
                                          <p:attrName>ppt_w</p:attrName>
                                        </p:attrNameLst>
                                      </p:cBhvr>
                                      <p:tavLst>
                                        <p:tav tm="0">
                                          <p:val>
                                            <p:fltVal val="0"/>
                                          </p:val>
                                        </p:tav>
                                        <p:tav tm="100000">
                                          <p:val>
                                            <p:strVal val="#ppt_w"/>
                                          </p:val>
                                        </p:tav>
                                      </p:tavLst>
                                    </p:anim>
                                    <p:anim calcmode="lin" valueType="num">
                                      <p:cBhvr>
                                        <p:cTn id="18" dur="500" fill="hold"/>
                                        <p:tgtEl>
                                          <p:spTgt spid="1004550"/>
                                        </p:tgtEl>
                                        <p:attrNameLst>
                                          <p:attrName>ppt_h</p:attrName>
                                        </p:attrNameLst>
                                      </p:cBhvr>
                                      <p:tavLst>
                                        <p:tav tm="0">
                                          <p:val>
                                            <p:fltVal val="0"/>
                                          </p:val>
                                        </p:tav>
                                        <p:tav tm="100000">
                                          <p:val>
                                            <p:strVal val="#ppt_h"/>
                                          </p:val>
                                        </p:tav>
                                      </p:tavLst>
                                    </p:anim>
                                    <p:animEffect transition="in" filter="fade">
                                      <p:cBhvr>
                                        <p:cTn id="19" dur="500"/>
                                        <p:tgtEl>
                                          <p:spTgt spid="1004550"/>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p:cTn id="22" dur="500" fill="hold"/>
                                        <p:tgtEl>
                                          <p:spTgt spid="7"/>
                                        </p:tgtEl>
                                        <p:attrNameLst>
                                          <p:attrName>ppt_w</p:attrName>
                                        </p:attrNameLst>
                                      </p:cBhvr>
                                      <p:tavLst>
                                        <p:tav tm="0">
                                          <p:val>
                                            <p:fltVal val="0"/>
                                          </p:val>
                                        </p:tav>
                                        <p:tav tm="100000">
                                          <p:val>
                                            <p:strVal val="#ppt_w"/>
                                          </p:val>
                                        </p:tav>
                                      </p:tavLst>
                                    </p:anim>
                                    <p:anim calcmode="lin" valueType="num">
                                      <p:cBhvr>
                                        <p:cTn id="23" dur="500" fill="hold"/>
                                        <p:tgtEl>
                                          <p:spTgt spid="7"/>
                                        </p:tgtEl>
                                        <p:attrNameLst>
                                          <p:attrName>ppt_h</p:attrName>
                                        </p:attrNameLst>
                                      </p:cBhvr>
                                      <p:tavLst>
                                        <p:tav tm="0">
                                          <p:val>
                                            <p:fltVal val="0"/>
                                          </p:val>
                                        </p:tav>
                                        <p:tav tm="100000">
                                          <p:val>
                                            <p:strVal val="#ppt_h"/>
                                          </p:val>
                                        </p:tav>
                                      </p:tavLst>
                                    </p:anim>
                                    <p:animEffect transition="in" filter="fade">
                                      <p:cBhvr>
                                        <p:cTn id="24" dur="500"/>
                                        <p:tgtEl>
                                          <p:spTgt spid="7"/>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p:cTn id="27" dur="500" fill="hold"/>
                                        <p:tgtEl>
                                          <p:spTgt spid="8"/>
                                        </p:tgtEl>
                                        <p:attrNameLst>
                                          <p:attrName>ppt_w</p:attrName>
                                        </p:attrNameLst>
                                      </p:cBhvr>
                                      <p:tavLst>
                                        <p:tav tm="0">
                                          <p:val>
                                            <p:fltVal val="0"/>
                                          </p:val>
                                        </p:tav>
                                        <p:tav tm="100000">
                                          <p:val>
                                            <p:strVal val="#ppt_w"/>
                                          </p:val>
                                        </p:tav>
                                      </p:tavLst>
                                    </p:anim>
                                    <p:anim calcmode="lin" valueType="num">
                                      <p:cBhvr>
                                        <p:cTn id="28" dur="500" fill="hold"/>
                                        <p:tgtEl>
                                          <p:spTgt spid="8"/>
                                        </p:tgtEl>
                                        <p:attrNameLst>
                                          <p:attrName>ppt_h</p:attrName>
                                        </p:attrNameLst>
                                      </p:cBhvr>
                                      <p:tavLst>
                                        <p:tav tm="0">
                                          <p:val>
                                            <p:fltVal val="0"/>
                                          </p:val>
                                        </p:tav>
                                        <p:tav tm="100000">
                                          <p:val>
                                            <p:strVal val="#ppt_h"/>
                                          </p:val>
                                        </p:tav>
                                      </p:tavLst>
                                    </p:anim>
                                    <p:animEffect transition="in" filter="fade">
                                      <p:cBhvr>
                                        <p:cTn id="29" dur="500"/>
                                        <p:tgtEl>
                                          <p:spTgt spid="8"/>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p:cTn id="32" dur="500" fill="hold"/>
                                        <p:tgtEl>
                                          <p:spTgt spid="9"/>
                                        </p:tgtEl>
                                        <p:attrNameLst>
                                          <p:attrName>ppt_w</p:attrName>
                                        </p:attrNameLst>
                                      </p:cBhvr>
                                      <p:tavLst>
                                        <p:tav tm="0">
                                          <p:val>
                                            <p:fltVal val="0"/>
                                          </p:val>
                                        </p:tav>
                                        <p:tav tm="100000">
                                          <p:val>
                                            <p:strVal val="#ppt_w"/>
                                          </p:val>
                                        </p:tav>
                                      </p:tavLst>
                                    </p:anim>
                                    <p:anim calcmode="lin" valueType="num">
                                      <p:cBhvr>
                                        <p:cTn id="33" dur="500" fill="hold"/>
                                        <p:tgtEl>
                                          <p:spTgt spid="9"/>
                                        </p:tgtEl>
                                        <p:attrNameLst>
                                          <p:attrName>ppt_h</p:attrName>
                                        </p:attrNameLst>
                                      </p:cBhvr>
                                      <p:tavLst>
                                        <p:tav tm="0">
                                          <p:val>
                                            <p:fltVal val="0"/>
                                          </p:val>
                                        </p:tav>
                                        <p:tav tm="100000">
                                          <p:val>
                                            <p:strVal val="#ppt_h"/>
                                          </p:val>
                                        </p:tav>
                                      </p:tavLst>
                                    </p:anim>
                                    <p:animEffect transition="in" filter="fade">
                                      <p:cBhvr>
                                        <p:cTn id="34" dur="500"/>
                                        <p:tgtEl>
                                          <p:spTgt spid="9"/>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p:cTn id="37" dur="500" fill="hold"/>
                                        <p:tgtEl>
                                          <p:spTgt spid="10"/>
                                        </p:tgtEl>
                                        <p:attrNameLst>
                                          <p:attrName>ppt_w</p:attrName>
                                        </p:attrNameLst>
                                      </p:cBhvr>
                                      <p:tavLst>
                                        <p:tav tm="0">
                                          <p:val>
                                            <p:fltVal val="0"/>
                                          </p:val>
                                        </p:tav>
                                        <p:tav tm="100000">
                                          <p:val>
                                            <p:strVal val="#ppt_w"/>
                                          </p:val>
                                        </p:tav>
                                      </p:tavLst>
                                    </p:anim>
                                    <p:anim calcmode="lin" valueType="num">
                                      <p:cBhvr>
                                        <p:cTn id="38" dur="500" fill="hold"/>
                                        <p:tgtEl>
                                          <p:spTgt spid="10"/>
                                        </p:tgtEl>
                                        <p:attrNameLst>
                                          <p:attrName>ppt_h</p:attrName>
                                        </p:attrNameLst>
                                      </p:cBhvr>
                                      <p:tavLst>
                                        <p:tav tm="0">
                                          <p:val>
                                            <p:fltVal val="0"/>
                                          </p:val>
                                        </p:tav>
                                        <p:tav tm="100000">
                                          <p:val>
                                            <p:strVal val="#ppt_h"/>
                                          </p:val>
                                        </p:tav>
                                      </p:tavLst>
                                    </p:anim>
                                    <p:animEffect transition="in" filter="fade">
                                      <p:cBhvr>
                                        <p:cTn id="39" dur="500"/>
                                        <p:tgtEl>
                                          <p:spTgt spid="10"/>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53" presetClass="entr" presetSubtype="16" fill="hold" nodeType="clickEffect">
                                  <p:stCondLst>
                                    <p:cond delay="0"/>
                                  </p:stCondLst>
                                  <p:childTnLst>
                                    <p:set>
                                      <p:cBhvr>
                                        <p:cTn id="43" dur="1" fill="hold">
                                          <p:stCondLst>
                                            <p:cond delay="0"/>
                                          </p:stCondLst>
                                        </p:cTn>
                                        <p:tgtEl>
                                          <p:spTgt spid="1004547">
                                            <p:txEl>
                                              <p:pRg st="4" end="4"/>
                                            </p:txEl>
                                          </p:spTgt>
                                        </p:tgtEl>
                                        <p:attrNameLst>
                                          <p:attrName>style.visibility</p:attrName>
                                        </p:attrNameLst>
                                      </p:cBhvr>
                                      <p:to>
                                        <p:strVal val="visible"/>
                                      </p:to>
                                    </p:set>
                                    <p:anim calcmode="lin" valueType="num">
                                      <p:cBhvr>
                                        <p:cTn id="44" dur="500" fill="hold"/>
                                        <p:tgtEl>
                                          <p:spTgt spid="1004547">
                                            <p:txEl>
                                              <p:pRg st="4" end="4"/>
                                            </p:txEl>
                                          </p:spTgt>
                                        </p:tgtEl>
                                        <p:attrNameLst>
                                          <p:attrName>ppt_w</p:attrName>
                                        </p:attrNameLst>
                                      </p:cBhvr>
                                      <p:tavLst>
                                        <p:tav tm="0">
                                          <p:val>
                                            <p:fltVal val="0"/>
                                          </p:val>
                                        </p:tav>
                                        <p:tav tm="100000">
                                          <p:val>
                                            <p:strVal val="#ppt_w"/>
                                          </p:val>
                                        </p:tav>
                                      </p:tavLst>
                                    </p:anim>
                                    <p:anim calcmode="lin" valueType="num">
                                      <p:cBhvr>
                                        <p:cTn id="45" dur="500" fill="hold"/>
                                        <p:tgtEl>
                                          <p:spTgt spid="1004547">
                                            <p:txEl>
                                              <p:pRg st="4" end="4"/>
                                            </p:txEl>
                                          </p:spTgt>
                                        </p:tgtEl>
                                        <p:attrNameLst>
                                          <p:attrName>ppt_h</p:attrName>
                                        </p:attrNameLst>
                                      </p:cBhvr>
                                      <p:tavLst>
                                        <p:tav tm="0">
                                          <p:val>
                                            <p:fltVal val="0"/>
                                          </p:val>
                                        </p:tav>
                                        <p:tav tm="100000">
                                          <p:val>
                                            <p:strVal val="#ppt_h"/>
                                          </p:val>
                                        </p:tav>
                                      </p:tavLst>
                                    </p:anim>
                                    <p:animEffect transition="in" filter="fade">
                                      <p:cBhvr>
                                        <p:cTn id="46" dur="500"/>
                                        <p:tgtEl>
                                          <p:spTgt spid="100454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548" grpId="0" animBg="1"/>
      <p:bldP spid="1004549" grpId="0" animBg="1"/>
      <p:bldP spid="1004550" grpId="0"/>
      <p:bldP spid="7" grpId="0" animBg="1"/>
      <p:bldP spid="8" grpId="0"/>
      <p:bldP spid="9" grpId="0" animBg="1"/>
      <p:bldP spid="1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a:xfrm>
            <a:off x="755650" y="268288"/>
            <a:ext cx="7931150" cy="358775"/>
          </a:xfrm>
        </p:spPr>
        <p:txBody>
          <a:bodyPr/>
          <a:lstStyle/>
          <a:p>
            <a:pPr marL="342900" indent="-342900" eaLnBrk="1" hangingPunct="1">
              <a:spcBef>
                <a:spcPct val="20000"/>
              </a:spcBef>
            </a:pPr>
            <a:r>
              <a:rPr lang="en-US" altLang="zh-CN" sz="3000" i="1">
                <a:solidFill>
                  <a:srgbClr val="000000"/>
                </a:solidFill>
                <a:ea typeface="黑体" panose="02010609060101010101" pitchFamily="49" charset="-122"/>
                <a:cs typeface="Times New Roman" panose="02020603050405020304" pitchFamily="18" charset="0"/>
              </a:rPr>
              <a:t>S</a:t>
            </a:r>
            <a:r>
              <a:rPr lang="en-US" altLang="zh-CN" sz="3000">
                <a:solidFill>
                  <a:srgbClr val="000000"/>
                </a:solidFill>
                <a:ea typeface="黑体" panose="02010609060101010101" pitchFamily="49" charset="-122"/>
                <a:cs typeface="Times New Roman" panose="02020603050405020304" pitchFamily="18" charset="0"/>
              </a:rPr>
              <a:t> </a:t>
            </a:r>
            <a:r>
              <a:rPr lang="en-US" altLang="en-US" sz="3000">
                <a:solidFill>
                  <a:srgbClr val="000000"/>
                </a:solidFill>
                <a:ea typeface="黑体" panose="02010609060101010101" pitchFamily="49" charset="-122"/>
                <a:cs typeface="Times New Roman" panose="02020603050405020304" pitchFamily="18" charset="0"/>
                <a:sym typeface="Symbol" panose="05050102010706020507" pitchFamily="18" charset="2"/>
              </a:rPr>
              <a:t></a:t>
            </a:r>
            <a:r>
              <a:rPr lang="en-US" altLang="zh-CN" sz="3000">
                <a:solidFill>
                  <a:srgbClr val="000000"/>
                </a:solidFill>
                <a:ea typeface="黑体" panose="02010609060101010101" pitchFamily="49" charset="-122"/>
                <a:cs typeface="Times New Roman" panose="02020603050405020304" pitchFamily="18" charset="0"/>
                <a:sym typeface="Symbol" panose="05050102010706020507" pitchFamily="18" charset="2"/>
              </a:rPr>
              <a:t> </a:t>
            </a:r>
            <a:r>
              <a:rPr lang="en-US" altLang="en-US" sz="3000" i="1">
                <a:solidFill>
                  <a:srgbClr val="2D83F4"/>
                </a:solidFill>
                <a:ea typeface="黑体" panose="02010609060101010101" pitchFamily="49" charset="-122"/>
                <a:cs typeface="Times New Roman" panose="02020603050405020304" pitchFamily="18" charset="0"/>
                <a:sym typeface="Symbol" panose="05050102010706020507" pitchFamily="18" charset="2"/>
              </a:rPr>
              <a:t>i</a:t>
            </a:r>
            <a:r>
              <a:rPr lang="en-US" altLang="en-US" sz="3000">
                <a:solidFill>
                  <a:srgbClr val="2D83F4"/>
                </a:solidFill>
                <a:ea typeface="黑体" panose="02010609060101010101" pitchFamily="49" charset="-122"/>
                <a:cs typeface="Times New Roman" panose="02020603050405020304" pitchFamily="18" charset="0"/>
                <a:sym typeface="Symbol" panose="05050102010706020507" pitchFamily="18" charset="2"/>
              </a:rPr>
              <a:t> </a:t>
            </a:r>
            <a:r>
              <a:rPr lang="en-US" altLang="zh-CN" sz="3000" i="1">
                <a:solidFill>
                  <a:srgbClr val="000000"/>
                </a:solidFill>
                <a:ea typeface="黑体" panose="02010609060101010101" pitchFamily="49" charset="-122"/>
                <a:cs typeface="Times New Roman" panose="02020603050405020304" pitchFamily="18" charset="0"/>
              </a:rPr>
              <a:t>S</a:t>
            </a:r>
            <a:r>
              <a:rPr lang="en-US" altLang="en-US" sz="3000">
                <a:solidFill>
                  <a:srgbClr val="000000"/>
                </a:solidFill>
                <a:ea typeface="黑体" panose="02010609060101010101" pitchFamily="49" charset="-122"/>
                <a:cs typeface="Times New Roman" panose="02020603050405020304" pitchFamily="18" charset="0"/>
                <a:sym typeface="Symbol" panose="05050102010706020507" pitchFamily="18" charset="2"/>
              </a:rPr>
              <a:t></a:t>
            </a:r>
            <a:r>
              <a:rPr lang="en-US" altLang="en-US" sz="3000" i="1">
                <a:solidFill>
                  <a:srgbClr val="2D83F4"/>
                </a:solidFill>
                <a:ea typeface="黑体" panose="02010609060101010101" pitchFamily="49" charset="-122"/>
                <a:cs typeface="Times New Roman" panose="02020603050405020304" pitchFamily="18" charset="0"/>
                <a:sym typeface="Symbol" panose="05050102010706020507" pitchFamily="18" charset="2"/>
              </a:rPr>
              <a:t>i </a:t>
            </a:r>
            <a:r>
              <a:rPr lang="en-US" altLang="zh-CN" sz="3000" i="1">
                <a:solidFill>
                  <a:srgbClr val="000000"/>
                </a:solidFill>
                <a:ea typeface="黑体" panose="02010609060101010101" pitchFamily="49" charset="-122"/>
                <a:cs typeface="Times New Roman" panose="02020603050405020304" pitchFamily="18" charset="0"/>
              </a:rPr>
              <a:t>S</a:t>
            </a:r>
            <a:r>
              <a:rPr lang="en-US" altLang="en-US" sz="3000" i="1">
                <a:solidFill>
                  <a:srgbClr val="000000"/>
                </a:solidFill>
                <a:ea typeface="黑体" panose="02010609060101010101" pitchFamily="49" charset="-122"/>
                <a:cs typeface="Times New Roman" panose="02020603050405020304" pitchFamily="18" charset="0"/>
                <a:sym typeface="Symbol" panose="05050102010706020507" pitchFamily="18" charset="2"/>
              </a:rPr>
              <a:t> </a:t>
            </a:r>
            <a:r>
              <a:rPr lang="en-US" altLang="en-US" sz="3000" i="1">
                <a:solidFill>
                  <a:srgbClr val="2D83F4"/>
                </a:solidFill>
                <a:ea typeface="黑体" panose="02010609060101010101" pitchFamily="49" charset="-122"/>
                <a:cs typeface="Times New Roman" panose="02020603050405020304" pitchFamily="18" charset="0"/>
                <a:sym typeface="Symbol" panose="05050102010706020507" pitchFamily="18" charset="2"/>
              </a:rPr>
              <a:t>e</a:t>
            </a:r>
            <a:r>
              <a:rPr lang="en-US" altLang="en-US" sz="3000" i="1">
                <a:solidFill>
                  <a:srgbClr val="000000"/>
                </a:solidFill>
                <a:ea typeface="黑体" panose="02010609060101010101" pitchFamily="49" charset="-122"/>
                <a:cs typeface="Times New Roman" panose="02020603050405020304" pitchFamily="18" charset="0"/>
                <a:sym typeface="Symbol" panose="05050102010706020507" pitchFamily="18" charset="2"/>
              </a:rPr>
              <a:t> </a:t>
            </a:r>
            <a:r>
              <a:rPr lang="en-US" altLang="zh-CN" sz="3000" i="1">
                <a:solidFill>
                  <a:srgbClr val="000000"/>
                </a:solidFill>
                <a:ea typeface="黑体" panose="02010609060101010101" pitchFamily="49" charset="-122"/>
                <a:cs typeface="Times New Roman" panose="02020603050405020304" pitchFamily="18" charset="0"/>
              </a:rPr>
              <a:t>S</a:t>
            </a:r>
            <a:r>
              <a:rPr lang="en-US" altLang="en-US" sz="3000">
                <a:solidFill>
                  <a:srgbClr val="000000"/>
                </a:solidFill>
                <a:ea typeface="黑体" panose="02010609060101010101" pitchFamily="49" charset="-122"/>
                <a:cs typeface="Times New Roman" panose="02020603050405020304" pitchFamily="18" charset="0"/>
                <a:sym typeface="Symbol" panose="05050102010706020507" pitchFamily="18" charset="2"/>
              </a:rPr>
              <a:t></a:t>
            </a:r>
            <a:r>
              <a:rPr lang="en-US" altLang="zh-CN" sz="3000" i="1">
                <a:solidFill>
                  <a:srgbClr val="000000"/>
                </a:solidFill>
                <a:ea typeface="黑体" panose="02010609060101010101" pitchFamily="49" charset="-122"/>
                <a:cs typeface="Times New Roman" panose="02020603050405020304" pitchFamily="18" charset="0"/>
              </a:rPr>
              <a:t>a</a:t>
            </a:r>
            <a:endParaRPr lang="en-US" altLang="zh-CN" sz="3000" i="1">
              <a:solidFill>
                <a:srgbClr val="000000"/>
              </a:solidFill>
              <a:ea typeface="黑体" panose="02010609060101010101" pitchFamily="49" charset="-122"/>
              <a:cs typeface="Times New Roman" panose="02020603050405020304" pitchFamily="18" charset="0"/>
              <a:sym typeface="Symbol" panose="05050102010706020507" pitchFamily="18" charset="2"/>
            </a:endParaRPr>
          </a:p>
        </p:txBody>
      </p:sp>
      <p:sp>
        <p:nvSpPr>
          <p:cNvPr id="88067" name="Text Box 3"/>
          <p:cNvSpPr txBox="1">
            <a:spLocks noChangeArrowheads="1"/>
          </p:cNvSpPr>
          <p:nvPr/>
        </p:nvSpPr>
        <p:spPr bwMode="auto">
          <a:xfrm>
            <a:off x="4340225" y="2611438"/>
            <a:ext cx="1455738" cy="1200150"/>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
                <a:schemeClr val="tx2"/>
              </a:buClr>
              <a:buSzPct val="75000"/>
              <a:buFont typeface="Monotype Sorts" pitchFamily="2" charset="2"/>
              <a:buNone/>
            </a:pPr>
            <a:r>
              <a:rPr lang="en-US" altLang="zh-CN" b="1" i="1">
                <a:solidFill>
                  <a:schemeClr val="tx1"/>
                </a:solidFill>
                <a:latin typeface="Times New Roman" panose="02020603050405020304" pitchFamily="18" charset="0"/>
                <a:cs typeface="Times New Roman" panose="02020603050405020304" pitchFamily="18" charset="0"/>
              </a:rPr>
              <a:t>I</a:t>
            </a:r>
            <a:r>
              <a:rPr lang="en-US" altLang="zh-CN" b="1" i="1" baseline="-25000">
                <a:solidFill>
                  <a:schemeClr val="tx1"/>
                </a:solidFill>
                <a:latin typeface="Times New Roman" panose="02020603050405020304" pitchFamily="18" charset="0"/>
                <a:cs typeface="Times New Roman" panose="02020603050405020304" pitchFamily="18" charset="0"/>
              </a:rPr>
              <a:t>4</a:t>
            </a:r>
            <a:r>
              <a:rPr lang="en-US" altLang="zh-CN" b="1">
                <a:solidFill>
                  <a:schemeClr val="tx1"/>
                </a:solidFill>
                <a:latin typeface="Times New Roman" panose="02020603050405020304" pitchFamily="18" charset="0"/>
                <a:cs typeface="Times New Roman" panose="02020603050405020304" pitchFamily="18" charset="0"/>
              </a:rPr>
              <a:t>:</a:t>
            </a:r>
          </a:p>
          <a:p>
            <a:pPr>
              <a:spcBef>
                <a:spcPct val="0"/>
              </a:spcBef>
              <a:buClr>
                <a:schemeClr val="tx2"/>
              </a:buClr>
              <a:buSzPct val="75000"/>
              <a:buFont typeface="Monotype Sorts" pitchFamily="2" charset="2"/>
              <a:buNone/>
            </a:pPr>
            <a:r>
              <a:rPr lang="en-US" altLang="zh-CN" b="1" i="1">
                <a:solidFill>
                  <a:srgbClr val="FF0000"/>
                </a:solidFill>
                <a:latin typeface="Times New Roman" panose="02020603050405020304" pitchFamily="18" charset="0"/>
                <a:cs typeface="Times New Roman" panose="02020603050405020304" pitchFamily="18" charset="0"/>
              </a:rPr>
              <a:t>S→iS</a:t>
            </a:r>
            <a:r>
              <a:rPr lang="en-US" altLang="zh-CN" b="1" i="1">
                <a:solidFill>
                  <a:srgbClr val="000000"/>
                </a:solidFill>
                <a:latin typeface="Times New Roman" panose="02020603050405020304" pitchFamily="18" charset="0"/>
                <a:cs typeface="Times New Roman" panose="02020603050405020304" pitchFamily="18" charset="0"/>
              </a:rPr>
              <a:t> </a:t>
            </a:r>
            <a:r>
              <a:rPr lang="en-US" altLang="zh-CN" b="1" i="1">
                <a:solidFill>
                  <a:srgbClr val="FF0000"/>
                </a:solidFill>
                <a:latin typeface="Times New Roman" panose="02020603050405020304" pitchFamily="18" charset="0"/>
                <a:cs typeface="Times New Roman" panose="02020603050405020304" pitchFamily="18" charset="0"/>
              </a:rPr>
              <a:t>· </a:t>
            </a:r>
          </a:p>
          <a:p>
            <a:pPr>
              <a:spcBef>
                <a:spcPct val="0"/>
              </a:spcBef>
              <a:buClr>
                <a:schemeClr val="tx2"/>
              </a:buClr>
              <a:buSzPct val="75000"/>
              <a:buFont typeface="Monotype Sorts" pitchFamily="2" charset="2"/>
              <a:buNone/>
            </a:pPr>
            <a:r>
              <a:rPr lang="en-US" altLang="zh-CN" b="1" i="1">
                <a:solidFill>
                  <a:srgbClr val="FF0000"/>
                </a:solidFill>
                <a:latin typeface="Times New Roman" panose="02020603050405020304" pitchFamily="18" charset="0"/>
                <a:cs typeface="Times New Roman" panose="02020603050405020304" pitchFamily="18" charset="0"/>
              </a:rPr>
              <a:t>S→iS</a:t>
            </a:r>
            <a:r>
              <a:rPr lang="en-US" altLang="zh-CN" b="1" i="1">
                <a:solidFill>
                  <a:srgbClr val="000000"/>
                </a:solidFill>
                <a:latin typeface="Times New Roman" panose="02020603050405020304" pitchFamily="18" charset="0"/>
                <a:cs typeface="Times New Roman" panose="02020603050405020304" pitchFamily="18" charset="0"/>
              </a:rPr>
              <a:t> </a:t>
            </a:r>
            <a:r>
              <a:rPr lang="en-US" altLang="zh-CN" b="1" i="1">
                <a:solidFill>
                  <a:srgbClr val="FF0000"/>
                </a:solidFill>
                <a:latin typeface="Times New Roman" panose="02020603050405020304" pitchFamily="18" charset="0"/>
                <a:cs typeface="Times New Roman" panose="02020603050405020304" pitchFamily="18" charset="0"/>
              </a:rPr>
              <a:t>· eS </a:t>
            </a:r>
          </a:p>
        </p:txBody>
      </p:sp>
      <p:sp>
        <p:nvSpPr>
          <p:cNvPr id="88068" name="Text Box 5"/>
          <p:cNvSpPr txBox="1">
            <a:spLocks noChangeArrowheads="1"/>
          </p:cNvSpPr>
          <p:nvPr/>
        </p:nvSpPr>
        <p:spPr bwMode="auto">
          <a:xfrm>
            <a:off x="827088" y="1019175"/>
            <a:ext cx="1377950" cy="1846263"/>
          </a:xfrm>
          <a:prstGeom prst="rect">
            <a:avLst/>
          </a:prstGeom>
          <a:solidFill>
            <a:srgbClr val="B5CEED"/>
          </a:solidFill>
          <a:ln w="12700">
            <a:solidFill>
              <a:schemeClr val="tx1"/>
            </a:solidFill>
            <a:miter lim="800000"/>
            <a:headEnd type="none" w="sm" len="sm"/>
            <a:tailEnd type="none" w="sm" len="sm"/>
          </a:ln>
        </p:spPr>
        <p:txBody>
          <a:bodyPr tIns="0" bIns="0">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I</a:t>
            </a:r>
            <a:r>
              <a:rPr lang="en-US" altLang="zh-CN" b="1" i="1" baseline="-25000">
                <a:solidFill>
                  <a:schemeClr val="tx1"/>
                </a:solidFill>
                <a:latin typeface="Times New Roman" panose="02020603050405020304" pitchFamily="18" charset="0"/>
                <a:cs typeface="Times New Roman" panose="02020603050405020304" pitchFamily="18" charset="0"/>
              </a:rPr>
              <a:t>0</a:t>
            </a:r>
            <a:r>
              <a:rPr lang="en-US" altLang="zh-CN" b="1">
                <a:solidFill>
                  <a:schemeClr val="tx1"/>
                </a:solidFill>
                <a:latin typeface="Times New Roman" panose="02020603050405020304" pitchFamily="18" charset="0"/>
                <a:cs typeface="Times New Roman" panose="02020603050405020304" pitchFamily="18" charset="0"/>
              </a:rPr>
              <a:t>:</a:t>
            </a:r>
          </a:p>
          <a:p>
            <a:pPr>
              <a:spcBef>
                <a:spcPct val="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S′→</a:t>
            </a:r>
            <a:r>
              <a:rPr lang="en-US" altLang="zh-CN" b="1" i="1">
                <a:solidFill>
                  <a:srgbClr val="000000"/>
                </a:solidFill>
                <a:latin typeface="Times New Roman" panose="02020603050405020304" pitchFamily="18" charset="0"/>
                <a:cs typeface="Times New Roman" panose="02020603050405020304" pitchFamily="18" charset="0"/>
              </a:rPr>
              <a:t> · </a:t>
            </a:r>
            <a:r>
              <a:rPr lang="en-US" altLang="zh-CN" b="1" i="1">
                <a:solidFill>
                  <a:schemeClr val="tx1"/>
                </a:solidFill>
                <a:latin typeface="Times New Roman" panose="02020603050405020304" pitchFamily="18" charset="0"/>
                <a:cs typeface="Times New Roman" panose="02020603050405020304" pitchFamily="18" charset="0"/>
              </a:rPr>
              <a:t>S</a:t>
            </a:r>
          </a:p>
          <a:p>
            <a:pPr eaLnBrk="1" hangingPunct="1">
              <a:spcBef>
                <a:spcPct val="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S→</a:t>
            </a:r>
            <a:r>
              <a:rPr lang="en-US" altLang="zh-CN" b="1" i="1">
                <a:solidFill>
                  <a:srgbClr val="000000"/>
                </a:solidFill>
                <a:latin typeface="Times New Roman" panose="02020603050405020304" pitchFamily="18" charset="0"/>
                <a:cs typeface="Times New Roman" panose="02020603050405020304" pitchFamily="18" charset="0"/>
              </a:rPr>
              <a:t> · </a:t>
            </a:r>
            <a:r>
              <a:rPr lang="en-US" altLang="zh-CN" b="1" i="1">
                <a:solidFill>
                  <a:schemeClr val="tx1"/>
                </a:solidFill>
                <a:latin typeface="Times New Roman" panose="02020603050405020304" pitchFamily="18" charset="0"/>
                <a:cs typeface="Times New Roman" panose="02020603050405020304" pitchFamily="18" charset="0"/>
              </a:rPr>
              <a:t>iS  S→</a:t>
            </a:r>
            <a:r>
              <a:rPr lang="en-US" altLang="zh-CN" b="1" i="1">
                <a:solidFill>
                  <a:srgbClr val="000000"/>
                </a:solidFill>
                <a:latin typeface="Times New Roman" panose="02020603050405020304" pitchFamily="18" charset="0"/>
                <a:cs typeface="Times New Roman" panose="02020603050405020304" pitchFamily="18" charset="0"/>
              </a:rPr>
              <a:t> ·</a:t>
            </a:r>
            <a:r>
              <a:rPr lang="en-US" altLang="zh-CN" b="1" i="1">
                <a:solidFill>
                  <a:schemeClr val="tx1"/>
                </a:solidFill>
                <a:latin typeface="Times New Roman" panose="02020603050405020304" pitchFamily="18" charset="0"/>
                <a:cs typeface="Times New Roman" panose="02020603050405020304" pitchFamily="18" charset="0"/>
              </a:rPr>
              <a:t>iSeS</a:t>
            </a:r>
          </a:p>
          <a:p>
            <a:pPr eaLnBrk="1" hangingPunct="1">
              <a:spcBef>
                <a:spcPct val="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S →</a:t>
            </a:r>
            <a:r>
              <a:rPr lang="en-US" altLang="zh-CN" b="1" i="1">
                <a:solidFill>
                  <a:srgbClr val="000000"/>
                </a:solidFill>
                <a:latin typeface="Times New Roman" panose="02020603050405020304" pitchFamily="18" charset="0"/>
                <a:cs typeface="Times New Roman" panose="02020603050405020304" pitchFamily="18" charset="0"/>
              </a:rPr>
              <a:t> · </a:t>
            </a:r>
            <a:r>
              <a:rPr lang="en-US" altLang="zh-CN" b="1" i="1">
                <a:solidFill>
                  <a:schemeClr val="tx1"/>
                </a:solidFill>
                <a:latin typeface="Times New Roman" panose="02020603050405020304" pitchFamily="18" charset="0"/>
                <a:cs typeface="Times New Roman" panose="02020603050405020304" pitchFamily="18" charset="0"/>
              </a:rPr>
              <a:t>a</a:t>
            </a:r>
          </a:p>
        </p:txBody>
      </p:sp>
      <p:sp>
        <p:nvSpPr>
          <p:cNvPr id="88069" name="Text Box 6"/>
          <p:cNvSpPr txBox="1">
            <a:spLocks noChangeArrowheads="1"/>
          </p:cNvSpPr>
          <p:nvPr/>
        </p:nvSpPr>
        <p:spPr bwMode="auto">
          <a:xfrm>
            <a:off x="2209800" y="957263"/>
            <a:ext cx="4572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S</a:t>
            </a:r>
          </a:p>
        </p:txBody>
      </p:sp>
      <p:sp>
        <p:nvSpPr>
          <p:cNvPr id="88070" name="Line 7"/>
          <p:cNvSpPr>
            <a:spLocks noChangeShapeType="1"/>
          </p:cNvSpPr>
          <p:nvPr/>
        </p:nvSpPr>
        <p:spPr bwMode="auto">
          <a:xfrm flipV="1">
            <a:off x="2209800" y="1419225"/>
            <a:ext cx="3175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8071" name="Text Box 8"/>
          <p:cNvSpPr txBox="1">
            <a:spLocks noChangeArrowheads="1"/>
          </p:cNvSpPr>
          <p:nvPr/>
        </p:nvSpPr>
        <p:spPr bwMode="auto">
          <a:xfrm>
            <a:off x="2532063" y="739775"/>
            <a:ext cx="1465262" cy="830263"/>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I</a:t>
            </a:r>
            <a:r>
              <a:rPr lang="en-US" altLang="zh-CN" b="1" i="1" baseline="-25000">
                <a:solidFill>
                  <a:schemeClr val="tx1"/>
                </a:solidFill>
                <a:latin typeface="Times New Roman" panose="02020603050405020304" pitchFamily="18" charset="0"/>
                <a:cs typeface="Times New Roman" panose="02020603050405020304" pitchFamily="18" charset="0"/>
              </a:rPr>
              <a:t>1</a:t>
            </a:r>
            <a:r>
              <a:rPr lang="en-US" altLang="zh-CN" b="1">
                <a:solidFill>
                  <a:schemeClr val="tx1"/>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S′ →S</a:t>
            </a:r>
            <a:r>
              <a:rPr lang="en-US" altLang="zh-CN" b="1" i="1">
                <a:solidFill>
                  <a:srgbClr val="000000"/>
                </a:solidFill>
                <a:latin typeface="Times New Roman" panose="02020603050405020304" pitchFamily="18" charset="0"/>
                <a:cs typeface="Times New Roman" panose="02020603050405020304" pitchFamily="18" charset="0"/>
              </a:rPr>
              <a:t> ·</a:t>
            </a:r>
            <a:r>
              <a:rPr lang="en-US" altLang="zh-CN" b="1" i="1">
                <a:solidFill>
                  <a:schemeClr val="tx1"/>
                </a:solidFill>
                <a:latin typeface="Times New Roman" panose="02020603050405020304" pitchFamily="18" charset="0"/>
                <a:cs typeface="Times New Roman" panose="02020603050405020304" pitchFamily="18" charset="0"/>
              </a:rPr>
              <a:t> </a:t>
            </a:r>
          </a:p>
        </p:txBody>
      </p:sp>
      <p:sp>
        <p:nvSpPr>
          <p:cNvPr id="88072" name="Text Box 9"/>
          <p:cNvSpPr txBox="1">
            <a:spLocks noChangeArrowheads="1"/>
          </p:cNvSpPr>
          <p:nvPr/>
        </p:nvSpPr>
        <p:spPr bwMode="auto">
          <a:xfrm>
            <a:off x="3924300" y="2614613"/>
            <a:ext cx="4572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S</a:t>
            </a:r>
          </a:p>
        </p:txBody>
      </p:sp>
      <p:sp>
        <p:nvSpPr>
          <p:cNvPr id="88073" name="Line 10"/>
          <p:cNvSpPr>
            <a:spLocks noChangeShapeType="1"/>
          </p:cNvSpPr>
          <p:nvPr/>
        </p:nvSpPr>
        <p:spPr bwMode="auto">
          <a:xfrm flipV="1">
            <a:off x="2163763" y="2117725"/>
            <a:ext cx="388937"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8074" name="Text Box 11"/>
          <p:cNvSpPr txBox="1">
            <a:spLocks noChangeArrowheads="1"/>
          </p:cNvSpPr>
          <p:nvPr/>
        </p:nvSpPr>
        <p:spPr bwMode="auto">
          <a:xfrm>
            <a:off x="2532063" y="1635125"/>
            <a:ext cx="1465262" cy="2308225"/>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I</a:t>
            </a:r>
            <a:r>
              <a:rPr lang="en-US" altLang="zh-CN" b="1" i="1" baseline="-25000">
                <a:solidFill>
                  <a:schemeClr val="tx1"/>
                </a:solidFill>
                <a:latin typeface="Times New Roman" panose="02020603050405020304" pitchFamily="18" charset="0"/>
                <a:cs typeface="Times New Roman" panose="02020603050405020304" pitchFamily="18" charset="0"/>
              </a:rPr>
              <a:t>2</a:t>
            </a:r>
            <a:r>
              <a:rPr lang="en-US" altLang="zh-CN" b="1">
                <a:solidFill>
                  <a:schemeClr val="tx1"/>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S→i</a:t>
            </a:r>
            <a:r>
              <a:rPr lang="en-US" altLang="zh-CN" b="1" i="1">
                <a:solidFill>
                  <a:srgbClr val="000000"/>
                </a:solidFill>
                <a:latin typeface="Times New Roman" panose="02020603050405020304" pitchFamily="18" charset="0"/>
                <a:cs typeface="Times New Roman" panose="02020603050405020304" pitchFamily="18" charset="0"/>
              </a:rPr>
              <a:t> · </a:t>
            </a:r>
            <a:r>
              <a:rPr lang="en-US" altLang="zh-CN" b="1" i="1">
                <a:solidFill>
                  <a:schemeClr val="tx1"/>
                </a:solidFill>
                <a:latin typeface="Times New Roman" panose="02020603050405020304" pitchFamily="18" charset="0"/>
                <a:cs typeface="Times New Roman" panose="02020603050405020304" pitchFamily="18" charset="0"/>
              </a:rPr>
              <a:t>S  </a:t>
            </a:r>
          </a:p>
          <a:p>
            <a:pPr eaLnBrk="1" hangingPunct="1">
              <a:spcBef>
                <a:spcPct val="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S→i</a:t>
            </a:r>
            <a:r>
              <a:rPr lang="en-US" altLang="zh-CN" b="1" i="1">
                <a:solidFill>
                  <a:srgbClr val="000000"/>
                </a:solidFill>
                <a:latin typeface="Times New Roman" panose="02020603050405020304" pitchFamily="18" charset="0"/>
                <a:cs typeface="Times New Roman" panose="02020603050405020304" pitchFamily="18" charset="0"/>
              </a:rPr>
              <a:t> · </a:t>
            </a:r>
            <a:r>
              <a:rPr lang="en-US" altLang="zh-CN" b="1" i="1">
                <a:solidFill>
                  <a:schemeClr val="tx1"/>
                </a:solidFill>
                <a:latin typeface="Times New Roman" panose="02020603050405020304" pitchFamily="18" charset="0"/>
                <a:cs typeface="Times New Roman" panose="02020603050405020304" pitchFamily="18" charset="0"/>
              </a:rPr>
              <a:t>SeS </a:t>
            </a:r>
          </a:p>
          <a:p>
            <a:pPr eaLnBrk="1" hangingPunct="1">
              <a:spcBef>
                <a:spcPct val="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S→</a:t>
            </a:r>
            <a:r>
              <a:rPr lang="en-US" altLang="zh-CN" b="1" i="1">
                <a:solidFill>
                  <a:srgbClr val="000000"/>
                </a:solidFill>
                <a:latin typeface="Times New Roman" panose="02020603050405020304" pitchFamily="18" charset="0"/>
                <a:cs typeface="Times New Roman" panose="02020603050405020304" pitchFamily="18" charset="0"/>
              </a:rPr>
              <a:t> · </a:t>
            </a:r>
            <a:r>
              <a:rPr lang="en-US" altLang="zh-CN" b="1" i="1">
                <a:solidFill>
                  <a:schemeClr val="tx1"/>
                </a:solidFill>
                <a:latin typeface="Times New Roman" panose="02020603050405020304" pitchFamily="18" charset="0"/>
                <a:cs typeface="Times New Roman" panose="02020603050405020304" pitchFamily="18" charset="0"/>
              </a:rPr>
              <a:t>iS  S→</a:t>
            </a:r>
            <a:r>
              <a:rPr lang="en-US" altLang="zh-CN" b="1" i="1">
                <a:solidFill>
                  <a:srgbClr val="000000"/>
                </a:solidFill>
                <a:latin typeface="Times New Roman" panose="02020603050405020304" pitchFamily="18" charset="0"/>
                <a:cs typeface="Times New Roman" panose="02020603050405020304" pitchFamily="18" charset="0"/>
              </a:rPr>
              <a:t> · </a:t>
            </a:r>
            <a:r>
              <a:rPr lang="en-US" altLang="zh-CN" b="1" i="1">
                <a:solidFill>
                  <a:schemeClr val="tx1"/>
                </a:solidFill>
                <a:latin typeface="Times New Roman" panose="02020603050405020304" pitchFamily="18" charset="0"/>
                <a:cs typeface="Times New Roman" panose="02020603050405020304" pitchFamily="18" charset="0"/>
              </a:rPr>
              <a:t>iSeS</a:t>
            </a:r>
          </a:p>
          <a:p>
            <a:pPr eaLnBrk="1" hangingPunct="1">
              <a:spcBef>
                <a:spcPct val="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S →</a:t>
            </a:r>
            <a:r>
              <a:rPr lang="en-US" altLang="zh-CN" b="1" i="1">
                <a:solidFill>
                  <a:srgbClr val="000000"/>
                </a:solidFill>
                <a:latin typeface="Times New Roman" panose="02020603050405020304" pitchFamily="18" charset="0"/>
                <a:cs typeface="Times New Roman" panose="02020603050405020304" pitchFamily="18" charset="0"/>
              </a:rPr>
              <a:t> · </a:t>
            </a:r>
            <a:r>
              <a:rPr lang="en-US" altLang="zh-CN" b="1" i="1">
                <a:solidFill>
                  <a:schemeClr val="tx1"/>
                </a:solidFill>
                <a:latin typeface="Times New Roman" panose="02020603050405020304" pitchFamily="18" charset="0"/>
                <a:cs typeface="Times New Roman" panose="02020603050405020304" pitchFamily="18" charset="0"/>
              </a:rPr>
              <a:t>a</a:t>
            </a:r>
          </a:p>
        </p:txBody>
      </p:sp>
      <p:sp>
        <p:nvSpPr>
          <p:cNvPr id="88075" name="Text Box 12"/>
          <p:cNvSpPr txBox="1">
            <a:spLocks noChangeArrowheads="1"/>
          </p:cNvSpPr>
          <p:nvPr/>
        </p:nvSpPr>
        <p:spPr bwMode="auto">
          <a:xfrm>
            <a:off x="6657975" y="1419225"/>
            <a:ext cx="457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S</a:t>
            </a:r>
          </a:p>
        </p:txBody>
      </p:sp>
      <p:sp>
        <p:nvSpPr>
          <p:cNvPr id="88076" name="Line 13"/>
          <p:cNvSpPr>
            <a:spLocks noChangeShapeType="1"/>
          </p:cNvSpPr>
          <p:nvPr/>
        </p:nvSpPr>
        <p:spPr bwMode="auto">
          <a:xfrm flipV="1">
            <a:off x="6657975" y="1458913"/>
            <a:ext cx="0" cy="32385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8077" name="Freeform 14"/>
          <p:cNvSpPr>
            <a:spLocks noChangeArrowheads="1"/>
          </p:cNvSpPr>
          <p:nvPr/>
        </p:nvSpPr>
        <p:spPr bwMode="auto">
          <a:xfrm rot="5400000">
            <a:off x="1917700" y="3251200"/>
            <a:ext cx="792163" cy="379413"/>
          </a:xfrm>
          <a:custGeom>
            <a:avLst/>
            <a:gdLst>
              <a:gd name="T0" fmla="*/ 2147483646 w 499"/>
              <a:gd name="T1" fmla="*/ 0 h 318"/>
              <a:gd name="T2" fmla="*/ 2147483646 w 499"/>
              <a:gd name="T3" fmla="*/ 2147483646 h 318"/>
              <a:gd name="T4" fmla="*/ 0 w 499"/>
              <a:gd name="T5" fmla="*/ 0 h 318"/>
              <a:gd name="T6" fmla="*/ 0 60000 65536"/>
              <a:gd name="T7" fmla="*/ 0 60000 65536"/>
              <a:gd name="T8" fmla="*/ 0 60000 65536"/>
              <a:gd name="T9" fmla="*/ 0 w 499"/>
              <a:gd name="T10" fmla="*/ 0 h 318"/>
              <a:gd name="T11" fmla="*/ 499 w 499"/>
              <a:gd name="T12" fmla="*/ 318 h 318"/>
            </a:gdLst>
            <a:ahLst/>
            <a:cxnLst>
              <a:cxn ang="T6">
                <a:pos x="T0" y="T1"/>
              </a:cxn>
              <a:cxn ang="T7">
                <a:pos x="T2" y="T3"/>
              </a:cxn>
              <a:cxn ang="T8">
                <a:pos x="T4" y="T5"/>
              </a:cxn>
            </a:cxnLst>
            <a:rect l="T9" t="T10" r="T11" b="T12"/>
            <a:pathLst>
              <a:path w="499" h="318">
                <a:moveTo>
                  <a:pt x="499" y="0"/>
                </a:moveTo>
                <a:cubicBezTo>
                  <a:pt x="427" y="159"/>
                  <a:pt x="355" y="318"/>
                  <a:pt x="272" y="318"/>
                </a:cubicBezTo>
                <a:cubicBezTo>
                  <a:pt x="189" y="318"/>
                  <a:pt x="94" y="159"/>
                  <a:pt x="0" y="0"/>
                </a:cubicBezTo>
              </a:path>
            </a:pathLst>
          </a:custGeom>
          <a:noFill/>
          <a:ln w="38100">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8078" name="Text Box 15"/>
          <p:cNvSpPr txBox="1">
            <a:spLocks noChangeArrowheads="1"/>
          </p:cNvSpPr>
          <p:nvPr/>
        </p:nvSpPr>
        <p:spPr bwMode="auto">
          <a:xfrm>
            <a:off x="2184400" y="1676400"/>
            <a:ext cx="457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i</a:t>
            </a:r>
          </a:p>
        </p:txBody>
      </p:sp>
      <p:sp>
        <p:nvSpPr>
          <p:cNvPr id="88079" name="Text Box 16"/>
          <p:cNvSpPr txBox="1">
            <a:spLocks noChangeArrowheads="1"/>
          </p:cNvSpPr>
          <p:nvPr/>
        </p:nvSpPr>
        <p:spPr bwMode="auto">
          <a:xfrm>
            <a:off x="2162175" y="3190875"/>
            <a:ext cx="457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i</a:t>
            </a:r>
          </a:p>
        </p:txBody>
      </p:sp>
      <p:sp>
        <p:nvSpPr>
          <p:cNvPr id="88080" name="Text Box 17"/>
          <p:cNvSpPr txBox="1">
            <a:spLocks noChangeArrowheads="1"/>
          </p:cNvSpPr>
          <p:nvPr/>
        </p:nvSpPr>
        <p:spPr bwMode="auto">
          <a:xfrm>
            <a:off x="5773738" y="2622550"/>
            <a:ext cx="457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e</a:t>
            </a:r>
          </a:p>
        </p:txBody>
      </p:sp>
      <p:sp>
        <p:nvSpPr>
          <p:cNvPr id="88081" name="Text Box 19"/>
          <p:cNvSpPr txBox="1">
            <a:spLocks noChangeArrowheads="1"/>
          </p:cNvSpPr>
          <p:nvPr/>
        </p:nvSpPr>
        <p:spPr bwMode="auto">
          <a:xfrm>
            <a:off x="6156325" y="1806575"/>
            <a:ext cx="1584325" cy="1939925"/>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I</a:t>
            </a:r>
            <a:r>
              <a:rPr lang="en-US" altLang="zh-CN" b="1" i="1" baseline="-25000">
                <a:solidFill>
                  <a:schemeClr val="tx1"/>
                </a:solidFill>
                <a:latin typeface="Times New Roman" panose="02020603050405020304" pitchFamily="18" charset="0"/>
                <a:cs typeface="Times New Roman" panose="02020603050405020304" pitchFamily="18" charset="0"/>
              </a:rPr>
              <a:t>5</a:t>
            </a:r>
            <a:r>
              <a:rPr lang="en-US" altLang="zh-CN" b="1">
                <a:solidFill>
                  <a:schemeClr val="tx1"/>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S→iSe</a:t>
            </a:r>
            <a:r>
              <a:rPr lang="en-US" altLang="zh-CN" b="1" i="1">
                <a:solidFill>
                  <a:srgbClr val="000000"/>
                </a:solidFill>
                <a:latin typeface="Times New Roman" panose="02020603050405020304" pitchFamily="18" charset="0"/>
                <a:cs typeface="Times New Roman" panose="02020603050405020304" pitchFamily="18" charset="0"/>
              </a:rPr>
              <a:t> · </a:t>
            </a:r>
            <a:r>
              <a:rPr lang="en-US" altLang="zh-CN" b="1" i="1">
                <a:solidFill>
                  <a:schemeClr val="tx1"/>
                </a:solidFill>
                <a:latin typeface="Times New Roman" panose="02020603050405020304" pitchFamily="18" charset="0"/>
                <a:cs typeface="Times New Roman" panose="02020603050405020304" pitchFamily="18" charset="0"/>
              </a:rPr>
              <a:t>S</a:t>
            </a:r>
          </a:p>
          <a:p>
            <a:pPr eaLnBrk="1" hangingPunct="1">
              <a:spcBef>
                <a:spcPct val="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S→</a:t>
            </a:r>
            <a:r>
              <a:rPr lang="en-US" altLang="zh-CN" b="1" i="1">
                <a:solidFill>
                  <a:srgbClr val="000000"/>
                </a:solidFill>
                <a:latin typeface="Times New Roman" panose="02020603050405020304" pitchFamily="18" charset="0"/>
                <a:cs typeface="Times New Roman" panose="02020603050405020304" pitchFamily="18" charset="0"/>
              </a:rPr>
              <a:t> · </a:t>
            </a:r>
            <a:r>
              <a:rPr lang="en-US" altLang="zh-CN" b="1" i="1">
                <a:solidFill>
                  <a:schemeClr val="tx1"/>
                </a:solidFill>
                <a:latin typeface="Times New Roman" panose="02020603050405020304" pitchFamily="18" charset="0"/>
                <a:cs typeface="Times New Roman" panose="02020603050405020304" pitchFamily="18" charset="0"/>
              </a:rPr>
              <a:t>iS  S→</a:t>
            </a:r>
            <a:r>
              <a:rPr lang="en-US" altLang="zh-CN" b="1" i="1">
                <a:solidFill>
                  <a:srgbClr val="000000"/>
                </a:solidFill>
                <a:latin typeface="Times New Roman" panose="02020603050405020304" pitchFamily="18" charset="0"/>
                <a:cs typeface="Times New Roman" panose="02020603050405020304" pitchFamily="18" charset="0"/>
              </a:rPr>
              <a:t> · </a:t>
            </a:r>
            <a:r>
              <a:rPr lang="en-US" altLang="zh-CN" b="1" i="1">
                <a:solidFill>
                  <a:schemeClr val="tx1"/>
                </a:solidFill>
                <a:latin typeface="Times New Roman" panose="02020603050405020304" pitchFamily="18" charset="0"/>
                <a:cs typeface="Times New Roman" panose="02020603050405020304" pitchFamily="18" charset="0"/>
              </a:rPr>
              <a:t>iSeS</a:t>
            </a:r>
          </a:p>
          <a:p>
            <a:pPr eaLnBrk="1" hangingPunct="1">
              <a:spcBef>
                <a:spcPct val="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S → · a</a:t>
            </a:r>
          </a:p>
        </p:txBody>
      </p:sp>
      <p:sp>
        <p:nvSpPr>
          <p:cNvPr id="88082" name="Text Box 20"/>
          <p:cNvSpPr txBox="1">
            <a:spLocks noChangeArrowheads="1"/>
          </p:cNvSpPr>
          <p:nvPr/>
        </p:nvSpPr>
        <p:spPr bwMode="auto">
          <a:xfrm>
            <a:off x="6156325" y="627063"/>
            <a:ext cx="1584325" cy="831850"/>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I</a:t>
            </a:r>
            <a:r>
              <a:rPr lang="en-US" altLang="zh-CN" b="1" i="1" baseline="-25000">
                <a:solidFill>
                  <a:schemeClr val="tx1"/>
                </a:solidFill>
                <a:latin typeface="Times New Roman" panose="02020603050405020304" pitchFamily="18" charset="0"/>
                <a:cs typeface="Times New Roman" panose="02020603050405020304" pitchFamily="18" charset="0"/>
              </a:rPr>
              <a:t>6</a:t>
            </a:r>
            <a:r>
              <a:rPr lang="en-US" altLang="zh-CN" b="1">
                <a:solidFill>
                  <a:schemeClr val="tx1"/>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S→iSeS</a:t>
            </a:r>
            <a:r>
              <a:rPr lang="en-US" altLang="zh-CN" b="1" i="1">
                <a:solidFill>
                  <a:srgbClr val="000000"/>
                </a:solidFill>
                <a:latin typeface="Times New Roman" panose="02020603050405020304" pitchFamily="18" charset="0"/>
                <a:cs typeface="Times New Roman" panose="02020603050405020304" pitchFamily="18" charset="0"/>
              </a:rPr>
              <a:t> ·</a:t>
            </a:r>
            <a:endParaRPr lang="en-US" altLang="zh-CN" b="1" i="1">
              <a:solidFill>
                <a:schemeClr val="tx1"/>
              </a:solidFill>
              <a:latin typeface="Times New Roman" panose="02020603050405020304" pitchFamily="18" charset="0"/>
              <a:cs typeface="Times New Roman" panose="02020603050405020304" pitchFamily="18" charset="0"/>
            </a:endParaRPr>
          </a:p>
        </p:txBody>
      </p:sp>
      <p:sp>
        <p:nvSpPr>
          <p:cNvPr id="88083" name="Freeform 21"/>
          <p:cNvSpPr>
            <a:spLocks noChangeArrowheads="1"/>
          </p:cNvSpPr>
          <p:nvPr/>
        </p:nvSpPr>
        <p:spPr bwMode="auto">
          <a:xfrm>
            <a:off x="3622675" y="3803650"/>
            <a:ext cx="3325813" cy="925513"/>
          </a:xfrm>
          <a:custGeom>
            <a:avLst/>
            <a:gdLst>
              <a:gd name="T0" fmla="*/ 2147483646 w 2404"/>
              <a:gd name="T1" fmla="*/ 0 h 801"/>
              <a:gd name="T2" fmla="*/ 2147483646 w 2404"/>
              <a:gd name="T3" fmla="*/ 2147483646 h 801"/>
              <a:gd name="T4" fmla="*/ 0 w 2404"/>
              <a:gd name="T5" fmla="*/ 2147483646 h 801"/>
              <a:gd name="T6" fmla="*/ 0 60000 65536"/>
              <a:gd name="T7" fmla="*/ 0 60000 65536"/>
              <a:gd name="T8" fmla="*/ 0 60000 65536"/>
              <a:gd name="T9" fmla="*/ 0 w 2404"/>
              <a:gd name="T10" fmla="*/ 0 h 801"/>
              <a:gd name="T11" fmla="*/ 2404 w 2404"/>
              <a:gd name="T12" fmla="*/ 801 h 801"/>
            </a:gdLst>
            <a:ahLst/>
            <a:cxnLst>
              <a:cxn ang="T6">
                <a:pos x="T0" y="T1"/>
              </a:cxn>
              <a:cxn ang="T7">
                <a:pos x="T2" y="T3"/>
              </a:cxn>
              <a:cxn ang="T8">
                <a:pos x="T4" y="T5"/>
              </a:cxn>
            </a:cxnLst>
            <a:rect l="T9" t="T10" r="T11" b="T12"/>
            <a:pathLst>
              <a:path w="2404" h="801">
                <a:moveTo>
                  <a:pt x="2404" y="0"/>
                </a:moveTo>
                <a:cubicBezTo>
                  <a:pt x="2105" y="370"/>
                  <a:pt x="1807" y="741"/>
                  <a:pt x="1406" y="771"/>
                </a:cubicBezTo>
                <a:cubicBezTo>
                  <a:pt x="1005" y="801"/>
                  <a:pt x="502" y="491"/>
                  <a:pt x="0" y="181"/>
                </a:cubicBezTo>
              </a:path>
            </a:pathLst>
          </a:custGeom>
          <a:noFill/>
          <a:ln w="38100">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8084" name="Text Box 22"/>
          <p:cNvSpPr txBox="1">
            <a:spLocks noChangeArrowheads="1"/>
          </p:cNvSpPr>
          <p:nvPr/>
        </p:nvSpPr>
        <p:spPr bwMode="auto">
          <a:xfrm>
            <a:off x="6376988" y="3746500"/>
            <a:ext cx="457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i</a:t>
            </a:r>
          </a:p>
        </p:txBody>
      </p:sp>
      <p:sp>
        <p:nvSpPr>
          <p:cNvPr id="2" name="圆角矩形标注 1"/>
          <p:cNvSpPr/>
          <p:nvPr/>
        </p:nvSpPr>
        <p:spPr>
          <a:xfrm>
            <a:off x="4087813" y="1143000"/>
            <a:ext cx="1909762" cy="1071563"/>
          </a:xfrm>
          <a:prstGeom prst="wedgeRoundRectCallout">
            <a:avLst>
              <a:gd name="adj1" fmla="val 1942"/>
              <a:gd name="adj2" fmla="val 75756"/>
              <a:gd name="adj3" fmla="val 16667"/>
            </a:avLst>
          </a:prstGeom>
          <a:solidFill>
            <a:schemeClr val="accent5">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buFont typeface="Arial" panose="020B0604020202020204" pitchFamily="34" charset="0"/>
              <a:buNone/>
              <a:defRPr/>
            </a:pPr>
            <a:r>
              <a:rPr lang="zh-CN" altLang="en-US" sz="2000" b="1" noProof="1">
                <a:solidFill>
                  <a:srgbClr val="000000"/>
                </a:solidFill>
                <a:latin typeface="Times New Roman" panose="02020603050405020304" pitchFamily="18" charset="0"/>
                <a:ea typeface="楷体" panose="02010609060101010101" pitchFamily="49" charset="-122"/>
              </a:rPr>
              <a:t>选择移进</a:t>
            </a:r>
            <a:r>
              <a:rPr lang="en-US" altLang="zh-CN" sz="2000" b="1" i="1" noProof="1">
                <a:solidFill>
                  <a:srgbClr val="000000"/>
                </a:solidFill>
                <a:latin typeface="Times New Roman" panose="02020603050405020304" pitchFamily="18" charset="0"/>
                <a:ea typeface="Times New Roman" panose="02020603050405020304" pitchFamily="18" charset="0"/>
              </a:rPr>
              <a:t>else</a:t>
            </a:r>
            <a:r>
              <a:rPr lang="zh-CN" altLang="en-US" sz="2000" b="1" noProof="1">
                <a:solidFill>
                  <a:srgbClr val="000000"/>
                </a:solidFill>
                <a:latin typeface="Times New Roman" panose="02020603050405020304" pitchFamily="18" charset="0"/>
                <a:ea typeface="楷体" panose="02010609060101010101" pitchFamily="49" charset="-122"/>
              </a:rPr>
              <a:t>，以便让它与前面的</a:t>
            </a:r>
            <a:r>
              <a:rPr lang="en-US" altLang="zh-CN" sz="2000" b="1" i="1" noProof="1">
                <a:solidFill>
                  <a:srgbClr val="000000"/>
                </a:solidFill>
                <a:latin typeface="Times New Roman" panose="02020603050405020304" pitchFamily="18" charset="0"/>
                <a:ea typeface="Times New Roman" panose="02020603050405020304" pitchFamily="18" charset="0"/>
              </a:rPr>
              <a:t>then</a:t>
            </a:r>
            <a:r>
              <a:rPr lang="zh-CN" altLang="en-US" sz="2000" b="1" noProof="1">
                <a:solidFill>
                  <a:srgbClr val="000000"/>
                </a:solidFill>
                <a:latin typeface="Times New Roman" panose="02020603050405020304" pitchFamily="18" charset="0"/>
                <a:ea typeface="楷体" panose="02010609060101010101" pitchFamily="49" charset="-122"/>
              </a:rPr>
              <a:t>配对</a:t>
            </a:r>
          </a:p>
        </p:txBody>
      </p:sp>
      <p:sp>
        <p:nvSpPr>
          <p:cNvPr id="88086" name="Text Box 3"/>
          <p:cNvSpPr txBox="1">
            <a:spLocks noChangeArrowheads="1"/>
          </p:cNvSpPr>
          <p:nvPr/>
        </p:nvSpPr>
        <p:spPr bwMode="auto">
          <a:xfrm>
            <a:off x="2513013" y="4267200"/>
            <a:ext cx="1484312" cy="733425"/>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nSpc>
                <a:spcPts val="2500"/>
              </a:lnSpc>
              <a:spcBef>
                <a:spcPct val="0"/>
              </a:spcBef>
              <a:buClr>
                <a:schemeClr val="tx2"/>
              </a:buClr>
              <a:buSzPct val="75000"/>
              <a:buFont typeface="Monotype Sorts" pitchFamily="2" charset="2"/>
              <a:buNone/>
            </a:pPr>
            <a:r>
              <a:rPr lang="en-US" altLang="zh-CN" b="1" i="1">
                <a:solidFill>
                  <a:schemeClr val="tx1"/>
                </a:solidFill>
                <a:latin typeface="Times New Roman" panose="02020603050405020304" pitchFamily="18" charset="0"/>
                <a:cs typeface="Times New Roman" panose="02020603050405020304" pitchFamily="18" charset="0"/>
              </a:rPr>
              <a:t>I</a:t>
            </a:r>
            <a:r>
              <a:rPr lang="en-US" altLang="zh-CN" b="1" i="1" baseline="-25000">
                <a:solidFill>
                  <a:schemeClr val="tx1"/>
                </a:solidFill>
                <a:latin typeface="Times New Roman" panose="02020603050405020304" pitchFamily="18" charset="0"/>
                <a:cs typeface="Times New Roman" panose="02020603050405020304" pitchFamily="18" charset="0"/>
              </a:rPr>
              <a:t>3</a:t>
            </a:r>
            <a:r>
              <a:rPr lang="en-US" altLang="zh-CN" b="1">
                <a:solidFill>
                  <a:schemeClr val="tx1"/>
                </a:solidFill>
                <a:latin typeface="Times New Roman" panose="02020603050405020304" pitchFamily="18" charset="0"/>
                <a:cs typeface="Times New Roman" panose="02020603050405020304" pitchFamily="18" charset="0"/>
              </a:rPr>
              <a:t>:</a:t>
            </a:r>
          </a:p>
          <a:p>
            <a:pPr>
              <a:lnSpc>
                <a:spcPts val="2500"/>
              </a:lnSpc>
              <a:spcBef>
                <a:spcPct val="0"/>
              </a:spcBef>
              <a:buClr>
                <a:schemeClr val="tx2"/>
              </a:buClr>
              <a:buSzPct val="75000"/>
              <a:buFont typeface="Monotype Sorts" pitchFamily="2" charset="2"/>
              <a:buNone/>
            </a:pPr>
            <a:r>
              <a:rPr lang="en-US" altLang="zh-CN" b="1" i="1">
                <a:solidFill>
                  <a:schemeClr val="tx1"/>
                </a:solidFill>
                <a:latin typeface="Times New Roman" panose="02020603050405020304" pitchFamily="18" charset="0"/>
                <a:cs typeface="Times New Roman" panose="02020603050405020304" pitchFamily="18" charset="0"/>
              </a:rPr>
              <a:t>S→a</a:t>
            </a:r>
            <a:r>
              <a:rPr lang="en-US" altLang="zh-CN" b="1" i="1">
                <a:solidFill>
                  <a:srgbClr val="000000"/>
                </a:solidFill>
                <a:latin typeface="Times New Roman" panose="02020603050405020304" pitchFamily="18" charset="0"/>
                <a:cs typeface="Times New Roman" panose="02020603050405020304" pitchFamily="18" charset="0"/>
              </a:rPr>
              <a:t>·</a:t>
            </a:r>
            <a:r>
              <a:rPr lang="en-US" altLang="zh-CN" b="1" i="1">
                <a:solidFill>
                  <a:schemeClr val="tx1"/>
                </a:solidFill>
                <a:latin typeface="Times New Roman" panose="02020603050405020304" pitchFamily="18" charset="0"/>
                <a:cs typeface="Times New Roman" panose="02020603050405020304" pitchFamily="18" charset="0"/>
              </a:rPr>
              <a:t> </a:t>
            </a:r>
          </a:p>
        </p:txBody>
      </p:sp>
      <p:sp>
        <p:nvSpPr>
          <p:cNvPr id="88087" name="Text Box 9"/>
          <p:cNvSpPr txBox="1">
            <a:spLocks noChangeArrowheads="1"/>
          </p:cNvSpPr>
          <p:nvPr/>
        </p:nvSpPr>
        <p:spPr bwMode="auto">
          <a:xfrm>
            <a:off x="3236913" y="3865563"/>
            <a:ext cx="4572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a</a:t>
            </a:r>
          </a:p>
        </p:txBody>
      </p:sp>
      <p:sp>
        <p:nvSpPr>
          <p:cNvPr id="88088" name="Line 23"/>
          <p:cNvSpPr>
            <a:spLocks noChangeShapeType="1"/>
          </p:cNvSpPr>
          <p:nvPr/>
        </p:nvSpPr>
        <p:spPr bwMode="auto">
          <a:xfrm>
            <a:off x="3236913" y="3943350"/>
            <a:ext cx="0" cy="32385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8089" name="Line 18"/>
          <p:cNvSpPr>
            <a:spLocks noChangeShapeType="1"/>
          </p:cNvSpPr>
          <p:nvPr/>
        </p:nvSpPr>
        <p:spPr bwMode="auto">
          <a:xfrm>
            <a:off x="1189038" y="2871788"/>
            <a:ext cx="1338262" cy="172878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8090" name="Text Box 9"/>
          <p:cNvSpPr txBox="1">
            <a:spLocks noChangeArrowheads="1"/>
          </p:cNvSpPr>
          <p:nvPr/>
        </p:nvSpPr>
        <p:spPr bwMode="auto">
          <a:xfrm>
            <a:off x="1498600" y="2887663"/>
            <a:ext cx="4572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a</a:t>
            </a:r>
          </a:p>
        </p:txBody>
      </p:sp>
      <p:sp>
        <p:nvSpPr>
          <p:cNvPr id="3" name="任意多边形 2"/>
          <p:cNvSpPr/>
          <p:nvPr/>
        </p:nvSpPr>
        <p:spPr>
          <a:xfrm>
            <a:off x="3995738" y="3841750"/>
            <a:ext cx="3313112" cy="1090613"/>
          </a:xfrm>
          <a:custGeom>
            <a:avLst/>
            <a:gdLst>
              <a:gd name="connsiteX0" fmla="*/ 3856893 w 3856893"/>
              <a:gd name="connsiteY0" fmla="*/ 0 h 1090770"/>
              <a:gd name="connsiteX1" fmla="*/ 2919047 w 3856893"/>
              <a:gd name="connsiteY1" fmla="*/ 961293 h 1090770"/>
              <a:gd name="connsiteX2" fmla="*/ 0 w 3856893"/>
              <a:gd name="connsiteY2" fmla="*/ 1055077 h 1090770"/>
            </a:gdLst>
            <a:ahLst/>
            <a:cxnLst>
              <a:cxn ang="0">
                <a:pos x="connsiteX0" y="connsiteY0"/>
              </a:cxn>
              <a:cxn ang="0">
                <a:pos x="connsiteX1" y="connsiteY1"/>
              </a:cxn>
              <a:cxn ang="0">
                <a:pos x="connsiteX2" y="connsiteY2"/>
              </a:cxn>
            </a:cxnLst>
            <a:rect l="l" t="t" r="r" b="b"/>
            <a:pathLst>
              <a:path w="3856893" h="1090770">
                <a:moveTo>
                  <a:pt x="3856893" y="0"/>
                </a:moveTo>
                <a:cubicBezTo>
                  <a:pt x="3709377" y="392723"/>
                  <a:pt x="3561862" y="785447"/>
                  <a:pt x="2919047" y="961293"/>
                </a:cubicBezTo>
                <a:cubicBezTo>
                  <a:pt x="2276232" y="1137139"/>
                  <a:pt x="1138116" y="1096108"/>
                  <a:pt x="0" y="1055077"/>
                </a:cubicBezTo>
              </a:path>
            </a:pathLst>
          </a:custGeom>
          <a:noFill/>
          <a:ln w="381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88092" name="Line 7"/>
          <p:cNvSpPr>
            <a:spLocks noChangeShapeType="1"/>
          </p:cNvSpPr>
          <p:nvPr/>
        </p:nvSpPr>
        <p:spPr bwMode="auto">
          <a:xfrm flipV="1">
            <a:off x="3995738" y="3044825"/>
            <a:ext cx="3175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8093" name="Line 7"/>
          <p:cNvSpPr>
            <a:spLocks noChangeShapeType="1"/>
          </p:cNvSpPr>
          <p:nvPr/>
        </p:nvSpPr>
        <p:spPr bwMode="auto">
          <a:xfrm flipV="1">
            <a:off x="5795963" y="3008313"/>
            <a:ext cx="3175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8094" name="Text Box 9"/>
          <p:cNvSpPr txBox="1">
            <a:spLocks noChangeArrowheads="1"/>
          </p:cNvSpPr>
          <p:nvPr/>
        </p:nvSpPr>
        <p:spPr bwMode="auto">
          <a:xfrm>
            <a:off x="7283450" y="3690938"/>
            <a:ext cx="4572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a</a:t>
            </a:r>
          </a:p>
        </p:txBody>
      </p:sp>
      <p:sp>
        <p:nvSpPr>
          <p:cNvPr id="4" name="灯片编号占位符 3">
            <a:extLst>
              <a:ext uri="{FF2B5EF4-FFF2-40B4-BE49-F238E27FC236}">
                <a16:creationId xmlns:a16="http://schemas.microsoft.com/office/drawing/2014/main" id="{6531DBF6-D2E4-4958-8BCB-9B22CA0BA4C5}"/>
              </a:ext>
            </a:extLst>
          </p:cNvPr>
          <p:cNvSpPr>
            <a:spLocks noGrp="1"/>
          </p:cNvSpPr>
          <p:nvPr>
            <p:ph type="sldNum" sz="quarter" idx="12"/>
          </p:nvPr>
        </p:nvSpPr>
        <p:spPr/>
        <p:txBody>
          <a:bodyPr/>
          <a:lstStyle/>
          <a:p>
            <a:pPr>
              <a:defRPr/>
            </a:pPr>
            <a:fld id="{76D20AB1-C80E-44EB-B890-88EEF3B3DC08}" type="slidenum">
              <a:rPr lang="zh-CN" altLang="en-US" smtClean="0"/>
              <a:pPr>
                <a:defRPr/>
              </a:pPr>
              <a:t>38</a:t>
            </a:fld>
            <a:endParaRPr lang="en-US" altLang="zh-CN"/>
          </a:p>
        </p:txBody>
      </p:sp>
      <p:sp>
        <p:nvSpPr>
          <p:cNvPr id="32" name="Rectangle 72">
            <a:extLst>
              <a:ext uri="{FF2B5EF4-FFF2-40B4-BE49-F238E27FC236}">
                <a16:creationId xmlns:a16="http://schemas.microsoft.com/office/drawing/2014/main" id="{AAD49AD8-3362-448C-A45A-E18E0C0DC243}"/>
              </a:ext>
            </a:extLst>
          </p:cNvPr>
          <p:cNvSpPr>
            <a:spLocks noChangeArrowheads="1"/>
          </p:cNvSpPr>
          <p:nvPr/>
        </p:nvSpPr>
        <p:spPr bwMode="auto">
          <a:xfrm>
            <a:off x="7590" y="4619972"/>
            <a:ext cx="2411760" cy="400050"/>
          </a:xfrm>
          <a:prstGeom prst="rect">
            <a:avLst/>
          </a:prstGeom>
          <a:solidFill>
            <a:schemeClr val="accent5">
              <a:lumMod val="60000"/>
              <a:lumOff val="40000"/>
            </a:schemeClr>
          </a:solidFill>
          <a:ln w="12700">
            <a:solidFill>
              <a:schemeClr val="tx1"/>
            </a:solidFill>
            <a:miter lim="800000"/>
          </a:ln>
        </p:spPr>
        <p:txBody>
          <a:bodyPr wrap="squar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r>
              <a:rPr lang="en-US" altLang="zh-CN" sz="2000" b="1" i="1" dirty="0">
                <a:latin typeface="Times New Roman" panose="02020603050405020304" pitchFamily="18" charset="0"/>
                <a:ea typeface="楷体_GB2312" panose="02010609030101010101" pitchFamily="49" charset="-122"/>
                <a:cs typeface="Times New Roman" panose="02020603050405020304" pitchFamily="18" charset="0"/>
              </a:rPr>
              <a:t>FOLLOW</a:t>
            </a:r>
            <a:r>
              <a:rPr lang="en-US" altLang="zh-CN" sz="2000" b="1" dirty="0">
                <a:latin typeface="Times New Roman" panose="02020603050405020304" pitchFamily="18" charset="0"/>
                <a:ea typeface="楷体_GB2312" panose="02010609030101010101" pitchFamily="49" charset="-122"/>
                <a:cs typeface="Times New Roman" panose="02020603050405020304" pitchFamily="18" charset="0"/>
              </a:rPr>
              <a:t>(</a:t>
            </a:r>
            <a:r>
              <a:rPr lang="en-US" altLang="zh-CN" sz="2000" b="1" i="1" dirty="0">
                <a:latin typeface="Times New Roman" panose="02020603050405020304" pitchFamily="18" charset="0"/>
                <a:ea typeface="楷体_GB2312" panose="02010609030101010101" pitchFamily="49" charset="-122"/>
                <a:cs typeface="Times New Roman" panose="02020603050405020304" pitchFamily="18" charset="0"/>
              </a:rPr>
              <a:t>S</a:t>
            </a:r>
            <a:r>
              <a:rPr lang="en-US" altLang="zh-CN" sz="2000" b="1" dirty="0">
                <a:latin typeface="Times New Roman" panose="02020603050405020304" pitchFamily="18" charset="0"/>
                <a:ea typeface="楷体_GB2312" panose="02010609030101010101" pitchFamily="49" charset="-122"/>
                <a:cs typeface="Times New Roman" panose="02020603050405020304" pitchFamily="18" charset="0"/>
              </a:rPr>
              <a:t>)={ e, </a:t>
            </a:r>
            <a:r>
              <a:rPr lang="en-US" altLang="zh-CN" sz="2000" b="1" dirty="0">
                <a:latin typeface="+mn-ea"/>
                <a:ea typeface="+mn-ea"/>
                <a:cs typeface="Times New Roman" panose="02020603050405020304" pitchFamily="18" charset="0"/>
              </a:rPr>
              <a:t>$</a:t>
            </a:r>
            <a:r>
              <a:rPr lang="en-US" altLang="zh-CN" sz="2000" b="1" dirty="0">
                <a:latin typeface="Times New Roman" panose="02020603050405020304" pitchFamily="18" charset="0"/>
                <a:ea typeface="楷体_GB2312" panose="02010609030101010101" pitchFamily="49" charset="-122"/>
                <a:cs typeface="Times New Roman" panose="02020603050405020304" pitchFamily="18" charset="0"/>
              </a:rPr>
              <a:t> }</a:t>
            </a:r>
            <a:endParaRPr lang="zh-CN" altLang="en-US" sz="2000" b="1" dirty="0">
              <a:latin typeface="Times New Roman" panose="02020603050405020304" pitchFamily="18" charset="0"/>
              <a:ea typeface="楷体_GB2312" panose="0201060903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26" presetClass="emph" presetSubtype="0" fill="hold" grpId="0" nodeType="clickEffect">
                                  <p:stCondLst>
                                    <p:cond delay="0"/>
                                  </p:stCondLst>
                                  <p:childTnLst>
                                    <p:animEffect transition="out" filter="fade">
                                      <p:cBhvr>
                                        <p:cTn id="13" dur="500" tmFilter="0, 0; .2, .5; .8, .5; 1, 0"/>
                                        <p:tgtEl>
                                          <p:spTgt spid="88067"/>
                                        </p:tgtEl>
                                      </p:cBhvr>
                                    </p:animEffect>
                                    <p:animScale>
                                      <p:cBhvr>
                                        <p:cTn id="14" dur="250" autoRev="1" fill="hold"/>
                                        <p:tgtEl>
                                          <p:spTgt spid="8806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7" grpId="0" animBg="1"/>
      <p:bldP spid="2"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txBox="1">
            <a:spLocks noChangeArrowheads="1"/>
          </p:cNvSpPr>
          <p:nvPr/>
        </p:nvSpPr>
        <p:spPr bwMode="auto">
          <a:xfrm>
            <a:off x="755650" y="268288"/>
            <a:ext cx="7931150"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 typeface="Arial" panose="020B0604020202020204" pitchFamily="34" charset="0"/>
              <a:buNone/>
            </a:pPr>
            <a:r>
              <a:rPr lang="zh-CN" altLang="en-US" sz="3000" b="1">
                <a:solidFill>
                  <a:schemeClr val="tx1"/>
                </a:solidFill>
                <a:latin typeface="微软雅黑" panose="020B0503020204020204" pitchFamily="34" charset="-122"/>
                <a:ea typeface="微软雅黑" panose="020B0503020204020204" pitchFamily="34" charset="-122"/>
              </a:rPr>
              <a:t>二义性</a:t>
            </a:r>
            <a:r>
              <a:rPr lang="en-US" altLang="zh-CN" sz="3000" b="1" i="1">
                <a:solidFill>
                  <a:srgbClr val="000000"/>
                </a:solidFill>
                <a:latin typeface="Times New Roman" panose="02020603050405020304" pitchFamily="18" charset="0"/>
                <a:cs typeface="Times New Roman" panose="02020603050405020304" pitchFamily="18" charset="0"/>
              </a:rPr>
              <a:t>if</a:t>
            </a:r>
            <a:r>
              <a:rPr lang="zh-CN" altLang="en-US" sz="3000" b="1">
                <a:solidFill>
                  <a:srgbClr val="000000"/>
                </a:solidFill>
                <a:latin typeface="微软雅黑" panose="020B0503020204020204" pitchFamily="34" charset="-122"/>
                <a:ea typeface="微软雅黑" panose="020B0503020204020204" pitchFamily="34" charset="-122"/>
              </a:rPr>
              <a:t>语句</a:t>
            </a:r>
            <a:r>
              <a:rPr lang="zh-CN" altLang="en-US" sz="3000" b="1">
                <a:solidFill>
                  <a:schemeClr val="tx1"/>
                </a:solidFill>
                <a:latin typeface="微软雅黑" panose="020B0503020204020204" pitchFamily="34" charset="-122"/>
                <a:ea typeface="微软雅黑" panose="020B0503020204020204" pitchFamily="34" charset="-122"/>
              </a:rPr>
              <a:t>文法的</a:t>
            </a:r>
            <a:r>
              <a:rPr lang="en-US" altLang="zh-CN" sz="3000" b="1" i="1">
                <a:solidFill>
                  <a:schemeClr val="tx1"/>
                </a:solidFill>
                <a:latin typeface="Times New Roman" panose="02020603050405020304" pitchFamily="18" charset="0"/>
                <a:ea typeface="黑体" panose="02010609060101010101" pitchFamily="49" charset="-122"/>
              </a:rPr>
              <a:t>SLR</a:t>
            </a:r>
            <a:r>
              <a:rPr lang="zh-CN" altLang="en-US" sz="3000" b="1">
                <a:solidFill>
                  <a:schemeClr val="tx1"/>
                </a:solidFill>
                <a:latin typeface="微软雅黑" panose="020B0503020204020204" pitchFamily="34" charset="-122"/>
                <a:ea typeface="微软雅黑" panose="020B0503020204020204" pitchFamily="34" charset="-122"/>
              </a:rPr>
              <a:t>分析表</a:t>
            </a:r>
          </a:p>
        </p:txBody>
      </p:sp>
      <p:graphicFrame>
        <p:nvGraphicFramePr>
          <p:cNvPr id="133122" name="表格 133121"/>
          <p:cNvGraphicFramePr>
            <a:graphicFrameLocks noGrp="1"/>
          </p:cNvGraphicFramePr>
          <p:nvPr>
            <p:extLst>
              <p:ext uri="{D42A27DB-BD31-4B8C-83A1-F6EECF244321}">
                <p14:modId xmlns:p14="http://schemas.microsoft.com/office/powerpoint/2010/main" val="460246249"/>
              </p:ext>
            </p:extLst>
          </p:nvPr>
        </p:nvGraphicFramePr>
        <p:xfrm>
          <a:off x="4572000" y="985486"/>
          <a:ext cx="4032447" cy="3746504"/>
        </p:xfrm>
        <a:graphic>
          <a:graphicData uri="http://schemas.openxmlformats.org/drawingml/2006/table">
            <a:tbl>
              <a:tblPr/>
              <a:tblGrid>
                <a:gridCol w="576064">
                  <a:extLst>
                    <a:ext uri="{9D8B030D-6E8A-4147-A177-3AD203B41FA5}">
                      <a16:colId xmlns:a16="http://schemas.microsoft.com/office/drawing/2014/main" val="20000"/>
                    </a:ext>
                  </a:extLst>
                </a:gridCol>
                <a:gridCol w="648072">
                  <a:extLst>
                    <a:ext uri="{9D8B030D-6E8A-4147-A177-3AD203B41FA5}">
                      <a16:colId xmlns:a16="http://schemas.microsoft.com/office/drawing/2014/main" val="20001"/>
                    </a:ext>
                  </a:extLst>
                </a:gridCol>
                <a:gridCol w="576064">
                  <a:extLst>
                    <a:ext uri="{9D8B030D-6E8A-4147-A177-3AD203B41FA5}">
                      <a16:colId xmlns:a16="http://schemas.microsoft.com/office/drawing/2014/main" val="20002"/>
                    </a:ext>
                  </a:extLst>
                </a:gridCol>
                <a:gridCol w="576064">
                  <a:extLst>
                    <a:ext uri="{9D8B030D-6E8A-4147-A177-3AD203B41FA5}">
                      <a16:colId xmlns:a16="http://schemas.microsoft.com/office/drawing/2014/main" val="20003"/>
                    </a:ext>
                  </a:extLst>
                </a:gridCol>
                <a:gridCol w="648072">
                  <a:extLst>
                    <a:ext uri="{9D8B030D-6E8A-4147-A177-3AD203B41FA5}">
                      <a16:colId xmlns:a16="http://schemas.microsoft.com/office/drawing/2014/main" val="20004"/>
                    </a:ext>
                  </a:extLst>
                </a:gridCol>
                <a:gridCol w="1008111">
                  <a:extLst>
                    <a:ext uri="{9D8B030D-6E8A-4147-A177-3AD203B41FA5}">
                      <a16:colId xmlns:a16="http://schemas.microsoft.com/office/drawing/2014/main" val="20005"/>
                    </a:ext>
                  </a:extLst>
                </a:gridCol>
              </a:tblGrid>
              <a:tr h="431800">
                <a:tc rowSpan="2">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状态</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gridSpan="4">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ACTION</a:t>
                      </a:r>
                      <a:endParaRPr kumimoji="0" lang="zh-CN" altLang="en-US" sz="2000" b="1" i="1"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1462" marR="91462"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GOTO</a:t>
                      </a:r>
                      <a:endParaRPr kumimoji="0" lang="zh-CN" altLang="en-US" sz="2000" b="1" i="1"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1462" marR="91462"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0"/>
                  </a:ext>
                </a:extLst>
              </a:tr>
              <a:tr h="414338">
                <a:tc vMerge="1">
                  <a:txBody>
                    <a:bodyPr/>
                    <a:lstStyle/>
                    <a:p>
                      <a:endParaRPr lang="zh-CN" altLang="en-US"/>
                    </a:p>
                  </a:txBody>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rPr>
                        <a:t>e</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dirty="0">
                          <a:ln>
                            <a:noFill/>
                          </a:ln>
                          <a:solidFill>
                            <a:srgbClr val="FF0000"/>
                          </a:solidFill>
                          <a:effectLst/>
                          <a:latin typeface="华文楷体" panose="02010600040101010101" pitchFamily="2" charset="-122"/>
                          <a:ea typeface="华文楷体" panose="02010600040101010101" pitchFamily="2" charset="-122"/>
                        </a:rPr>
                        <a:t>$</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S</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1"/>
                  </a:ext>
                </a:extLst>
              </a:tr>
              <a:tr h="414338">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s2</a:t>
                      </a:r>
                      <a:endParaRPr kumimoji="0" lang="en-US" altLang="zh-CN" sz="20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s3</a:t>
                      </a:r>
                      <a:endParaRPr kumimoji="0" lang="en-US" altLang="zh-CN" sz="20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4338">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acc</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4338">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s2</a:t>
                      </a:r>
                      <a:endParaRPr kumimoji="0" lang="en-US" altLang="zh-CN" sz="20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s3</a:t>
                      </a:r>
                      <a:endParaRPr kumimoji="0" lang="en-US" altLang="zh-CN" sz="20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0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14338">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endParaRPr kumimoji="0" lang="en-US" altLang="zh-CN" sz="20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14338">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s5</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r1</a:t>
                      </a:r>
                      <a:endParaRPr kumimoji="0" lang="zh-CN" altLang="en-US" sz="20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14338">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s2</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s3</a:t>
                      </a:r>
                      <a:endParaRPr kumimoji="0" lang="en-US" altLang="zh-CN" sz="20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14338">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r2</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r2</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2" name="灯片编号占位符 1">
            <a:extLst>
              <a:ext uri="{FF2B5EF4-FFF2-40B4-BE49-F238E27FC236}">
                <a16:creationId xmlns:a16="http://schemas.microsoft.com/office/drawing/2014/main" id="{2A8D06F2-F70E-4EE5-B420-88DF48D714CA}"/>
              </a:ext>
            </a:extLst>
          </p:cNvPr>
          <p:cNvSpPr>
            <a:spLocks noGrp="1"/>
          </p:cNvSpPr>
          <p:nvPr>
            <p:ph type="sldNum" sz="quarter" idx="12"/>
          </p:nvPr>
        </p:nvSpPr>
        <p:spPr/>
        <p:txBody>
          <a:bodyPr/>
          <a:lstStyle/>
          <a:p>
            <a:pPr>
              <a:defRPr/>
            </a:pPr>
            <a:fld id="{76D20AB1-C80E-44EB-B890-88EEF3B3DC08}" type="slidenum">
              <a:rPr lang="zh-CN" altLang="en-US" smtClean="0"/>
              <a:pPr>
                <a:defRPr/>
              </a:pPr>
              <a:t>39</a:t>
            </a:fld>
            <a:endParaRPr lang="en-US" altLang="zh-CN"/>
          </a:p>
        </p:txBody>
      </p:sp>
      <p:sp>
        <p:nvSpPr>
          <p:cNvPr id="5" name="Rectangle 72">
            <a:extLst>
              <a:ext uri="{FF2B5EF4-FFF2-40B4-BE49-F238E27FC236}">
                <a16:creationId xmlns:a16="http://schemas.microsoft.com/office/drawing/2014/main" id="{EBBB0C34-8A96-47C0-A524-928B322502B4}"/>
              </a:ext>
            </a:extLst>
          </p:cNvPr>
          <p:cNvSpPr>
            <a:spLocks noChangeArrowheads="1"/>
          </p:cNvSpPr>
          <p:nvPr/>
        </p:nvSpPr>
        <p:spPr bwMode="auto">
          <a:xfrm>
            <a:off x="708138" y="4346718"/>
            <a:ext cx="2579799" cy="400110"/>
          </a:xfrm>
          <a:prstGeom prst="rect">
            <a:avLst/>
          </a:prstGeom>
          <a:solidFill>
            <a:schemeClr val="accent5">
              <a:lumMod val="60000"/>
              <a:lumOff val="40000"/>
            </a:schemeClr>
          </a:solidFill>
          <a:ln w="12700">
            <a:solidFill>
              <a:schemeClr val="tx1"/>
            </a:solidFill>
            <a:miter lim="800000"/>
          </a:ln>
        </p:spPr>
        <p:txBody>
          <a:bodyPr wrap="squar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r>
              <a:rPr lang="en-US" altLang="zh-CN" sz="2000" b="1" i="1" dirty="0">
                <a:latin typeface="Times New Roman" panose="02020603050405020304" pitchFamily="18" charset="0"/>
                <a:ea typeface="楷体_GB2312" panose="02010609030101010101" pitchFamily="49" charset="-122"/>
                <a:cs typeface="Times New Roman" panose="02020603050405020304" pitchFamily="18" charset="0"/>
              </a:rPr>
              <a:t>FOLLOW</a:t>
            </a:r>
            <a:r>
              <a:rPr lang="en-US" altLang="zh-CN" sz="2000" b="1" dirty="0">
                <a:latin typeface="Times New Roman" panose="02020603050405020304" pitchFamily="18" charset="0"/>
                <a:ea typeface="楷体_GB2312" panose="02010609030101010101" pitchFamily="49" charset="-122"/>
                <a:cs typeface="Times New Roman" panose="02020603050405020304" pitchFamily="18" charset="0"/>
              </a:rPr>
              <a:t>(</a:t>
            </a:r>
            <a:r>
              <a:rPr lang="en-US" altLang="zh-CN" sz="2000" b="1" i="1" dirty="0">
                <a:latin typeface="Times New Roman" panose="02020603050405020304" pitchFamily="18" charset="0"/>
                <a:ea typeface="楷体_GB2312" panose="02010609030101010101" pitchFamily="49" charset="-122"/>
                <a:cs typeface="Times New Roman" panose="02020603050405020304" pitchFamily="18" charset="0"/>
              </a:rPr>
              <a:t>S</a:t>
            </a:r>
            <a:r>
              <a:rPr lang="en-US" altLang="zh-CN" sz="2000" b="1" dirty="0">
                <a:latin typeface="Times New Roman" panose="02020603050405020304" pitchFamily="18" charset="0"/>
                <a:ea typeface="楷体_GB2312" panose="02010609030101010101" pitchFamily="49" charset="-122"/>
                <a:cs typeface="Times New Roman" panose="02020603050405020304" pitchFamily="18" charset="0"/>
              </a:rPr>
              <a:t>)={ e, </a:t>
            </a:r>
            <a:r>
              <a:rPr lang="en-US" altLang="zh-CN" sz="2000" b="1" dirty="0">
                <a:latin typeface="+mn-ea"/>
                <a:ea typeface="+mn-ea"/>
                <a:cs typeface="Times New Roman" panose="02020603050405020304" pitchFamily="18" charset="0"/>
              </a:rPr>
              <a:t>$</a:t>
            </a:r>
            <a:r>
              <a:rPr lang="en-US" altLang="zh-CN" sz="2000" b="1" dirty="0">
                <a:latin typeface="Times New Roman" panose="02020603050405020304" pitchFamily="18" charset="0"/>
                <a:ea typeface="楷体_GB2312" panose="02010609030101010101" pitchFamily="49" charset="-122"/>
                <a:cs typeface="Times New Roman" panose="02020603050405020304" pitchFamily="18" charset="0"/>
              </a:rPr>
              <a:t> }</a:t>
            </a:r>
            <a:endParaRPr lang="zh-CN" altLang="en-US" sz="2000" b="1" dirty="0">
              <a:latin typeface="Times New Roman" panose="02020603050405020304" pitchFamily="18" charset="0"/>
              <a:ea typeface="楷体_GB2312" panose="02010609030101010101" pitchFamily="49" charset="-122"/>
              <a:cs typeface="Times New Roman" panose="02020603050405020304" pitchFamily="18" charset="0"/>
            </a:endParaRPr>
          </a:p>
        </p:txBody>
      </p:sp>
      <p:sp>
        <p:nvSpPr>
          <p:cNvPr id="3" name="矩形 2">
            <a:extLst>
              <a:ext uri="{FF2B5EF4-FFF2-40B4-BE49-F238E27FC236}">
                <a16:creationId xmlns:a16="http://schemas.microsoft.com/office/drawing/2014/main" id="{3FDFDD60-E03A-436F-8E59-772A2008EFDE}"/>
              </a:ext>
            </a:extLst>
          </p:cNvPr>
          <p:cNvSpPr/>
          <p:nvPr/>
        </p:nvSpPr>
        <p:spPr>
          <a:xfrm>
            <a:off x="670505" y="926604"/>
            <a:ext cx="2714205" cy="461665"/>
          </a:xfrm>
          <a:prstGeom prst="rect">
            <a:avLst/>
          </a:prstGeom>
        </p:spPr>
        <p:txBody>
          <a:bodyPr wrap="none">
            <a:spAutoFit/>
          </a:bodyPr>
          <a:lstStyle/>
          <a:p>
            <a:pPr eaLnBrk="1" hangingPunct="1">
              <a:buClr>
                <a:schemeClr val="tx1"/>
              </a:buClr>
              <a:buFont typeface="Wingdings" panose="05000000000000000000" pitchFamily="2" charset="2"/>
              <a:buChar char="Ø"/>
            </a:pPr>
            <a:r>
              <a:rPr lang="en-US" altLang="zh-CN" sz="2400" b="1" i="1" dirty="0">
                <a:latin typeface="Times New Roman" panose="02020603050405020304" pitchFamily="18" charset="0"/>
                <a:cs typeface="Times New Roman" panose="02020603050405020304" pitchFamily="18" charset="0"/>
              </a:rPr>
              <a:t>S</a:t>
            </a:r>
            <a:r>
              <a:rPr lang="en-US" altLang="zh-CN" sz="2400" b="1"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sz="2400" b="1" i="1" dirty="0" err="1">
                <a:solidFill>
                  <a:srgbClr val="2D83F4"/>
                </a:solidFill>
                <a:latin typeface="Times New Roman" panose="02020603050405020304" pitchFamily="18" charset="0"/>
                <a:cs typeface="Times New Roman" panose="02020603050405020304" pitchFamily="18" charset="0"/>
                <a:sym typeface="Symbol" panose="05050102010706020507" pitchFamily="18" charset="2"/>
              </a:rPr>
              <a:t>i</a:t>
            </a:r>
            <a:r>
              <a:rPr lang="en-US" altLang="en-US" sz="2400" b="1" dirty="0">
                <a:solidFill>
                  <a:srgbClr val="2D83F4"/>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err="1">
                <a:latin typeface="Times New Roman" panose="02020603050405020304" pitchFamily="18" charset="0"/>
                <a:cs typeface="Times New Roman" panose="02020603050405020304" pitchFamily="18" charset="0"/>
              </a:rPr>
              <a:t>S</a:t>
            </a:r>
            <a:r>
              <a:rPr lang="en-US" altLang="en-US" sz="2400" b="1" dirty="0" err="1">
                <a:latin typeface="Times New Roman" panose="02020603050405020304" pitchFamily="18" charset="0"/>
                <a:cs typeface="Times New Roman" panose="02020603050405020304" pitchFamily="18" charset="0"/>
                <a:sym typeface="Symbol" panose="05050102010706020507" pitchFamily="18" charset="2"/>
              </a:rPr>
              <a:t></a:t>
            </a:r>
            <a:r>
              <a:rPr lang="en-US" altLang="en-US" sz="2400" b="1" i="1" dirty="0" err="1">
                <a:solidFill>
                  <a:srgbClr val="2D83F4"/>
                </a:solidFill>
                <a:latin typeface="Times New Roman" panose="02020603050405020304" pitchFamily="18" charset="0"/>
                <a:cs typeface="Times New Roman" panose="02020603050405020304" pitchFamily="18" charset="0"/>
                <a:sym typeface="Symbol" panose="05050102010706020507" pitchFamily="18" charset="2"/>
              </a:rPr>
              <a:t>i</a:t>
            </a:r>
            <a:r>
              <a:rPr lang="en-US" altLang="en-US" sz="2400" b="1" i="1" dirty="0">
                <a:solidFill>
                  <a:srgbClr val="2D83F4"/>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a:latin typeface="Times New Roman" panose="02020603050405020304" pitchFamily="18" charset="0"/>
                <a:cs typeface="Times New Roman" panose="02020603050405020304" pitchFamily="18" charset="0"/>
              </a:rPr>
              <a:t>S</a:t>
            </a:r>
            <a:r>
              <a:rPr lang="en-US" altLang="en-US" sz="2400" b="1" i="1"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sz="2400" b="1" i="1" dirty="0">
                <a:solidFill>
                  <a:srgbClr val="2D83F4"/>
                </a:solidFill>
                <a:latin typeface="Times New Roman" panose="02020603050405020304" pitchFamily="18" charset="0"/>
                <a:cs typeface="Times New Roman" panose="02020603050405020304" pitchFamily="18" charset="0"/>
                <a:sym typeface="Symbol" panose="05050102010706020507" pitchFamily="18" charset="2"/>
              </a:rPr>
              <a:t>e</a:t>
            </a:r>
            <a:r>
              <a:rPr lang="en-US" altLang="en-US" sz="2400" b="1"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err="1">
                <a:latin typeface="Times New Roman" panose="02020603050405020304" pitchFamily="18" charset="0"/>
                <a:cs typeface="Times New Roman" panose="02020603050405020304" pitchFamily="18" charset="0"/>
              </a:rPr>
              <a:t>S</a:t>
            </a:r>
            <a:r>
              <a:rPr lang="en-US" altLang="en-US" sz="2400" b="1"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err="1">
                <a:latin typeface="Times New Roman" panose="02020603050405020304" pitchFamily="18" charset="0"/>
                <a:cs typeface="Times New Roman" panose="02020603050405020304" pitchFamily="18" charset="0"/>
              </a:rPr>
              <a:t>a</a:t>
            </a:r>
            <a:endParaRPr lang="en-US" altLang="zh-CN" sz="2400" b="1" i="1" dirty="0">
              <a:latin typeface="Times New Roman" panose="02020603050405020304" pitchFamily="18" charset="0"/>
              <a:cs typeface="Times New Roman" panose="02020603050405020304" pitchFamily="18" charset="0"/>
              <a:sym typeface="Symbol" panose="05050102010706020507" pitchFamily="18" charset="2"/>
            </a:endParaRPr>
          </a:p>
        </p:txBody>
      </p:sp>
      <p:sp>
        <p:nvSpPr>
          <p:cNvPr id="7" name="Text Box 3">
            <a:extLst>
              <a:ext uri="{FF2B5EF4-FFF2-40B4-BE49-F238E27FC236}">
                <a16:creationId xmlns:a16="http://schemas.microsoft.com/office/drawing/2014/main" id="{A5B52530-C1A1-4944-B274-7FF8BDCFC3DA}"/>
              </a:ext>
            </a:extLst>
          </p:cNvPr>
          <p:cNvSpPr txBox="1">
            <a:spLocks noChangeArrowheads="1"/>
          </p:cNvSpPr>
          <p:nvPr/>
        </p:nvSpPr>
        <p:spPr bwMode="auto">
          <a:xfrm>
            <a:off x="726179" y="2595736"/>
            <a:ext cx="1455738" cy="1200150"/>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
                <a:schemeClr val="tx2"/>
              </a:buClr>
              <a:buSzPct val="75000"/>
              <a:buFont typeface="Monotype Sorts" pitchFamily="2" charset="2"/>
              <a:buNone/>
            </a:pPr>
            <a:r>
              <a:rPr lang="en-US" altLang="zh-CN" b="1" i="1">
                <a:solidFill>
                  <a:schemeClr val="tx1"/>
                </a:solidFill>
                <a:latin typeface="Times New Roman" panose="02020603050405020304" pitchFamily="18" charset="0"/>
                <a:cs typeface="Times New Roman" panose="02020603050405020304" pitchFamily="18" charset="0"/>
              </a:rPr>
              <a:t>I</a:t>
            </a:r>
            <a:r>
              <a:rPr lang="en-US" altLang="zh-CN" b="1" i="1" baseline="-25000">
                <a:solidFill>
                  <a:schemeClr val="tx1"/>
                </a:solidFill>
                <a:latin typeface="Times New Roman" panose="02020603050405020304" pitchFamily="18" charset="0"/>
                <a:cs typeface="Times New Roman" panose="02020603050405020304" pitchFamily="18" charset="0"/>
              </a:rPr>
              <a:t>4</a:t>
            </a:r>
            <a:r>
              <a:rPr lang="en-US" altLang="zh-CN" b="1">
                <a:solidFill>
                  <a:schemeClr val="tx1"/>
                </a:solidFill>
                <a:latin typeface="Times New Roman" panose="02020603050405020304" pitchFamily="18" charset="0"/>
                <a:cs typeface="Times New Roman" panose="02020603050405020304" pitchFamily="18" charset="0"/>
              </a:rPr>
              <a:t>:</a:t>
            </a:r>
          </a:p>
          <a:p>
            <a:pPr>
              <a:spcBef>
                <a:spcPct val="0"/>
              </a:spcBef>
              <a:buClr>
                <a:schemeClr val="tx2"/>
              </a:buClr>
              <a:buSzPct val="75000"/>
              <a:buFont typeface="Monotype Sorts" pitchFamily="2" charset="2"/>
              <a:buNone/>
            </a:pPr>
            <a:r>
              <a:rPr lang="en-US" altLang="zh-CN" b="1" i="1">
                <a:solidFill>
                  <a:srgbClr val="FF0000"/>
                </a:solidFill>
                <a:latin typeface="Times New Roman" panose="02020603050405020304" pitchFamily="18" charset="0"/>
                <a:cs typeface="Times New Roman" panose="02020603050405020304" pitchFamily="18" charset="0"/>
              </a:rPr>
              <a:t>S→iS</a:t>
            </a:r>
            <a:r>
              <a:rPr lang="en-US" altLang="zh-CN" b="1" i="1">
                <a:solidFill>
                  <a:srgbClr val="000000"/>
                </a:solidFill>
                <a:latin typeface="Times New Roman" panose="02020603050405020304" pitchFamily="18" charset="0"/>
                <a:cs typeface="Times New Roman" panose="02020603050405020304" pitchFamily="18" charset="0"/>
              </a:rPr>
              <a:t> </a:t>
            </a:r>
            <a:r>
              <a:rPr lang="en-US" altLang="zh-CN" b="1" i="1">
                <a:solidFill>
                  <a:srgbClr val="FF0000"/>
                </a:solidFill>
                <a:latin typeface="Times New Roman" panose="02020603050405020304" pitchFamily="18" charset="0"/>
                <a:cs typeface="Times New Roman" panose="02020603050405020304" pitchFamily="18" charset="0"/>
              </a:rPr>
              <a:t>· </a:t>
            </a:r>
          </a:p>
          <a:p>
            <a:pPr>
              <a:spcBef>
                <a:spcPct val="0"/>
              </a:spcBef>
              <a:buClr>
                <a:schemeClr val="tx2"/>
              </a:buClr>
              <a:buSzPct val="75000"/>
              <a:buFont typeface="Monotype Sorts" pitchFamily="2" charset="2"/>
              <a:buNone/>
            </a:pPr>
            <a:r>
              <a:rPr lang="en-US" altLang="zh-CN" b="1" i="1">
                <a:solidFill>
                  <a:srgbClr val="FF0000"/>
                </a:solidFill>
                <a:latin typeface="Times New Roman" panose="02020603050405020304" pitchFamily="18" charset="0"/>
                <a:cs typeface="Times New Roman" panose="02020603050405020304" pitchFamily="18" charset="0"/>
              </a:rPr>
              <a:t>S→iS</a:t>
            </a:r>
            <a:r>
              <a:rPr lang="en-US" altLang="zh-CN" b="1" i="1">
                <a:solidFill>
                  <a:srgbClr val="000000"/>
                </a:solidFill>
                <a:latin typeface="Times New Roman" panose="02020603050405020304" pitchFamily="18" charset="0"/>
                <a:cs typeface="Times New Roman" panose="02020603050405020304" pitchFamily="18" charset="0"/>
              </a:rPr>
              <a:t> </a:t>
            </a:r>
            <a:r>
              <a:rPr lang="en-US" altLang="zh-CN" b="1" i="1">
                <a:solidFill>
                  <a:srgbClr val="FF0000"/>
                </a:solidFill>
                <a:latin typeface="Times New Roman" panose="02020603050405020304" pitchFamily="18" charset="0"/>
                <a:cs typeface="Times New Roman" panose="02020603050405020304" pitchFamily="18" charset="0"/>
              </a:rPr>
              <a:t>· eS </a:t>
            </a:r>
          </a:p>
        </p:txBody>
      </p:sp>
      <p:sp>
        <p:nvSpPr>
          <p:cNvPr id="8" name="Text Box 17">
            <a:extLst>
              <a:ext uri="{FF2B5EF4-FFF2-40B4-BE49-F238E27FC236}">
                <a16:creationId xmlns:a16="http://schemas.microsoft.com/office/drawing/2014/main" id="{807594A0-936F-4C82-A047-4A2885201E1C}"/>
              </a:ext>
            </a:extLst>
          </p:cNvPr>
          <p:cNvSpPr txBox="1">
            <a:spLocks noChangeArrowheads="1"/>
          </p:cNvSpPr>
          <p:nvPr/>
        </p:nvSpPr>
        <p:spPr bwMode="auto">
          <a:xfrm>
            <a:off x="2159692" y="2606848"/>
            <a:ext cx="457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e</a:t>
            </a:r>
          </a:p>
        </p:txBody>
      </p:sp>
      <p:sp>
        <p:nvSpPr>
          <p:cNvPr id="9" name="Text Box 19">
            <a:extLst>
              <a:ext uri="{FF2B5EF4-FFF2-40B4-BE49-F238E27FC236}">
                <a16:creationId xmlns:a16="http://schemas.microsoft.com/office/drawing/2014/main" id="{B5FAA5E4-44F5-4526-B476-5BA35612DF1B}"/>
              </a:ext>
            </a:extLst>
          </p:cNvPr>
          <p:cNvSpPr txBox="1">
            <a:spLocks noChangeArrowheads="1"/>
          </p:cNvSpPr>
          <p:nvPr/>
        </p:nvSpPr>
        <p:spPr bwMode="auto">
          <a:xfrm>
            <a:off x="2542279" y="1790873"/>
            <a:ext cx="1584325" cy="1939925"/>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I</a:t>
            </a:r>
            <a:r>
              <a:rPr lang="en-US" altLang="zh-CN" b="1" i="1" baseline="-25000">
                <a:solidFill>
                  <a:schemeClr val="tx1"/>
                </a:solidFill>
                <a:latin typeface="Times New Roman" panose="02020603050405020304" pitchFamily="18" charset="0"/>
                <a:cs typeface="Times New Roman" panose="02020603050405020304" pitchFamily="18" charset="0"/>
              </a:rPr>
              <a:t>5</a:t>
            </a:r>
            <a:r>
              <a:rPr lang="en-US" altLang="zh-CN" b="1">
                <a:solidFill>
                  <a:schemeClr val="tx1"/>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S→iSe</a:t>
            </a:r>
            <a:r>
              <a:rPr lang="en-US" altLang="zh-CN" b="1" i="1">
                <a:solidFill>
                  <a:srgbClr val="000000"/>
                </a:solidFill>
                <a:latin typeface="Times New Roman" panose="02020603050405020304" pitchFamily="18" charset="0"/>
                <a:cs typeface="Times New Roman" panose="02020603050405020304" pitchFamily="18" charset="0"/>
              </a:rPr>
              <a:t> · </a:t>
            </a:r>
            <a:r>
              <a:rPr lang="en-US" altLang="zh-CN" b="1" i="1">
                <a:solidFill>
                  <a:schemeClr val="tx1"/>
                </a:solidFill>
                <a:latin typeface="Times New Roman" panose="02020603050405020304" pitchFamily="18" charset="0"/>
                <a:cs typeface="Times New Roman" panose="02020603050405020304" pitchFamily="18" charset="0"/>
              </a:rPr>
              <a:t>S</a:t>
            </a:r>
          </a:p>
          <a:p>
            <a:pPr eaLnBrk="1" hangingPunct="1">
              <a:spcBef>
                <a:spcPct val="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S→</a:t>
            </a:r>
            <a:r>
              <a:rPr lang="en-US" altLang="zh-CN" b="1" i="1">
                <a:solidFill>
                  <a:srgbClr val="000000"/>
                </a:solidFill>
                <a:latin typeface="Times New Roman" panose="02020603050405020304" pitchFamily="18" charset="0"/>
                <a:cs typeface="Times New Roman" panose="02020603050405020304" pitchFamily="18" charset="0"/>
              </a:rPr>
              <a:t> · </a:t>
            </a:r>
            <a:r>
              <a:rPr lang="en-US" altLang="zh-CN" b="1" i="1">
                <a:solidFill>
                  <a:schemeClr val="tx1"/>
                </a:solidFill>
                <a:latin typeface="Times New Roman" panose="02020603050405020304" pitchFamily="18" charset="0"/>
                <a:cs typeface="Times New Roman" panose="02020603050405020304" pitchFamily="18" charset="0"/>
              </a:rPr>
              <a:t>iS  S→</a:t>
            </a:r>
            <a:r>
              <a:rPr lang="en-US" altLang="zh-CN" b="1" i="1">
                <a:solidFill>
                  <a:srgbClr val="000000"/>
                </a:solidFill>
                <a:latin typeface="Times New Roman" panose="02020603050405020304" pitchFamily="18" charset="0"/>
                <a:cs typeface="Times New Roman" panose="02020603050405020304" pitchFamily="18" charset="0"/>
              </a:rPr>
              <a:t> · </a:t>
            </a:r>
            <a:r>
              <a:rPr lang="en-US" altLang="zh-CN" b="1" i="1">
                <a:solidFill>
                  <a:schemeClr val="tx1"/>
                </a:solidFill>
                <a:latin typeface="Times New Roman" panose="02020603050405020304" pitchFamily="18" charset="0"/>
                <a:cs typeface="Times New Roman" panose="02020603050405020304" pitchFamily="18" charset="0"/>
              </a:rPr>
              <a:t>iSeS</a:t>
            </a:r>
          </a:p>
          <a:p>
            <a:pPr eaLnBrk="1" hangingPunct="1">
              <a:spcBef>
                <a:spcPct val="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S → · a</a:t>
            </a:r>
          </a:p>
        </p:txBody>
      </p:sp>
      <p:sp>
        <p:nvSpPr>
          <p:cNvPr id="10" name="Line 7">
            <a:extLst>
              <a:ext uri="{FF2B5EF4-FFF2-40B4-BE49-F238E27FC236}">
                <a16:creationId xmlns:a16="http://schemas.microsoft.com/office/drawing/2014/main" id="{58C69391-5B13-4421-B07C-BE3A07AFE8C0}"/>
              </a:ext>
            </a:extLst>
          </p:cNvPr>
          <p:cNvSpPr>
            <a:spLocks noChangeShapeType="1"/>
          </p:cNvSpPr>
          <p:nvPr/>
        </p:nvSpPr>
        <p:spPr bwMode="auto">
          <a:xfrm flipV="1">
            <a:off x="2181917" y="2992611"/>
            <a:ext cx="3175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标题 2"/>
          <p:cNvSpPr>
            <a:spLocks noGrp="1" noChangeArrowheads="1"/>
          </p:cNvSpPr>
          <p:nvPr>
            <p:ph type="title"/>
          </p:nvPr>
        </p:nvSpPr>
        <p:spPr>
          <a:xfrm>
            <a:off x="755650" y="268288"/>
            <a:ext cx="7931150" cy="358775"/>
          </a:xfrm>
        </p:spPr>
        <p:txBody>
          <a:bodyPr/>
          <a:lstStyle/>
          <a:p>
            <a:r>
              <a:rPr lang="zh-CN" altLang="en-US" sz="3000">
                <a:solidFill>
                  <a:srgbClr val="000000"/>
                </a:solidFill>
                <a:latin typeface="微软雅黑" panose="020B0503020204020204" pitchFamily="34" charset="-122"/>
                <a:ea typeface="微软雅黑" panose="020B0503020204020204" pitchFamily="34" charset="-122"/>
              </a:rPr>
              <a:t>二义性文法的使用</a:t>
            </a:r>
            <a:endParaRPr lang="zh-CN" altLang="en-US">
              <a:ea typeface="黑体" panose="02010609060101010101" pitchFamily="49" charset="-122"/>
            </a:endParaRPr>
          </a:p>
        </p:txBody>
      </p:sp>
      <p:sp>
        <p:nvSpPr>
          <p:cNvPr id="91139" name="矩形 53"/>
          <p:cNvSpPr>
            <a:spLocks noChangeArrowheads="1"/>
          </p:cNvSpPr>
          <p:nvPr/>
        </p:nvSpPr>
        <p:spPr bwMode="auto">
          <a:xfrm>
            <a:off x="467544" y="857250"/>
            <a:ext cx="8219255" cy="3150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73050" indent="-27305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lnSpc>
                <a:spcPts val="3900"/>
              </a:lnSpc>
              <a:buClrTx/>
              <a:buFont typeface="Wingdings" panose="05000000000000000000" pitchFamily="2" charset="2"/>
              <a:buChar char="Ø"/>
            </a:pPr>
            <a:r>
              <a:rPr lang="zh-CN" altLang="en-US" sz="28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应该保守地使用二义性文法，并且必须在严格控制之下使用，因为稍有不慎就会导致语法分析器所识别的语言出现偏差</a:t>
            </a:r>
            <a:endParaRPr lang="en-US" altLang="zh-CN" sz="2800" b="1" dirty="0">
              <a:solidFill>
                <a:srgbClr val="000000"/>
              </a:solidFill>
              <a:latin typeface="Times New Roman" panose="02020603050405020304" pitchFamily="18" charset="0"/>
              <a:cs typeface="Times New Roman" panose="02020603050405020304" pitchFamily="18" charset="0"/>
            </a:endParaRPr>
          </a:p>
          <a:p>
            <a:pPr eaLnBrk="1" hangingPunct="1">
              <a:lnSpc>
                <a:spcPts val="2800"/>
              </a:lnSpc>
              <a:spcBef>
                <a:spcPts val="1200"/>
              </a:spcBef>
              <a:spcAft>
                <a:spcPts val="600"/>
              </a:spcAft>
              <a:buClrTx/>
              <a:buFont typeface="Wingdings" panose="05000000000000000000" pitchFamily="2" charset="2"/>
              <a:buChar char="Ø"/>
            </a:pPr>
            <a:r>
              <a:rPr lang="en-US" altLang="zh-CN" sz="3000" b="1" dirty="0">
                <a:solidFill>
                  <a:srgbClr val="000000"/>
                </a:solidFill>
                <a:latin typeface="Times New Roman" panose="02020603050405020304" pitchFamily="18" charset="0"/>
                <a:cs typeface="Times New Roman" panose="02020603050405020304" pitchFamily="18" charset="0"/>
              </a:rPr>
              <a:t> </a:t>
            </a:r>
            <a:r>
              <a:rPr lang="zh-CN" altLang="en-US" sz="30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实验中</a:t>
            </a:r>
            <a:r>
              <a:rPr lang="en-US" altLang="zh-CN" sz="30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Bison</a:t>
            </a:r>
            <a:r>
              <a:rPr lang="zh-CN" altLang="en-US" sz="30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处理二义性文法的方法</a:t>
            </a:r>
            <a:endParaRPr lang="en-US" altLang="zh-CN" sz="30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lvl="1" eaLnBrk="1" hangingPunct="1">
              <a:lnSpc>
                <a:spcPts val="2800"/>
              </a:lnSpc>
              <a:spcAft>
                <a:spcPts val="600"/>
              </a:spcAft>
              <a:buClrTx/>
              <a:buFont typeface="Wingdings" panose="05000000000000000000" pitchFamily="2" charset="2"/>
              <a:buChar char="Ø"/>
            </a:pPr>
            <a:r>
              <a:rPr lang="en-US" altLang="zh-CN" sz="28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 C --</a:t>
            </a:r>
            <a:r>
              <a:rPr lang="zh-CN" altLang="en-US" sz="28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文法是有二义性的</a:t>
            </a:r>
            <a:endParaRPr lang="en-US" altLang="zh-CN" sz="28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pPr lvl="1" eaLnBrk="1" hangingPunct="1">
              <a:lnSpc>
                <a:spcPts val="2800"/>
              </a:lnSpc>
              <a:spcAft>
                <a:spcPts val="600"/>
              </a:spcAft>
              <a:buClrTx/>
              <a:buFont typeface="Wingdings" panose="05000000000000000000" pitchFamily="2" charset="2"/>
              <a:buChar char="Ø"/>
            </a:pPr>
            <a:r>
              <a:rPr lang="en-US" altLang="zh-CN" sz="28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 2.2.12 Bison</a:t>
            </a:r>
            <a:r>
              <a:rPr lang="zh-CN" altLang="en-US" sz="28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：二义性与冲突处理 </a:t>
            </a:r>
            <a:r>
              <a:rPr lang="en-US" altLang="zh-CN" sz="2800"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P38</a:t>
            </a:r>
          </a:p>
        </p:txBody>
      </p:sp>
      <p:sp>
        <p:nvSpPr>
          <p:cNvPr id="2" name="灯片编号占位符 1">
            <a:extLst>
              <a:ext uri="{FF2B5EF4-FFF2-40B4-BE49-F238E27FC236}">
                <a16:creationId xmlns:a16="http://schemas.microsoft.com/office/drawing/2014/main" id="{97F8ED71-2CEA-4D82-A60F-F1A260CAD06A}"/>
              </a:ext>
            </a:extLst>
          </p:cNvPr>
          <p:cNvSpPr>
            <a:spLocks noGrp="1"/>
          </p:cNvSpPr>
          <p:nvPr>
            <p:ph type="sldNum" sz="quarter" idx="12"/>
          </p:nvPr>
        </p:nvSpPr>
        <p:spPr/>
        <p:txBody>
          <a:bodyPr/>
          <a:lstStyle/>
          <a:p>
            <a:pPr>
              <a:defRPr/>
            </a:pPr>
            <a:fld id="{76D20AB1-C80E-44EB-B890-88EEF3B3DC08}" type="slidenum">
              <a:rPr lang="zh-CN" altLang="en-US" smtClean="0"/>
              <a:pPr>
                <a:defRPr/>
              </a:pPr>
              <a:t>40</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1139">
                                            <p:txEl>
                                              <p:pRg st="0" end="0"/>
                                            </p:txEl>
                                          </p:spTgt>
                                        </p:tgtEl>
                                        <p:attrNameLst>
                                          <p:attrName>style.visibility</p:attrName>
                                        </p:attrNameLst>
                                      </p:cBhvr>
                                      <p:to>
                                        <p:strVal val="visible"/>
                                      </p:to>
                                    </p:set>
                                    <p:animEffect transition="in" filter="wipe(down)">
                                      <p:cBhvr>
                                        <p:cTn id="7" dur="500"/>
                                        <p:tgtEl>
                                          <p:spTgt spid="911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91139">
                                            <p:txEl>
                                              <p:pRg st="1" end="1"/>
                                            </p:txEl>
                                          </p:spTgt>
                                        </p:tgtEl>
                                        <p:attrNameLst>
                                          <p:attrName>style.visibility</p:attrName>
                                        </p:attrNameLst>
                                      </p:cBhvr>
                                      <p:to>
                                        <p:strVal val="visible"/>
                                      </p:to>
                                    </p:set>
                                    <p:animEffect transition="in" filter="wipe(down)">
                                      <p:cBhvr>
                                        <p:cTn id="12" dur="500"/>
                                        <p:tgtEl>
                                          <p:spTgt spid="91139">
                                            <p:txEl>
                                              <p:pRg st="1" end="1"/>
                                            </p:txEl>
                                          </p:spTgt>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91139">
                                            <p:txEl>
                                              <p:pRg st="2" end="2"/>
                                            </p:txEl>
                                          </p:spTgt>
                                        </p:tgtEl>
                                        <p:attrNameLst>
                                          <p:attrName>style.visibility</p:attrName>
                                        </p:attrNameLst>
                                      </p:cBhvr>
                                      <p:to>
                                        <p:strVal val="visible"/>
                                      </p:to>
                                    </p:set>
                                    <p:animEffect transition="in" filter="wipe(down)">
                                      <p:cBhvr>
                                        <p:cTn id="15" dur="500"/>
                                        <p:tgtEl>
                                          <p:spTgt spid="91139">
                                            <p:txEl>
                                              <p:pRg st="2" end="2"/>
                                            </p:txEl>
                                          </p:spTgt>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91139">
                                            <p:txEl>
                                              <p:pRg st="3" end="3"/>
                                            </p:txEl>
                                          </p:spTgt>
                                        </p:tgtEl>
                                        <p:attrNameLst>
                                          <p:attrName>style.visibility</p:attrName>
                                        </p:attrNameLst>
                                      </p:cBhvr>
                                      <p:to>
                                        <p:strVal val="visible"/>
                                      </p:to>
                                    </p:set>
                                    <p:animEffect transition="in" filter="wipe(down)">
                                      <p:cBhvr>
                                        <p:cTn id="18" dur="500"/>
                                        <p:tgtEl>
                                          <p:spTgt spid="9113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9"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标题 2"/>
          <p:cNvSpPr>
            <a:spLocks noGrp="1" noChangeArrowheads="1"/>
          </p:cNvSpPr>
          <p:nvPr>
            <p:ph type="title"/>
          </p:nvPr>
        </p:nvSpPr>
        <p:spPr>
          <a:xfrm>
            <a:off x="755650" y="268288"/>
            <a:ext cx="7931150" cy="358775"/>
          </a:xfrm>
        </p:spPr>
        <p:txBody>
          <a:bodyPr/>
          <a:lstStyle/>
          <a:p>
            <a:r>
              <a:rPr lang="en-US" altLang="zh-CN" sz="3000">
                <a:solidFill>
                  <a:srgbClr val="000000"/>
                </a:solidFill>
                <a:latin typeface="微软雅黑" panose="020B0503020204020204" pitchFamily="34" charset="-122"/>
                <a:ea typeface="微软雅黑" panose="020B0503020204020204" pitchFamily="34" charset="-122"/>
              </a:rPr>
              <a:t>4.4.6 </a:t>
            </a:r>
            <a:r>
              <a:rPr lang="en-US" altLang="zh-CN" sz="3000" i="1">
                <a:solidFill>
                  <a:schemeClr val="tx1"/>
                </a:solidFill>
                <a:ea typeface="黑体" panose="02010609060101010101" pitchFamily="49" charset="-122"/>
              </a:rPr>
              <a:t>LR</a:t>
            </a:r>
            <a:r>
              <a:rPr lang="zh-CN" altLang="en-US" sz="3000">
                <a:solidFill>
                  <a:schemeClr val="tx1"/>
                </a:solidFill>
                <a:latin typeface="微软雅黑" panose="020B0503020204020204" pitchFamily="34" charset="-122"/>
                <a:ea typeface="微软雅黑" panose="020B0503020204020204" pitchFamily="34" charset="-122"/>
              </a:rPr>
              <a:t>分析中的错误处理</a:t>
            </a:r>
          </a:p>
        </p:txBody>
      </p:sp>
      <p:sp>
        <p:nvSpPr>
          <p:cNvPr id="102403" name="矩形 53"/>
          <p:cNvSpPr>
            <a:spLocks noChangeArrowheads="1"/>
          </p:cNvSpPr>
          <p:nvPr/>
        </p:nvSpPr>
        <p:spPr bwMode="auto">
          <a:xfrm>
            <a:off x="467544" y="830263"/>
            <a:ext cx="8462144" cy="3651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73050" indent="-27305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lnSpc>
                <a:spcPts val="4000"/>
              </a:lnSpc>
              <a:spcBef>
                <a:spcPts val="0"/>
              </a:spcBef>
              <a:buClrTx/>
              <a:buFont typeface="Wingdings" panose="05000000000000000000" pitchFamily="2" charset="2"/>
              <a:buChar char="Ø"/>
            </a:pPr>
            <a:r>
              <a:rPr lang="zh-CN" altLang="en-US" sz="3200" b="1" dirty="0">
                <a:solidFill>
                  <a:srgbClr val="000000"/>
                </a:solidFill>
                <a:latin typeface="Times New Roman" panose="02020603050405020304" pitchFamily="18" charset="0"/>
                <a:ea typeface="华文楷体" panose="02010600040101010101" pitchFamily="2" charset="-122"/>
              </a:rPr>
              <a:t>语法错误的检测</a:t>
            </a:r>
            <a:endParaRPr lang="en-US" altLang="zh-CN" sz="3200" b="1" dirty="0">
              <a:solidFill>
                <a:srgbClr val="000000"/>
              </a:solidFill>
              <a:latin typeface="Times New Roman" panose="02020603050405020304" pitchFamily="18" charset="0"/>
              <a:cs typeface="Times New Roman" panose="02020603050405020304" pitchFamily="18" charset="0"/>
            </a:endParaRPr>
          </a:p>
          <a:p>
            <a:pPr lvl="1" eaLnBrk="1" hangingPunct="1">
              <a:lnSpc>
                <a:spcPts val="4000"/>
              </a:lnSpc>
              <a:spcBef>
                <a:spcPts val="0"/>
              </a:spcBef>
              <a:buClrTx/>
              <a:buFont typeface="Wingdings" panose="05000000000000000000" pitchFamily="2" charset="2"/>
              <a:buChar char="Ø"/>
            </a:pPr>
            <a:r>
              <a:rPr lang="zh-CN" altLang="en-US" sz="2800" b="1" dirty="0">
                <a:solidFill>
                  <a:srgbClr val="000000"/>
                </a:solidFill>
                <a:latin typeface="Times New Roman" panose="02020603050405020304" pitchFamily="18" charset="0"/>
                <a:ea typeface="华文楷体" panose="02010600040101010101" pitchFamily="2" charset="-122"/>
              </a:rPr>
              <a:t>当</a:t>
            </a:r>
            <a:r>
              <a:rPr lang="en-US" altLang="zh-CN" sz="2800" b="1" i="1" dirty="0">
                <a:solidFill>
                  <a:srgbClr val="000000"/>
                </a:solidFill>
                <a:latin typeface="Times New Roman" panose="02020603050405020304" pitchFamily="18" charset="0"/>
              </a:rPr>
              <a:t>LR</a:t>
            </a:r>
            <a:r>
              <a:rPr lang="zh-CN" altLang="en-US" sz="2800" b="1" dirty="0">
                <a:solidFill>
                  <a:srgbClr val="000000"/>
                </a:solidFill>
                <a:latin typeface="Times New Roman" panose="02020603050405020304" pitchFamily="18" charset="0"/>
                <a:ea typeface="华文楷体" panose="02010600040101010101" pitchFamily="2" charset="-122"/>
              </a:rPr>
              <a:t>分析器在查询语法</a:t>
            </a:r>
            <a:r>
              <a:rPr lang="zh-CN" altLang="en-US" sz="2800" b="1" dirty="0">
                <a:solidFill>
                  <a:schemeClr val="tx1"/>
                </a:solidFill>
                <a:latin typeface="Times New Roman" panose="02020603050405020304" pitchFamily="18" charset="0"/>
                <a:ea typeface="华文楷体" panose="02010600040101010101" pitchFamily="2" charset="-122"/>
              </a:rPr>
              <a:t>分析</a:t>
            </a:r>
            <a:r>
              <a:rPr lang="zh-CN" altLang="en-US" sz="2800" b="1" dirty="0">
                <a:solidFill>
                  <a:srgbClr val="0000FF"/>
                </a:solidFill>
                <a:latin typeface="Times New Roman" panose="02020603050405020304" pitchFamily="18" charset="0"/>
                <a:ea typeface="华文楷体" panose="02010600040101010101" pitchFamily="2" charset="-122"/>
              </a:rPr>
              <a:t>动作表</a:t>
            </a:r>
            <a:r>
              <a:rPr lang="zh-CN" altLang="en-US" sz="2800" b="1" dirty="0">
                <a:solidFill>
                  <a:srgbClr val="000000"/>
                </a:solidFill>
                <a:latin typeface="Times New Roman" panose="02020603050405020304" pitchFamily="18" charset="0"/>
                <a:ea typeface="华文楷体" panose="02010600040101010101" pitchFamily="2" charset="-122"/>
              </a:rPr>
              <a:t>并发现一个</a:t>
            </a:r>
            <a:r>
              <a:rPr lang="zh-CN" altLang="en-US" sz="2800" b="1" dirty="0">
                <a:solidFill>
                  <a:srgbClr val="0000FF"/>
                </a:solidFill>
                <a:latin typeface="Times New Roman" panose="02020603050405020304" pitchFamily="18" charset="0"/>
                <a:ea typeface="华文楷体" panose="02010600040101010101" pitchFamily="2" charset="-122"/>
              </a:rPr>
              <a:t>报错条目</a:t>
            </a:r>
            <a:r>
              <a:rPr lang="zh-CN" altLang="en-US" sz="2800" b="1" dirty="0">
                <a:solidFill>
                  <a:srgbClr val="000000"/>
                </a:solidFill>
                <a:latin typeface="Times New Roman" panose="02020603050405020304" pitchFamily="18" charset="0"/>
                <a:ea typeface="华文楷体" panose="02010600040101010101" pitchFamily="2" charset="-122"/>
              </a:rPr>
              <a:t>时，就检测到了一个语法错误</a:t>
            </a:r>
            <a:endParaRPr lang="en-US" altLang="zh-CN" sz="2800" b="1" dirty="0">
              <a:solidFill>
                <a:srgbClr val="000000"/>
              </a:solidFill>
              <a:latin typeface="Times New Roman" panose="02020603050405020304" pitchFamily="18" charset="0"/>
              <a:ea typeface="华文楷体" panose="02010600040101010101" pitchFamily="2" charset="-122"/>
            </a:endParaRPr>
          </a:p>
          <a:p>
            <a:pPr eaLnBrk="1" hangingPunct="1">
              <a:lnSpc>
                <a:spcPts val="4000"/>
              </a:lnSpc>
              <a:spcBef>
                <a:spcPts val="0"/>
              </a:spcBef>
              <a:buClrTx/>
              <a:buFont typeface="Wingdings" panose="05000000000000000000" pitchFamily="2" charset="2"/>
              <a:buChar char="Ø"/>
            </a:pPr>
            <a:r>
              <a:rPr lang="zh-CN" altLang="en-US" sz="3200" b="1" dirty="0">
                <a:solidFill>
                  <a:srgbClr val="000000"/>
                </a:solidFill>
                <a:latin typeface="Times New Roman" panose="02020603050405020304" pitchFamily="18" charset="0"/>
                <a:ea typeface="华文楷体" panose="02010600040101010101" pitchFamily="2" charset="-122"/>
              </a:rPr>
              <a:t>错误恢复策略</a:t>
            </a:r>
            <a:endParaRPr lang="en-US" altLang="zh-CN" sz="3200" b="1" dirty="0">
              <a:solidFill>
                <a:srgbClr val="000000"/>
              </a:solidFill>
              <a:latin typeface="Times New Roman" panose="02020603050405020304" pitchFamily="18" charset="0"/>
            </a:endParaRPr>
          </a:p>
          <a:p>
            <a:pPr lvl="1" eaLnBrk="1" hangingPunct="1">
              <a:lnSpc>
                <a:spcPts val="4000"/>
              </a:lnSpc>
              <a:spcBef>
                <a:spcPts val="0"/>
              </a:spcBef>
              <a:buClrTx/>
              <a:buFont typeface="Wingdings" panose="05000000000000000000" pitchFamily="2" charset="2"/>
              <a:buChar char="Ø"/>
            </a:pPr>
            <a:r>
              <a:rPr lang="zh-CN" altLang="en-US" sz="2800" b="1" dirty="0">
                <a:solidFill>
                  <a:srgbClr val="000000"/>
                </a:solidFill>
                <a:latin typeface="Times New Roman" panose="02020603050405020304" pitchFamily="18" charset="0"/>
                <a:ea typeface="华文楷体" panose="02010600040101010101" pitchFamily="2" charset="-122"/>
              </a:rPr>
              <a:t>恐慌模式错误恢复</a:t>
            </a:r>
            <a:endParaRPr lang="en-US" altLang="zh-CN" sz="2800" b="1" dirty="0">
              <a:solidFill>
                <a:srgbClr val="000000"/>
              </a:solidFill>
              <a:latin typeface="Times New Roman" panose="02020603050405020304" pitchFamily="18" charset="0"/>
            </a:endParaRPr>
          </a:p>
          <a:p>
            <a:pPr lvl="1" eaLnBrk="1" hangingPunct="1">
              <a:lnSpc>
                <a:spcPts val="4000"/>
              </a:lnSpc>
              <a:spcBef>
                <a:spcPts val="0"/>
              </a:spcBef>
              <a:buClrTx/>
              <a:buFont typeface="Wingdings" panose="05000000000000000000" pitchFamily="2" charset="2"/>
              <a:buChar char="Ø"/>
            </a:pPr>
            <a:r>
              <a:rPr lang="zh-CN" altLang="en-US" sz="2800" b="1" dirty="0">
                <a:solidFill>
                  <a:srgbClr val="000000"/>
                </a:solidFill>
                <a:latin typeface="Times New Roman" panose="02020603050405020304" pitchFamily="18" charset="0"/>
                <a:ea typeface="华文楷体" panose="02010600040101010101" pitchFamily="2" charset="-122"/>
              </a:rPr>
              <a:t>短语层次错误恢复</a:t>
            </a:r>
            <a:endParaRPr lang="en-US" altLang="zh-CN" sz="2800" b="1" dirty="0">
              <a:solidFill>
                <a:srgbClr val="000000"/>
              </a:solidFill>
              <a:latin typeface="Times New Roman" panose="02020603050405020304" pitchFamily="18" charset="0"/>
              <a:ea typeface="华文楷体" panose="02010600040101010101" pitchFamily="2" charset="-122"/>
            </a:endParaRPr>
          </a:p>
          <a:p>
            <a:pPr lvl="1" eaLnBrk="1" hangingPunct="1">
              <a:lnSpc>
                <a:spcPts val="4000"/>
              </a:lnSpc>
              <a:spcBef>
                <a:spcPts val="0"/>
              </a:spcBef>
              <a:buClrTx/>
              <a:buFont typeface="Wingdings" panose="05000000000000000000" pitchFamily="2" charset="2"/>
              <a:buChar char="Ø"/>
            </a:pPr>
            <a:r>
              <a:rPr lang="zh-CN" altLang="en-US" sz="2800" b="1" dirty="0">
                <a:solidFill>
                  <a:srgbClr val="000000"/>
                </a:solidFill>
                <a:latin typeface="Times New Roman" panose="02020603050405020304" pitchFamily="18" charset="0"/>
                <a:ea typeface="华文楷体" panose="02010600040101010101" pitchFamily="2" charset="-122"/>
              </a:rPr>
              <a:t>错误恢复产生式</a:t>
            </a:r>
            <a:endParaRPr lang="en-US" altLang="zh-CN" sz="2800" b="1" dirty="0">
              <a:solidFill>
                <a:srgbClr val="000000"/>
              </a:solidFill>
              <a:latin typeface="Times New Roman" panose="02020603050405020304" pitchFamily="18" charset="0"/>
            </a:endParaRPr>
          </a:p>
        </p:txBody>
      </p:sp>
      <p:sp>
        <p:nvSpPr>
          <p:cNvPr id="2" name="灯片编号占位符 1">
            <a:extLst>
              <a:ext uri="{FF2B5EF4-FFF2-40B4-BE49-F238E27FC236}">
                <a16:creationId xmlns:a16="http://schemas.microsoft.com/office/drawing/2014/main" id="{CD8F48B5-C8A3-4B61-A25D-1167F9A80BFA}"/>
              </a:ext>
            </a:extLst>
          </p:cNvPr>
          <p:cNvSpPr>
            <a:spLocks noGrp="1"/>
          </p:cNvSpPr>
          <p:nvPr>
            <p:ph type="sldNum" sz="quarter" idx="12"/>
          </p:nvPr>
        </p:nvSpPr>
        <p:spPr/>
        <p:txBody>
          <a:bodyPr/>
          <a:lstStyle/>
          <a:p>
            <a:pPr>
              <a:defRPr/>
            </a:pPr>
            <a:fld id="{76D20AB1-C80E-44EB-B890-88EEF3B3DC08}" type="slidenum">
              <a:rPr lang="zh-CN" altLang="en-US" smtClean="0"/>
              <a:pPr>
                <a:defRPr/>
              </a:pPr>
              <a:t>41</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102403">
                                            <p:txEl>
                                              <p:pRg st="0" end="0"/>
                                            </p:txEl>
                                          </p:spTgt>
                                        </p:tgtEl>
                                        <p:attrNameLst>
                                          <p:attrName>style.visibility</p:attrName>
                                        </p:attrNameLst>
                                      </p:cBhvr>
                                      <p:to>
                                        <p:strVal val="visible"/>
                                      </p:to>
                                    </p:set>
                                    <p:anim calcmode="lin" valueType="num">
                                      <p:cBhvr>
                                        <p:cTn id="7" dur="500" fill="hold"/>
                                        <p:tgtEl>
                                          <p:spTgt spid="10240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10240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102403">
                                            <p:txEl>
                                              <p:pRg st="0" end="0"/>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102403">
                                            <p:txEl>
                                              <p:pRg st="1" end="1"/>
                                            </p:txEl>
                                          </p:spTgt>
                                        </p:tgtEl>
                                        <p:attrNameLst>
                                          <p:attrName>style.visibility</p:attrName>
                                        </p:attrNameLst>
                                      </p:cBhvr>
                                      <p:to>
                                        <p:strVal val="visible"/>
                                      </p:to>
                                    </p:set>
                                    <p:anim calcmode="lin" valueType="num">
                                      <p:cBhvr>
                                        <p:cTn id="12" dur="500" fill="hold"/>
                                        <p:tgtEl>
                                          <p:spTgt spid="102403">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102403">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102403">
                                            <p:txEl>
                                              <p:pRg st="1" end="1"/>
                                            </p:txEl>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16" fill="hold" nodeType="clickEffect">
                                  <p:stCondLst>
                                    <p:cond delay="0"/>
                                  </p:stCondLst>
                                  <p:childTnLst>
                                    <p:set>
                                      <p:cBhvr>
                                        <p:cTn id="18" dur="1" fill="hold">
                                          <p:stCondLst>
                                            <p:cond delay="0"/>
                                          </p:stCondLst>
                                        </p:cTn>
                                        <p:tgtEl>
                                          <p:spTgt spid="102403">
                                            <p:txEl>
                                              <p:pRg st="2" end="2"/>
                                            </p:txEl>
                                          </p:spTgt>
                                        </p:tgtEl>
                                        <p:attrNameLst>
                                          <p:attrName>style.visibility</p:attrName>
                                        </p:attrNameLst>
                                      </p:cBhvr>
                                      <p:to>
                                        <p:strVal val="visible"/>
                                      </p:to>
                                    </p:set>
                                    <p:anim calcmode="lin" valueType="num">
                                      <p:cBhvr>
                                        <p:cTn id="19" dur="500" fill="hold"/>
                                        <p:tgtEl>
                                          <p:spTgt spid="102403">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102403">
                                            <p:txEl>
                                              <p:pRg st="2" end="2"/>
                                            </p:txEl>
                                          </p:spTgt>
                                        </p:tgtEl>
                                        <p:attrNameLst>
                                          <p:attrName>ppt_h</p:attrName>
                                        </p:attrNameLst>
                                      </p:cBhvr>
                                      <p:tavLst>
                                        <p:tav tm="0">
                                          <p:val>
                                            <p:fltVal val="0"/>
                                          </p:val>
                                        </p:tav>
                                        <p:tav tm="100000">
                                          <p:val>
                                            <p:strVal val="#ppt_h"/>
                                          </p:val>
                                        </p:tav>
                                      </p:tavLst>
                                    </p:anim>
                                    <p:animEffect transition="in" filter="fade">
                                      <p:cBhvr>
                                        <p:cTn id="21" dur="500"/>
                                        <p:tgtEl>
                                          <p:spTgt spid="102403">
                                            <p:txEl>
                                              <p:pRg st="2" end="2"/>
                                            </p:txEl>
                                          </p:spTgt>
                                        </p:tgtEl>
                                      </p:cBhvr>
                                    </p:animEffect>
                                  </p:childTnLst>
                                </p:cTn>
                              </p:par>
                              <p:par>
                                <p:cTn id="22" presetID="53" presetClass="entr" presetSubtype="16" fill="hold" nodeType="withEffect">
                                  <p:stCondLst>
                                    <p:cond delay="0"/>
                                  </p:stCondLst>
                                  <p:childTnLst>
                                    <p:set>
                                      <p:cBhvr>
                                        <p:cTn id="23" dur="1" fill="hold">
                                          <p:stCondLst>
                                            <p:cond delay="0"/>
                                          </p:stCondLst>
                                        </p:cTn>
                                        <p:tgtEl>
                                          <p:spTgt spid="102403">
                                            <p:txEl>
                                              <p:pRg st="3" end="3"/>
                                            </p:txEl>
                                          </p:spTgt>
                                        </p:tgtEl>
                                        <p:attrNameLst>
                                          <p:attrName>style.visibility</p:attrName>
                                        </p:attrNameLst>
                                      </p:cBhvr>
                                      <p:to>
                                        <p:strVal val="visible"/>
                                      </p:to>
                                    </p:set>
                                    <p:anim calcmode="lin" valueType="num">
                                      <p:cBhvr>
                                        <p:cTn id="24" dur="500" fill="hold"/>
                                        <p:tgtEl>
                                          <p:spTgt spid="102403">
                                            <p:txEl>
                                              <p:pRg st="3" end="3"/>
                                            </p:txEl>
                                          </p:spTgt>
                                        </p:tgtEl>
                                        <p:attrNameLst>
                                          <p:attrName>ppt_w</p:attrName>
                                        </p:attrNameLst>
                                      </p:cBhvr>
                                      <p:tavLst>
                                        <p:tav tm="0">
                                          <p:val>
                                            <p:fltVal val="0"/>
                                          </p:val>
                                        </p:tav>
                                        <p:tav tm="100000">
                                          <p:val>
                                            <p:strVal val="#ppt_w"/>
                                          </p:val>
                                        </p:tav>
                                      </p:tavLst>
                                    </p:anim>
                                    <p:anim calcmode="lin" valueType="num">
                                      <p:cBhvr>
                                        <p:cTn id="25" dur="500" fill="hold"/>
                                        <p:tgtEl>
                                          <p:spTgt spid="102403">
                                            <p:txEl>
                                              <p:pRg st="3" end="3"/>
                                            </p:txEl>
                                          </p:spTgt>
                                        </p:tgtEl>
                                        <p:attrNameLst>
                                          <p:attrName>ppt_h</p:attrName>
                                        </p:attrNameLst>
                                      </p:cBhvr>
                                      <p:tavLst>
                                        <p:tav tm="0">
                                          <p:val>
                                            <p:fltVal val="0"/>
                                          </p:val>
                                        </p:tav>
                                        <p:tav tm="100000">
                                          <p:val>
                                            <p:strVal val="#ppt_h"/>
                                          </p:val>
                                        </p:tav>
                                      </p:tavLst>
                                    </p:anim>
                                    <p:animEffect transition="in" filter="fade">
                                      <p:cBhvr>
                                        <p:cTn id="26" dur="500"/>
                                        <p:tgtEl>
                                          <p:spTgt spid="102403">
                                            <p:txEl>
                                              <p:pRg st="3" end="3"/>
                                            </p:txEl>
                                          </p:spTgt>
                                        </p:tgtEl>
                                      </p:cBhvr>
                                    </p:animEffect>
                                  </p:childTnLst>
                                </p:cTn>
                              </p:par>
                              <p:par>
                                <p:cTn id="27" presetID="53" presetClass="entr" presetSubtype="16" fill="hold" nodeType="withEffect">
                                  <p:stCondLst>
                                    <p:cond delay="0"/>
                                  </p:stCondLst>
                                  <p:childTnLst>
                                    <p:set>
                                      <p:cBhvr>
                                        <p:cTn id="28" dur="1" fill="hold">
                                          <p:stCondLst>
                                            <p:cond delay="0"/>
                                          </p:stCondLst>
                                        </p:cTn>
                                        <p:tgtEl>
                                          <p:spTgt spid="102403">
                                            <p:txEl>
                                              <p:pRg st="4" end="4"/>
                                            </p:txEl>
                                          </p:spTgt>
                                        </p:tgtEl>
                                        <p:attrNameLst>
                                          <p:attrName>style.visibility</p:attrName>
                                        </p:attrNameLst>
                                      </p:cBhvr>
                                      <p:to>
                                        <p:strVal val="visible"/>
                                      </p:to>
                                    </p:set>
                                    <p:anim calcmode="lin" valueType="num">
                                      <p:cBhvr>
                                        <p:cTn id="29" dur="500" fill="hold"/>
                                        <p:tgtEl>
                                          <p:spTgt spid="102403">
                                            <p:txEl>
                                              <p:pRg st="4" end="4"/>
                                            </p:txEl>
                                          </p:spTgt>
                                        </p:tgtEl>
                                        <p:attrNameLst>
                                          <p:attrName>ppt_w</p:attrName>
                                        </p:attrNameLst>
                                      </p:cBhvr>
                                      <p:tavLst>
                                        <p:tav tm="0">
                                          <p:val>
                                            <p:fltVal val="0"/>
                                          </p:val>
                                        </p:tav>
                                        <p:tav tm="100000">
                                          <p:val>
                                            <p:strVal val="#ppt_w"/>
                                          </p:val>
                                        </p:tav>
                                      </p:tavLst>
                                    </p:anim>
                                    <p:anim calcmode="lin" valueType="num">
                                      <p:cBhvr>
                                        <p:cTn id="30" dur="500" fill="hold"/>
                                        <p:tgtEl>
                                          <p:spTgt spid="102403">
                                            <p:txEl>
                                              <p:pRg st="4" end="4"/>
                                            </p:txEl>
                                          </p:spTgt>
                                        </p:tgtEl>
                                        <p:attrNameLst>
                                          <p:attrName>ppt_h</p:attrName>
                                        </p:attrNameLst>
                                      </p:cBhvr>
                                      <p:tavLst>
                                        <p:tav tm="0">
                                          <p:val>
                                            <p:fltVal val="0"/>
                                          </p:val>
                                        </p:tav>
                                        <p:tav tm="100000">
                                          <p:val>
                                            <p:strVal val="#ppt_h"/>
                                          </p:val>
                                        </p:tav>
                                      </p:tavLst>
                                    </p:anim>
                                    <p:animEffect transition="in" filter="fade">
                                      <p:cBhvr>
                                        <p:cTn id="31" dur="500"/>
                                        <p:tgtEl>
                                          <p:spTgt spid="102403">
                                            <p:txEl>
                                              <p:pRg st="4" end="4"/>
                                            </p:txEl>
                                          </p:spTgt>
                                        </p:tgtEl>
                                      </p:cBhvr>
                                    </p:animEffect>
                                  </p:childTnLst>
                                </p:cTn>
                              </p:par>
                              <p:par>
                                <p:cTn id="32" presetID="53" presetClass="entr" presetSubtype="16" fill="hold" nodeType="withEffect">
                                  <p:stCondLst>
                                    <p:cond delay="0"/>
                                  </p:stCondLst>
                                  <p:childTnLst>
                                    <p:set>
                                      <p:cBhvr>
                                        <p:cTn id="33" dur="1" fill="hold">
                                          <p:stCondLst>
                                            <p:cond delay="0"/>
                                          </p:stCondLst>
                                        </p:cTn>
                                        <p:tgtEl>
                                          <p:spTgt spid="102403">
                                            <p:txEl>
                                              <p:pRg st="5" end="5"/>
                                            </p:txEl>
                                          </p:spTgt>
                                        </p:tgtEl>
                                        <p:attrNameLst>
                                          <p:attrName>style.visibility</p:attrName>
                                        </p:attrNameLst>
                                      </p:cBhvr>
                                      <p:to>
                                        <p:strVal val="visible"/>
                                      </p:to>
                                    </p:set>
                                    <p:anim calcmode="lin" valueType="num">
                                      <p:cBhvr>
                                        <p:cTn id="34" dur="500" fill="hold"/>
                                        <p:tgtEl>
                                          <p:spTgt spid="102403">
                                            <p:txEl>
                                              <p:pRg st="5" end="5"/>
                                            </p:txEl>
                                          </p:spTgt>
                                        </p:tgtEl>
                                        <p:attrNameLst>
                                          <p:attrName>ppt_w</p:attrName>
                                        </p:attrNameLst>
                                      </p:cBhvr>
                                      <p:tavLst>
                                        <p:tav tm="0">
                                          <p:val>
                                            <p:fltVal val="0"/>
                                          </p:val>
                                        </p:tav>
                                        <p:tav tm="100000">
                                          <p:val>
                                            <p:strVal val="#ppt_w"/>
                                          </p:val>
                                        </p:tav>
                                      </p:tavLst>
                                    </p:anim>
                                    <p:anim calcmode="lin" valueType="num">
                                      <p:cBhvr>
                                        <p:cTn id="35" dur="500" fill="hold"/>
                                        <p:tgtEl>
                                          <p:spTgt spid="102403">
                                            <p:txEl>
                                              <p:pRg st="5" end="5"/>
                                            </p:txEl>
                                          </p:spTgt>
                                        </p:tgtEl>
                                        <p:attrNameLst>
                                          <p:attrName>ppt_h</p:attrName>
                                        </p:attrNameLst>
                                      </p:cBhvr>
                                      <p:tavLst>
                                        <p:tav tm="0">
                                          <p:val>
                                            <p:fltVal val="0"/>
                                          </p:val>
                                        </p:tav>
                                        <p:tav tm="100000">
                                          <p:val>
                                            <p:strVal val="#ppt_h"/>
                                          </p:val>
                                        </p:tav>
                                      </p:tavLst>
                                    </p:anim>
                                    <p:animEffect transition="in" filter="fade">
                                      <p:cBhvr>
                                        <p:cTn id="36" dur="500"/>
                                        <p:tgtEl>
                                          <p:spTgt spid="10240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标题 2"/>
          <p:cNvSpPr>
            <a:spLocks noGrp="1" noChangeArrowheads="1"/>
          </p:cNvSpPr>
          <p:nvPr>
            <p:ph type="title"/>
          </p:nvPr>
        </p:nvSpPr>
        <p:spPr>
          <a:xfrm>
            <a:off x="755650" y="268288"/>
            <a:ext cx="7931150" cy="358775"/>
          </a:xfrm>
        </p:spPr>
        <p:txBody>
          <a:bodyPr/>
          <a:lstStyle/>
          <a:p>
            <a:r>
              <a:rPr lang="zh-CN" altLang="en-US" sz="3000">
                <a:solidFill>
                  <a:schemeClr val="tx1"/>
                </a:solidFill>
                <a:latin typeface="微软雅黑" panose="020B0503020204020204" pitchFamily="34" charset="-122"/>
                <a:ea typeface="微软雅黑" panose="020B0503020204020204" pitchFamily="34" charset="-122"/>
              </a:rPr>
              <a:t>恐慌模式错误恢复</a:t>
            </a:r>
          </a:p>
        </p:txBody>
      </p:sp>
      <p:sp>
        <p:nvSpPr>
          <p:cNvPr id="93187" name="矩形 53"/>
          <p:cNvSpPr>
            <a:spLocks noChangeArrowheads="1"/>
          </p:cNvSpPr>
          <p:nvPr/>
        </p:nvSpPr>
        <p:spPr bwMode="auto">
          <a:xfrm>
            <a:off x="391988" y="2643758"/>
            <a:ext cx="8572500" cy="211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73050" indent="-27305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lnSpc>
                <a:spcPts val="3000"/>
              </a:lnSpc>
              <a:buClrTx/>
              <a:buFont typeface="Wingdings" panose="05000000000000000000" pitchFamily="2" charset="2"/>
              <a:buChar char="Ø"/>
            </a:pPr>
            <a:r>
              <a:rPr lang="zh-CN" altLang="en-US" sz="2000" b="1" dirty="0">
                <a:solidFill>
                  <a:srgbClr val="000000"/>
                </a:solidFill>
                <a:latin typeface="Times New Roman" panose="02020603050405020304" pitchFamily="18" charset="0"/>
                <a:ea typeface="华文楷体" panose="02010600040101010101" pitchFamily="2" charset="-122"/>
              </a:rPr>
              <a:t>从栈顶向下扫描，直到发现某个</a:t>
            </a:r>
            <a:r>
              <a:rPr lang="zh-CN" altLang="en-US" sz="2000" b="1" dirty="0">
                <a:solidFill>
                  <a:srgbClr val="0070C0"/>
                </a:solidFill>
                <a:latin typeface="Times New Roman" panose="02020603050405020304" pitchFamily="18" charset="0"/>
                <a:ea typeface="华文楷体" panose="02010600040101010101" pitchFamily="2" charset="-122"/>
              </a:rPr>
              <a:t>状态</a:t>
            </a:r>
            <a:r>
              <a:rPr lang="en-US" altLang="zh-CN" sz="2000" b="1" i="1" dirty="0" err="1">
                <a:solidFill>
                  <a:srgbClr val="0070C0"/>
                </a:solidFill>
                <a:latin typeface="Times New Roman" panose="02020603050405020304" pitchFamily="18" charset="0"/>
                <a:cs typeface="Times New Roman" panose="02020603050405020304" pitchFamily="18" charset="0"/>
              </a:rPr>
              <a:t>s</a:t>
            </a:r>
            <a:r>
              <a:rPr lang="en-US" altLang="zh-CN" sz="2000" b="1" i="1" baseline="-25000" dirty="0" err="1">
                <a:solidFill>
                  <a:srgbClr val="0070C0"/>
                </a:solidFill>
                <a:latin typeface="Times New Roman" panose="02020603050405020304" pitchFamily="18" charset="0"/>
                <a:cs typeface="Times New Roman" panose="02020603050405020304" pitchFamily="18" charset="0"/>
              </a:rPr>
              <a:t>i</a:t>
            </a:r>
            <a:r>
              <a:rPr lang="zh-CN" altLang="en-US" sz="2000" b="1" dirty="0">
                <a:solidFill>
                  <a:srgbClr val="000000"/>
                </a:solidFill>
                <a:latin typeface="Times New Roman" panose="02020603050405020304" pitchFamily="18" charset="0"/>
                <a:ea typeface="华文楷体" panose="02010600040101010101" pitchFamily="2" charset="-122"/>
              </a:rPr>
              <a:t>，它有一个对应于某个</a:t>
            </a:r>
            <a:r>
              <a:rPr lang="zh-CN" altLang="en-US" sz="2000" b="1" dirty="0">
                <a:solidFill>
                  <a:srgbClr val="0070C0"/>
                </a:solidFill>
                <a:latin typeface="Times New Roman" panose="02020603050405020304" pitchFamily="18" charset="0"/>
                <a:ea typeface="华文楷体" panose="02010600040101010101" pitchFamily="2" charset="-122"/>
              </a:rPr>
              <a:t>非终结符</a:t>
            </a:r>
            <a:r>
              <a:rPr lang="en-US" altLang="zh-CN" sz="2000" b="1" i="1" dirty="0">
                <a:solidFill>
                  <a:srgbClr val="0070C0"/>
                </a:solidFill>
                <a:latin typeface="Times New Roman" panose="02020603050405020304" pitchFamily="18" charset="0"/>
              </a:rPr>
              <a:t>A</a:t>
            </a:r>
            <a:r>
              <a:rPr lang="zh-CN" altLang="en-US" sz="2000" b="1" dirty="0">
                <a:solidFill>
                  <a:srgbClr val="000000"/>
                </a:solidFill>
                <a:latin typeface="Times New Roman" panose="02020603050405020304" pitchFamily="18" charset="0"/>
                <a:ea typeface="华文楷体" panose="02010600040101010101" pitchFamily="2" charset="-122"/>
              </a:rPr>
              <a:t>的</a:t>
            </a:r>
            <a:r>
              <a:rPr lang="en-US" altLang="zh-CN" sz="2000" b="1" i="1" dirty="0">
                <a:solidFill>
                  <a:srgbClr val="000000"/>
                </a:solidFill>
                <a:latin typeface="Times New Roman" panose="02020603050405020304" pitchFamily="18" charset="0"/>
              </a:rPr>
              <a:t>GOTO</a:t>
            </a:r>
            <a:r>
              <a:rPr lang="zh-CN" altLang="en-US" sz="2000" b="1" dirty="0">
                <a:solidFill>
                  <a:srgbClr val="000000"/>
                </a:solidFill>
                <a:latin typeface="Times New Roman" panose="02020603050405020304" pitchFamily="18" charset="0"/>
                <a:ea typeface="华文楷体" panose="02010600040101010101" pitchFamily="2" charset="-122"/>
              </a:rPr>
              <a:t>目标，可以认为从这个</a:t>
            </a:r>
            <a:r>
              <a:rPr lang="en-US" altLang="zh-CN" sz="2000" b="1" i="1" dirty="0">
                <a:solidFill>
                  <a:srgbClr val="000000"/>
                </a:solidFill>
                <a:latin typeface="Times New Roman" panose="02020603050405020304" pitchFamily="18" charset="0"/>
                <a:ea typeface="华文楷体" panose="02010600040101010101" pitchFamily="2" charset="-122"/>
              </a:rPr>
              <a:t>A</a:t>
            </a:r>
            <a:r>
              <a:rPr lang="zh-CN" altLang="en-US" sz="2000" b="1" dirty="0">
                <a:solidFill>
                  <a:srgbClr val="000000"/>
                </a:solidFill>
                <a:latin typeface="Times New Roman" panose="02020603050405020304" pitchFamily="18" charset="0"/>
                <a:ea typeface="华文楷体" panose="02010600040101010101" pitchFamily="2" charset="-122"/>
              </a:rPr>
              <a:t>推导出的串中包含错误</a:t>
            </a:r>
            <a:endParaRPr lang="en-US" altLang="zh-CN" sz="2000" b="1" dirty="0">
              <a:solidFill>
                <a:srgbClr val="000000"/>
              </a:solidFill>
              <a:latin typeface="Times New Roman" panose="02020603050405020304" pitchFamily="18" charset="0"/>
            </a:endParaRPr>
          </a:p>
          <a:p>
            <a:pPr eaLnBrk="1" hangingPunct="1">
              <a:lnSpc>
                <a:spcPts val="3000"/>
              </a:lnSpc>
              <a:buClrTx/>
              <a:buFont typeface="Wingdings" panose="05000000000000000000" pitchFamily="2" charset="2"/>
              <a:buChar char="Ø"/>
            </a:pPr>
            <a:r>
              <a:rPr lang="zh-CN" altLang="en-US" sz="2000" b="1" dirty="0">
                <a:solidFill>
                  <a:srgbClr val="000000"/>
                </a:solidFill>
                <a:latin typeface="Times New Roman" panose="02020603050405020304" pitchFamily="18" charset="0"/>
                <a:ea typeface="华文楷体" panose="02010600040101010101" pitchFamily="2" charset="-122"/>
              </a:rPr>
              <a:t>然后</a:t>
            </a:r>
            <a:r>
              <a:rPr lang="zh-CN" altLang="en-US" sz="2000" b="1" dirty="0">
                <a:solidFill>
                  <a:srgbClr val="0070C0"/>
                </a:solidFill>
                <a:latin typeface="Times New Roman" panose="02020603050405020304" pitchFamily="18" charset="0"/>
                <a:ea typeface="华文楷体" panose="02010600040101010101" pitchFamily="2" charset="-122"/>
              </a:rPr>
              <a:t>丢弃</a:t>
            </a:r>
            <a:r>
              <a:rPr lang="en-US" altLang="zh-CN" sz="2000" b="1" dirty="0">
                <a:solidFill>
                  <a:srgbClr val="000000"/>
                </a:solidFill>
                <a:latin typeface="Times New Roman" panose="02020603050405020304" pitchFamily="18" charset="0"/>
              </a:rPr>
              <a:t>0</a:t>
            </a:r>
            <a:r>
              <a:rPr lang="zh-CN" altLang="en-US" sz="2000" b="1" dirty="0">
                <a:solidFill>
                  <a:srgbClr val="000000"/>
                </a:solidFill>
                <a:latin typeface="Times New Roman" panose="02020603050405020304" pitchFamily="18" charset="0"/>
                <a:ea typeface="华文楷体" panose="02010600040101010101" pitchFamily="2" charset="-122"/>
              </a:rPr>
              <a:t>个或多个</a:t>
            </a:r>
            <a:r>
              <a:rPr lang="zh-CN" altLang="en-US" sz="2000" b="1" dirty="0">
                <a:solidFill>
                  <a:srgbClr val="2D83F4"/>
                </a:solidFill>
                <a:latin typeface="Times New Roman" panose="02020603050405020304" pitchFamily="18" charset="0"/>
                <a:ea typeface="华文楷体" panose="02010600040101010101" pitchFamily="2" charset="-122"/>
              </a:rPr>
              <a:t>输入符号</a:t>
            </a:r>
            <a:r>
              <a:rPr lang="zh-CN" altLang="en-US" sz="2000" b="1" dirty="0">
                <a:solidFill>
                  <a:srgbClr val="000000"/>
                </a:solidFill>
                <a:latin typeface="Times New Roman" panose="02020603050405020304" pitchFamily="18" charset="0"/>
                <a:ea typeface="华文楷体" panose="02010600040101010101" pitchFamily="2" charset="-122"/>
              </a:rPr>
              <a:t>，直到发现一个可能合法地</a:t>
            </a:r>
            <a:r>
              <a:rPr lang="zh-CN" altLang="en-US" sz="2000" b="1" dirty="0">
                <a:solidFill>
                  <a:srgbClr val="0070C0"/>
                </a:solidFill>
                <a:latin typeface="Times New Roman" panose="02020603050405020304" pitchFamily="18" charset="0"/>
                <a:ea typeface="华文楷体" panose="02010600040101010101" pitchFamily="2" charset="-122"/>
              </a:rPr>
              <a:t>跟在</a:t>
            </a:r>
            <a:r>
              <a:rPr lang="en-US" altLang="zh-CN" sz="2000" b="1" i="1" dirty="0">
                <a:solidFill>
                  <a:srgbClr val="0070C0"/>
                </a:solidFill>
                <a:latin typeface="Times New Roman" panose="02020603050405020304" pitchFamily="18" charset="0"/>
              </a:rPr>
              <a:t>A</a:t>
            </a:r>
            <a:r>
              <a:rPr lang="zh-CN" altLang="en-US" sz="2000" b="1" dirty="0">
                <a:solidFill>
                  <a:srgbClr val="0070C0"/>
                </a:solidFill>
                <a:latin typeface="Times New Roman" panose="02020603050405020304" pitchFamily="18" charset="0"/>
                <a:ea typeface="华文楷体" panose="02010600040101010101" pitchFamily="2" charset="-122"/>
              </a:rPr>
              <a:t>之后</a:t>
            </a:r>
            <a:r>
              <a:rPr lang="zh-CN" altLang="en-US" sz="2000" b="1" dirty="0">
                <a:solidFill>
                  <a:srgbClr val="000000"/>
                </a:solidFill>
                <a:latin typeface="Times New Roman" panose="02020603050405020304" pitchFamily="18" charset="0"/>
                <a:ea typeface="华文楷体" panose="02010600040101010101" pitchFamily="2" charset="-122"/>
              </a:rPr>
              <a:t>的符号</a:t>
            </a:r>
            <a:r>
              <a:rPr lang="en-US" altLang="zh-CN" sz="2000" b="1" i="1" dirty="0">
                <a:solidFill>
                  <a:srgbClr val="000000"/>
                </a:solidFill>
                <a:latin typeface="Times New Roman" panose="02020603050405020304" pitchFamily="18" charset="0"/>
              </a:rPr>
              <a:t>a</a:t>
            </a:r>
            <a:r>
              <a:rPr lang="zh-CN" altLang="en-US" sz="2000" b="1" dirty="0">
                <a:solidFill>
                  <a:srgbClr val="000000"/>
                </a:solidFill>
                <a:latin typeface="Times New Roman" panose="02020603050405020304" pitchFamily="18" charset="0"/>
                <a:ea typeface="华文楷体" panose="02010600040101010101" pitchFamily="2" charset="-122"/>
              </a:rPr>
              <a:t>为止。</a:t>
            </a:r>
            <a:endParaRPr lang="en-US" altLang="zh-CN" sz="2000" b="1" dirty="0">
              <a:solidFill>
                <a:srgbClr val="000000"/>
              </a:solidFill>
              <a:latin typeface="Times New Roman" panose="02020603050405020304" pitchFamily="18" charset="0"/>
            </a:endParaRPr>
          </a:p>
          <a:p>
            <a:pPr eaLnBrk="1" hangingPunct="1">
              <a:lnSpc>
                <a:spcPts val="3000"/>
              </a:lnSpc>
              <a:buClrTx/>
              <a:buFont typeface="Wingdings" panose="05000000000000000000" pitchFamily="2" charset="2"/>
              <a:buChar char="Ø"/>
            </a:pPr>
            <a:r>
              <a:rPr lang="zh-CN" altLang="en-US" sz="2000" b="1" dirty="0">
                <a:solidFill>
                  <a:srgbClr val="000000"/>
                </a:solidFill>
                <a:latin typeface="Times New Roman" panose="02020603050405020304" pitchFamily="18" charset="0"/>
                <a:ea typeface="华文楷体" panose="02010600040101010101" pitchFamily="2" charset="-122"/>
              </a:rPr>
              <a:t>之后将</a:t>
            </a:r>
            <a:r>
              <a:rPr lang="en-US" altLang="zh-CN" sz="2000" b="1" i="1" dirty="0">
                <a:solidFill>
                  <a:srgbClr val="000000"/>
                </a:solidFill>
                <a:latin typeface="Times New Roman" panose="02020603050405020304" pitchFamily="18" charset="0"/>
              </a:rPr>
              <a:t>s</a:t>
            </a:r>
            <a:r>
              <a:rPr lang="en-US" altLang="zh-CN" sz="2000" b="1" i="1" baseline="-25000" dirty="0">
                <a:solidFill>
                  <a:srgbClr val="000000"/>
                </a:solidFill>
                <a:latin typeface="Times New Roman" panose="02020603050405020304" pitchFamily="18" charset="0"/>
              </a:rPr>
              <a:t>i+</a:t>
            </a:r>
            <a:r>
              <a:rPr lang="en-US" altLang="zh-CN" sz="2000" b="1" baseline="-25000" dirty="0">
                <a:solidFill>
                  <a:srgbClr val="000000"/>
                </a:solidFill>
                <a:latin typeface="Times New Roman" panose="02020603050405020304" pitchFamily="18" charset="0"/>
              </a:rPr>
              <a:t>1</a:t>
            </a:r>
            <a:r>
              <a:rPr lang="en-US" altLang="zh-CN" sz="2000" b="1" i="1" baseline="-25000" dirty="0">
                <a:solidFill>
                  <a:srgbClr val="000000"/>
                </a:solidFill>
                <a:latin typeface="Times New Roman" panose="02020603050405020304" pitchFamily="18" charset="0"/>
              </a:rPr>
              <a:t> </a:t>
            </a:r>
            <a:r>
              <a:rPr lang="en-US" altLang="zh-CN" sz="2000" b="1" dirty="0">
                <a:solidFill>
                  <a:srgbClr val="000000"/>
                </a:solidFill>
                <a:latin typeface="Times New Roman" panose="02020603050405020304" pitchFamily="18" charset="0"/>
              </a:rPr>
              <a:t>=</a:t>
            </a:r>
            <a:r>
              <a:rPr lang="en-US" altLang="zh-CN" sz="2000" b="1" i="1" baseline="-25000" dirty="0">
                <a:solidFill>
                  <a:srgbClr val="000000"/>
                </a:solidFill>
                <a:latin typeface="Times New Roman" panose="02020603050405020304" pitchFamily="18" charset="0"/>
              </a:rPr>
              <a:t> </a:t>
            </a:r>
            <a:r>
              <a:rPr lang="en-US" altLang="zh-CN" sz="2000" b="1" i="1" dirty="0">
                <a:solidFill>
                  <a:srgbClr val="000000"/>
                </a:solidFill>
                <a:latin typeface="Times New Roman" panose="02020603050405020304" pitchFamily="18" charset="0"/>
              </a:rPr>
              <a:t>GOTO</a:t>
            </a:r>
            <a:r>
              <a:rPr lang="en-US" altLang="zh-CN" sz="2000" b="1" dirty="0">
                <a:solidFill>
                  <a:srgbClr val="000000"/>
                </a:solidFill>
                <a:latin typeface="Times New Roman" panose="02020603050405020304" pitchFamily="18" charset="0"/>
              </a:rPr>
              <a:t>(</a:t>
            </a:r>
            <a:r>
              <a:rPr lang="en-US" altLang="zh-CN" sz="2000" b="1" i="1" dirty="0" err="1">
                <a:solidFill>
                  <a:srgbClr val="000000"/>
                </a:solidFill>
                <a:latin typeface="Times New Roman" panose="02020603050405020304" pitchFamily="18" charset="0"/>
              </a:rPr>
              <a:t>s</a:t>
            </a:r>
            <a:r>
              <a:rPr lang="en-US" altLang="zh-CN" sz="2000" b="1" i="1" baseline="-25000" dirty="0" err="1">
                <a:solidFill>
                  <a:srgbClr val="000000"/>
                </a:solidFill>
                <a:latin typeface="Times New Roman" panose="02020603050405020304" pitchFamily="18" charset="0"/>
              </a:rPr>
              <a:t>i</a:t>
            </a:r>
            <a:r>
              <a:rPr lang="en-US" altLang="zh-CN" sz="2000" b="1" i="1" baseline="-25000" dirty="0">
                <a:solidFill>
                  <a:srgbClr val="000000"/>
                </a:solidFill>
                <a:latin typeface="Times New Roman" panose="02020603050405020304" pitchFamily="18" charset="0"/>
              </a:rPr>
              <a:t> </a:t>
            </a:r>
            <a:r>
              <a:rPr lang="en-US" altLang="zh-CN" sz="2000" b="1" dirty="0">
                <a:solidFill>
                  <a:srgbClr val="000000"/>
                </a:solidFill>
                <a:latin typeface="Times New Roman" panose="02020603050405020304" pitchFamily="18" charset="0"/>
              </a:rPr>
              <a:t>, </a:t>
            </a:r>
            <a:r>
              <a:rPr lang="en-US" altLang="zh-CN" sz="2000" b="1" i="1" dirty="0">
                <a:solidFill>
                  <a:srgbClr val="000000"/>
                </a:solidFill>
                <a:latin typeface="Times New Roman" panose="02020603050405020304" pitchFamily="18" charset="0"/>
              </a:rPr>
              <a:t>A</a:t>
            </a:r>
            <a:r>
              <a:rPr lang="en-US" altLang="zh-CN" sz="2000" b="1" dirty="0">
                <a:solidFill>
                  <a:srgbClr val="000000"/>
                </a:solidFill>
                <a:latin typeface="Times New Roman" panose="02020603050405020304" pitchFamily="18" charset="0"/>
              </a:rPr>
              <a:t>)</a:t>
            </a:r>
            <a:r>
              <a:rPr lang="zh-CN" altLang="en-US" sz="2000" b="1" dirty="0">
                <a:solidFill>
                  <a:srgbClr val="000000"/>
                </a:solidFill>
                <a:latin typeface="Times New Roman" panose="02020603050405020304" pitchFamily="18" charset="0"/>
                <a:ea typeface="华文楷体" panose="02010600040101010101" pitchFamily="2" charset="-122"/>
              </a:rPr>
              <a:t>压入栈中，继续进行正常的语法分析</a:t>
            </a:r>
            <a:endParaRPr lang="en-US" altLang="zh-CN" sz="2000" b="1" dirty="0">
              <a:solidFill>
                <a:srgbClr val="000000"/>
              </a:solidFill>
              <a:latin typeface="Times New Roman" panose="02020603050405020304" pitchFamily="18" charset="0"/>
            </a:endParaRPr>
          </a:p>
        </p:txBody>
      </p:sp>
      <p:sp>
        <p:nvSpPr>
          <p:cNvPr id="4" name="矩形 3"/>
          <p:cNvSpPr/>
          <p:nvPr/>
        </p:nvSpPr>
        <p:spPr>
          <a:xfrm>
            <a:off x="827088" y="771525"/>
            <a:ext cx="7416800" cy="947738"/>
          </a:xfrm>
          <a:prstGeom prst="rect">
            <a:avLst/>
          </a:prstGeom>
          <a:solidFill>
            <a:schemeClr val="accent5">
              <a:lumMod val="60000"/>
              <a:lumOff val="40000"/>
            </a:schemeClr>
          </a:solidFill>
          <a:ln w="12700">
            <a:solidFill>
              <a:schemeClr val="tx1"/>
            </a:solidFill>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3000"/>
              </a:lnSpc>
              <a:buClr>
                <a:srgbClr val="073E87"/>
              </a:buClr>
              <a:buSzPct val="75000"/>
              <a:defRPr/>
            </a:pPr>
            <a:r>
              <a:rPr kumimoji="1" lang="en-US" altLang="zh-CN" sz="2800" b="1" i="1" dirty="0">
                <a:solidFill>
                  <a:srgbClr val="000000"/>
                </a:solidFill>
                <a:latin typeface="Times New Roman" panose="02020603050405020304" pitchFamily="18" charset="0"/>
              </a:rPr>
              <a:t>s</a:t>
            </a:r>
            <a:r>
              <a:rPr kumimoji="1" lang="en-US" altLang="zh-CN" sz="2800" b="1" baseline="-25000" dirty="0">
                <a:solidFill>
                  <a:srgbClr val="000000"/>
                </a:solidFill>
                <a:latin typeface="Times New Roman" panose="02020603050405020304" pitchFamily="18" charset="0"/>
              </a:rPr>
              <a:t>0</a:t>
            </a:r>
            <a:r>
              <a:rPr kumimoji="1" lang="en-US" altLang="zh-CN" sz="2800" b="1" i="1" dirty="0">
                <a:solidFill>
                  <a:srgbClr val="000000"/>
                </a:solidFill>
                <a:latin typeface="Times New Roman" panose="02020603050405020304" pitchFamily="18" charset="0"/>
              </a:rPr>
              <a:t>s</a:t>
            </a:r>
            <a:r>
              <a:rPr kumimoji="1" lang="en-US" altLang="zh-CN" sz="2800" b="1" baseline="-25000" dirty="0">
                <a:solidFill>
                  <a:srgbClr val="000000"/>
                </a:solidFill>
                <a:latin typeface="Times New Roman" panose="02020603050405020304" pitchFamily="18" charset="0"/>
              </a:rPr>
              <a:t>1</a:t>
            </a:r>
            <a:r>
              <a:rPr kumimoji="1" lang="en-US" altLang="zh-CN" sz="2800" b="1" i="1" dirty="0">
                <a:solidFill>
                  <a:srgbClr val="000000"/>
                </a:solidFill>
                <a:latin typeface="Times New Roman" panose="02020603050405020304" pitchFamily="18" charset="0"/>
              </a:rPr>
              <a:t>… </a:t>
            </a:r>
            <a:r>
              <a:rPr kumimoji="1" lang="en-US" altLang="zh-CN" sz="2800" b="1" i="1" dirty="0" err="1">
                <a:solidFill>
                  <a:srgbClr val="FF0000"/>
                </a:solidFill>
                <a:latin typeface="Times New Roman" panose="02020603050405020304" pitchFamily="18" charset="0"/>
              </a:rPr>
              <a:t>s</a:t>
            </a:r>
            <a:r>
              <a:rPr kumimoji="1" lang="en-US" altLang="zh-CN" sz="2800" b="1" i="1" baseline="-25000" dirty="0" err="1">
                <a:solidFill>
                  <a:srgbClr val="FF0000"/>
                </a:solidFill>
                <a:latin typeface="Times New Roman" panose="02020603050405020304" pitchFamily="18" charset="0"/>
              </a:rPr>
              <a:t>i</a:t>
            </a:r>
            <a:r>
              <a:rPr kumimoji="1" lang="en-US" altLang="zh-CN" sz="2800" b="1" i="1" dirty="0">
                <a:solidFill>
                  <a:srgbClr val="FF0000"/>
                </a:solidFill>
                <a:latin typeface="Times New Roman" panose="02020603050405020304" pitchFamily="18" charset="0"/>
              </a:rPr>
              <a:t> </a:t>
            </a:r>
            <a:r>
              <a:rPr kumimoji="1" lang="en-US" altLang="zh-CN" sz="2800" b="1" i="1" dirty="0">
                <a:solidFill>
                  <a:prstClr val="black"/>
                </a:solidFill>
                <a:latin typeface="Times New Roman" panose="02020603050405020304" pitchFamily="18" charset="0"/>
              </a:rPr>
              <a:t>s</a:t>
            </a:r>
            <a:r>
              <a:rPr kumimoji="1" lang="en-US" altLang="zh-CN" sz="2800" b="1" i="1" baseline="-25000" dirty="0">
                <a:solidFill>
                  <a:prstClr val="black"/>
                </a:solidFill>
                <a:latin typeface="Times New Roman" panose="02020603050405020304" pitchFamily="18" charset="0"/>
              </a:rPr>
              <a:t>i+1</a:t>
            </a:r>
            <a:r>
              <a:rPr kumimoji="1" lang="en-US" altLang="zh-CN" sz="2800" b="1" i="1" dirty="0">
                <a:solidFill>
                  <a:prstClr val="black"/>
                </a:solidFill>
                <a:latin typeface="Times New Roman" panose="02020603050405020304" pitchFamily="18" charset="0"/>
              </a:rPr>
              <a:t> … </a:t>
            </a:r>
            <a:r>
              <a:rPr kumimoji="1" lang="en-US" altLang="zh-CN" sz="2800" b="1" i="1" dirty="0" err="1">
                <a:solidFill>
                  <a:prstClr val="black"/>
                </a:solidFill>
                <a:latin typeface="Times New Roman" panose="02020603050405020304" pitchFamily="18" charset="0"/>
              </a:rPr>
              <a:t>s</a:t>
            </a:r>
            <a:r>
              <a:rPr kumimoji="1" lang="en-US" altLang="zh-CN" sz="2800" b="1" i="1" baseline="-25000" dirty="0" err="1">
                <a:solidFill>
                  <a:prstClr val="black"/>
                </a:solidFill>
                <a:latin typeface="Times New Roman" panose="02020603050405020304" pitchFamily="18" charset="0"/>
              </a:rPr>
              <a:t>m</a:t>
            </a:r>
            <a:endParaRPr kumimoji="1" lang="en-US" altLang="zh-CN" sz="900" b="1" i="1" baseline="-25000" dirty="0">
              <a:solidFill>
                <a:prstClr val="black"/>
              </a:solidFill>
              <a:latin typeface="Times New Roman" panose="02020603050405020304" pitchFamily="18" charset="0"/>
            </a:endParaRPr>
          </a:p>
          <a:p>
            <a:pPr>
              <a:lnSpc>
                <a:spcPts val="3000"/>
              </a:lnSpc>
              <a:spcBef>
                <a:spcPct val="20000"/>
              </a:spcBef>
              <a:buClr>
                <a:srgbClr val="073E87"/>
              </a:buClr>
              <a:buSzPct val="75000"/>
              <a:defRPr/>
            </a:pPr>
            <a:r>
              <a:rPr kumimoji="1" lang="en-US" altLang="zh-CN" sz="2800" b="1" dirty="0">
                <a:solidFill>
                  <a:srgbClr val="000000"/>
                </a:solidFill>
                <a:latin typeface="华文楷体" panose="02010600040101010101" pitchFamily="2" charset="-122"/>
                <a:ea typeface="华文楷体" panose="02010600040101010101" pitchFamily="2" charset="-122"/>
              </a:rPr>
              <a:t>$</a:t>
            </a:r>
            <a:r>
              <a:rPr kumimoji="1" lang="en-US" altLang="zh-CN" sz="2800" b="1" i="1" dirty="0">
                <a:solidFill>
                  <a:srgbClr val="000000"/>
                </a:solidFill>
                <a:latin typeface="Times New Roman" panose="02020603050405020304" pitchFamily="18" charset="0"/>
              </a:rPr>
              <a:t>X</a:t>
            </a:r>
            <a:r>
              <a:rPr kumimoji="1" lang="en-US" altLang="zh-CN" sz="2800" b="1" baseline="-25000" dirty="0">
                <a:solidFill>
                  <a:srgbClr val="000000"/>
                </a:solidFill>
                <a:latin typeface="Times New Roman" panose="02020603050405020304" pitchFamily="18" charset="0"/>
              </a:rPr>
              <a:t>1</a:t>
            </a:r>
            <a:r>
              <a:rPr kumimoji="1" lang="en-US" altLang="zh-CN" sz="2800" b="1" i="1" dirty="0">
                <a:solidFill>
                  <a:srgbClr val="000000"/>
                </a:solidFill>
                <a:latin typeface="Times New Roman" panose="02020603050405020304" pitchFamily="18" charset="0"/>
              </a:rPr>
              <a:t>…X</a:t>
            </a:r>
            <a:r>
              <a:rPr kumimoji="1" lang="en-US" altLang="zh-CN" sz="2800" b="1" i="1" baseline="-25000" dirty="0">
                <a:solidFill>
                  <a:srgbClr val="000000"/>
                </a:solidFill>
                <a:latin typeface="Times New Roman" panose="02020603050405020304" pitchFamily="18" charset="0"/>
              </a:rPr>
              <a:t>i </a:t>
            </a:r>
            <a:r>
              <a:rPr kumimoji="1" lang="en-US" altLang="zh-CN" sz="2800" b="1" i="1" dirty="0">
                <a:solidFill>
                  <a:srgbClr val="000000"/>
                </a:solidFill>
                <a:latin typeface="Times New Roman" panose="02020603050405020304" pitchFamily="18" charset="0"/>
              </a:rPr>
              <a:t>X</a:t>
            </a:r>
            <a:r>
              <a:rPr kumimoji="1" lang="en-US" altLang="zh-CN" sz="2800" b="1" i="1" baseline="-25000" dirty="0">
                <a:solidFill>
                  <a:srgbClr val="000000"/>
                </a:solidFill>
                <a:latin typeface="Times New Roman" panose="02020603050405020304" pitchFamily="18" charset="0"/>
              </a:rPr>
              <a:t>i+1</a:t>
            </a:r>
            <a:r>
              <a:rPr kumimoji="1" lang="en-US" altLang="zh-CN" sz="2800" b="1" i="1" dirty="0">
                <a:solidFill>
                  <a:prstClr val="white"/>
                </a:solidFill>
                <a:latin typeface="Times New Roman" panose="02020603050405020304" pitchFamily="18" charset="0"/>
              </a:rPr>
              <a:t> </a:t>
            </a:r>
            <a:r>
              <a:rPr kumimoji="1" lang="en-US" altLang="zh-CN" sz="2800" b="1" i="1" dirty="0">
                <a:solidFill>
                  <a:prstClr val="black"/>
                </a:solidFill>
                <a:latin typeface="Times New Roman" panose="02020603050405020304" pitchFamily="18" charset="0"/>
              </a:rPr>
              <a:t>…</a:t>
            </a:r>
            <a:r>
              <a:rPr kumimoji="1" lang="en-US" altLang="zh-CN" sz="2800" b="1" i="1" dirty="0" err="1">
                <a:solidFill>
                  <a:prstClr val="black"/>
                </a:solidFill>
                <a:latin typeface="Times New Roman" panose="02020603050405020304" pitchFamily="18" charset="0"/>
              </a:rPr>
              <a:t>X</a:t>
            </a:r>
            <a:r>
              <a:rPr kumimoji="1" lang="en-US" altLang="zh-CN" sz="2800" b="1" i="1" baseline="-25000" dirty="0" err="1">
                <a:solidFill>
                  <a:prstClr val="black"/>
                </a:solidFill>
                <a:latin typeface="Times New Roman" panose="02020603050405020304" pitchFamily="18" charset="0"/>
              </a:rPr>
              <a:t>m</a:t>
            </a:r>
            <a:r>
              <a:rPr kumimoji="1" lang="en-US" altLang="zh-CN" sz="2000" b="1" i="1" baseline="-25000" dirty="0">
                <a:solidFill>
                  <a:prstClr val="black"/>
                </a:solidFill>
                <a:latin typeface="Times New Roman" panose="02020603050405020304" pitchFamily="18" charset="0"/>
              </a:rPr>
              <a:t>		</a:t>
            </a:r>
            <a:r>
              <a:rPr kumimoji="1" lang="en-US" altLang="zh-CN" sz="2800" b="1" i="1" dirty="0">
                <a:solidFill>
                  <a:prstClr val="black"/>
                </a:solidFill>
                <a:latin typeface="Times New Roman" panose="02020603050405020304" pitchFamily="18" charset="0"/>
              </a:rPr>
              <a:t>a</a:t>
            </a:r>
            <a:r>
              <a:rPr kumimoji="1" lang="en-US" altLang="zh-CN" sz="2800" b="1" i="1" baseline="-25000" dirty="0">
                <a:solidFill>
                  <a:prstClr val="black"/>
                </a:solidFill>
                <a:latin typeface="Times New Roman" panose="02020603050405020304" pitchFamily="18" charset="0"/>
              </a:rPr>
              <a:t>j</a:t>
            </a:r>
            <a:r>
              <a:rPr kumimoji="1" lang="en-US" altLang="zh-CN" sz="2800" b="1" i="1" dirty="0">
                <a:solidFill>
                  <a:prstClr val="black"/>
                </a:solidFill>
                <a:latin typeface="Times New Roman" panose="02020603050405020304" pitchFamily="18" charset="0"/>
              </a:rPr>
              <a:t>a</a:t>
            </a:r>
            <a:r>
              <a:rPr kumimoji="1" lang="en-US" altLang="zh-CN" sz="2800" b="1" i="1" baseline="-25000" dirty="0">
                <a:solidFill>
                  <a:prstClr val="black"/>
                </a:solidFill>
                <a:latin typeface="Times New Roman" panose="02020603050405020304" pitchFamily="18" charset="0"/>
              </a:rPr>
              <a:t>j+</a:t>
            </a:r>
            <a:r>
              <a:rPr kumimoji="1" lang="en-US" altLang="zh-CN" sz="2800" b="1" baseline="-25000" dirty="0">
                <a:solidFill>
                  <a:prstClr val="black"/>
                </a:solidFill>
                <a:latin typeface="Times New Roman" panose="02020603050405020304" pitchFamily="18" charset="0"/>
              </a:rPr>
              <a:t>1</a:t>
            </a:r>
            <a:r>
              <a:rPr kumimoji="1" lang="en-US" altLang="zh-CN" sz="2800" b="1" i="1" dirty="0">
                <a:solidFill>
                  <a:prstClr val="black"/>
                </a:solidFill>
                <a:latin typeface="Times New Roman" panose="02020603050405020304" pitchFamily="18" charset="0"/>
              </a:rPr>
              <a:t>…a</a:t>
            </a:r>
            <a:r>
              <a:rPr kumimoji="1" lang="en-US" altLang="zh-CN" sz="2800" b="1" i="1" baseline="-25000" dirty="0">
                <a:solidFill>
                  <a:prstClr val="black"/>
                </a:solidFill>
                <a:latin typeface="Times New Roman" panose="02020603050405020304" pitchFamily="18" charset="0"/>
              </a:rPr>
              <a:t>j+k</a:t>
            </a:r>
            <a:r>
              <a:rPr kumimoji="1" lang="en-US" altLang="zh-CN" sz="2800" b="1" i="1" dirty="0">
                <a:solidFill>
                  <a:srgbClr val="FF0000"/>
                </a:solidFill>
                <a:latin typeface="Times New Roman" panose="02020603050405020304" pitchFamily="18" charset="0"/>
              </a:rPr>
              <a:t>a</a:t>
            </a:r>
            <a:r>
              <a:rPr kumimoji="1" lang="en-US" altLang="zh-CN" sz="2800" b="1" i="1" baseline="-25000" dirty="0">
                <a:solidFill>
                  <a:srgbClr val="FF0000"/>
                </a:solidFill>
                <a:latin typeface="Times New Roman" panose="02020603050405020304" pitchFamily="18" charset="0"/>
              </a:rPr>
              <a:t>j+k+</a:t>
            </a:r>
            <a:r>
              <a:rPr kumimoji="1" lang="en-US" altLang="zh-CN" sz="2800" b="1" baseline="-25000" dirty="0">
                <a:solidFill>
                  <a:srgbClr val="FF0000"/>
                </a:solidFill>
                <a:latin typeface="Times New Roman" panose="02020603050405020304" pitchFamily="18" charset="0"/>
              </a:rPr>
              <a:t>1</a:t>
            </a:r>
            <a:r>
              <a:rPr kumimoji="1" lang="en-US" altLang="zh-CN" sz="2800" b="1" i="1" dirty="0">
                <a:solidFill>
                  <a:prstClr val="black"/>
                </a:solidFill>
                <a:latin typeface="Times New Roman" panose="02020603050405020304" pitchFamily="18" charset="0"/>
              </a:rPr>
              <a:t>…a</a:t>
            </a:r>
            <a:r>
              <a:rPr kumimoji="1" lang="en-US" altLang="zh-CN" sz="2800" b="1" i="1" baseline="-25000" dirty="0">
                <a:solidFill>
                  <a:prstClr val="black"/>
                </a:solidFill>
                <a:latin typeface="Times New Roman" panose="02020603050405020304" pitchFamily="18" charset="0"/>
              </a:rPr>
              <a:t>n</a:t>
            </a:r>
            <a:r>
              <a:rPr kumimoji="1" lang="en-US" altLang="zh-CN" sz="2800" b="1" dirty="0">
                <a:solidFill>
                  <a:prstClr val="black"/>
                </a:solidFill>
                <a:latin typeface="Times New Roman" panose="02020603050405020304" pitchFamily="18" charset="0"/>
              </a:rPr>
              <a:t> </a:t>
            </a:r>
            <a:r>
              <a:rPr kumimoji="1" lang="en-US" altLang="zh-CN" sz="2800" b="1" dirty="0">
                <a:solidFill>
                  <a:srgbClr val="000000"/>
                </a:solidFill>
                <a:latin typeface="华文楷体" panose="02010600040101010101" pitchFamily="2" charset="-122"/>
              </a:rPr>
              <a:t>$</a:t>
            </a:r>
            <a:endParaRPr lang="zh-CN" altLang="en-US" sz="2800" dirty="0">
              <a:solidFill>
                <a:prstClr val="black"/>
              </a:solidFill>
            </a:endParaRPr>
          </a:p>
        </p:txBody>
      </p:sp>
      <p:sp>
        <p:nvSpPr>
          <p:cNvPr id="2" name="右大括号 1"/>
          <p:cNvSpPr/>
          <p:nvPr/>
        </p:nvSpPr>
        <p:spPr>
          <a:xfrm rot="5400000">
            <a:off x="3959944" y="67545"/>
            <a:ext cx="431801" cy="3960663"/>
          </a:xfrm>
          <a:prstGeom prst="rightBrace">
            <a:avLst>
              <a:gd name="adj1" fmla="val 8333"/>
              <a:gd name="adj2" fmla="val 49487"/>
            </a:avLst>
          </a:prstGeom>
          <a:ln w="254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solidFill>
                <a:prstClr val="black"/>
              </a:solidFill>
            </a:endParaRPr>
          </a:p>
        </p:txBody>
      </p:sp>
      <p:sp>
        <p:nvSpPr>
          <p:cNvPr id="93190" name="矩形 2"/>
          <p:cNvSpPr>
            <a:spLocks noChangeArrowheads="1"/>
          </p:cNvSpPr>
          <p:nvPr/>
        </p:nvSpPr>
        <p:spPr bwMode="auto">
          <a:xfrm>
            <a:off x="3963988" y="2119883"/>
            <a:ext cx="4238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800" b="1" i="1" dirty="0">
                <a:solidFill>
                  <a:srgbClr val="FF0000"/>
                </a:solidFill>
                <a:latin typeface="Times New Roman" panose="02020603050405020304" pitchFamily="18" charset="0"/>
              </a:rPr>
              <a:t>A</a:t>
            </a:r>
            <a:endParaRPr lang="zh-CN" altLang="en-US" dirty="0">
              <a:solidFill>
                <a:srgbClr val="FF0000"/>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标题 2"/>
          <p:cNvSpPr>
            <a:spLocks noGrp="1" noChangeArrowheads="1"/>
          </p:cNvSpPr>
          <p:nvPr>
            <p:ph type="title"/>
          </p:nvPr>
        </p:nvSpPr>
        <p:spPr>
          <a:xfrm>
            <a:off x="755650" y="268288"/>
            <a:ext cx="7931150" cy="358775"/>
          </a:xfrm>
        </p:spPr>
        <p:txBody>
          <a:bodyPr/>
          <a:lstStyle/>
          <a:p>
            <a:r>
              <a:rPr lang="zh-CN" altLang="en-US" sz="3000" dirty="0">
                <a:solidFill>
                  <a:schemeClr val="tx1"/>
                </a:solidFill>
                <a:latin typeface="微软雅黑" panose="020B0503020204020204" pitchFamily="34" charset="-122"/>
                <a:ea typeface="微软雅黑" panose="020B0503020204020204" pitchFamily="34" charset="-122"/>
              </a:rPr>
              <a:t>短语层次错误恢复</a:t>
            </a:r>
          </a:p>
        </p:txBody>
      </p:sp>
      <p:sp>
        <p:nvSpPr>
          <p:cNvPr id="95235" name="矩形 53"/>
          <p:cNvSpPr>
            <a:spLocks noChangeArrowheads="1"/>
          </p:cNvSpPr>
          <p:nvPr/>
        </p:nvSpPr>
        <p:spPr bwMode="auto">
          <a:xfrm>
            <a:off x="431800" y="857250"/>
            <a:ext cx="8569325" cy="2252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73050" indent="-27305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lnSpc>
                <a:spcPts val="4000"/>
              </a:lnSpc>
              <a:buClrTx/>
              <a:buFont typeface="Wingdings" panose="05000000000000000000" pitchFamily="2" charset="2"/>
              <a:buChar char="Ø"/>
            </a:pPr>
            <a:r>
              <a:rPr lang="zh-CN" altLang="en-US" sz="3000" b="1">
                <a:solidFill>
                  <a:srgbClr val="000000"/>
                </a:solidFill>
                <a:latin typeface="Times New Roman" panose="02020603050405020304" pitchFamily="18" charset="0"/>
                <a:ea typeface="华文楷体" panose="02010600040101010101" pitchFamily="2" charset="-122"/>
              </a:rPr>
              <a:t>检查</a:t>
            </a:r>
            <a:r>
              <a:rPr lang="en-US" altLang="zh-CN" sz="3000" b="1" i="1">
                <a:solidFill>
                  <a:srgbClr val="000000"/>
                </a:solidFill>
                <a:latin typeface="Times New Roman" panose="02020603050405020304" pitchFamily="18" charset="0"/>
                <a:cs typeface="Times New Roman" panose="02020603050405020304" pitchFamily="18" charset="0"/>
              </a:rPr>
              <a:t>LR</a:t>
            </a:r>
            <a:r>
              <a:rPr lang="zh-CN" altLang="en-US" sz="3000" b="1">
                <a:solidFill>
                  <a:srgbClr val="000000"/>
                </a:solidFill>
                <a:latin typeface="Times New Roman" panose="02020603050405020304" pitchFamily="18" charset="0"/>
                <a:ea typeface="华文楷体" panose="02010600040101010101" pitchFamily="2" charset="-122"/>
              </a:rPr>
              <a:t>分析表中的每一个报错条目，并根据语言的使用方法来决定程序员所犯的何种错误最有可能引起这个语法错误</a:t>
            </a:r>
            <a:endParaRPr lang="en-US" altLang="zh-CN" sz="3000" b="1">
              <a:solidFill>
                <a:srgbClr val="000000"/>
              </a:solidFill>
              <a:latin typeface="Times New Roman" panose="02020603050405020304" pitchFamily="18" charset="0"/>
            </a:endParaRPr>
          </a:p>
          <a:p>
            <a:pPr eaLnBrk="1" hangingPunct="1">
              <a:lnSpc>
                <a:spcPts val="4000"/>
              </a:lnSpc>
              <a:buClrTx/>
              <a:buFont typeface="Wingdings" panose="05000000000000000000" pitchFamily="2" charset="2"/>
              <a:buChar char="Ø"/>
            </a:pPr>
            <a:r>
              <a:rPr lang="zh-CN" altLang="en-US" sz="3000" b="1">
                <a:solidFill>
                  <a:srgbClr val="000000"/>
                </a:solidFill>
                <a:latin typeface="Times New Roman" panose="02020603050405020304" pitchFamily="18" charset="0"/>
                <a:ea typeface="华文楷体" panose="02010600040101010101" pitchFamily="2" charset="-122"/>
              </a:rPr>
              <a:t>然后构造出适当的恢复过程</a:t>
            </a:r>
            <a:endParaRPr lang="en-US" altLang="zh-CN" sz="3000" b="1">
              <a:solidFill>
                <a:srgbClr val="000000"/>
              </a:solidFill>
              <a:latin typeface="Times New Roman" panose="02020603050405020304" pitchFamily="18" charset="0"/>
            </a:endParaRPr>
          </a:p>
        </p:txBody>
      </p:sp>
      <p:sp>
        <p:nvSpPr>
          <p:cNvPr id="2" name="灯片编号占位符 1">
            <a:extLst>
              <a:ext uri="{FF2B5EF4-FFF2-40B4-BE49-F238E27FC236}">
                <a16:creationId xmlns:a16="http://schemas.microsoft.com/office/drawing/2014/main" id="{B3EE999A-CA2F-472D-BE9D-5E5E96F8F46A}"/>
              </a:ext>
            </a:extLst>
          </p:cNvPr>
          <p:cNvSpPr>
            <a:spLocks noGrp="1"/>
          </p:cNvSpPr>
          <p:nvPr>
            <p:ph type="sldNum" sz="quarter" idx="12"/>
          </p:nvPr>
        </p:nvSpPr>
        <p:spPr/>
        <p:txBody>
          <a:bodyPr/>
          <a:lstStyle/>
          <a:p>
            <a:pPr>
              <a:defRPr/>
            </a:pPr>
            <a:fld id="{76D20AB1-C80E-44EB-B890-88EEF3B3DC08}" type="slidenum">
              <a:rPr lang="zh-CN" altLang="en-US" smtClean="0"/>
              <a:pPr>
                <a:defRPr/>
              </a:pPr>
              <a:t>43</a:t>
            </a:fld>
            <a:endParaRPr lang="en-US" altLang="zh-CN"/>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ext Box 2"/>
          <p:cNvSpPr txBox="1">
            <a:spLocks noChangeArrowheads="1"/>
          </p:cNvSpPr>
          <p:nvPr/>
        </p:nvSpPr>
        <p:spPr bwMode="auto">
          <a:xfrm>
            <a:off x="2122488" y="1552575"/>
            <a:ext cx="1296987" cy="1724025"/>
          </a:xfrm>
          <a:prstGeom prst="rect">
            <a:avLst/>
          </a:prstGeom>
          <a:solidFill>
            <a:srgbClr val="B5CEED"/>
          </a:solidFill>
          <a:ln w="12700">
            <a:solidFill>
              <a:schemeClr val="tx1"/>
            </a:solidFill>
            <a:miter lim="800000"/>
            <a:headEnd type="none" w="sm" len="sm"/>
            <a:tailEnd type="none" w="sm" len="sm"/>
          </a:ln>
        </p:spPr>
        <p:txBody>
          <a:bodyPr tIns="0" bIns="0">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cs typeface="Times New Roman" panose="02020603050405020304" pitchFamily="18" charset="0"/>
              </a:rPr>
              <a:t>I</a:t>
            </a:r>
            <a:r>
              <a:rPr lang="en-US" altLang="zh-CN" sz="2000" b="1" i="1" baseline="-25000" dirty="0">
                <a:solidFill>
                  <a:srgbClr val="000000"/>
                </a:solidFill>
                <a:latin typeface="Times New Roman" panose="02020603050405020304" pitchFamily="18" charset="0"/>
                <a:cs typeface="Times New Roman" panose="02020603050405020304" pitchFamily="18" charset="0"/>
              </a:rPr>
              <a:t>0</a:t>
            </a:r>
            <a:r>
              <a:rPr lang="en-US" altLang="zh-CN" sz="2000" b="1" dirty="0">
                <a:solidFill>
                  <a:srgbClr val="000000"/>
                </a:solidFill>
                <a:latin typeface="Times New Roman" panose="02020603050405020304" pitchFamily="18" charset="0"/>
                <a:cs typeface="Times New Roman" panose="02020603050405020304" pitchFamily="18" charset="0"/>
              </a:rPr>
              <a:t>:</a:t>
            </a:r>
          </a:p>
          <a:p>
            <a:pPr>
              <a:spcBef>
                <a:spcPct val="0"/>
              </a:spcBef>
              <a:buClrTx/>
              <a:buSzTx/>
              <a:buFont typeface="Arial" panose="020B0604020202020204" pitchFamily="34" charset="0"/>
              <a:buNone/>
            </a:pPr>
            <a:r>
              <a:rPr lang="en-US" altLang="zh-CN" sz="1800" b="1" i="1" dirty="0">
                <a:solidFill>
                  <a:srgbClr val="0070C0"/>
                </a:solidFill>
                <a:latin typeface="Times New Roman" panose="02020603050405020304" pitchFamily="18" charset="0"/>
                <a:cs typeface="Times New Roman" panose="02020603050405020304" pitchFamily="18" charset="0"/>
              </a:rPr>
              <a:t>E′→ · E</a:t>
            </a:r>
          </a:p>
          <a:p>
            <a:pPr eaLnBrk="1" hangingPunct="1">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cs typeface="Times New Roman" panose="02020603050405020304" pitchFamily="18" charset="0"/>
              </a:rPr>
              <a:t>E→ · E+E</a:t>
            </a:r>
          </a:p>
          <a:p>
            <a:pPr eaLnBrk="1" hangingPunct="1">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cs typeface="Times New Roman" panose="02020603050405020304" pitchFamily="18" charset="0"/>
              </a:rPr>
              <a:t>E→ · E*E</a:t>
            </a:r>
          </a:p>
          <a:p>
            <a:pPr eaLnBrk="1" hangingPunct="1">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cs typeface="Times New Roman" panose="02020603050405020304" pitchFamily="18" charset="0"/>
              </a:rPr>
              <a:t>E→ · </a:t>
            </a:r>
            <a:r>
              <a:rPr lang="en-US" altLang="zh-CN" sz="1800" b="1" dirty="0">
                <a:solidFill>
                  <a:srgbClr val="000000"/>
                </a:solidFill>
                <a:latin typeface="Times New Roman" panose="02020603050405020304" pitchFamily="18" charset="0"/>
                <a:cs typeface="Times New Roman" panose="02020603050405020304" pitchFamily="18" charset="0"/>
              </a:rPr>
              <a:t>(</a:t>
            </a:r>
            <a:r>
              <a:rPr lang="en-US" altLang="zh-CN" sz="1800" b="1" i="1" dirty="0">
                <a:solidFill>
                  <a:srgbClr val="000000"/>
                </a:solidFill>
                <a:latin typeface="Times New Roman" panose="02020603050405020304" pitchFamily="18" charset="0"/>
                <a:cs typeface="Times New Roman" panose="02020603050405020304" pitchFamily="18" charset="0"/>
              </a:rPr>
              <a:t>E</a:t>
            </a:r>
            <a:r>
              <a:rPr lang="en-US" altLang="zh-CN" sz="1800" b="1" dirty="0">
                <a:solidFill>
                  <a:srgbClr val="000000"/>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cs typeface="Times New Roman" panose="02020603050405020304" pitchFamily="18" charset="0"/>
              </a:rPr>
              <a:t>E→ · </a:t>
            </a:r>
            <a:r>
              <a:rPr lang="en-US" altLang="zh-CN" sz="1800" b="1" dirty="0">
                <a:solidFill>
                  <a:srgbClr val="000000"/>
                </a:solidFill>
                <a:latin typeface="Times New Roman" panose="02020603050405020304" pitchFamily="18" charset="0"/>
                <a:cs typeface="Times New Roman" panose="02020603050405020304" pitchFamily="18" charset="0"/>
              </a:rPr>
              <a:t>id</a:t>
            </a:r>
          </a:p>
        </p:txBody>
      </p:sp>
      <p:sp>
        <p:nvSpPr>
          <p:cNvPr id="96259" name="Text Box 3"/>
          <p:cNvSpPr txBox="1">
            <a:spLocks noChangeArrowheads="1"/>
          </p:cNvSpPr>
          <p:nvPr/>
        </p:nvSpPr>
        <p:spPr bwMode="auto">
          <a:xfrm>
            <a:off x="3779838" y="1103313"/>
            <a:ext cx="1246187" cy="1262062"/>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cs typeface="Times New Roman" panose="02020603050405020304" pitchFamily="18" charset="0"/>
              </a:rPr>
              <a:t>I</a:t>
            </a:r>
            <a:r>
              <a:rPr lang="en-US" altLang="zh-CN" sz="2000" b="1" i="1" baseline="-25000" dirty="0">
                <a:solidFill>
                  <a:srgbClr val="000000"/>
                </a:solidFill>
                <a:latin typeface="Times New Roman" panose="02020603050405020304" pitchFamily="18" charset="0"/>
                <a:cs typeface="Times New Roman" panose="02020603050405020304" pitchFamily="18" charset="0"/>
              </a:rPr>
              <a:t>1</a:t>
            </a:r>
            <a:r>
              <a:rPr lang="en-US" altLang="zh-CN" sz="2000" b="1" dirty="0">
                <a:solidFill>
                  <a:srgbClr val="000000"/>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sz="1800" b="1" i="1" dirty="0">
                <a:solidFill>
                  <a:srgbClr val="0070C0"/>
                </a:solidFill>
                <a:latin typeface="Times New Roman" panose="02020603050405020304" pitchFamily="18" charset="0"/>
                <a:cs typeface="Times New Roman" panose="02020603050405020304" pitchFamily="18" charset="0"/>
              </a:rPr>
              <a:t>E′→E· </a:t>
            </a:r>
          </a:p>
          <a:p>
            <a:pPr eaLnBrk="1" hangingPunct="1">
              <a:spcBef>
                <a:spcPct val="0"/>
              </a:spcBef>
              <a:buClrTx/>
              <a:buSzTx/>
              <a:buFont typeface="Arial" panose="020B0604020202020204" pitchFamily="34" charset="0"/>
              <a:buNone/>
            </a:pPr>
            <a:r>
              <a:rPr lang="en-US" altLang="zh-CN" sz="1800" b="1" i="1" dirty="0">
                <a:solidFill>
                  <a:srgbClr val="0070C0"/>
                </a:solidFill>
                <a:latin typeface="Times New Roman" panose="02020603050405020304" pitchFamily="18" charset="0"/>
                <a:cs typeface="Times New Roman" panose="02020603050405020304" pitchFamily="18" charset="0"/>
              </a:rPr>
              <a:t>E→E · +E</a:t>
            </a:r>
          </a:p>
          <a:p>
            <a:pPr eaLnBrk="1" hangingPunct="1">
              <a:spcBef>
                <a:spcPct val="0"/>
              </a:spcBef>
              <a:buClrTx/>
              <a:buSzTx/>
              <a:buFont typeface="Arial" panose="020B0604020202020204" pitchFamily="34" charset="0"/>
              <a:buNone/>
            </a:pPr>
            <a:r>
              <a:rPr lang="en-US" altLang="zh-CN" sz="1800" b="1" i="1" dirty="0">
                <a:solidFill>
                  <a:srgbClr val="0070C0"/>
                </a:solidFill>
                <a:latin typeface="Times New Roman" panose="02020603050405020304" pitchFamily="18" charset="0"/>
                <a:cs typeface="Times New Roman" panose="02020603050405020304" pitchFamily="18" charset="0"/>
              </a:rPr>
              <a:t>E→E · *E</a:t>
            </a:r>
            <a:endParaRPr lang="en-US" altLang="zh-CN" sz="2000" b="1" i="1" dirty="0">
              <a:solidFill>
                <a:srgbClr val="0070C0"/>
              </a:solidFill>
              <a:latin typeface="Times New Roman" panose="02020603050405020304" pitchFamily="18" charset="0"/>
              <a:cs typeface="Times New Roman" panose="02020603050405020304" pitchFamily="18" charset="0"/>
            </a:endParaRPr>
          </a:p>
        </p:txBody>
      </p:sp>
      <p:sp>
        <p:nvSpPr>
          <p:cNvPr id="96260" name="Line 4"/>
          <p:cNvSpPr>
            <a:spLocks noChangeShapeType="1"/>
          </p:cNvSpPr>
          <p:nvPr/>
        </p:nvSpPr>
        <p:spPr bwMode="auto">
          <a:xfrm flipV="1">
            <a:off x="3438525" y="1997075"/>
            <a:ext cx="319088"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261" name="Text Box 5"/>
          <p:cNvSpPr txBox="1">
            <a:spLocks noChangeArrowheads="1"/>
          </p:cNvSpPr>
          <p:nvPr/>
        </p:nvSpPr>
        <p:spPr bwMode="auto">
          <a:xfrm>
            <a:off x="3805238" y="2540000"/>
            <a:ext cx="1214437" cy="1784350"/>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cs typeface="Times New Roman" panose="02020603050405020304" pitchFamily="18" charset="0"/>
              </a:rPr>
              <a:t>I</a:t>
            </a:r>
            <a:r>
              <a:rPr lang="en-US" altLang="zh-CN" sz="2000" b="1" i="1" baseline="-25000" dirty="0">
                <a:solidFill>
                  <a:srgbClr val="000000"/>
                </a:solidFill>
                <a:latin typeface="Times New Roman" panose="02020603050405020304" pitchFamily="18" charset="0"/>
                <a:cs typeface="Times New Roman" panose="02020603050405020304" pitchFamily="18" charset="0"/>
              </a:rPr>
              <a:t>2</a:t>
            </a:r>
            <a:r>
              <a:rPr lang="en-US" altLang="zh-CN" sz="2000" b="1" dirty="0">
                <a:solidFill>
                  <a:srgbClr val="000000"/>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sz="1800" b="1" i="1" dirty="0">
                <a:solidFill>
                  <a:srgbClr val="0070C0"/>
                </a:solidFill>
                <a:latin typeface="Times New Roman" panose="02020603050405020304" pitchFamily="18" charset="0"/>
                <a:cs typeface="Times New Roman" panose="02020603050405020304" pitchFamily="18" charset="0"/>
              </a:rPr>
              <a:t>E→</a:t>
            </a:r>
            <a:r>
              <a:rPr lang="en-US" altLang="zh-CN" sz="1800" b="1" dirty="0">
                <a:solidFill>
                  <a:srgbClr val="0070C0"/>
                </a:solidFill>
                <a:latin typeface="Times New Roman" panose="02020603050405020304" pitchFamily="18" charset="0"/>
                <a:cs typeface="Times New Roman" panose="02020603050405020304" pitchFamily="18" charset="0"/>
              </a:rPr>
              <a:t>(</a:t>
            </a:r>
            <a:r>
              <a:rPr lang="en-US" altLang="zh-CN" sz="1800" b="1" i="1" dirty="0">
                <a:solidFill>
                  <a:srgbClr val="0070C0"/>
                </a:solidFill>
                <a:latin typeface="Times New Roman" panose="02020603050405020304" pitchFamily="18" charset="0"/>
                <a:cs typeface="Times New Roman" panose="02020603050405020304" pitchFamily="18" charset="0"/>
              </a:rPr>
              <a:t>· E</a:t>
            </a:r>
            <a:r>
              <a:rPr lang="en-US" altLang="zh-CN" sz="1800" b="1" dirty="0">
                <a:solidFill>
                  <a:srgbClr val="0070C0"/>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cs typeface="Times New Roman" panose="02020603050405020304" pitchFamily="18" charset="0"/>
              </a:rPr>
              <a:t>E→ · E+E</a:t>
            </a:r>
          </a:p>
          <a:p>
            <a:pPr eaLnBrk="1" hangingPunct="1">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cs typeface="Times New Roman" panose="02020603050405020304" pitchFamily="18" charset="0"/>
              </a:rPr>
              <a:t>E→ · E*E</a:t>
            </a:r>
          </a:p>
          <a:p>
            <a:pPr eaLnBrk="1" hangingPunct="1">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cs typeface="Times New Roman" panose="02020603050405020304" pitchFamily="18" charset="0"/>
              </a:rPr>
              <a:t>E→ · </a:t>
            </a:r>
            <a:r>
              <a:rPr lang="en-US" altLang="zh-CN" sz="1800" b="1" dirty="0">
                <a:solidFill>
                  <a:srgbClr val="000000"/>
                </a:solidFill>
                <a:latin typeface="Times New Roman" panose="02020603050405020304" pitchFamily="18" charset="0"/>
                <a:cs typeface="Times New Roman" panose="02020603050405020304" pitchFamily="18" charset="0"/>
              </a:rPr>
              <a:t>(</a:t>
            </a:r>
            <a:r>
              <a:rPr lang="en-US" altLang="zh-CN" sz="1800" b="1" i="1" dirty="0">
                <a:solidFill>
                  <a:srgbClr val="000000"/>
                </a:solidFill>
                <a:latin typeface="Times New Roman" panose="02020603050405020304" pitchFamily="18" charset="0"/>
                <a:cs typeface="Times New Roman" panose="02020603050405020304" pitchFamily="18" charset="0"/>
              </a:rPr>
              <a:t>E</a:t>
            </a:r>
            <a:r>
              <a:rPr lang="en-US" altLang="zh-CN" sz="1800" b="1" dirty="0">
                <a:solidFill>
                  <a:srgbClr val="000000"/>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cs typeface="Times New Roman" panose="02020603050405020304" pitchFamily="18" charset="0"/>
              </a:rPr>
              <a:t>E→ · </a:t>
            </a:r>
            <a:r>
              <a:rPr lang="en-US" altLang="zh-CN" sz="1800" b="1" dirty="0">
                <a:solidFill>
                  <a:srgbClr val="000000"/>
                </a:solidFill>
                <a:latin typeface="Times New Roman" panose="02020603050405020304" pitchFamily="18" charset="0"/>
                <a:cs typeface="Times New Roman" panose="02020603050405020304" pitchFamily="18" charset="0"/>
              </a:rPr>
              <a:t>id</a:t>
            </a:r>
          </a:p>
        </p:txBody>
      </p:sp>
      <p:sp>
        <p:nvSpPr>
          <p:cNvPr id="96262" name="Line 6"/>
          <p:cNvSpPr>
            <a:spLocks noChangeShapeType="1"/>
          </p:cNvSpPr>
          <p:nvPr/>
        </p:nvSpPr>
        <p:spPr bwMode="auto">
          <a:xfrm flipV="1">
            <a:off x="3432175" y="2830513"/>
            <a:ext cx="384175"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263" name="Text Box 7"/>
          <p:cNvSpPr txBox="1">
            <a:spLocks noChangeArrowheads="1"/>
          </p:cNvSpPr>
          <p:nvPr/>
        </p:nvSpPr>
        <p:spPr bwMode="auto">
          <a:xfrm>
            <a:off x="3419475" y="2327275"/>
            <a:ext cx="5032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000000"/>
                </a:solidFill>
                <a:latin typeface="Times New Roman" panose="02020603050405020304" pitchFamily="18" charset="0"/>
                <a:cs typeface="Times New Roman" panose="02020603050405020304" pitchFamily="18" charset="0"/>
              </a:rPr>
              <a:t>(</a:t>
            </a:r>
          </a:p>
        </p:txBody>
      </p:sp>
      <p:sp>
        <p:nvSpPr>
          <p:cNvPr id="96264" name="Text Box 8"/>
          <p:cNvSpPr txBox="1">
            <a:spLocks noChangeArrowheads="1"/>
          </p:cNvSpPr>
          <p:nvPr/>
        </p:nvSpPr>
        <p:spPr bwMode="auto">
          <a:xfrm>
            <a:off x="2339975" y="4384675"/>
            <a:ext cx="1066800" cy="708025"/>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cs typeface="Times New Roman" panose="02020603050405020304" pitchFamily="18" charset="0"/>
              </a:rPr>
              <a:t>I</a:t>
            </a:r>
            <a:r>
              <a:rPr lang="en-US" altLang="zh-CN" sz="2000" b="1" i="1" baseline="-25000" dirty="0">
                <a:solidFill>
                  <a:srgbClr val="000000"/>
                </a:solidFill>
                <a:latin typeface="Times New Roman" panose="02020603050405020304" pitchFamily="18" charset="0"/>
                <a:cs typeface="Times New Roman" panose="02020603050405020304" pitchFamily="18" charset="0"/>
              </a:rPr>
              <a:t>3</a:t>
            </a:r>
            <a:r>
              <a:rPr lang="en-US" altLang="zh-CN" sz="2000" b="1" dirty="0">
                <a:solidFill>
                  <a:srgbClr val="000000"/>
                </a:solidFill>
                <a:latin typeface="Times New Roman" panose="02020603050405020304" pitchFamily="18" charset="0"/>
                <a:cs typeface="Times New Roman" panose="02020603050405020304" pitchFamily="18" charset="0"/>
              </a:rPr>
              <a:t>:</a:t>
            </a:r>
          </a:p>
          <a:p>
            <a:pPr>
              <a:spcBef>
                <a:spcPct val="0"/>
              </a:spcBef>
              <a:buClrTx/>
              <a:buSzTx/>
              <a:buFont typeface="Arial" panose="020B0604020202020204" pitchFamily="34" charset="0"/>
              <a:buNone/>
            </a:pPr>
            <a:r>
              <a:rPr lang="en-US" altLang="zh-CN" sz="1800" b="1" i="1" dirty="0">
                <a:solidFill>
                  <a:srgbClr val="0070C0"/>
                </a:solidFill>
                <a:latin typeface="Times New Roman" panose="02020603050405020304" pitchFamily="18" charset="0"/>
                <a:cs typeface="Times New Roman" panose="02020603050405020304" pitchFamily="18" charset="0"/>
              </a:rPr>
              <a:t>E→ </a:t>
            </a:r>
            <a:r>
              <a:rPr lang="en-US" altLang="zh-CN" sz="1800" b="1" dirty="0">
                <a:solidFill>
                  <a:srgbClr val="0070C0"/>
                </a:solidFill>
                <a:latin typeface="Times New Roman" panose="02020603050405020304" pitchFamily="18" charset="0"/>
                <a:cs typeface="Times New Roman" panose="02020603050405020304" pitchFamily="18" charset="0"/>
              </a:rPr>
              <a:t>id</a:t>
            </a:r>
            <a:r>
              <a:rPr lang="en-US" altLang="zh-CN" sz="2000" b="1" i="1" dirty="0">
                <a:solidFill>
                  <a:srgbClr val="0070C0"/>
                </a:solidFill>
                <a:latin typeface="Times New Roman" panose="02020603050405020304" pitchFamily="18" charset="0"/>
                <a:cs typeface="Times New Roman" panose="02020603050405020304" pitchFamily="18" charset="0"/>
              </a:rPr>
              <a:t> ·</a:t>
            </a:r>
          </a:p>
        </p:txBody>
      </p:sp>
      <p:sp>
        <p:nvSpPr>
          <p:cNvPr id="96265" name="Line 9"/>
          <p:cNvSpPr>
            <a:spLocks noChangeShapeType="1"/>
          </p:cNvSpPr>
          <p:nvPr/>
        </p:nvSpPr>
        <p:spPr bwMode="auto">
          <a:xfrm>
            <a:off x="2941638" y="3275013"/>
            <a:ext cx="9525" cy="1096962"/>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266" name="Text Box 10"/>
          <p:cNvSpPr txBox="1">
            <a:spLocks noChangeArrowheads="1"/>
          </p:cNvSpPr>
          <p:nvPr/>
        </p:nvSpPr>
        <p:spPr bwMode="auto">
          <a:xfrm>
            <a:off x="2533650" y="3279775"/>
            <a:ext cx="5984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000000"/>
                </a:solidFill>
                <a:latin typeface="Times New Roman" panose="02020603050405020304" pitchFamily="18" charset="0"/>
                <a:cs typeface="Times New Roman" panose="02020603050405020304" pitchFamily="18" charset="0"/>
              </a:rPr>
              <a:t>id</a:t>
            </a:r>
          </a:p>
        </p:txBody>
      </p:sp>
      <p:sp>
        <p:nvSpPr>
          <p:cNvPr id="96267" name="Text Box 11"/>
          <p:cNvSpPr txBox="1">
            <a:spLocks noChangeArrowheads="1"/>
          </p:cNvSpPr>
          <p:nvPr/>
        </p:nvSpPr>
        <p:spPr bwMode="auto">
          <a:xfrm>
            <a:off x="5753100" y="1022350"/>
            <a:ext cx="1211263" cy="1477963"/>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nSpc>
                <a:spcPts val="1800"/>
              </a:lnSpc>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cs typeface="Times New Roman" panose="02020603050405020304" pitchFamily="18" charset="0"/>
              </a:rPr>
              <a:t>I</a:t>
            </a:r>
            <a:r>
              <a:rPr lang="en-US" altLang="zh-CN" sz="2000" b="1" i="1" baseline="-25000" dirty="0">
                <a:solidFill>
                  <a:srgbClr val="000000"/>
                </a:solidFill>
                <a:latin typeface="Times New Roman" panose="02020603050405020304" pitchFamily="18" charset="0"/>
                <a:cs typeface="Times New Roman" panose="02020603050405020304" pitchFamily="18" charset="0"/>
              </a:rPr>
              <a:t>4</a:t>
            </a:r>
            <a:r>
              <a:rPr lang="en-US" altLang="zh-CN" sz="2000" b="1" dirty="0">
                <a:solidFill>
                  <a:srgbClr val="000000"/>
                </a:solidFill>
                <a:latin typeface="Times New Roman" panose="02020603050405020304" pitchFamily="18" charset="0"/>
                <a:cs typeface="Times New Roman" panose="02020603050405020304" pitchFamily="18" charset="0"/>
              </a:rPr>
              <a:t>:</a:t>
            </a:r>
          </a:p>
          <a:p>
            <a:pPr>
              <a:lnSpc>
                <a:spcPts val="1800"/>
              </a:lnSpc>
              <a:spcBef>
                <a:spcPct val="0"/>
              </a:spcBef>
              <a:buClrTx/>
              <a:buSzTx/>
              <a:buFont typeface="Arial" panose="020B0604020202020204" pitchFamily="34" charset="0"/>
              <a:buNone/>
            </a:pPr>
            <a:r>
              <a:rPr lang="en-US" altLang="zh-CN" sz="1800" b="1" i="1" dirty="0">
                <a:solidFill>
                  <a:srgbClr val="0070C0"/>
                </a:solidFill>
                <a:latin typeface="Times New Roman" panose="02020603050405020304" pitchFamily="18" charset="0"/>
                <a:cs typeface="Times New Roman" panose="02020603050405020304" pitchFamily="18" charset="0"/>
              </a:rPr>
              <a:t>E→E+ · E</a:t>
            </a:r>
          </a:p>
          <a:p>
            <a:pPr eaLnBrk="1" hangingPunct="1">
              <a:lnSpc>
                <a:spcPts val="1800"/>
              </a:lnSpc>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cs typeface="Times New Roman" panose="02020603050405020304" pitchFamily="18" charset="0"/>
              </a:rPr>
              <a:t>E→ · E+E</a:t>
            </a:r>
          </a:p>
          <a:p>
            <a:pPr eaLnBrk="1" hangingPunct="1">
              <a:lnSpc>
                <a:spcPts val="1800"/>
              </a:lnSpc>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cs typeface="Times New Roman" panose="02020603050405020304" pitchFamily="18" charset="0"/>
              </a:rPr>
              <a:t>E→ · E*E</a:t>
            </a:r>
          </a:p>
          <a:p>
            <a:pPr eaLnBrk="1" hangingPunct="1">
              <a:lnSpc>
                <a:spcPts val="1800"/>
              </a:lnSpc>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cs typeface="Times New Roman" panose="02020603050405020304" pitchFamily="18" charset="0"/>
              </a:rPr>
              <a:t>E→ · </a:t>
            </a:r>
            <a:r>
              <a:rPr lang="en-US" altLang="zh-CN" sz="1800" b="1" dirty="0">
                <a:solidFill>
                  <a:srgbClr val="000000"/>
                </a:solidFill>
                <a:latin typeface="Times New Roman" panose="02020603050405020304" pitchFamily="18" charset="0"/>
                <a:cs typeface="Times New Roman" panose="02020603050405020304" pitchFamily="18" charset="0"/>
              </a:rPr>
              <a:t>(</a:t>
            </a:r>
            <a:r>
              <a:rPr lang="en-US" altLang="zh-CN" sz="1800" b="1" i="1" dirty="0">
                <a:solidFill>
                  <a:srgbClr val="000000"/>
                </a:solidFill>
                <a:latin typeface="Times New Roman" panose="02020603050405020304" pitchFamily="18" charset="0"/>
                <a:cs typeface="Times New Roman" panose="02020603050405020304" pitchFamily="18" charset="0"/>
              </a:rPr>
              <a:t>E</a:t>
            </a:r>
            <a:r>
              <a:rPr lang="en-US" altLang="zh-CN" sz="1800" b="1" dirty="0">
                <a:solidFill>
                  <a:srgbClr val="000000"/>
                </a:solidFill>
                <a:latin typeface="Times New Roman" panose="02020603050405020304" pitchFamily="18" charset="0"/>
                <a:cs typeface="Times New Roman" panose="02020603050405020304" pitchFamily="18" charset="0"/>
              </a:rPr>
              <a:t>)</a:t>
            </a:r>
          </a:p>
          <a:p>
            <a:pPr eaLnBrk="1" hangingPunct="1">
              <a:lnSpc>
                <a:spcPts val="1800"/>
              </a:lnSpc>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cs typeface="Times New Roman" panose="02020603050405020304" pitchFamily="18" charset="0"/>
              </a:rPr>
              <a:t>E→ · </a:t>
            </a:r>
            <a:r>
              <a:rPr lang="en-US" altLang="zh-CN" sz="1800" b="1" dirty="0">
                <a:solidFill>
                  <a:srgbClr val="000000"/>
                </a:solidFill>
                <a:latin typeface="Times New Roman" panose="02020603050405020304" pitchFamily="18" charset="0"/>
                <a:cs typeface="Times New Roman" panose="02020603050405020304" pitchFamily="18" charset="0"/>
              </a:rPr>
              <a:t>id</a:t>
            </a:r>
          </a:p>
        </p:txBody>
      </p:sp>
      <p:sp>
        <p:nvSpPr>
          <p:cNvPr id="96268" name="Text Box 12"/>
          <p:cNvSpPr txBox="1">
            <a:spLocks noChangeArrowheads="1"/>
          </p:cNvSpPr>
          <p:nvPr/>
        </p:nvSpPr>
        <p:spPr bwMode="auto">
          <a:xfrm>
            <a:off x="5753100" y="2535238"/>
            <a:ext cx="1250950" cy="1476375"/>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nSpc>
                <a:spcPts val="1800"/>
              </a:lnSpc>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cs typeface="Times New Roman" panose="02020603050405020304" pitchFamily="18" charset="0"/>
              </a:rPr>
              <a:t>I</a:t>
            </a:r>
            <a:r>
              <a:rPr lang="en-US" altLang="zh-CN" sz="2000" b="1" i="1" baseline="-25000" dirty="0">
                <a:solidFill>
                  <a:srgbClr val="000000"/>
                </a:solidFill>
                <a:latin typeface="Times New Roman" panose="02020603050405020304" pitchFamily="18" charset="0"/>
                <a:cs typeface="Times New Roman" panose="02020603050405020304" pitchFamily="18" charset="0"/>
              </a:rPr>
              <a:t>5</a:t>
            </a:r>
            <a:r>
              <a:rPr lang="en-US" altLang="zh-CN" sz="2000" b="1" dirty="0">
                <a:solidFill>
                  <a:srgbClr val="000000"/>
                </a:solidFill>
                <a:latin typeface="Times New Roman" panose="02020603050405020304" pitchFamily="18" charset="0"/>
                <a:cs typeface="Times New Roman" panose="02020603050405020304" pitchFamily="18" charset="0"/>
              </a:rPr>
              <a:t>:</a:t>
            </a:r>
          </a:p>
          <a:p>
            <a:pPr>
              <a:lnSpc>
                <a:spcPts val="1800"/>
              </a:lnSpc>
              <a:spcBef>
                <a:spcPct val="0"/>
              </a:spcBef>
              <a:buClrTx/>
              <a:buSzTx/>
              <a:buFont typeface="Arial" panose="020B0604020202020204" pitchFamily="34" charset="0"/>
              <a:buNone/>
            </a:pPr>
            <a:r>
              <a:rPr lang="en-US" altLang="zh-CN" sz="1800" b="1" i="1" dirty="0">
                <a:solidFill>
                  <a:srgbClr val="0070C0"/>
                </a:solidFill>
                <a:latin typeface="Times New Roman" panose="02020603050405020304" pitchFamily="18" charset="0"/>
                <a:cs typeface="Times New Roman" panose="02020603050405020304" pitchFamily="18" charset="0"/>
              </a:rPr>
              <a:t>E→ E* · E</a:t>
            </a:r>
          </a:p>
          <a:p>
            <a:pPr eaLnBrk="1" hangingPunct="1">
              <a:lnSpc>
                <a:spcPts val="1800"/>
              </a:lnSpc>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cs typeface="Times New Roman" panose="02020603050405020304" pitchFamily="18" charset="0"/>
              </a:rPr>
              <a:t>E→ · E+E</a:t>
            </a:r>
          </a:p>
          <a:p>
            <a:pPr eaLnBrk="1" hangingPunct="1">
              <a:lnSpc>
                <a:spcPts val="1800"/>
              </a:lnSpc>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cs typeface="Times New Roman" panose="02020603050405020304" pitchFamily="18" charset="0"/>
              </a:rPr>
              <a:t>E→ · E*E</a:t>
            </a:r>
          </a:p>
          <a:p>
            <a:pPr eaLnBrk="1" hangingPunct="1">
              <a:lnSpc>
                <a:spcPts val="1800"/>
              </a:lnSpc>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cs typeface="Times New Roman" panose="02020603050405020304" pitchFamily="18" charset="0"/>
              </a:rPr>
              <a:t>E→ · </a:t>
            </a:r>
            <a:r>
              <a:rPr lang="en-US" altLang="zh-CN" sz="1800" b="1" dirty="0">
                <a:solidFill>
                  <a:srgbClr val="000000"/>
                </a:solidFill>
                <a:latin typeface="Times New Roman" panose="02020603050405020304" pitchFamily="18" charset="0"/>
                <a:cs typeface="Times New Roman" panose="02020603050405020304" pitchFamily="18" charset="0"/>
              </a:rPr>
              <a:t>(</a:t>
            </a:r>
            <a:r>
              <a:rPr lang="en-US" altLang="zh-CN" sz="1800" b="1" i="1" dirty="0">
                <a:solidFill>
                  <a:srgbClr val="000000"/>
                </a:solidFill>
                <a:latin typeface="Times New Roman" panose="02020603050405020304" pitchFamily="18" charset="0"/>
                <a:cs typeface="Times New Roman" panose="02020603050405020304" pitchFamily="18" charset="0"/>
              </a:rPr>
              <a:t>E</a:t>
            </a:r>
            <a:r>
              <a:rPr lang="en-US" altLang="zh-CN" sz="1800" b="1" dirty="0">
                <a:solidFill>
                  <a:srgbClr val="000000"/>
                </a:solidFill>
                <a:latin typeface="Times New Roman" panose="02020603050405020304" pitchFamily="18" charset="0"/>
                <a:cs typeface="Times New Roman" panose="02020603050405020304" pitchFamily="18" charset="0"/>
              </a:rPr>
              <a:t>)</a:t>
            </a:r>
          </a:p>
          <a:p>
            <a:pPr eaLnBrk="1" hangingPunct="1">
              <a:lnSpc>
                <a:spcPts val="1800"/>
              </a:lnSpc>
              <a:spcBef>
                <a:spcPct val="0"/>
              </a:spcBef>
              <a:buClrTx/>
              <a:buSzTx/>
              <a:buFont typeface="Arial" panose="020B0604020202020204" pitchFamily="34" charset="0"/>
              <a:buNone/>
            </a:pPr>
            <a:r>
              <a:rPr lang="en-US" altLang="zh-CN" sz="1800" b="1" i="1" dirty="0">
                <a:solidFill>
                  <a:srgbClr val="000000"/>
                </a:solidFill>
                <a:latin typeface="Times New Roman" panose="02020603050405020304" pitchFamily="18" charset="0"/>
                <a:cs typeface="Times New Roman" panose="02020603050405020304" pitchFamily="18" charset="0"/>
              </a:rPr>
              <a:t>E→ · </a:t>
            </a:r>
            <a:r>
              <a:rPr lang="en-US" altLang="zh-CN" sz="1800" b="1" dirty="0">
                <a:solidFill>
                  <a:srgbClr val="000000"/>
                </a:solidFill>
                <a:latin typeface="Times New Roman" panose="02020603050405020304" pitchFamily="18" charset="0"/>
                <a:cs typeface="Times New Roman" panose="02020603050405020304" pitchFamily="18" charset="0"/>
              </a:rPr>
              <a:t>id</a:t>
            </a:r>
          </a:p>
        </p:txBody>
      </p:sp>
      <p:sp>
        <p:nvSpPr>
          <p:cNvPr id="96269" name="Text Box 15"/>
          <p:cNvSpPr txBox="1">
            <a:spLocks noChangeArrowheads="1"/>
          </p:cNvSpPr>
          <p:nvPr/>
        </p:nvSpPr>
        <p:spPr bwMode="auto">
          <a:xfrm>
            <a:off x="3470275" y="3778250"/>
            <a:ext cx="533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000000"/>
                </a:solidFill>
                <a:latin typeface="Times New Roman" panose="02020603050405020304" pitchFamily="18" charset="0"/>
                <a:cs typeface="Times New Roman" panose="02020603050405020304" pitchFamily="18" charset="0"/>
              </a:rPr>
              <a:t>id</a:t>
            </a:r>
          </a:p>
        </p:txBody>
      </p:sp>
      <p:sp>
        <p:nvSpPr>
          <p:cNvPr id="96270" name="Text Box 17"/>
          <p:cNvSpPr txBox="1">
            <a:spLocks noChangeArrowheads="1"/>
          </p:cNvSpPr>
          <p:nvPr/>
        </p:nvSpPr>
        <p:spPr bwMode="auto">
          <a:xfrm>
            <a:off x="5753100" y="4076700"/>
            <a:ext cx="1244600" cy="1016000"/>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nSpc>
                <a:spcPts val="1800"/>
              </a:lnSpc>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cs typeface="Times New Roman" panose="02020603050405020304" pitchFamily="18" charset="0"/>
              </a:rPr>
              <a:t>I</a:t>
            </a:r>
            <a:r>
              <a:rPr lang="en-US" altLang="zh-CN" sz="2000" b="1" i="1" baseline="-25000" dirty="0">
                <a:solidFill>
                  <a:srgbClr val="000000"/>
                </a:solidFill>
                <a:latin typeface="Times New Roman" panose="02020603050405020304" pitchFamily="18" charset="0"/>
                <a:cs typeface="Times New Roman" panose="02020603050405020304" pitchFamily="18" charset="0"/>
              </a:rPr>
              <a:t>6</a:t>
            </a:r>
            <a:r>
              <a:rPr lang="en-US" altLang="zh-CN" sz="2000" b="1" dirty="0">
                <a:solidFill>
                  <a:srgbClr val="000000"/>
                </a:solidFill>
                <a:latin typeface="Times New Roman" panose="02020603050405020304" pitchFamily="18" charset="0"/>
                <a:cs typeface="Times New Roman" panose="02020603050405020304" pitchFamily="18" charset="0"/>
              </a:rPr>
              <a:t>:</a:t>
            </a:r>
          </a:p>
          <a:p>
            <a:pPr eaLnBrk="1" hangingPunct="1">
              <a:lnSpc>
                <a:spcPts val="1800"/>
              </a:lnSpc>
              <a:spcBef>
                <a:spcPct val="0"/>
              </a:spcBef>
              <a:buClrTx/>
              <a:buSzTx/>
              <a:buFont typeface="Arial" panose="020B0604020202020204" pitchFamily="34" charset="0"/>
              <a:buNone/>
            </a:pPr>
            <a:r>
              <a:rPr lang="en-US" altLang="zh-CN" sz="1800" b="1" i="1" dirty="0">
                <a:solidFill>
                  <a:srgbClr val="0070C0"/>
                </a:solidFill>
                <a:latin typeface="Times New Roman" panose="02020603050405020304" pitchFamily="18" charset="0"/>
                <a:cs typeface="Times New Roman" panose="02020603050405020304" pitchFamily="18" charset="0"/>
              </a:rPr>
              <a:t>E→</a:t>
            </a:r>
            <a:r>
              <a:rPr lang="en-US" altLang="zh-CN" sz="1800" b="1" dirty="0">
                <a:solidFill>
                  <a:srgbClr val="0070C0"/>
                </a:solidFill>
                <a:latin typeface="Times New Roman" panose="02020603050405020304" pitchFamily="18" charset="0"/>
                <a:cs typeface="Times New Roman" panose="02020603050405020304" pitchFamily="18" charset="0"/>
              </a:rPr>
              <a:t>(</a:t>
            </a:r>
            <a:r>
              <a:rPr lang="en-US" altLang="zh-CN" sz="1800" b="1" i="1" dirty="0">
                <a:solidFill>
                  <a:srgbClr val="0070C0"/>
                </a:solidFill>
                <a:latin typeface="Times New Roman" panose="02020603050405020304" pitchFamily="18" charset="0"/>
                <a:cs typeface="Times New Roman" panose="02020603050405020304" pitchFamily="18" charset="0"/>
              </a:rPr>
              <a:t>E · </a:t>
            </a:r>
            <a:r>
              <a:rPr lang="en-US" altLang="zh-CN" sz="1800" b="1" dirty="0">
                <a:solidFill>
                  <a:srgbClr val="0070C0"/>
                </a:solidFill>
                <a:latin typeface="Times New Roman" panose="02020603050405020304" pitchFamily="18" charset="0"/>
                <a:cs typeface="Times New Roman" panose="02020603050405020304" pitchFamily="18" charset="0"/>
              </a:rPr>
              <a:t>)</a:t>
            </a:r>
          </a:p>
          <a:p>
            <a:pPr eaLnBrk="1" hangingPunct="1">
              <a:lnSpc>
                <a:spcPts val="1800"/>
              </a:lnSpc>
              <a:spcBef>
                <a:spcPct val="0"/>
              </a:spcBef>
              <a:buClrTx/>
              <a:buSzTx/>
              <a:buFont typeface="Arial" panose="020B0604020202020204" pitchFamily="34" charset="0"/>
              <a:buNone/>
            </a:pPr>
            <a:r>
              <a:rPr lang="en-US" altLang="zh-CN" sz="1800" b="1" i="1" dirty="0">
                <a:solidFill>
                  <a:srgbClr val="0070C0"/>
                </a:solidFill>
                <a:latin typeface="Times New Roman" panose="02020603050405020304" pitchFamily="18" charset="0"/>
                <a:cs typeface="Times New Roman" panose="02020603050405020304" pitchFamily="18" charset="0"/>
              </a:rPr>
              <a:t>E→E · +E</a:t>
            </a:r>
          </a:p>
          <a:p>
            <a:pPr eaLnBrk="1" hangingPunct="1">
              <a:lnSpc>
                <a:spcPts val="1800"/>
              </a:lnSpc>
              <a:spcBef>
                <a:spcPct val="0"/>
              </a:spcBef>
              <a:buClrTx/>
              <a:buSzTx/>
              <a:buFont typeface="Arial" panose="020B0604020202020204" pitchFamily="34" charset="0"/>
              <a:buNone/>
            </a:pPr>
            <a:r>
              <a:rPr lang="en-US" altLang="zh-CN" sz="1800" b="1" i="1" dirty="0">
                <a:solidFill>
                  <a:srgbClr val="0070C0"/>
                </a:solidFill>
                <a:latin typeface="Times New Roman" panose="02020603050405020304" pitchFamily="18" charset="0"/>
                <a:cs typeface="Times New Roman" panose="02020603050405020304" pitchFamily="18" charset="0"/>
              </a:rPr>
              <a:t>E→E · *E</a:t>
            </a:r>
          </a:p>
        </p:txBody>
      </p:sp>
      <p:sp>
        <p:nvSpPr>
          <p:cNvPr id="96271" name="Line 18"/>
          <p:cNvSpPr>
            <a:spLocks noChangeShapeType="1"/>
          </p:cNvSpPr>
          <p:nvPr/>
        </p:nvSpPr>
        <p:spPr bwMode="auto">
          <a:xfrm>
            <a:off x="5026025" y="4052888"/>
            <a:ext cx="719138" cy="277812"/>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272" name="Text Box 19"/>
          <p:cNvSpPr txBox="1">
            <a:spLocks noChangeArrowheads="1"/>
          </p:cNvSpPr>
          <p:nvPr/>
        </p:nvSpPr>
        <p:spPr bwMode="auto">
          <a:xfrm>
            <a:off x="4951413" y="3579813"/>
            <a:ext cx="4572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E</a:t>
            </a:r>
          </a:p>
        </p:txBody>
      </p:sp>
      <p:sp>
        <p:nvSpPr>
          <p:cNvPr id="96273" name="Text Box 20"/>
          <p:cNvSpPr txBox="1">
            <a:spLocks noChangeArrowheads="1"/>
          </p:cNvSpPr>
          <p:nvPr/>
        </p:nvSpPr>
        <p:spPr bwMode="auto">
          <a:xfrm>
            <a:off x="7408863" y="458788"/>
            <a:ext cx="1296987" cy="1231106"/>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cs typeface="Times New Roman" panose="02020603050405020304" pitchFamily="18" charset="0"/>
              </a:rPr>
              <a:t>I</a:t>
            </a:r>
            <a:r>
              <a:rPr lang="en-US" altLang="zh-CN" sz="2000" b="1" i="1" baseline="-25000" dirty="0">
                <a:solidFill>
                  <a:srgbClr val="000000"/>
                </a:solidFill>
                <a:latin typeface="Times New Roman" panose="02020603050405020304" pitchFamily="18" charset="0"/>
                <a:cs typeface="Times New Roman" panose="02020603050405020304" pitchFamily="18" charset="0"/>
              </a:rPr>
              <a:t>7</a:t>
            </a:r>
            <a:r>
              <a:rPr lang="en-US" altLang="zh-CN" sz="2000" b="1" dirty="0">
                <a:solidFill>
                  <a:srgbClr val="000000"/>
                </a:solidFill>
                <a:latin typeface="Times New Roman" panose="02020603050405020304" pitchFamily="18" charset="0"/>
                <a:cs typeface="Times New Roman" panose="02020603050405020304" pitchFamily="18" charset="0"/>
              </a:rPr>
              <a:t>:</a:t>
            </a:r>
          </a:p>
          <a:p>
            <a:pPr>
              <a:spcBef>
                <a:spcPct val="0"/>
              </a:spcBef>
              <a:buClrTx/>
              <a:buSzTx/>
              <a:buFont typeface="Arial" panose="020B0604020202020204" pitchFamily="34" charset="0"/>
              <a:buNone/>
            </a:pPr>
            <a:r>
              <a:rPr lang="en-US" altLang="zh-CN" sz="1800" b="1" i="1" dirty="0">
                <a:solidFill>
                  <a:srgbClr val="0070C0"/>
                </a:solidFill>
                <a:latin typeface="Times New Roman" panose="02020603050405020304" pitchFamily="18" charset="0"/>
                <a:cs typeface="Times New Roman" panose="02020603050405020304" pitchFamily="18" charset="0"/>
              </a:rPr>
              <a:t>E→E+E ·</a:t>
            </a:r>
          </a:p>
          <a:p>
            <a:pPr eaLnBrk="1" hangingPunct="1">
              <a:spcBef>
                <a:spcPct val="0"/>
              </a:spcBef>
              <a:buClrTx/>
              <a:buSzTx/>
              <a:buFont typeface="Arial" panose="020B0604020202020204" pitchFamily="34" charset="0"/>
              <a:buNone/>
            </a:pPr>
            <a:r>
              <a:rPr lang="en-US" altLang="zh-CN" sz="1800" b="1" i="1" dirty="0">
                <a:solidFill>
                  <a:srgbClr val="0070C0"/>
                </a:solidFill>
                <a:latin typeface="Times New Roman" panose="02020603050405020304" pitchFamily="18" charset="0"/>
                <a:cs typeface="Times New Roman" panose="02020603050405020304" pitchFamily="18" charset="0"/>
              </a:rPr>
              <a:t>E→E · +E</a:t>
            </a:r>
          </a:p>
          <a:p>
            <a:pPr eaLnBrk="1" hangingPunct="1">
              <a:spcBef>
                <a:spcPct val="0"/>
              </a:spcBef>
              <a:buClrTx/>
              <a:buSzTx/>
              <a:buFont typeface="Arial" panose="020B0604020202020204" pitchFamily="34" charset="0"/>
              <a:buNone/>
            </a:pPr>
            <a:r>
              <a:rPr lang="en-US" altLang="zh-CN" sz="1800" b="1" i="1" dirty="0">
                <a:solidFill>
                  <a:srgbClr val="0070C0"/>
                </a:solidFill>
                <a:latin typeface="Times New Roman" panose="02020603050405020304" pitchFamily="18" charset="0"/>
                <a:cs typeface="Times New Roman" panose="02020603050405020304" pitchFamily="18" charset="0"/>
              </a:rPr>
              <a:t>E→E · *E</a:t>
            </a:r>
            <a:endParaRPr lang="en-US" altLang="zh-CN" sz="2000" b="1" i="1" dirty="0">
              <a:solidFill>
                <a:srgbClr val="0070C0"/>
              </a:solidFill>
              <a:latin typeface="Times New Roman" panose="02020603050405020304" pitchFamily="18" charset="0"/>
              <a:cs typeface="Times New Roman" panose="02020603050405020304" pitchFamily="18" charset="0"/>
            </a:endParaRPr>
          </a:p>
        </p:txBody>
      </p:sp>
      <p:sp>
        <p:nvSpPr>
          <p:cNvPr id="96274" name="Line 21"/>
          <p:cNvSpPr>
            <a:spLocks noChangeShapeType="1"/>
          </p:cNvSpPr>
          <p:nvPr/>
        </p:nvSpPr>
        <p:spPr bwMode="auto">
          <a:xfrm flipH="1">
            <a:off x="3402013" y="4224338"/>
            <a:ext cx="361950" cy="54133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275" name="Text Box 22"/>
          <p:cNvSpPr txBox="1">
            <a:spLocks noChangeArrowheads="1"/>
          </p:cNvSpPr>
          <p:nvPr/>
        </p:nvSpPr>
        <p:spPr bwMode="auto">
          <a:xfrm>
            <a:off x="6948488" y="3757613"/>
            <a:ext cx="4572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000000"/>
                </a:solidFill>
                <a:latin typeface="Times New Roman" panose="02020603050405020304" pitchFamily="18" charset="0"/>
                <a:cs typeface="Times New Roman" panose="02020603050405020304" pitchFamily="18" charset="0"/>
              </a:rPr>
              <a:t>*</a:t>
            </a:r>
          </a:p>
        </p:txBody>
      </p:sp>
      <p:sp>
        <p:nvSpPr>
          <p:cNvPr id="96276" name="Text Box 23"/>
          <p:cNvSpPr txBox="1">
            <a:spLocks noChangeArrowheads="1"/>
          </p:cNvSpPr>
          <p:nvPr/>
        </p:nvSpPr>
        <p:spPr bwMode="auto">
          <a:xfrm>
            <a:off x="7418388" y="2574925"/>
            <a:ext cx="1296987" cy="1292225"/>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cs typeface="Times New Roman" panose="02020603050405020304" pitchFamily="18" charset="0"/>
              </a:rPr>
              <a:t>I</a:t>
            </a:r>
            <a:r>
              <a:rPr lang="en-US" altLang="zh-CN" sz="2000" b="1" i="1" baseline="-25000" dirty="0">
                <a:solidFill>
                  <a:srgbClr val="000000"/>
                </a:solidFill>
                <a:latin typeface="Times New Roman" panose="02020603050405020304" pitchFamily="18" charset="0"/>
                <a:cs typeface="Times New Roman" panose="02020603050405020304" pitchFamily="18" charset="0"/>
              </a:rPr>
              <a:t>8</a:t>
            </a:r>
            <a:r>
              <a:rPr lang="en-US" altLang="zh-CN" sz="2000" b="1" dirty="0">
                <a:solidFill>
                  <a:srgbClr val="000000"/>
                </a:solidFill>
                <a:latin typeface="Times New Roman" panose="02020603050405020304" pitchFamily="18" charset="0"/>
                <a:cs typeface="Times New Roman" panose="02020603050405020304" pitchFamily="18" charset="0"/>
              </a:rPr>
              <a:t>:</a:t>
            </a:r>
          </a:p>
          <a:p>
            <a:pPr>
              <a:spcBef>
                <a:spcPct val="0"/>
              </a:spcBef>
              <a:buClrTx/>
              <a:buSzTx/>
              <a:buFont typeface="Arial" panose="020B0604020202020204" pitchFamily="34" charset="0"/>
              <a:buNone/>
            </a:pPr>
            <a:r>
              <a:rPr lang="en-US" altLang="zh-CN" sz="1800" b="1" i="1" dirty="0">
                <a:solidFill>
                  <a:srgbClr val="0070C0"/>
                </a:solidFill>
                <a:latin typeface="Times New Roman" panose="02020603050405020304" pitchFamily="18" charset="0"/>
                <a:cs typeface="Times New Roman" panose="02020603050405020304" pitchFamily="18" charset="0"/>
              </a:rPr>
              <a:t>E→E*E</a:t>
            </a:r>
            <a:r>
              <a:rPr lang="en-US" altLang="zh-CN" sz="2000" b="1" i="1" dirty="0">
                <a:solidFill>
                  <a:srgbClr val="0070C0"/>
                </a:solidFill>
                <a:latin typeface="Times New Roman" panose="02020603050405020304" pitchFamily="18" charset="0"/>
                <a:cs typeface="Times New Roman" panose="02020603050405020304" pitchFamily="18" charset="0"/>
              </a:rPr>
              <a:t> </a:t>
            </a:r>
            <a:r>
              <a:rPr lang="en-US" altLang="zh-CN" sz="1800" b="1" i="1" dirty="0">
                <a:solidFill>
                  <a:srgbClr val="0070C0"/>
                </a:solidFill>
                <a:latin typeface="Times New Roman" panose="02020603050405020304" pitchFamily="18" charset="0"/>
                <a:cs typeface="Times New Roman" panose="02020603050405020304" pitchFamily="18" charset="0"/>
              </a:rPr>
              <a:t>·</a:t>
            </a:r>
            <a:endParaRPr lang="en-US" altLang="zh-CN" sz="2000" b="1" i="1" dirty="0">
              <a:solidFill>
                <a:srgbClr val="0070C0"/>
              </a:solidFill>
              <a:latin typeface="Times New Roman" panose="02020603050405020304" pitchFamily="18" charset="0"/>
              <a:cs typeface="Times New Roman" panose="02020603050405020304" pitchFamily="18" charset="0"/>
            </a:endParaRPr>
          </a:p>
          <a:p>
            <a:pPr eaLnBrk="1" hangingPunct="1">
              <a:spcBef>
                <a:spcPct val="0"/>
              </a:spcBef>
              <a:buClrTx/>
              <a:buSzTx/>
              <a:buFont typeface="Arial" panose="020B0604020202020204" pitchFamily="34" charset="0"/>
              <a:buNone/>
            </a:pPr>
            <a:r>
              <a:rPr lang="en-US" altLang="zh-CN" sz="1800" b="1" i="1" dirty="0">
                <a:solidFill>
                  <a:srgbClr val="0070C0"/>
                </a:solidFill>
                <a:latin typeface="Times New Roman" panose="02020603050405020304" pitchFamily="18" charset="0"/>
                <a:cs typeface="Times New Roman" panose="02020603050405020304" pitchFamily="18" charset="0"/>
              </a:rPr>
              <a:t>E→E · +E</a:t>
            </a:r>
          </a:p>
          <a:p>
            <a:pPr eaLnBrk="1" hangingPunct="1">
              <a:spcBef>
                <a:spcPct val="0"/>
              </a:spcBef>
              <a:buClrTx/>
              <a:buSzTx/>
              <a:buFont typeface="Arial" panose="020B0604020202020204" pitchFamily="34" charset="0"/>
              <a:buNone/>
            </a:pPr>
            <a:r>
              <a:rPr lang="en-US" altLang="zh-CN" sz="1800" b="1" i="1" dirty="0">
                <a:solidFill>
                  <a:srgbClr val="0070C0"/>
                </a:solidFill>
                <a:latin typeface="Times New Roman" panose="02020603050405020304" pitchFamily="18" charset="0"/>
                <a:cs typeface="Times New Roman" panose="02020603050405020304" pitchFamily="18" charset="0"/>
              </a:rPr>
              <a:t>E→E · *E</a:t>
            </a:r>
            <a:endParaRPr lang="en-US" altLang="zh-CN" sz="2000" b="1" i="1" dirty="0">
              <a:solidFill>
                <a:srgbClr val="0070C0"/>
              </a:solidFill>
              <a:latin typeface="Times New Roman" panose="02020603050405020304" pitchFamily="18" charset="0"/>
              <a:cs typeface="Times New Roman" panose="02020603050405020304" pitchFamily="18" charset="0"/>
            </a:endParaRPr>
          </a:p>
        </p:txBody>
      </p:sp>
      <p:sp>
        <p:nvSpPr>
          <p:cNvPr id="96277" name="Line 24"/>
          <p:cNvSpPr>
            <a:spLocks noChangeShapeType="1"/>
          </p:cNvSpPr>
          <p:nvPr/>
        </p:nvSpPr>
        <p:spPr bwMode="auto">
          <a:xfrm>
            <a:off x="5026025" y="1362075"/>
            <a:ext cx="739775"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278" name="Text Box 25"/>
          <p:cNvSpPr txBox="1">
            <a:spLocks noChangeArrowheads="1"/>
          </p:cNvSpPr>
          <p:nvPr/>
        </p:nvSpPr>
        <p:spPr bwMode="auto">
          <a:xfrm>
            <a:off x="5062538" y="1028700"/>
            <a:ext cx="381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000000"/>
                </a:solidFill>
                <a:latin typeface="Times New Roman" panose="02020603050405020304" pitchFamily="18" charset="0"/>
                <a:cs typeface="Times New Roman" panose="02020603050405020304" pitchFamily="18" charset="0"/>
              </a:rPr>
              <a:t>+</a:t>
            </a:r>
          </a:p>
        </p:txBody>
      </p:sp>
      <p:sp>
        <p:nvSpPr>
          <p:cNvPr id="96279" name="Text Box 26"/>
          <p:cNvSpPr txBox="1">
            <a:spLocks noChangeArrowheads="1"/>
          </p:cNvSpPr>
          <p:nvPr/>
        </p:nvSpPr>
        <p:spPr bwMode="auto">
          <a:xfrm>
            <a:off x="7405688" y="4370388"/>
            <a:ext cx="1223962" cy="708025"/>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cs typeface="Times New Roman" panose="02020603050405020304" pitchFamily="18" charset="0"/>
              </a:rPr>
              <a:t>I</a:t>
            </a:r>
            <a:r>
              <a:rPr lang="en-US" altLang="zh-CN" sz="2000" b="1" i="1" baseline="-25000" dirty="0">
                <a:solidFill>
                  <a:srgbClr val="000000"/>
                </a:solidFill>
                <a:latin typeface="Times New Roman" panose="02020603050405020304" pitchFamily="18" charset="0"/>
                <a:cs typeface="Times New Roman" panose="02020603050405020304" pitchFamily="18" charset="0"/>
              </a:rPr>
              <a:t>9</a:t>
            </a:r>
            <a:r>
              <a:rPr lang="en-US" altLang="zh-CN" sz="2000" b="1" dirty="0">
                <a:solidFill>
                  <a:srgbClr val="000000"/>
                </a:solidFill>
                <a:latin typeface="Times New Roman" panose="02020603050405020304" pitchFamily="18" charset="0"/>
                <a:cs typeface="Times New Roman" panose="02020603050405020304" pitchFamily="18" charset="0"/>
              </a:rPr>
              <a:t>:</a:t>
            </a:r>
          </a:p>
          <a:p>
            <a:pPr>
              <a:spcBef>
                <a:spcPct val="0"/>
              </a:spcBef>
              <a:buClrTx/>
              <a:buSzTx/>
              <a:buFont typeface="Arial" panose="020B0604020202020204" pitchFamily="34" charset="0"/>
              <a:buNone/>
            </a:pPr>
            <a:r>
              <a:rPr lang="en-US" altLang="zh-CN" sz="1800" b="1" i="1" dirty="0">
                <a:solidFill>
                  <a:srgbClr val="0070C0"/>
                </a:solidFill>
                <a:latin typeface="Times New Roman" panose="02020603050405020304" pitchFamily="18" charset="0"/>
                <a:cs typeface="Times New Roman" panose="02020603050405020304" pitchFamily="18" charset="0"/>
              </a:rPr>
              <a:t>E→</a:t>
            </a:r>
            <a:r>
              <a:rPr lang="en-US" altLang="zh-CN" sz="1800" b="1" dirty="0">
                <a:solidFill>
                  <a:srgbClr val="0070C0"/>
                </a:solidFill>
                <a:latin typeface="Times New Roman" panose="02020603050405020304" pitchFamily="18" charset="0"/>
                <a:cs typeface="Times New Roman" panose="02020603050405020304" pitchFamily="18" charset="0"/>
              </a:rPr>
              <a:t>(</a:t>
            </a:r>
            <a:r>
              <a:rPr lang="en-US" altLang="zh-CN" sz="1800" b="1" i="1" dirty="0">
                <a:solidFill>
                  <a:srgbClr val="0070C0"/>
                </a:solidFill>
                <a:latin typeface="Times New Roman" panose="02020603050405020304" pitchFamily="18" charset="0"/>
                <a:cs typeface="Times New Roman" panose="02020603050405020304" pitchFamily="18" charset="0"/>
              </a:rPr>
              <a:t>E</a:t>
            </a:r>
            <a:r>
              <a:rPr lang="en-US" altLang="zh-CN" sz="1800" b="1" dirty="0">
                <a:solidFill>
                  <a:srgbClr val="0070C0"/>
                </a:solidFill>
                <a:latin typeface="Times New Roman" panose="02020603050405020304" pitchFamily="18" charset="0"/>
                <a:cs typeface="Times New Roman" panose="02020603050405020304" pitchFamily="18" charset="0"/>
              </a:rPr>
              <a:t>)</a:t>
            </a:r>
            <a:r>
              <a:rPr lang="en-US" altLang="zh-CN" sz="2000" b="1" i="1" dirty="0">
                <a:solidFill>
                  <a:srgbClr val="0070C0"/>
                </a:solidFill>
                <a:latin typeface="Times New Roman" panose="02020603050405020304" pitchFamily="18" charset="0"/>
                <a:cs typeface="Times New Roman" panose="02020603050405020304" pitchFamily="18" charset="0"/>
              </a:rPr>
              <a:t> ·</a:t>
            </a:r>
          </a:p>
        </p:txBody>
      </p:sp>
      <p:sp>
        <p:nvSpPr>
          <p:cNvPr id="96280" name="Line 27"/>
          <p:cNvSpPr>
            <a:spLocks noChangeShapeType="1"/>
          </p:cNvSpPr>
          <p:nvPr/>
        </p:nvSpPr>
        <p:spPr bwMode="auto">
          <a:xfrm>
            <a:off x="6970713" y="3141663"/>
            <a:ext cx="471487"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281" name="Text Box 28"/>
          <p:cNvSpPr txBox="1">
            <a:spLocks noChangeArrowheads="1"/>
          </p:cNvSpPr>
          <p:nvPr/>
        </p:nvSpPr>
        <p:spPr bwMode="auto">
          <a:xfrm>
            <a:off x="6980238" y="2613025"/>
            <a:ext cx="533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E</a:t>
            </a:r>
          </a:p>
        </p:txBody>
      </p:sp>
      <p:sp>
        <p:nvSpPr>
          <p:cNvPr id="96282" name="Line 29"/>
          <p:cNvSpPr>
            <a:spLocks noChangeShapeType="1"/>
          </p:cNvSpPr>
          <p:nvPr/>
        </p:nvSpPr>
        <p:spPr bwMode="auto">
          <a:xfrm>
            <a:off x="5043488" y="1814513"/>
            <a:ext cx="722312" cy="82708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283" name="Text Box 30"/>
          <p:cNvSpPr txBox="1">
            <a:spLocks noChangeArrowheads="1"/>
          </p:cNvSpPr>
          <p:nvPr/>
        </p:nvSpPr>
        <p:spPr bwMode="auto">
          <a:xfrm>
            <a:off x="4954588" y="1497013"/>
            <a:ext cx="533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b="1">
                <a:solidFill>
                  <a:srgbClr val="000000"/>
                </a:solidFill>
                <a:latin typeface="Times New Roman" panose="02020603050405020304" pitchFamily="18" charset="0"/>
                <a:ea typeface="楷体_GB2312" panose="02010609030101010101" pitchFamily="49" charset="-122"/>
              </a:rPr>
              <a:t>*</a:t>
            </a:r>
          </a:p>
        </p:txBody>
      </p:sp>
      <p:sp>
        <p:nvSpPr>
          <p:cNvPr id="96284" name="Text Box 32"/>
          <p:cNvSpPr txBox="1">
            <a:spLocks noChangeArrowheads="1"/>
          </p:cNvSpPr>
          <p:nvPr/>
        </p:nvSpPr>
        <p:spPr bwMode="auto">
          <a:xfrm>
            <a:off x="7010400" y="4702175"/>
            <a:ext cx="457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000000"/>
                </a:solidFill>
                <a:latin typeface="Times New Roman" panose="02020603050405020304" pitchFamily="18" charset="0"/>
                <a:cs typeface="Times New Roman" panose="02020603050405020304" pitchFamily="18" charset="0"/>
              </a:rPr>
              <a:t>)</a:t>
            </a:r>
          </a:p>
        </p:txBody>
      </p:sp>
      <p:sp>
        <p:nvSpPr>
          <p:cNvPr id="96285" name="Text Box 34"/>
          <p:cNvSpPr txBox="1">
            <a:spLocks noChangeArrowheads="1"/>
          </p:cNvSpPr>
          <p:nvPr/>
        </p:nvSpPr>
        <p:spPr bwMode="auto">
          <a:xfrm>
            <a:off x="6188075" y="561975"/>
            <a:ext cx="685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000000"/>
                </a:solidFill>
                <a:latin typeface="Times New Roman" panose="02020603050405020304" pitchFamily="18" charset="0"/>
                <a:cs typeface="Times New Roman" panose="02020603050405020304" pitchFamily="18" charset="0"/>
              </a:rPr>
              <a:t>id</a:t>
            </a:r>
          </a:p>
        </p:txBody>
      </p:sp>
      <p:sp>
        <p:nvSpPr>
          <p:cNvPr id="96286" name="Text Box 35"/>
          <p:cNvSpPr txBox="1">
            <a:spLocks noChangeArrowheads="1"/>
          </p:cNvSpPr>
          <p:nvPr/>
        </p:nvSpPr>
        <p:spPr bwMode="auto">
          <a:xfrm>
            <a:off x="3419475" y="1504950"/>
            <a:ext cx="533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E</a:t>
            </a:r>
          </a:p>
        </p:txBody>
      </p:sp>
      <p:sp>
        <p:nvSpPr>
          <p:cNvPr id="180255" name="Rectangle 37"/>
          <p:cNvSpPr>
            <a:spLocks noChangeArrowheads="1"/>
          </p:cNvSpPr>
          <p:nvPr/>
        </p:nvSpPr>
        <p:spPr bwMode="auto">
          <a:xfrm>
            <a:off x="376976" y="723776"/>
            <a:ext cx="1165225" cy="1631950"/>
          </a:xfrm>
          <a:prstGeom prst="rect">
            <a:avLst/>
          </a:prstGeom>
          <a:solidFill>
            <a:schemeClr val="accent5">
              <a:lumMod val="60000"/>
              <a:lumOff val="40000"/>
            </a:schemeClr>
          </a:solidFill>
          <a:ln w="12700">
            <a:solidFill>
              <a:schemeClr val="tx1"/>
            </a:solidFill>
          </a:ln>
        </p:spPr>
        <p:txBody>
          <a:bodyPr>
            <a:spAutoFit/>
          </a:bodyPr>
          <a:lstStyle/>
          <a:p>
            <a:pPr marL="609600" indent="-609600" eaLnBrk="1" hangingPunct="1">
              <a:buClr>
                <a:srgbClr val="000000"/>
              </a:buClr>
              <a:buFont typeface="Arial" panose="020B0604020202020204" pitchFamily="34" charset="0"/>
              <a:buNone/>
              <a:defRPr/>
            </a:pPr>
            <a:r>
              <a:rPr lang="zh-CN" altLang="en-US" sz="2000" b="1" noProof="1">
                <a:solidFill>
                  <a:srgbClr val="000000"/>
                </a:solidFill>
                <a:latin typeface="华文楷体" pitchFamily="2" charset="-122"/>
                <a:ea typeface="华文楷体" pitchFamily="2" charset="-122"/>
              </a:rPr>
              <a:t>文法</a:t>
            </a:r>
            <a:endParaRPr lang="zh-CN" altLang="zh-CN" sz="2000" b="1" noProof="1">
              <a:solidFill>
                <a:srgbClr val="000000"/>
              </a:solidFill>
              <a:latin typeface="华文楷体" pitchFamily="2" charset="-122"/>
              <a:cs typeface="Times New Roman" pitchFamily="18" charset="0"/>
            </a:endParaRPr>
          </a:p>
          <a:p>
            <a:pPr marL="609600" indent="-609600" eaLnBrk="1" hangingPunct="1">
              <a:buClr>
                <a:srgbClr val="000000"/>
              </a:buClr>
              <a:buFont typeface="Arial" panose="020B0604020202020204" pitchFamily="34" charset="0"/>
              <a:buNone/>
              <a:defRPr/>
            </a:pPr>
            <a:r>
              <a:rPr lang="en-US" altLang="zh-CN" sz="2000" b="1" i="1" noProof="1">
                <a:solidFill>
                  <a:srgbClr val="000000"/>
                </a:solidFill>
                <a:latin typeface="Times New Roman" pitchFamily="18" charset="0"/>
                <a:ea typeface="Times New Roman" pitchFamily="18" charset="0"/>
                <a:cs typeface="华文楷体" pitchFamily="2" charset="-122"/>
              </a:rPr>
              <a:t>E→E+E</a:t>
            </a:r>
            <a:endParaRPr lang="en-US" altLang="zh-CN" sz="2000" b="1" i="1" noProof="1">
              <a:solidFill>
                <a:srgbClr val="000000"/>
              </a:solidFill>
              <a:latin typeface="Times New Roman" pitchFamily="18" charset="0"/>
              <a:cs typeface="Times New Roman" pitchFamily="18" charset="0"/>
            </a:endParaRPr>
          </a:p>
          <a:p>
            <a:pPr marL="609600" indent="-609600" eaLnBrk="1" hangingPunct="1">
              <a:buClr>
                <a:srgbClr val="000000"/>
              </a:buClr>
              <a:buFont typeface="Arial" panose="020B0604020202020204" pitchFamily="34" charset="0"/>
              <a:buNone/>
              <a:defRPr/>
            </a:pPr>
            <a:r>
              <a:rPr lang="en-US" altLang="zh-CN" sz="2000" b="1" i="1" noProof="1">
                <a:solidFill>
                  <a:srgbClr val="000000"/>
                </a:solidFill>
                <a:latin typeface="Times New Roman" pitchFamily="18" charset="0"/>
                <a:cs typeface="Times New Roman" pitchFamily="18" charset="0"/>
              </a:rPr>
              <a:t>E→E*E</a:t>
            </a:r>
          </a:p>
          <a:p>
            <a:pPr marL="609600" indent="-609600" eaLnBrk="1" hangingPunct="1">
              <a:buClr>
                <a:srgbClr val="000000"/>
              </a:buClr>
              <a:buFont typeface="Arial" panose="020B0604020202020204" pitchFamily="34" charset="0"/>
              <a:buNone/>
              <a:defRPr/>
            </a:pPr>
            <a:r>
              <a:rPr lang="en-US" altLang="zh-CN" sz="2000" b="1" i="1" noProof="1">
                <a:solidFill>
                  <a:srgbClr val="000000"/>
                </a:solidFill>
                <a:latin typeface="Times New Roman" pitchFamily="18" charset="0"/>
                <a:cs typeface="Times New Roman" pitchFamily="18" charset="0"/>
              </a:rPr>
              <a:t>E→</a:t>
            </a:r>
            <a:r>
              <a:rPr lang="en-US" altLang="zh-CN" sz="2000" b="1" noProof="1">
                <a:solidFill>
                  <a:srgbClr val="000000"/>
                </a:solidFill>
                <a:latin typeface="Times New Roman" pitchFamily="18" charset="0"/>
                <a:cs typeface="Times New Roman" pitchFamily="18" charset="0"/>
              </a:rPr>
              <a:t>(</a:t>
            </a:r>
            <a:r>
              <a:rPr lang="en-US" altLang="zh-CN" sz="2000" b="1" i="1" noProof="1">
                <a:solidFill>
                  <a:srgbClr val="000000"/>
                </a:solidFill>
                <a:latin typeface="Times New Roman" pitchFamily="18" charset="0"/>
                <a:cs typeface="Times New Roman" pitchFamily="18" charset="0"/>
              </a:rPr>
              <a:t>E</a:t>
            </a:r>
            <a:r>
              <a:rPr lang="en-US" altLang="zh-CN" sz="2000" b="1" noProof="1">
                <a:solidFill>
                  <a:srgbClr val="000000"/>
                </a:solidFill>
                <a:latin typeface="Times New Roman" pitchFamily="18" charset="0"/>
                <a:cs typeface="Times New Roman" pitchFamily="18" charset="0"/>
              </a:rPr>
              <a:t>)</a:t>
            </a:r>
          </a:p>
          <a:p>
            <a:pPr marL="609600" indent="-609600" eaLnBrk="1" hangingPunct="1">
              <a:buClr>
                <a:srgbClr val="000000"/>
              </a:buClr>
              <a:buFont typeface="Arial" panose="020B0604020202020204" pitchFamily="34" charset="0"/>
              <a:buNone/>
              <a:defRPr/>
            </a:pPr>
            <a:r>
              <a:rPr lang="en-US" altLang="zh-CN" sz="2000" b="1" i="1" noProof="1">
                <a:solidFill>
                  <a:srgbClr val="000000"/>
                </a:solidFill>
                <a:latin typeface="Times New Roman" pitchFamily="18" charset="0"/>
                <a:cs typeface="Times New Roman" pitchFamily="18" charset="0"/>
              </a:rPr>
              <a:t>E→</a:t>
            </a:r>
            <a:r>
              <a:rPr lang="en-US" altLang="zh-CN" sz="2000" b="1" noProof="1">
                <a:solidFill>
                  <a:srgbClr val="000000"/>
                </a:solidFill>
                <a:latin typeface="Times New Roman" pitchFamily="18" charset="0"/>
                <a:cs typeface="Times New Roman" pitchFamily="18" charset="0"/>
              </a:rPr>
              <a:t>id</a:t>
            </a:r>
          </a:p>
        </p:txBody>
      </p:sp>
      <p:sp>
        <p:nvSpPr>
          <p:cNvPr id="96288" name="Line 38"/>
          <p:cNvSpPr>
            <a:spLocks noChangeShapeType="1"/>
          </p:cNvSpPr>
          <p:nvPr/>
        </p:nvSpPr>
        <p:spPr bwMode="auto">
          <a:xfrm rot="10800000">
            <a:off x="5078413" y="3438525"/>
            <a:ext cx="68738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289" name="Text Box 39"/>
          <p:cNvSpPr txBox="1">
            <a:spLocks noChangeArrowheads="1"/>
          </p:cNvSpPr>
          <p:nvPr/>
        </p:nvSpPr>
        <p:spPr bwMode="auto">
          <a:xfrm>
            <a:off x="5407025" y="3533775"/>
            <a:ext cx="533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000000"/>
                </a:solidFill>
                <a:latin typeface="Times New Roman" panose="02020603050405020304" pitchFamily="18" charset="0"/>
                <a:cs typeface="Times New Roman" panose="02020603050405020304" pitchFamily="18" charset="0"/>
              </a:rPr>
              <a:t>id</a:t>
            </a:r>
          </a:p>
        </p:txBody>
      </p:sp>
      <p:sp>
        <p:nvSpPr>
          <p:cNvPr id="96290" name="Text Box 47"/>
          <p:cNvSpPr txBox="1">
            <a:spLocks noChangeArrowheads="1"/>
          </p:cNvSpPr>
          <p:nvPr/>
        </p:nvSpPr>
        <p:spPr bwMode="auto">
          <a:xfrm>
            <a:off x="3324225" y="3228975"/>
            <a:ext cx="5032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000000"/>
                </a:solidFill>
                <a:latin typeface="Times New Roman" panose="02020603050405020304" pitchFamily="18" charset="0"/>
                <a:cs typeface="Times New Roman" panose="02020603050405020304" pitchFamily="18" charset="0"/>
              </a:rPr>
              <a:t>(</a:t>
            </a:r>
          </a:p>
        </p:txBody>
      </p:sp>
      <p:sp>
        <p:nvSpPr>
          <p:cNvPr id="96291" name="Line 48"/>
          <p:cNvSpPr>
            <a:spLocks noChangeShapeType="1"/>
          </p:cNvSpPr>
          <p:nvPr/>
        </p:nvSpPr>
        <p:spPr bwMode="auto">
          <a:xfrm>
            <a:off x="6964363" y="1347788"/>
            <a:ext cx="4318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292" name="Text Box 49"/>
          <p:cNvSpPr txBox="1">
            <a:spLocks noChangeArrowheads="1"/>
          </p:cNvSpPr>
          <p:nvPr/>
        </p:nvSpPr>
        <p:spPr bwMode="auto">
          <a:xfrm>
            <a:off x="7019925" y="914400"/>
            <a:ext cx="533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E</a:t>
            </a:r>
          </a:p>
        </p:txBody>
      </p:sp>
      <p:sp>
        <p:nvSpPr>
          <p:cNvPr id="96293" name="Line 50"/>
          <p:cNvSpPr>
            <a:spLocks noChangeShapeType="1"/>
          </p:cNvSpPr>
          <p:nvPr/>
        </p:nvSpPr>
        <p:spPr bwMode="auto">
          <a:xfrm flipH="1">
            <a:off x="5049838" y="1792288"/>
            <a:ext cx="668337" cy="1019175"/>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294" name="Text Box 51"/>
          <p:cNvSpPr txBox="1">
            <a:spLocks noChangeArrowheads="1"/>
          </p:cNvSpPr>
          <p:nvPr/>
        </p:nvSpPr>
        <p:spPr bwMode="auto">
          <a:xfrm>
            <a:off x="5407025" y="1406525"/>
            <a:ext cx="5032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000000"/>
                </a:solidFill>
                <a:latin typeface="Times New Roman" panose="02020603050405020304" pitchFamily="18" charset="0"/>
                <a:cs typeface="Times New Roman" panose="02020603050405020304" pitchFamily="18" charset="0"/>
              </a:rPr>
              <a:t>(</a:t>
            </a:r>
          </a:p>
        </p:txBody>
      </p:sp>
      <p:sp>
        <p:nvSpPr>
          <p:cNvPr id="96295" name="Line 55"/>
          <p:cNvSpPr>
            <a:spLocks noChangeShapeType="1"/>
          </p:cNvSpPr>
          <p:nvPr/>
        </p:nvSpPr>
        <p:spPr bwMode="auto">
          <a:xfrm>
            <a:off x="1987550" y="4516438"/>
            <a:ext cx="352425"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296" name="Line 58"/>
          <p:cNvSpPr>
            <a:spLocks noChangeShapeType="1"/>
          </p:cNvSpPr>
          <p:nvPr/>
        </p:nvSpPr>
        <p:spPr bwMode="auto">
          <a:xfrm flipV="1">
            <a:off x="6243638" y="771525"/>
            <a:ext cx="0" cy="2159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97" name="Line 59"/>
          <p:cNvSpPr>
            <a:spLocks noChangeShapeType="1"/>
          </p:cNvSpPr>
          <p:nvPr/>
        </p:nvSpPr>
        <p:spPr bwMode="auto">
          <a:xfrm flipH="1">
            <a:off x="1962150" y="758825"/>
            <a:ext cx="4281488" cy="127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98" name="Line 60"/>
          <p:cNvSpPr>
            <a:spLocks noChangeShapeType="1"/>
          </p:cNvSpPr>
          <p:nvPr/>
        </p:nvSpPr>
        <p:spPr bwMode="auto">
          <a:xfrm>
            <a:off x="1979613" y="771525"/>
            <a:ext cx="0" cy="37449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99" name="Text Box 61"/>
          <p:cNvSpPr txBox="1">
            <a:spLocks noChangeArrowheads="1"/>
          </p:cNvSpPr>
          <p:nvPr/>
        </p:nvSpPr>
        <p:spPr bwMode="auto">
          <a:xfrm>
            <a:off x="5507038" y="2963863"/>
            <a:ext cx="5032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a:solidFill>
                  <a:srgbClr val="000000"/>
                </a:solidFill>
                <a:latin typeface="Times New Roman" panose="02020603050405020304" pitchFamily="18" charset="0"/>
                <a:cs typeface="Times New Roman" panose="02020603050405020304" pitchFamily="18" charset="0"/>
              </a:rPr>
              <a:t>(</a:t>
            </a:r>
          </a:p>
        </p:txBody>
      </p:sp>
      <p:sp>
        <p:nvSpPr>
          <p:cNvPr id="96300" name="Line 62"/>
          <p:cNvSpPr>
            <a:spLocks noChangeShapeType="1"/>
          </p:cNvSpPr>
          <p:nvPr/>
        </p:nvSpPr>
        <p:spPr bwMode="auto">
          <a:xfrm flipH="1">
            <a:off x="3414713" y="3903663"/>
            <a:ext cx="2351087" cy="118903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301" name="Line 63"/>
          <p:cNvSpPr>
            <a:spLocks noChangeShapeType="1"/>
          </p:cNvSpPr>
          <p:nvPr/>
        </p:nvSpPr>
        <p:spPr bwMode="auto">
          <a:xfrm flipV="1">
            <a:off x="6997700" y="4732338"/>
            <a:ext cx="417513"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302" name="Line 64"/>
          <p:cNvSpPr>
            <a:spLocks noChangeShapeType="1"/>
          </p:cNvSpPr>
          <p:nvPr/>
        </p:nvSpPr>
        <p:spPr bwMode="auto">
          <a:xfrm flipH="1" flipV="1">
            <a:off x="8816975" y="1881188"/>
            <a:ext cx="0" cy="244316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03" name="Line 66"/>
          <p:cNvSpPr>
            <a:spLocks noChangeShapeType="1"/>
          </p:cNvSpPr>
          <p:nvPr/>
        </p:nvSpPr>
        <p:spPr bwMode="auto">
          <a:xfrm flipH="1">
            <a:off x="7027863" y="4300538"/>
            <a:ext cx="1789112" cy="1428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04" name="Text Box 69"/>
          <p:cNvSpPr txBox="1">
            <a:spLocks noChangeArrowheads="1"/>
          </p:cNvSpPr>
          <p:nvPr/>
        </p:nvSpPr>
        <p:spPr bwMode="auto">
          <a:xfrm>
            <a:off x="6965950" y="4192588"/>
            <a:ext cx="4572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000000"/>
                </a:solidFill>
                <a:latin typeface="Times New Roman" panose="02020603050405020304" pitchFamily="18" charset="0"/>
                <a:cs typeface="Times New Roman" panose="02020603050405020304" pitchFamily="18" charset="0"/>
              </a:rPr>
              <a:t>+</a:t>
            </a:r>
          </a:p>
        </p:txBody>
      </p:sp>
      <p:sp>
        <p:nvSpPr>
          <p:cNvPr id="96305" name="Line 38"/>
          <p:cNvSpPr>
            <a:spLocks noChangeShapeType="1"/>
          </p:cNvSpPr>
          <p:nvPr/>
        </p:nvSpPr>
        <p:spPr bwMode="auto">
          <a:xfrm rot="10800000" flipV="1">
            <a:off x="6964363" y="1893888"/>
            <a:ext cx="185261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306" name="Rectangle 2"/>
          <p:cNvSpPr>
            <a:spLocks noGrp="1" noChangeArrowheads="1"/>
          </p:cNvSpPr>
          <p:nvPr>
            <p:ph type="title"/>
          </p:nvPr>
        </p:nvSpPr>
        <p:spPr>
          <a:xfrm>
            <a:off x="755650" y="268288"/>
            <a:ext cx="7931150" cy="358775"/>
          </a:xfrm>
        </p:spPr>
        <p:txBody>
          <a:bodyPr/>
          <a:lstStyle/>
          <a:p>
            <a:pPr eaLnBrk="1" hangingPunct="1"/>
            <a:r>
              <a:rPr lang="zh-CN" altLang="en-US" sz="2800">
                <a:solidFill>
                  <a:schemeClr val="tx1"/>
                </a:solidFill>
                <a:latin typeface="微软雅黑" panose="020B0503020204020204" pitchFamily="34" charset="-122"/>
                <a:ea typeface="微软雅黑" panose="020B0503020204020204" pitchFamily="34" charset="-122"/>
              </a:rPr>
              <a:t>例：算数表达式文法的</a:t>
            </a:r>
            <a:r>
              <a:rPr lang="en-US" altLang="zh-CN" sz="2800" i="1">
                <a:solidFill>
                  <a:schemeClr val="tx1"/>
                </a:solidFill>
                <a:ea typeface="黑体" panose="02010609060101010101" pitchFamily="49" charset="-122"/>
                <a:cs typeface="Times New Roman" panose="02020603050405020304" pitchFamily="18" charset="0"/>
              </a:rPr>
              <a:t>LR</a:t>
            </a:r>
            <a:r>
              <a:rPr lang="zh-CN" altLang="en-US" sz="2800">
                <a:solidFill>
                  <a:schemeClr val="tx1"/>
                </a:solidFill>
                <a:latin typeface="微软雅黑" panose="020B0503020204020204" pitchFamily="34" charset="-122"/>
                <a:ea typeface="微软雅黑" panose="020B0503020204020204" pitchFamily="34" charset="-122"/>
              </a:rPr>
              <a:t>分析器</a:t>
            </a:r>
          </a:p>
        </p:txBody>
      </p:sp>
      <p:sp>
        <p:nvSpPr>
          <p:cNvPr id="96307" name="Freeform 53"/>
          <p:cNvSpPr>
            <a:spLocks noChangeArrowheads="1"/>
          </p:cNvSpPr>
          <p:nvPr/>
        </p:nvSpPr>
        <p:spPr bwMode="auto">
          <a:xfrm flipH="1">
            <a:off x="3579813" y="3254375"/>
            <a:ext cx="180975" cy="449263"/>
          </a:xfrm>
          <a:custGeom>
            <a:avLst/>
            <a:gdLst>
              <a:gd name="T0" fmla="*/ 0 w 227"/>
              <a:gd name="T1" fmla="*/ 0 h 227"/>
              <a:gd name="T2" fmla="*/ 2147483646 w 227"/>
              <a:gd name="T3" fmla="*/ 2147483646 h 227"/>
              <a:gd name="T4" fmla="*/ 0 w 227"/>
              <a:gd name="T5" fmla="*/ 2147483646 h 227"/>
              <a:gd name="T6" fmla="*/ 0 60000 65536"/>
              <a:gd name="T7" fmla="*/ 0 60000 65536"/>
              <a:gd name="T8" fmla="*/ 0 60000 65536"/>
              <a:gd name="T9" fmla="*/ 0 w 227"/>
              <a:gd name="T10" fmla="*/ 0 h 227"/>
              <a:gd name="T11" fmla="*/ 227 w 227"/>
              <a:gd name="T12" fmla="*/ 227 h 227"/>
            </a:gdLst>
            <a:ahLst/>
            <a:cxnLst>
              <a:cxn ang="T6">
                <a:pos x="T0" y="T1"/>
              </a:cxn>
              <a:cxn ang="T7">
                <a:pos x="T2" y="T3"/>
              </a:cxn>
              <a:cxn ang="T8">
                <a:pos x="T4" y="T5"/>
              </a:cxn>
            </a:cxnLst>
            <a:rect l="T9" t="T10" r="T11" b="T12"/>
            <a:pathLst>
              <a:path w="227" h="227">
                <a:moveTo>
                  <a:pt x="0" y="0"/>
                </a:moveTo>
                <a:cubicBezTo>
                  <a:pt x="113" y="3"/>
                  <a:pt x="227" y="7"/>
                  <a:pt x="227" y="45"/>
                </a:cubicBezTo>
                <a:cubicBezTo>
                  <a:pt x="227" y="83"/>
                  <a:pt x="113" y="155"/>
                  <a:pt x="0" y="227"/>
                </a:cubicBezTo>
              </a:path>
            </a:pathLst>
          </a:custGeom>
          <a:noFill/>
          <a:ln w="38100">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 name="任意多边形 2"/>
          <p:cNvSpPr/>
          <p:nvPr/>
        </p:nvSpPr>
        <p:spPr>
          <a:xfrm>
            <a:off x="6999288" y="3732213"/>
            <a:ext cx="309562" cy="409575"/>
          </a:xfrm>
          <a:custGeom>
            <a:avLst/>
            <a:gdLst>
              <a:gd name="connsiteX0" fmla="*/ 46892 w 199820"/>
              <a:gd name="connsiteY0" fmla="*/ 410307 h 410307"/>
              <a:gd name="connsiteX1" fmla="*/ 199292 w 199820"/>
              <a:gd name="connsiteY1" fmla="*/ 257907 h 410307"/>
              <a:gd name="connsiteX2" fmla="*/ 0 w 199820"/>
              <a:gd name="connsiteY2" fmla="*/ 0 h 410307"/>
            </a:gdLst>
            <a:ahLst/>
            <a:cxnLst>
              <a:cxn ang="0">
                <a:pos x="connsiteX0" y="connsiteY0"/>
              </a:cxn>
              <a:cxn ang="0">
                <a:pos x="connsiteX1" y="connsiteY1"/>
              </a:cxn>
              <a:cxn ang="0">
                <a:pos x="connsiteX2" y="connsiteY2"/>
              </a:cxn>
            </a:cxnLst>
            <a:rect l="l" t="t" r="r" b="b"/>
            <a:pathLst>
              <a:path w="199820" h="410307">
                <a:moveTo>
                  <a:pt x="46892" y="410307"/>
                </a:moveTo>
                <a:cubicBezTo>
                  <a:pt x="126999" y="368299"/>
                  <a:pt x="207107" y="326291"/>
                  <a:pt x="199292" y="257907"/>
                </a:cubicBezTo>
                <a:cubicBezTo>
                  <a:pt x="191477" y="189523"/>
                  <a:pt x="95738" y="94761"/>
                  <a:pt x="0" y="0"/>
                </a:cubicBezTo>
              </a:path>
            </a:pathLst>
          </a:custGeom>
          <a:noFill/>
          <a:ln w="381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grpSp>
        <p:nvGrpSpPr>
          <p:cNvPr id="2" name="组合 5"/>
          <p:cNvGrpSpPr>
            <a:grpSpLocks/>
          </p:cNvGrpSpPr>
          <p:nvPr/>
        </p:nvGrpSpPr>
        <p:grpSpPr bwMode="auto">
          <a:xfrm>
            <a:off x="2636838" y="687388"/>
            <a:ext cx="1395412" cy="893762"/>
            <a:chOff x="2636838" y="686998"/>
            <a:chExt cx="1395573" cy="893713"/>
          </a:xfrm>
        </p:grpSpPr>
        <p:sp>
          <p:nvSpPr>
            <p:cNvPr id="96358" name="Line 24"/>
            <p:cNvSpPr>
              <a:spLocks noChangeShapeType="1"/>
            </p:cNvSpPr>
            <p:nvPr/>
          </p:nvSpPr>
          <p:spPr bwMode="auto">
            <a:xfrm flipV="1">
              <a:off x="2636838" y="1031875"/>
              <a:ext cx="409576" cy="491332"/>
            </a:xfrm>
            <a:prstGeom prst="line">
              <a:avLst/>
            </a:prstGeom>
            <a:noFill/>
            <a:ln w="381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5575" name="Text Box 25"/>
            <p:cNvSpPr txBox="1">
              <a:spLocks noChangeArrowheads="1"/>
            </p:cNvSpPr>
            <p:nvPr/>
          </p:nvSpPr>
          <p:spPr bwMode="auto">
            <a:xfrm>
              <a:off x="2790843" y="1118774"/>
              <a:ext cx="1038345" cy="461937"/>
            </a:xfrm>
            <a:prstGeom prst="rect">
              <a:avLst/>
            </a:prstGeom>
            <a:noFill/>
            <a:ln w="12700">
              <a:noFill/>
              <a:miter lim="800000"/>
              <a:headEnd type="none" w="sm" len="sm"/>
              <a:tailEnd type="none" w="sm" len="sm"/>
            </a:ln>
          </p:spPr>
          <p:txBody>
            <a:bodyPr>
              <a:spAutoFit/>
            </a:bodyPr>
            <a:lstStyle/>
            <a:p>
              <a:pPr>
                <a:spcBef>
                  <a:spcPct val="50000"/>
                </a:spcBef>
                <a:defRPr/>
              </a:pPr>
              <a:r>
                <a:rPr kumimoji="1" lang="en-US" altLang="zh-CN" sz="2400" b="1" dirty="0">
                  <a:solidFill>
                    <a:srgbClr val="FF0000"/>
                  </a:solidFill>
                  <a:latin typeface="Times New Roman" panose="02020603050405020304" pitchFamily="18" charset="0"/>
                  <a:ea typeface="楷体_GB2312" panose="02010609030101010101" pitchFamily="49" charset="-122"/>
                  <a:cs typeface="Times New Roman" panose="02020603050405020304" pitchFamily="18" charset="0"/>
                </a:rPr>
                <a:t>+,*,</a:t>
              </a:r>
              <a:r>
                <a:rPr kumimoji="1" lang="en-US" altLang="zh-CN" sz="2400" b="1" dirty="0">
                  <a:solidFill>
                    <a:srgbClr val="FF0000"/>
                  </a:solidFill>
                  <a:latin typeface="+mn-ea"/>
                  <a:ea typeface="+mn-ea"/>
                  <a:cs typeface="Times New Roman" panose="02020603050405020304" pitchFamily="18" charset="0"/>
                </a:rPr>
                <a:t>$</a:t>
              </a:r>
            </a:p>
          </p:txBody>
        </p:sp>
        <p:sp>
          <p:nvSpPr>
            <p:cNvPr id="96360" name="Text Box 25"/>
            <p:cNvSpPr txBox="1">
              <a:spLocks noChangeArrowheads="1"/>
            </p:cNvSpPr>
            <p:nvPr/>
          </p:nvSpPr>
          <p:spPr bwMode="auto">
            <a:xfrm>
              <a:off x="2994138" y="686998"/>
              <a:ext cx="103827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dirty="0">
                  <a:solidFill>
                    <a:srgbClr val="FF0000"/>
                  </a:solidFill>
                  <a:latin typeface="Times New Roman" panose="02020603050405020304" pitchFamily="18" charset="0"/>
                  <a:cs typeface="Times New Roman" panose="02020603050405020304" pitchFamily="18" charset="0"/>
                </a:rPr>
                <a:t>e1</a:t>
              </a:r>
            </a:p>
          </p:txBody>
        </p:sp>
      </p:grpSp>
      <p:grpSp>
        <p:nvGrpSpPr>
          <p:cNvPr id="4" name="组合 7"/>
          <p:cNvGrpSpPr>
            <a:grpSpLocks/>
          </p:cNvGrpSpPr>
          <p:nvPr/>
        </p:nvGrpSpPr>
        <p:grpSpPr bwMode="auto">
          <a:xfrm>
            <a:off x="1936750" y="769938"/>
            <a:ext cx="1444625" cy="763587"/>
            <a:chOff x="921628" y="845614"/>
            <a:chExt cx="1443819" cy="763271"/>
          </a:xfrm>
        </p:grpSpPr>
        <p:sp>
          <p:nvSpPr>
            <p:cNvPr id="96355" name="Line 24"/>
            <p:cNvSpPr>
              <a:spLocks noChangeShapeType="1"/>
            </p:cNvSpPr>
            <p:nvPr/>
          </p:nvSpPr>
          <p:spPr bwMode="auto">
            <a:xfrm flipH="1" flipV="1">
              <a:off x="1033487" y="1217268"/>
              <a:ext cx="476337" cy="391617"/>
            </a:xfrm>
            <a:prstGeom prst="line">
              <a:avLst/>
            </a:prstGeom>
            <a:noFill/>
            <a:ln w="38100">
              <a:solidFill>
                <a:srgbClr val="FFC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356" name="Text Box 25"/>
            <p:cNvSpPr txBox="1">
              <a:spLocks noChangeArrowheads="1"/>
            </p:cNvSpPr>
            <p:nvPr/>
          </p:nvSpPr>
          <p:spPr bwMode="auto">
            <a:xfrm>
              <a:off x="1327801" y="1091574"/>
              <a:ext cx="1037646" cy="461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dirty="0">
                  <a:solidFill>
                    <a:srgbClr val="FFC000"/>
                  </a:solidFill>
                  <a:latin typeface="Times New Roman" panose="02020603050405020304" pitchFamily="18" charset="0"/>
                  <a:cs typeface="Times New Roman" panose="02020603050405020304" pitchFamily="18" charset="0"/>
                </a:rPr>
                <a:t>)</a:t>
              </a:r>
            </a:p>
          </p:txBody>
        </p:sp>
        <p:sp>
          <p:nvSpPr>
            <p:cNvPr id="96357" name="矩形 6"/>
            <p:cNvSpPr>
              <a:spLocks noChangeArrowheads="1"/>
            </p:cNvSpPr>
            <p:nvPr/>
          </p:nvSpPr>
          <p:spPr bwMode="auto">
            <a:xfrm>
              <a:off x="921628" y="845614"/>
              <a:ext cx="474398" cy="461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FFC000"/>
                  </a:solidFill>
                  <a:latin typeface="Times New Roman" panose="02020603050405020304" pitchFamily="18" charset="0"/>
                  <a:cs typeface="Times New Roman" panose="02020603050405020304" pitchFamily="18" charset="0"/>
                </a:rPr>
                <a:t>e2</a:t>
              </a:r>
            </a:p>
          </p:txBody>
        </p:sp>
      </p:grpSp>
      <p:grpSp>
        <p:nvGrpSpPr>
          <p:cNvPr id="5" name="组合 100"/>
          <p:cNvGrpSpPr>
            <a:grpSpLocks/>
          </p:cNvGrpSpPr>
          <p:nvPr/>
        </p:nvGrpSpPr>
        <p:grpSpPr bwMode="auto">
          <a:xfrm>
            <a:off x="4329113" y="1782763"/>
            <a:ext cx="1473200" cy="803275"/>
            <a:chOff x="2636838" y="777888"/>
            <a:chExt cx="1471217" cy="802823"/>
          </a:xfrm>
        </p:grpSpPr>
        <p:sp>
          <p:nvSpPr>
            <p:cNvPr id="96352" name="Line 24"/>
            <p:cNvSpPr>
              <a:spLocks noChangeShapeType="1"/>
            </p:cNvSpPr>
            <p:nvPr/>
          </p:nvSpPr>
          <p:spPr bwMode="auto">
            <a:xfrm flipV="1">
              <a:off x="2636838" y="1031875"/>
              <a:ext cx="409576" cy="491332"/>
            </a:xfrm>
            <a:prstGeom prst="line">
              <a:avLst/>
            </a:prstGeom>
            <a:noFill/>
            <a:ln w="381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5569" name="Text Box 25"/>
            <p:cNvSpPr txBox="1">
              <a:spLocks noChangeArrowheads="1"/>
            </p:cNvSpPr>
            <p:nvPr/>
          </p:nvSpPr>
          <p:spPr bwMode="auto">
            <a:xfrm>
              <a:off x="2790618" y="1119008"/>
              <a:ext cx="1038413" cy="461703"/>
            </a:xfrm>
            <a:prstGeom prst="rect">
              <a:avLst/>
            </a:prstGeom>
            <a:noFill/>
            <a:ln w="12700">
              <a:noFill/>
              <a:miter lim="800000"/>
              <a:headEnd type="none" w="sm" len="sm"/>
              <a:tailEnd type="none" w="sm" len="sm"/>
            </a:ln>
          </p:spPr>
          <p:txBody>
            <a:bodyPr>
              <a:spAutoFit/>
            </a:bodyPr>
            <a:lstStyle/>
            <a:p>
              <a:pPr>
                <a:spcBef>
                  <a:spcPct val="50000"/>
                </a:spcBef>
                <a:defRPr/>
              </a:pPr>
              <a:r>
                <a:rPr kumimoji="1" lang="en-US" altLang="zh-CN" sz="2400" b="1" dirty="0">
                  <a:solidFill>
                    <a:srgbClr val="FF0000"/>
                  </a:solidFill>
                  <a:latin typeface="Times New Roman" panose="02020603050405020304" pitchFamily="18" charset="0"/>
                  <a:ea typeface="楷体_GB2312" panose="02010609030101010101" pitchFamily="49" charset="-122"/>
                  <a:cs typeface="Times New Roman" panose="02020603050405020304" pitchFamily="18" charset="0"/>
                </a:rPr>
                <a:t>+,*,</a:t>
              </a:r>
              <a:r>
                <a:rPr kumimoji="1" lang="en-US" altLang="zh-CN" sz="2400" b="1" dirty="0">
                  <a:solidFill>
                    <a:srgbClr val="FF0000"/>
                  </a:solidFill>
                  <a:latin typeface="+mn-ea"/>
                  <a:ea typeface="+mn-ea"/>
                  <a:cs typeface="Times New Roman" panose="02020603050405020304" pitchFamily="18" charset="0"/>
                </a:rPr>
                <a:t>$</a:t>
              </a:r>
            </a:p>
          </p:txBody>
        </p:sp>
        <p:sp>
          <p:nvSpPr>
            <p:cNvPr id="96354" name="Text Box 25"/>
            <p:cNvSpPr txBox="1">
              <a:spLocks noChangeArrowheads="1"/>
            </p:cNvSpPr>
            <p:nvPr/>
          </p:nvSpPr>
          <p:spPr bwMode="auto">
            <a:xfrm>
              <a:off x="3069782" y="777888"/>
              <a:ext cx="103827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FF0000"/>
                  </a:solidFill>
                  <a:latin typeface="Times New Roman" panose="02020603050405020304" pitchFamily="18" charset="0"/>
                  <a:cs typeface="Times New Roman" panose="02020603050405020304" pitchFamily="18" charset="0"/>
                </a:rPr>
                <a:t>e1</a:t>
              </a:r>
            </a:p>
          </p:txBody>
        </p:sp>
      </p:grpSp>
      <p:grpSp>
        <p:nvGrpSpPr>
          <p:cNvPr id="6" name="组合 104"/>
          <p:cNvGrpSpPr>
            <a:grpSpLocks/>
          </p:cNvGrpSpPr>
          <p:nvPr/>
        </p:nvGrpSpPr>
        <p:grpSpPr bwMode="auto">
          <a:xfrm>
            <a:off x="6470650" y="165100"/>
            <a:ext cx="1395413" cy="893763"/>
            <a:chOff x="2636838" y="686998"/>
            <a:chExt cx="1395573" cy="893713"/>
          </a:xfrm>
        </p:grpSpPr>
        <p:sp>
          <p:nvSpPr>
            <p:cNvPr id="96349" name="Line 24"/>
            <p:cNvSpPr>
              <a:spLocks noChangeShapeType="1"/>
            </p:cNvSpPr>
            <p:nvPr/>
          </p:nvSpPr>
          <p:spPr bwMode="auto">
            <a:xfrm flipV="1">
              <a:off x="2636838" y="1031875"/>
              <a:ext cx="409576" cy="491332"/>
            </a:xfrm>
            <a:prstGeom prst="line">
              <a:avLst/>
            </a:prstGeom>
            <a:noFill/>
            <a:ln w="381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5566" name="Text Box 25"/>
            <p:cNvSpPr txBox="1">
              <a:spLocks noChangeArrowheads="1"/>
            </p:cNvSpPr>
            <p:nvPr/>
          </p:nvSpPr>
          <p:spPr bwMode="auto">
            <a:xfrm>
              <a:off x="2790844" y="1118774"/>
              <a:ext cx="1038344" cy="461937"/>
            </a:xfrm>
            <a:prstGeom prst="rect">
              <a:avLst/>
            </a:prstGeom>
            <a:noFill/>
            <a:ln w="12700">
              <a:noFill/>
              <a:miter lim="800000"/>
              <a:headEnd type="none" w="sm" len="sm"/>
              <a:tailEnd type="none" w="sm" len="sm"/>
            </a:ln>
          </p:spPr>
          <p:txBody>
            <a:bodyPr>
              <a:spAutoFit/>
            </a:bodyPr>
            <a:lstStyle/>
            <a:p>
              <a:pPr>
                <a:spcBef>
                  <a:spcPct val="50000"/>
                </a:spcBef>
                <a:defRPr/>
              </a:pPr>
              <a:r>
                <a:rPr kumimoji="1" lang="en-US" altLang="zh-CN" sz="2400" b="1" dirty="0">
                  <a:solidFill>
                    <a:srgbClr val="FF0000"/>
                  </a:solidFill>
                  <a:latin typeface="Times New Roman" panose="02020603050405020304" pitchFamily="18" charset="0"/>
                  <a:ea typeface="楷体_GB2312" panose="02010609030101010101" pitchFamily="49" charset="-122"/>
                  <a:cs typeface="Times New Roman" panose="02020603050405020304" pitchFamily="18" charset="0"/>
                </a:rPr>
                <a:t>+,*,</a:t>
              </a:r>
              <a:r>
                <a:rPr kumimoji="1" lang="en-US" altLang="zh-CN" sz="2400" b="1" dirty="0">
                  <a:solidFill>
                    <a:srgbClr val="FF0000"/>
                  </a:solidFill>
                  <a:latin typeface="+mn-ea"/>
                  <a:ea typeface="+mn-ea"/>
                  <a:cs typeface="Times New Roman" panose="02020603050405020304" pitchFamily="18" charset="0"/>
                </a:rPr>
                <a:t>$</a:t>
              </a:r>
            </a:p>
          </p:txBody>
        </p:sp>
        <p:sp>
          <p:nvSpPr>
            <p:cNvPr id="96351" name="Text Box 25"/>
            <p:cNvSpPr txBox="1">
              <a:spLocks noChangeArrowheads="1"/>
            </p:cNvSpPr>
            <p:nvPr/>
          </p:nvSpPr>
          <p:spPr bwMode="auto">
            <a:xfrm>
              <a:off x="2994138" y="686998"/>
              <a:ext cx="103827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FF0000"/>
                  </a:solidFill>
                  <a:latin typeface="Times New Roman" panose="02020603050405020304" pitchFamily="18" charset="0"/>
                  <a:cs typeface="Times New Roman" panose="02020603050405020304" pitchFamily="18" charset="0"/>
                </a:rPr>
                <a:t>e1</a:t>
              </a:r>
            </a:p>
          </p:txBody>
        </p:sp>
      </p:grpSp>
      <p:grpSp>
        <p:nvGrpSpPr>
          <p:cNvPr id="7" name="组合 108"/>
          <p:cNvGrpSpPr>
            <a:grpSpLocks/>
          </p:cNvGrpSpPr>
          <p:nvPr/>
        </p:nvGrpSpPr>
        <p:grpSpPr bwMode="auto">
          <a:xfrm>
            <a:off x="7019925" y="1808163"/>
            <a:ext cx="1335088" cy="917575"/>
            <a:chOff x="2636838" y="605586"/>
            <a:chExt cx="1335210" cy="917620"/>
          </a:xfrm>
        </p:grpSpPr>
        <p:sp>
          <p:nvSpPr>
            <p:cNvPr id="96346" name="Line 24"/>
            <p:cNvSpPr>
              <a:spLocks noChangeShapeType="1"/>
            </p:cNvSpPr>
            <p:nvPr/>
          </p:nvSpPr>
          <p:spPr bwMode="auto">
            <a:xfrm flipV="1">
              <a:off x="2636838" y="776956"/>
              <a:ext cx="373104" cy="746250"/>
            </a:xfrm>
            <a:prstGeom prst="line">
              <a:avLst/>
            </a:prstGeom>
            <a:noFill/>
            <a:ln w="381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5563" name="Text Box 25"/>
            <p:cNvSpPr txBox="1">
              <a:spLocks noChangeArrowheads="1"/>
            </p:cNvSpPr>
            <p:nvPr/>
          </p:nvSpPr>
          <p:spPr bwMode="auto">
            <a:xfrm>
              <a:off x="2751148" y="978666"/>
              <a:ext cx="1038320" cy="461986"/>
            </a:xfrm>
            <a:prstGeom prst="rect">
              <a:avLst/>
            </a:prstGeom>
            <a:noFill/>
            <a:ln w="12700">
              <a:noFill/>
              <a:miter lim="800000"/>
              <a:headEnd type="none" w="sm" len="sm"/>
              <a:tailEnd type="none" w="sm" len="sm"/>
            </a:ln>
          </p:spPr>
          <p:txBody>
            <a:bodyPr>
              <a:spAutoFit/>
            </a:bodyPr>
            <a:lstStyle/>
            <a:p>
              <a:pPr>
                <a:spcBef>
                  <a:spcPct val="50000"/>
                </a:spcBef>
                <a:defRPr/>
              </a:pPr>
              <a:r>
                <a:rPr kumimoji="1" lang="en-US" altLang="zh-CN" sz="2400" b="1" dirty="0">
                  <a:solidFill>
                    <a:srgbClr val="FF0000"/>
                  </a:solidFill>
                  <a:latin typeface="Times New Roman" panose="02020603050405020304" pitchFamily="18" charset="0"/>
                  <a:ea typeface="楷体_GB2312" panose="02010609030101010101" pitchFamily="49" charset="-122"/>
                  <a:cs typeface="Times New Roman" panose="02020603050405020304" pitchFamily="18" charset="0"/>
                </a:rPr>
                <a:t>+,*,</a:t>
              </a:r>
              <a:r>
                <a:rPr kumimoji="1" lang="en-US" altLang="zh-CN" sz="2400" b="1" dirty="0">
                  <a:solidFill>
                    <a:srgbClr val="FF0000"/>
                  </a:solidFill>
                  <a:latin typeface="+mn-ea"/>
                  <a:ea typeface="+mn-ea"/>
                  <a:cs typeface="Times New Roman" panose="02020603050405020304" pitchFamily="18" charset="0"/>
                </a:rPr>
                <a:t>$</a:t>
              </a:r>
            </a:p>
          </p:txBody>
        </p:sp>
        <p:sp>
          <p:nvSpPr>
            <p:cNvPr id="96348" name="Text Box 25"/>
            <p:cNvSpPr txBox="1">
              <a:spLocks noChangeArrowheads="1"/>
            </p:cNvSpPr>
            <p:nvPr/>
          </p:nvSpPr>
          <p:spPr bwMode="auto">
            <a:xfrm>
              <a:off x="2933775" y="605586"/>
              <a:ext cx="103827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FF0000"/>
                  </a:solidFill>
                  <a:latin typeface="Times New Roman" panose="02020603050405020304" pitchFamily="18" charset="0"/>
                  <a:cs typeface="Times New Roman" panose="02020603050405020304" pitchFamily="18" charset="0"/>
                </a:rPr>
                <a:t>e1</a:t>
              </a:r>
            </a:p>
          </p:txBody>
        </p:sp>
      </p:grpSp>
      <p:grpSp>
        <p:nvGrpSpPr>
          <p:cNvPr id="8" name="组合 112"/>
          <p:cNvGrpSpPr>
            <a:grpSpLocks/>
          </p:cNvGrpSpPr>
          <p:nvPr/>
        </p:nvGrpSpPr>
        <p:grpSpPr bwMode="auto">
          <a:xfrm>
            <a:off x="3354388" y="1938338"/>
            <a:ext cx="1570037" cy="574675"/>
            <a:chOff x="796467" y="1033871"/>
            <a:chExt cx="1568980" cy="575013"/>
          </a:xfrm>
        </p:grpSpPr>
        <p:sp>
          <p:nvSpPr>
            <p:cNvPr id="96343" name="Line 24"/>
            <p:cNvSpPr>
              <a:spLocks noChangeShapeType="1"/>
            </p:cNvSpPr>
            <p:nvPr/>
          </p:nvSpPr>
          <p:spPr bwMode="auto">
            <a:xfrm flipH="1" flipV="1">
              <a:off x="1048178" y="1452005"/>
              <a:ext cx="461645" cy="156879"/>
            </a:xfrm>
            <a:prstGeom prst="line">
              <a:avLst/>
            </a:prstGeom>
            <a:noFill/>
            <a:ln w="38100">
              <a:solidFill>
                <a:srgbClr val="FFC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344" name="Text Box 25"/>
            <p:cNvSpPr txBox="1">
              <a:spLocks noChangeArrowheads="1"/>
            </p:cNvSpPr>
            <p:nvPr/>
          </p:nvSpPr>
          <p:spPr bwMode="auto">
            <a:xfrm>
              <a:off x="1327921" y="1092643"/>
              <a:ext cx="1037526" cy="460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FFC000"/>
                  </a:solidFill>
                  <a:latin typeface="Times New Roman" panose="02020603050405020304" pitchFamily="18" charset="0"/>
                  <a:cs typeface="Times New Roman" panose="02020603050405020304" pitchFamily="18" charset="0"/>
                </a:rPr>
                <a:t>)</a:t>
              </a:r>
            </a:p>
          </p:txBody>
        </p:sp>
        <p:sp>
          <p:nvSpPr>
            <p:cNvPr id="96345" name="矩形 115"/>
            <p:cNvSpPr>
              <a:spLocks noChangeArrowheads="1"/>
            </p:cNvSpPr>
            <p:nvPr/>
          </p:nvSpPr>
          <p:spPr bwMode="auto">
            <a:xfrm>
              <a:off x="796467" y="1033871"/>
              <a:ext cx="474342" cy="462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FFC000"/>
                  </a:solidFill>
                  <a:latin typeface="Times New Roman" panose="02020603050405020304" pitchFamily="18" charset="0"/>
                  <a:cs typeface="Times New Roman" panose="02020603050405020304" pitchFamily="18" charset="0"/>
                </a:rPr>
                <a:t>e2</a:t>
              </a:r>
            </a:p>
          </p:txBody>
        </p:sp>
      </p:grpSp>
      <p:grpSp>
        <p:nvGrpSpPr>
          <p:cNvPr id="9" name="组合 116"/>
          <p:cNvGrpSpPr>
            <a:grpSpLocks/>
          </p:cNvGrpSpPr>
          <p:nvPr/>
        </p:nvGrpSpPr>
        <p:grpSpPr bwMode="auto">
          <a:xfrm>
            <a:off x="5862638" y="122238"/>
            <a:ext cx="1038225" cy="966787"/>
            <a:chOff x="1327174" y="733968"/>
            <a:chExt cx="1038273" cy="967032"/>
          </a:xfrm>
        </p:grpSpPr>
        <p:sp>
          <p:nvSpPr>
            <p:cNvPr id="105560" name="Line 24"/>
            <p:cNvSpPr>
              <a:spLocks noChangeShapeType="1"/>
            </p:cNvSpPr>
            <p:nvPr/>
          </p:nvSpPr>
          <p:spPr bwMode="auto">
            <a:xfrm flipV="1">
              <a:off x="1509744" y="1083307"/>
              <a:ext cx="222260" cy="525595"/>
            </a:xfrm>
            <a:prstGeom prst="line">
              <a:avLst/>
            </a:prstGeom>
            <a:noFill/>
            <a:ln w="38100">
              <a:solidFill>
                <a:srgbClr val="FFC000"/>
              </a:solidFill>
              <a:round/>
              <a:headEnd type="none" w="sm" len="sm"/>
              <a:tailEnd type="triangle" w="med" len="med"/>
            </a:ln>
          </p:spPr>
          <p:txBody>
            <a:bodyPr/>
            <a:lstStyle/>
            <a:p>
              <a:pPr>
                <a:defRPr/>
              </a:pPr>
              <a:endParaRPr lang="zh-CN" altLang="en-US">
                <a:solidFill>
                  <a:schemeClr val="accent3">
                    <a:lumMod val="75000"/>
                  </a:schemeClr>
                </a:solidFill>
              </a:endParaRPr>
            </a:p>
          </p:txBody>
        </p:sp>
        <p:sp>
          <p:nvSpPr>
            <p:cNvPr id="96341" name="Text Box 25"/>
            <p:cNvSpPr txBox="1">
              <a:spLocks noChangeArrowheads="1"/>
            </p:cNvSpPr>
            <p:nvPr/>
          </p:nvSpPr>
          <p:spPr bwMode="auto">
            <a:xfrm>
              <a:off x="1327174" y="1238921"/>
              <a:ext cx="1038273" cy="4620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FFC000"/>
                  </a:solidFill>
                  <a:latin typeface="Times New Roman" panose="02020603050405020304" pitchFamily="18" charset="0"/>
                  <a:cs typeface="Times New Roman" panose="02020603050405020304" pitchFamily="18" charset="0"/>
                </a:rPr>
                <a:t>)</a:t>
              </a:r>
            </a:p>
          </p:txBody>
        </p:sp>
        <p:sp>
          <p:nvSpPr>
            <p:cNvPr id="96342" name="矩形 119"/>
            <p:cNvSpPr>
              <a:spLocks noChangeArrowheads="1"/>
            </p:cNvSpPr>
            <p:nvPr/>
          </p:nvSpPr>
          <p:spPr bwMode="auto">
            <a:xfrm>
              <a:off x="1587536" y="733968"/>
              <a:ext cx="474684" cy="4620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FFC000"/>
                  </a:solidFill>
                  <a:latin typeface="Times New Roman" panose="02020603050405020304" pitchFamily="18" charset="0"/>
                  <a:cs typeface="Times New Roman" panose="02020603050405020304" pitchFamily="18" charset="0"/>
                </a:rPr>
                <a:t>e2</a:t>
              </a:r>
            </a:p>
          </p:txBody>
        </p:sp>
      </p:grpSp>
      <p:grpSp>
        <p:nvGrpSpPr>
          <p:cNvPr id="10" name="组合 120"/>
          <p:cNvGrpSpPr>
            <a:grpSpLocks/>
          </p:cNvGrpSpPr>
          <p:nvPr/>
        </p:nvGrpSpPr>
        <p:grpSpPr bwMode="auto">
          <a:xfrm>
            <a:off x="5048250" y="2428875"/>
            <a:ext cx="1493838" cy="703263"/>
            <a:chOff x="796939" y="1339563"/>
            <a:chExt cx="1494942" cy="702702"/>
          </a:xfrm>
        </p:grpSpPr>
        <p:sp>
          <p:nvSpPr>
            <p:cNvPr id="96337" name="Line 24"/>
            <p:cNvSpPr>
              <a:spLocks noChangeShapeType="1"/>
            </p:cNvSpPr>
            <p:nvPr/>
          </p:nvSpPr>
          <p:spPr bwMode="auto">
            <a:xfrm flipH="1" flipV="1">
              <a:off x="1183422" y="1838031"/>
              <a:ext cx="331785" cy="3943"/>
            </a:xfrm>
            <a:prstGeom prst="line">
              <a:avLst/>
            </a:prstGeom>
            <a:noFill/>
            <a:ln w="38100">
              <a:solidFill>
                <a:srgbClr val="FFC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338" name="Text Box 25"/>
            <p:cNvSpPr txBox="1">
              <a:spLocks noChangeArrowheads="1"/>
            </p:cNvSpPr>
            <p:nvPr/>
          </p:nvSpPr>
          <p:spPr bwMode="auto">
            <a:xfrm>
              <a:off x="1252889" y="1339563"/>
              <a:ext cx="1038992" cy="461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FFC000"/>
                  </a:solidFill>
                  <a:latin typeface="Times New Roman" panose="02020603050405020304" pitchFamily="18" charset="0"/>
                  <a:cs typeface="Times New Roman" panose="02020603050405020304" pitchFamily="18" charset="0"/>
                </a:rPr>
                <a:t>)</a:t>
              </a:r>
            </a:p>
          </p:txBody>
        </p:sp>
        <p:sp>
          <p:nvSpPr>
            <p:cNvPr id="96339" name="矩形 123"/>
            <p:cNvSpPr>
              <a:spLocks noChangeArrowheads="1"/>
            </p:cNvSpPr>
            <p:nvPr/>
          </p:nvSpPr>
          <p:spPr bwMode="auto">
            <a:xfrm>
              <a:off x="796939" y="1580671"/>
              <a:ext cx="475014" cy="461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dirty="0">
                  <a:solidFill>
                    <a:srgbClr val="FFC000"/>
                  </a:solidFill>
                  <a:latin typeface="Times New Roman" panose="02020603050405020304" pitchFamily="18" charset="0"/>
                  <a:cs typeface="Times New Roman" panose="02020603050405020304" pitchFamily="18" charset="0"/>
                </a:rPr>
                <a:t>e2</a:t>
              </a:r>
            </a:p>
          </p:txBody>
        </p:sp>
      </p:grpSp>
      <p:grpSp>
        <p:nvGrpSpPr>
          <p:cNvPr id="12" name="组合 9"/>
          <p:cNvGrpSpPr>
            <a:grpSpLocks/>
          </p:cNvGrpSpPr>
          <p:nvPr/>
        </p:nvGrpSpPr>
        <p:grpSpPr bwMode="auto">
          <a:xfrm>
            <a:off x="4579938" y="641350"/>
            <a:ext cx="1211262" cy="484188"/>
            <a:chOff x="4016769" y="637446"/>
            <a:chExt cx="1211645" cy="483964"/>
          </a:xfrm>
        </p:grpSpPr>
        <p:sp>
          <p:nvSpPr>
            <p:cNvPr id="105554" name="Line 24"/>
            <p:cNvSpPr>
              <a:spLocks noChangeShapeType="1"/>
            </p:cNvSpPr>
            <p:nvPr/>
          </p:nvSpPr>
          <p:spPr bwMode="auto">
            <a:xfrm flipV="1">
              <a:off x="4328017" y="907196"/>
              <a:ext cx="481164" cy="195173"/>
            </a:xfrm>
            <a:prstGeom prst="line">
              <a:avLst/>
            </a:prstGeom>
            <a:noFill/>
            <a:ln w="38100">
              <a:solidFill>
                <a:schemeClr val="tx2">
                  <a:lumMod val="60000"/>
                  <a:lumOff val="40000"/>
                </a:schemeClr>
              </a:solidFill>
              <a:round/>
              <a:headEnd type="none" w="sm" len="sm"/>
              <a:tailEnd type="triangle" w="med" len="med"/>
            </a:ln>
          </p:spPr>
          <p:txBody>
            <a:bodyPr/>
            <a:lstStyle/>
            <a:p>
              <a:pPr>
                <a:defRPr/>
              </a:pPr>
              <a:endParaRPr lang="zh-CN" altLang="en-US"/>
            </a:p>
          </p:txBody>
        </p:sp>
        <p:sp>
          <p:nvSpPr>
            <p:cNvPr id="105555" name="Text Box 25"/>
            <p:cNvSpPr txBox="1">
              <a:spLocks noChangeArrowheads="1"/>
            </p:cNvSpPr>
            <p:nvPr/>
          </p:nvSpPr>
          <p:spPr bwMode="auto">
            <a:xfrm>
              <a:off x="4016769" y="659661"/>
              <a:ext cx="687604" cy="461749"/>
            </a:xfrm>
            <a:prstGeom prst="rect">
              <a:avLst/>
            </a:prstGeom>
            <a:noFill/>
            <a:ln>
              <a:noFill/>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defRPr/>
              </a:pPr>
              <a:r>
                <a:rPr kumimoji="1" lang="en-US" altLang="zh-CN" sz="2400" b="1">
                  <a:solidFill>
                    <a:schemeClr val="tx2">
                      <a:lumMod val="60000"/>
                      <a:lumOff val="40000"/>
                    </a:schemeClr>
                  </a:solidFill>
                  <a:latin typeface="Times New Roman" panose="02020603050405020304" pitchFamily="18" charset="0"/>
                  <a:ea typeface="楷体_GB2312" panose="02010609030101010101" pitchFamily="49" charset="-122"/>
                  <a:cs typeface="Times New Roman" panose="02020603050405020304" pitchFamily="18" charset="0"/>
                </a:rPr>
                <a:t>(,id</a:t>
              </a:r>
            </a:p>
          </p:txBody>
        </p:sp>
        <p:sp>
          <p:nvSpPr>
            <p:cNvPr id="105556" name="矩形 8"/>
            <p:cNvSpPr>
              <a:spLocks noChangeArrowheads="1"/>
            </p:cNvSpPr>
            <p:nvPr/>
          </p:nvSpPr>
          <p:spPr bwMode="auto">
            <a:xfrm>
              <a:off x="4745661" y="637446"/>
              <a:ext cx="482753" cy="463336"/>
            </a:xfrm>
            <a:prstGeom prst="rect">
              <a:avLst/>
            </a:prstGeom>
            <a:noFill/>
            <a:ln>
              <a:noFill/>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defRPr/>
              </a:pPr>
              <a:r>
                <a:rPr kumimoji="1" lang="en-US" altLang="zh-CN" sz="2400" b="1" dirty="0">
                  <a:solidFill>
                    <a:schemeClr val="tx2">
                      <a:lumMod val="60000"/>
                      <a:lumOff val="40000"/>
                    </a:schemeClr>
                  </a:solidFill>
                  <a:latin typeface="Times New Roman" panose="02020603050405020304" pitchFamily="18" charset="0"/>
                  <a:ea typeface="楷体_GB2312" panose="02010609030101010101" pitchFamily="49" charset="-122"/>
                  <a:cs typeface="Times New Roman" panose="02020603050405020304" pitchFamily="18" charset="0"/>
                </a:rPr>
                <a:t>e3</a:t>
              </a:r>
            </a:p>
          </p:txBody>
        </p:sp>
      </p:grpSp>
      <p:grpSp>
        <p:nvGrpSpPr>
          <p:cNvPr id="13" name="组合 126"/>
          <p:cNvGrpSpPr>
            <a:grpSpLocks/>
          </p:cNvGrpSpPr>
          <p:nvPr/>
        </p:nvGrpSpPr>
        <p:grpSpPr bwMode="auto">
          <a:xfrm>
            <a:off x="7013575" y="3770313"/>
            <a:ext cx="1616075" cy="560387"/>
            <a:chOff x="2138787" y="1892638"/>
            <a:chExt cx="1615751" cy="560332"/>
          </a:xfrm>
        </p:grpSpPr>
        <p:sp>
          <p:nvSpPr>
            <p:cNvPr id="105551" name="Line 24"/>
            <p:cNvSpPr>
              <a:spLocks noChangeShapeType="1"/>
            </p:cNvSpPr>
            <p:nvPr/>
          </p:nvSpPr>
          <p:spPr bwMode="auto">
            <a:xfrm flipV="1">
              <a:off x="2138787" y="2259314"/>
              <a:ext cx="1207846" cy="125401"/>
            </a:xfrm>
            <a:prstGeom prst="line">
              <a:avLst/>
            </a:prstGeom>
            <a:noFill/>
            <a:ln w="38100">
              <a:solidFill>
                <a:schemeClr val="tx2">
                  <a:lumMod val="60000"/>
                  <a:lumOff val="40000"/>
                </a:schemeClr>
              </a:solidFill>
              <a:round/>
              <a:headEnd type="none" w="sm" len="sm"/>
              <a:tailEnd type="triangle" w="med" len="med"/>
            </a:ln>
          </p:spPr>
          <p:txBody>
            <a:bodyPr/>
            <a:lstStyle/>
            <a:p>
              <a:pPr>
                <a:defRPr/>
              </a:pPr>
              <a:endParaRPr lang="zh-CN" altLang="en-US"/>
            </a:p>
          </p:txBody>
        </p:sp>
        <p:sp>
          <p:nvSpPr>
            <p:cNvPr id="105552" name="Text Box 25"/>
            <p:cNvSpPr txBox="1">
              <a:spLocks noChangeArrowheads="1"/>
            </p:cNvSpPr>
            <p:nvPr/>
          </p:nvSpPr>
          <p:spPr bwMode="auto">
            <a:xfrm>
              <a:off x="2527647" y="1892638"/>
              <a:ext cx="1038017" cy="461917"/>
            </a:xfrm>
            <a:prstGeom prst="rect">
              <a:avLst/>
            </a:prstGeom>
            <a:noFill/>
            <a:ln>
              <a:noFill/>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defRPr/>
              </a:pPr>
              <a:r>
                <a:rPr kumimoji="1" lang="en-US" altLang="zh-CN" sz="2400" b="1" dirty="0">
                  <a:solidFill>
                    <a:schemeClr val="tx2">
                      <a:lumMod val="60000"/>
                      <a:lumOff val="40000"/>
                    </a:schemeClr>
                  </a:solidFill>
                  <a:latin typeface="Times New Roman" panose="02020603050405020304" pitchFamily="18" charset="0"/>
                  <a:ea typeface="楷体_GB2312" panose="02010609030101010101" pitchFamily="49" charset="-122"/>
                  <a:cs typeface="Times New Roman" panose="02020603050405020304" pitchFamily="18" charset="0"/>
                </a:rPr>
                <a:t>(,id</a:t>
              </a:r>
            </a:p>
          </p:txBody>
        </p:sp>
        <p:sp>
          <p:nvSpPr>
            <p:cNvPr id="105553" name="矩形 129"/>
            <p:cNvSpPr>
              <a:spLocks noChangeArrowheads="1"/>
            </p:cNvSpPr>
            <p:nvPr/>
          </p:nvSpPr>
          <p:spPr bwMode="auto">
            <a:xfrm>
              <a:off x="3279971" y="1991053"/>
              <a:ext cx="474567" cy="461917"/>
            </a:xfrm>
            <a:prstGeom prst="rect">
              <a:avLst/>
            </a:prstGeom>
            <a:noFill/>
            <a:ln>
              <a:noFill/>
            </a:ln>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defRPr/>
              </a:pPr>
              <a:r>
                <a:rPr kumimoji="1" lang="en-US" altLang="zh-CN" sz="2400" b="1">
                  <a:solidFill>
                    <a:schemeClr val="tx2">
                      <a:lumMod val="60000"/>
                      <a:lumOff val="40000"/>
                    </a:schemeClr>
                  </a:solidFill>
                  <a:latin typeface="Times New Roman" panose="02020603050405020304" pitchFamily="18" charset="0"/>
                  <a:ea typeface="楷体_GB2312" panose="02010609030101010101" pitchFamily="49" charset="-122"/>
                  <a:cs typeface="Times New Roman" panose="02020603050405020304" pitchFamily="18" charset="0"/>
                </a:rPr>
                <a:t>e3</a:t>
              </a:r>
            </a:p>
          </p:txBody>
        </p:sp>
      </p:grpSp>
      <p:grpSp>
        <p:nvGrpSpPr>
          <p:cNvPr id="14" name="组合 130"/>
          <p:cNvGrpSpPr>
            <a:grpSpLocks/>
          </p:cNvGrpSpPr>
          <p:nvPr/>
        </p:nvGrpSpPr>
        <p:grpSpPr bwMode="auto">
          <a:xfrm>
            <a:off x="3357563" y="436563"/>
            <a:ext cx="1514475" cy="682625"/>
            <a:chOff x="850009" y="925955"/>
            <a:chExt cx="1515438" cy="682929"/>
          </a:xfrm>
        </p:grpSpPr>
        <p:sp>
          <p:nvSpPr>
            <p:cNvPr id="96328" name="Line 24"/>
            <p:cNvSpPr>
              <a:spLocks noChangeShapeType="1"/>
            </p:cNvSpPr>
            <p:nvPr/>
          </p:nvSpPr>
          <p:spPr bwMode="auto">
            <a:xfrm flipH="1" flipV="1">
              <a:off x="1099688" y="1357797"/>
              <a:ext cx="410134" cy="251087"/>
            </a:xfrm>
            <a:prstGeom prst="line">
              <a:avLst/>
            </a:prstGeom>
            <a:noFill/>
            <a:ln w="38100">
              <a:solidFill>
                <a:srgbClr val="FFC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329" name="Text Box 25"/>
            <p:cNvSpPr txBox="1">
              <a:spLocks noChangeArrowheads="1"/>
            </p:cNvSpPr>
            <p:nvPr/>
          </p:nvSpPr>
          <p:spPr bwMode="auto">
            <a:xfrm>
              <a:off x="1326562" y="1092716"/>
              <a:ext cx="1038885" cy="460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FFC000"/>
                  </a:solidFill>
                  <a:latin typeface="Times New Roman" panose="02020603050405020304" pitchFamily="18" charset="0"/>
                  <a:cs typeface="Times New Roman" panose="02020603050405020304" pitchFamily="18" charset="0"/>
                </a:rPr>
                <a:t>)</a:t>
              </a:r>
            </a:p>
          </p:txBody>
        </p:sp>
        <p:sp>
          <p:nvSpPr>
            <p:cNvPr id="96330" name="矩形 133"/>
            <p:cNvSpPr>
              <a:spLocks noChangeArrowheads="1"/>
            </p:cNvSpPr>
            <p:nvPr/>
          </p:nvSpPr>
          <p:spPr bwMode="auto">
            <a:xfrm>
              <a:off x="850009" y="925955"/>
              <a:ext cx="474964" cy="462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FFC000"/>
                  </a:solidFill>
                  <a:latin typeface="Times New Roman" panose="02020603050405020304" pitchFamily="18" charset="0"/>
                  <a:cs typeface="Times New Roman" panose="02020603050405020304" pitchFamily="18" charset="0"/>
                </a:rPr>
                <a:t>e2</a:t>
              </a:r>
            </a:p>
          </p:txBody>
        </p:sp>
      </p:grpSp>
      <p:grpSp>
        <p:nvGrpSpPr>
          <p:cNvPr id="15" name="组合 11"/>
          <p:cNvGrpSpPr>
            <a:grpSpLocks/>
          </p:cNvGrpSpPr>
          <p:nvPr/>
        </p:nvGrpSpPr>
        <p:grpSpPr bwMode="auto">
          <a:xfrm>
            <a:off x="4833938" y="4702175"/>
            <a:ext cx="1670050" cy="498475"/>
            <a:chOff x="4834695" y="4702176"/>
            <a:chExt cx="1669043" cy="497804"/>
          </a:xfrm>
        </p:grpSpPr>
        <p:sp>
          <p:nvSpPr>
            <p:cNvPr id="95" name="Line 24"/>
            <p:cNvSpPr>
              <a:spLocks noChangeShapeType="1"/>
            </p:cNvSpPr>
            <p:nvPr/>
          </p:nvSpPr>
          <p:spPr bwMode="auto">
            <a:xfrm flipH="1">
              <a:off x="5223397" y="4702176"/>
              <a:ext cx="464858" cy="266341"/>
            </a:xfrm>
            <a:prstGeom prst="line">
              <a:avLst/>
            </a:prstGeom>
            <a:noFill/>
            <a:ln w="38100">
              <a:solidFill>
                <a:schemeClr val="tx2">
                  <a:lumMod val="60000"/>
                  <a:lumOff val="40000"/>
                </a:schemeClr>
              </a:solidFill>
              <a:round/>
              <a:headEnd type="none" w="sm" len="sm"/>
              <a:tailEnd type="triangle" w="med" len="med"/>
            </a:ln>
          </p:spPr>
          <p:txBody>
            <a:bodyPr/>
            <a:lstStyle/>
            <a:p>
              <a:pPr>
                <a:defRPr/>
              </a:pPr>
              <a:endParaRPr lang="zh-CN" altLang="en-US">
                <a:solidFill>
                  <a:prstClr val="black"/>
                </a:solidFill>
              </a:endParaRPr>
            </a:p>
          </p:txBody>
        </p:sp>
        <p:sp>
          <p:nvSpPr>
            <p:cNvPr id="96326" name="Text Box 25"/>
            <p:cNvSpPr txBox="1">
              <a:spLocks noChangeArrowheads="1"/>
            </p:cNvSpPr>
            <p:nvPr/>
          </p:nvSpPr>
          <p:spPr bwMode="auto">
            <a:xfrm>
              <a:off x="5466139" y="4738640"/>
              <a:ext cx="1037599" cy="461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2D83F4"/>
                  </a:solidFill>
                  <a:latin typeface="华文楷体" panose="02010600040101010101" pitchFamily="2" charset="-122"/>
                  <a:cs typeface="Times New Roman" panose="02020603050405020304" pitchFamily="18" charset="0"/>
                </a:rPr>
                <a:t>$</a:t>
              </a:r>
            </a:p>
          </p:txBody>
        </p:sp>
        <p:sp>
          <p:nvSpPr>
            <p:cNvPr id="11" name="矩形 10"/>
            <p:cNvSpPr/>
            <p:nvPr/>
          </p:nvSpPr>
          <p:spPr>
            <a:xfrm>
              <a:off x="4834695" y="4724371"/>
              <a:ext cx="474376" cy="461341"/>
            </a:xfrm>
            <a:prstGeom prst="rect">
              <a:avLst/>
            </a:prstGeom>
          </p:spPr>
          <p:txBody>
            <a:bodyPr wrap="none">
              <a:spAutoFit/>
            </a:bodyPr>
            <a:lstStyle/>
            <a:p>
              <a:pPr>
                <a:spcBef>
                  <a:spcPct val="50000"/>
                </a:spcBef>
                <a:defRPr/>
              </a:pPr>
              <a:r>
                <a:rPr kumimoji="1" lang="en-US" altLang="zh-CN" sz="2400" b="1" dirty="0">
                  <a:solidFill>
                    <a:schemeClr val="tx2">
                      <a:lumMod val="60000"/>
                      <a:lumOff val="40000"/>
                    </a:schemeClr>
                  </a:solidFill>
                  <a:latin typeface="Times New Roman" panose="02020603050405020304" pitchFamily="18" charset="0"/>
                  <a:ea typeface="楷体_GB2312" panose="02010609030101010101" pitchFamily="49" charset="-122"/>
                  <a:cs typeface="Times New Roman" panose="02020603050405020304" pitchFamily="18" charset="0"/>
                </a:rPr>
                <a:t>e4</a:t>
              </a:r>
            </a:p>
          </p:txBody>
        </p:sp>
      </p:grpSp>
      <p:grpSp>
        <p:nvGrpSpPr>
          <p:cNvPr id="96321" name="组合 105"/>
          <p:cNvGrpSpPr>
            <a:grpSpLocks/>
          </p:cNvGrpSpPr>
          <p:nvPr/>
        </p:nvGrpSpPr>
        <p:grpSpPr bwMode="auto">
          <a:xfrm>
            <a:off x="7026275" y="1463675"/>
            <a:ext cx="582613" cy="1082675"/>
            <a:chOff x="7026274" y="1463673"/>
            <a:chExt cx="582613" cy="1082678"/>
          </a:xfrm>
        </p:grpSpPr>
        <p:sp>
          <p:nvSpPr>
            <p:cNvPr id="96323" name="Line 50"/>
            <p:cNvSpPr>
              <a:spLocks noChangeShapeType="1"/>
            </p:cNvSpPr>
            <p:nvPr/>
          </p:nvSpPr>
          <p:spPr bwMode="auto">
            <a:xfrm flipH="1">
              <a:off x="7026274" y="1663701"/>
              <a:ext cx="366713" cy="88265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324" name="Text Box 30"/>
            <p:cNvSpPr txBox="1">
              <a:spLocks noChangeArrowheads="1"/>
            </p:cNvSpPr>
            <p:nvPr/>
          </p:nvSpPr>
          <p:spPr bwMode="auto">
            <a:xfrm>
              <a:off x="7075487" y="1463673"/>
              <a:ext cx="533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b="1">
                  <a:solidFill>
                    <a:schemeClr val="tx1"/>
                  </a:solidFill>
                  <a:latin typeface="Times New Roman" panose="02020603050405020304" pitchFamily="18" charset="0"/>
                  <a:ea typeface="楷体_GB2312" panose="02010609030101010101" pitchFamily="49" charset="-122"/>
                </a:rPr>
                <a:t>*</a:t>
              </a:r>
            </a:p>
          </p:txBody>
        </p:sp>
      </p:grpSp>
      <p:sp>
        <p:nvSpPr>
          <p:cNvPr id="105538" name="矩形 1"/>
          <p:cNvSpPr>
            <a:spLocks noChangeArrowheads="1"/>
          </p:cNvSpPr>
          <p:nvPr/>
        </p:nvSpPr>
        <p:spPr bwMode="auto">
          <a:xfrm>
            <a:off x="28576" y="4605338"/>
            <a:ext cx="2203450" cy="461665"/>
          </a:xfrm>
          <a:prstGeom prst="rect">
            <a:avLst/>
          </a:prstGeom>
          <a:solidFill>
            <a:srgbClr val="FFCCCC"/>
          </a:solidFill>
          <a:ln w="12700">
            <a:solidFill>
              <a:schemeClr val="tx1"/>
            </a:solidFill>
            <a:miter lim="800000"/>
          </a:ln>
        </p:spPr>
        <p:txBody>
          <a:bodyPr wrap="square">
            <a:spAutoFit/>
          </a:bodyPr>
          <a:lstStyle/>
          <a:p>
            <a:pPr eaLnBrk="1" hangingPunct="1">
              <a:defRPr/>
            </a:pPr>
            <a:r>
              <a:rPr lang="en-US" altLang="zh-CN" sz="2400" b="1" dirty="0">
                <a:latin typeface="Times New Roman" panose="02020603050405020304" pitchFamily="18" charset="0"/>
                <a:ea typeface="楷体_GB2312" panose="02010609030101010101" pitchFamily="49" charset="-122"/>
                <a:cs typeface="Times New Roman" panose="02020603050405020304" pitchFamily="18" charset="0"/>
              </a:rPr>
              <a:t>{ +, *, (, ), id, </a:t>
            </a:r>
            <a:r>
              <a:rPr lang="en-US" altLang="zh-CN" sz="2400" b="1" dirty="0">
                <a:latin typeface="+mn-ea"/>
                <a:ea typeface="+mn-ea"/>
                <a:cs typeface="Times New Roman" panose="02020603050405020304" pitchFamily="18" charset="0"/>
              </a:rPr>
              <a:t>$ </a:t>
            </a:r>
            <a:r>
              <a:rPr lang="en-US" altLang="zh-CN" sz="2400" b="1" dirty="0">
                <a:latin typeface="Times New Roman" panose="02020603050405020304" pitchFamily="18" charset="0"/>
                <a:ea typeface="楷体_GB2312" panose="02010609030101010101" pitchFamily="49" charset="-122"/>
                <a:cs typeface="Times New Roman" panose="02020603050405020304" pitchFamily="18" charset="0"/>
              </a:rPr>
              <a:t>}</a:t>
            </a:r>
          </a:p>
        </p:txBody>
      </p:sp>
      <p:sp>
        <p:nvSpPr>
          <p:cNvPr id="16" name="灯片编号占位符 15">
            <a:extLst>
              <a:ext uri="{FF2B5EF4-FFF2-40B4-BE49-F238E27FC236}">
                <a16:creationId xmlns:a16="http://schemas.microsoft.com/office/drawing/2014/main" id="{C3C71F10-E8C1-4283-8DE2-1AB7D2B504AF}"/>
              </a:ext>
            </a:extLst>
          </p:cNvPr>
          <p:cNvSpPr>
            <a:spLocks noGrp="1"/>
          </p:cNvSpPr>
          <p:nvPr>
            <p:ph type="sldNum" sz="quarter" idx="12"/>
          </p:nvPr>
        </p:nvSpPr>
        <p:spPr/>
        <p:txBody>
          <a:bodyPr/>
          <a:lstStyle/>
          <a:p>
            <a:pPr>
              <a:defRPr/>
            </a:pPr>
            <a:fld id="{76D20AB1-C80E-44EB-B890-88EEF3B3DC08}" type="slidenum">
              <a:rPr lang="zh-CN" altLang="en-US" smtClean="0"/>
              <a:pPr>
                <a:defRPr/>
              </a:pPr>
              <a:t>44</a:t>
            </a:fld>
            <a:endParaRPr lang="en-US" altLang="zh-CN"/>
          </a:p>
        </p:txBody>
      </p:sp>
      <p:sp>
        <p:nvSpPr>
          <p:cNvPr id="17" name="矩形 16">
            <a:extLst>
              <a:ext uri="{FF2B5EF4-FFF2-40B4-BE49-F238E27FC236}">
                <a16:creationId xmlns:a16="http://schemas.microsoft.com/office/drawing/2014/main" id="{7A705228-0432-4965-A55B-45963C350882}"/>
              </a:ext>
            </a:extLst>
          </p:cNvPr>
          <p:cNvSpPr/>
          <p:nvPr/>
        </p:nvSpPr>
        <p:spPr>
          <a:xfrm>
            <a:off x="35496" y="2427734"/>
            <a:ext cx="1746663" cy="584775"/>
          </a:xfrm>
          <a:prstGeom prst="rect">
            <a:avLst/>
          </a:prstGeom>
        </p:spPr>
        <p:txBody>
          <a:bodyPr wrap="square">
            <a:spAutoFit/>
          </a:bodyPr>
          <a:lstStyle/>
          <a:p>
            <a:pPr>
              <a:spcBef>
                <a:spcPts val="0"/>
              </a:spcBef>
              <a:buClrTx/>
              <a:buSzTx/>
              <a:buFont typeface="Arial" panose="020B0604020202020204" pitchFamily="34" charset="0"/>
              <a:buNone/>
            </a:pPr>
            <a:r>
              <a:rPr lang="en-US" altLang="zh-CN" sz="1600" b="1" dirty="0">
                <a:solidFill>
                  <a:srgbClr val="FF0000"/>
                </a:solidFill>
                <a:latin typeface="Times New Roman" panose="02020603050405020304" pitchFamily="18" charset="0"/>
                <a:cs typeface="Times New Roman" panose="02020603050405020304" pitchFamily="18" charset="0"/>
              </a:rPr>
              <a:t>e1: </a:t>
            </a:r>
            <a:r>
              <a:rPr lang="zh-CN" altLang="en-US" sz="1600" b="1" dirty="0">
                <a:solidFill>
                  <a:srgbClr val="FF0000"/>
                </a:solidFill>
                <a:latin typeface="Times New Roman" panose="02020603050405020304" pitchFamily="18" charset="0"/>
                <a:cs typeface="Times New Roman" panose="02020603050405020304" pitchFamily="18" charset="0"/>
              </a:rPr>
              <a:t>缺少运算分量</a:t>
            </a:r>
            <a:endParaRPr lang="en-US" altLang="zh-CN" sz="1600" b="1" dirty="0">
              <a:solidFill>
                <a:srgbClr val="FF0000"/>
              </a:solidFill>
              <a:latin typeface="Times New Roman" panose="02020603050405020304" pitchFamily="18" charset="0"/>
              <a:cs typeface="Times New Roman" panose="02020603050405020304" pitchFamily="18" charset="0"/>
            </a:endParaRPr>
          </a:p>
          <a:p>
            <a:pPr algn="ctr">
              <a:spcBef>
                <a:spcPts val="0"/>
              </a:spcBef>
              <a:buClrTx/>
              <a:buSzTx/>
              <a:buFont typeface="Arial" panose="020B0604020202020204" pitchFamily="34" charset="0"/>
              <a:buNone/>
            </a:pPr>
            <a:r>
              <a:rPr lang="zh-CN" altLang="en-US" sz="1600" b="1" dirty="0">
                <a:solidFill>
                  <a:srgbClr val="FF0000"/>
                </a:solidFill>
                <a:latin typeface="Times New Roman" panose="02020603050405020304" pitchFamily="18" charset="0"/>
                <a:cs typeface="Times New Roman" panose="02020603050405020304" pitchFamily="18" charset="0"/>
              </a:rPr>
              <a:t>状态</a:t>
            </a:r>
            <a:r>
              <a:rPr lang="en-US" altLang="zh-CN" sz="1600" b="1" dirty="0">
                <a:solidFill>
                  <a:srgbClr val="FF0000"/>
                </a:solidFill>
                <a:latin typeface="Times New Roman" panose="02020603050405020304" pitchFamily="18" charset="0"/>
                <a:cs typeface="Times New Roman" panose="02020603050405020304" pitchFamily="18" charset="0"/>
              </a:rPr>
              <a:t>3</a:t>
            </a:r>
            <a:r>
              <a:rPr lang="zh-CN" altLang="en-US" sz="1600" b="1" dirty="0">
                <a:solidFill>
                  <a:srgbClr val="FF0000"/>
                </a:solidFill>
                <a:latin typeface="Times New Roman" panose="02020603050405020304" pitchFamily="18" charset="0"/>
                <a:cs typeface="Times New Roman" panose="02020603050405020304" pitchFamily="18" charset="0"/>
              </a:rPr>
              <a:t>入栈</a:t>
            </a:r>
            <a:endParaRPr lang="en-US" altLang="zh-CN" sz="1600" b="1" dirty="0">
              <a:solidFill>
                <a:srgbClr val="FF0000"/>
              </a:solidFill>
              <a:latin typeface="Times New Roman" panose="02020603050405020304" pitchFamily="18" charset="0"/>
              <a:cs typeface="Times New Roman" panose="02020603050405020304" pitchFamily="18" charset="0"/>
            </a:endParaRPr>
          </a:p>
        </p:txBody>
      </p:sp>
      <p:sp>
        <p:nvSpPr>
          <p:cNvPr id="107" name="矩形 106">
            <a:extLst>
              <a:ext uri="{FF2B5EF4-FFF2-40B4-BE49-F238E27FC236}">
                <a16:creationId xmlns:a16="http://schemas.microsoft.com/office/drawing/2014/main" id="{26721F4A-35AE-4C85-AA02-1A99E293EC38}"/>
              </a:ext>
            </a:extLst>
          </p:cNvPr>
          <p:cNvSpPr/>
          <p:nvPr/>
        </p:nvSpPr>
        <p:spPr>
          <a:xfrm>
            <a:off x="35496" y="3003798"/>
            <a:ext cx="1956817" cy="584775"/>
          </a:xfrm>
          <a:prstGeom prst="rect">
            <a:avLst/>
          </a:prstGeom>
        </p:spPr>
        <p:txBody>
          <a:bodyPr wrap="square">
            <a:spAutoFit/>
          </a:bodyPr>
          <a:lstStyle/>
          <a:p>
            <a:pPr>
              <a:spcBef>
                <a:spcPts val="0"/>
              </a:spcBef>
              <a:buClrTx/>
              <a:buSzTx/>
              <a:buFont typeface="Arial" panose="020B0604020202020204" pitchFamily="34" charset="0"/>
              <a:buNone/>
            </a:pPr>
            <a:r>
              <a:rPr lang="en-US" altLang="zh-CN" sz="1600" b="1" dirty="0">
                <a:solidFill>
                  <a:srgbClr val="0000FF"/>
                </a:solidFill>
                <a:latin typeface="Times New Roman" panose="02020603050405020304" pitchFamily="18" charset="0"/>
                <a:cs typeface="Times New Roman" panose="02020603050405020304" pitchFamily="18" charset="0"/>
              </a:rPr>
              <a:t>e2: </a:t>
            </a:r>
            <a:r>
              <a:rPr lang="zh-CN" altLang="en-US" sz="1600" b="1" dirty="0">
                <a:solidFill>
                  <a:srgbClr val="0000FF"/>
                </a:solidFill>
                <a:latin typeface="Times New Roman" panose="02020603050405020304" pitchFamily="18" charset="0"/>
                <a:cs typeface="Times New Roman" panose="02020603050405020304" pitchFamily="18" charset="0"/>
              </a:rPr>
              <a:t>不匹配的右括号</a:t>
            </a:r>
            <a:endParaRPr lang="en-US" altLang="zh-CN" sz="1600" b="1" dirty="0">
              <a:solidFill>
                <a:srgbClr val="0000FF"/>
              </a:solidFill>
              <a:latin typeface="Times New Roman" panose="02020603050405020304" pitchFamily="18" charset="0"/>
              <a:cs typeface="Times New Roman" panose="02020603050405020304" pitchFamily="18" charset="0"/>
            </a:endParaRPr>
          </a:p>
          <a:p>
            <a:pPr algn="ctr">
              <a:spcBef>
                <a:spcPts val="0"/>
              </a:spcBef>
              <a:buClrTx/>
              <a:buSzTx/>
              <a:buFont typeface="Arial" panose="020B0604020202020204" pitchFamily="34" charset="0"/>
              <a:buNone/>
            </a:pPr>
            <a:r>
              <a:rPr lang="zh-CN" altLang="en-US" sz="1600" b="1" dirty="0">
                <a:solidFill>
                  <a:srgbClr val="0000FF"/>
                </a:solidFill>
                <a:latin typeface="Times New Roman" panose="02020603050405020304" pitchFamily="18" charset="0"/>
                <a:cs typeface="Times New Roman" panose="02020603050405020304" pitchFamily="18" charset="0"/>
              </a:rPr>
              <a:t>忽略右括号</a:t>
            </a:r>
            <a:endParaRPr lang="en-US" altLang="zh-CN" sz="1600" b="1" dirty="0">
              <a:solidFill>
                <a:srgbClr val="0000FF"/>
              </a:solidFill>
              <a:latin typeface="Times New Roman" panose="02020603050405020304" pitchFamily="18" charset="0"/>
              <a:cs typeface="Times New Roman" panose="02020603050405020304" pitchFamily="18" charset="0"/>
            </a:endParaRPr>
          </a:p>
        </p:txBody>
      </p:sp>
      <p:sp>
        <p:nvSpPr>
          <p:cNvPr id="108" name="矩形 107">
            <a:extLst>
              <a:ext uri="{FF2B5EF4-FFF2-40B4-BE49-F238E27FC236}">
                <a16:creationId xmlns:a16="http://schemas.microsoft.com/office/drawing/2014/main" id="{4B8B9762-35F8-42C7-ACBF-15AAA4F86CE3}"/>
              </a:ext>
            </a:extLst>
          </p:cNvPr>
          <p:cNvSpPr/>
          <p:nvPr/>
        </p:nvSpPr>
        <p:spPr>
          <a:xfrm>
            <a:off x="26257" y="3529340"/>
            <a:ext cx="1762252" cy="584775"/>
          </a:xfrm>
          <a:prstGeom prst="rect">
            <a:avLst/>
          </a:prstGeom>
        </p:spPr>
        <p:txBody>
          <a:bodyPr wrap="square">
            <a:spAutoFit/>
          </a:bodyPr>
          <a:lstStyle/>
          <a:p>
            <a:pPr>
              <a:spcBef>
                <a:spcPts val="0"/>
              </a:spcBef>
              <a:buClrTx/>
              <a:buSzTx/>
              <a:buFont typeface="Arial" panose="020B0604020202020204" pitchFamily="34" charset="0"/>
              <a:buNone/>
            </a:pPr>
            <a:r>
              <a:rPr lang="en-US" altLang="zh-CN" sz="1600" b="1" dirty="0">
                <a:solidFill>
                  <a:srgbClr val="FF0000"/>
                </a:solidFill>
                <a:latin typeface="Times New Roman" panose="02020603050405020304" pitchFamily="18" charset="0"/>
                <a:cs typeface="Times New Roman" panose="02020603050405020304" pitchFamily="18" charset="0"/>
              </a:rPr>
              <a:t>e3: </a:t>
            </a:r>
            <a:r>
              <a:rPr lang="zh-CN" altLang="en-US" sz="1600" b="1" dirty="0">
                <a:solidFill>
                  <a:srgbClr val="FF0000"/>
                </a:solidFill>
                <a:latin typeface="Times New Roman" panose="02020603050405020304" pitchFamily="18" charset="0"/>
                <a:cs typeface="Times New Roman" panose="02020603050405020304" pitchFamily="18" charset="0"/>
              </a:rPr>
              <a:t>缺少运算符</a:t>
            </a:r>
            <a:endParaRPr lang="en-US" altLang="zh-CN" sz="1600" b="1" dirty="0">
              <a:solidFill>
                <a:srgbClr val="FF0000"/>
              </a:solidFill>
              <a:latin typeface="Times New Roman" panose="02020603050405020304" pitchFamily="18" charset="0"/>
              <a:cs typeface="Times New Roman" panose="02020603050405020304" pitchFamily="18" charset="0"/>
            </a:endParaRPr>
          </a:p>
          <a:p>
            <a:pPr algn="ctr">
              <a:spcBef>
                <a:spcPts val="0"/>
              </a:spcBef>
              <a:buClrTx/>
              <a:buSzTx/>
              <a:buFont typeface="Arial" panose="020B0604020202020204" pitchFamily="34" charset="0"/>
              <a:buNone/>
            </a:pPr>
            <a:r>
              <a:rPr lang="zh-CN" altLang="en-US" sz="1600" b="1" dirty="0">
                <a:solidFill>
                  <a:srgbClr val="FF0000"/>
                </a:solidFill>
                <a:latin typeface="Times New Roman" panose="02020603050405020304" pitchFamily="18" charset="0"/>
                <a:cs typeface="Times New Roman" panose="02020603050405020304" pitchFamily="18" charset="0"/>
              </a:rPr>
              <a:t>状态</a:t>
            </a:r>
            <a:r>
              <a:rPr lang="en-US" altLang="zh-CN" sz="1600" b="1" dirty="0">
                <a:solidFill>
                  <a:srgbClr val="FF0000"/>
                </a:solidFill>
                <a:latin typeface="Times New Roman" panose="02020603050405020304" pitchFamily="18" charset="0"/>
                <a:cs typeface="Times New Roman" panose="02020603050405020304" pitchFamily="18" charset="0"/>
              </a:rPr>
              <a:t>4</a:t>
            </a:r>
            <a:r>
              <a:rPr lang="zh-CN" altLang="en-US" sz="1600" b="1" dirty="0">
                <a:solidFill>
                  <a:srgbClr val="FF0000"/>
                </a:solidFill>
                <a:latin typeface="Times New Roman" panose="02020603050405020304" pitchFamily="18" charset="0"/>
                <a:cs typeface="Times New Roman" panose="02020603050405020304" pitchFamily="18" charset="0"/>
              </a:rPr>
              <a:t>入栈</a:t>
            </a:r>
            <a:endParaRPr lang="en-US" altLang="zh-CN" sz="1600" b="1" dirty="0">
              <a:solidFill>
                <a:srgbClr val="FF0000"/>
              </a:solidFill>
              <a:latin typeface="Times New Roman" panose="02020603050405020304" pitchFamily="18" charset="0"/>
              <a:cs typeface="Times New Roman" panose="02020603050405020304" pitchFamily="18" charset="0"/>
            </a:endParaRPr>
          </a:p>
        </p:txBody>
      </p:sp>
      <p:sp>
        <p:nvSpPr>
          <p:cNvPr id="109" name="矩形 108">
            <a:extLst>
              <a:ext uri="{FF2B5EF4-FFF2-40B4-BE49-F238E27FC236}">
                <a16:creationId xmlns:a16="http://schemas.microsoft.com/office/drawing/2014/main" id="{62F81E13-103A-4BB0-B11F-DCDDCCAC3B14}"/>
              </a:ext>
            </a:extLst>
          </p:cNvPr>
          <p:cNvSpPr/>
          <p:nvPr/>
        </p:nvSpPr>
        <p:spPr>
          <a:xfrm>
            <a:off x="35496" y="4033396"/>
            <a:ext cx="1746663" cy="584775"/>
          </a:xfrm>
          <a:prstGeom prst="rect">
            <a:avLst/>
          </a:prstGeom>
        </p:spPr>
        <p:txBody>
          <a:bodyPr wrap="square">
            <a:spAutoFit/>
          </a:bodyPr>
          <a:lstStyle/>
          <a:p>
            <a:pPr>
              <a:spcBef>
                <a:spcPts val="0"/>
              </a:spcBef>
              <a:buClrTx/>
              <a:buSzTx/>
              <a:buFont typeface="Arial" panose="020B0604020202020204" pitchFamily="34" charset="0"/>
              <a:buNone/>
            </a:pPr>
            <a:r>
              <a:rPr lang="en-US" altLang="zh-CN" sz="1600" b="1" dirty="0">
                <a:solidFill>
                  <a:srgbClr val="0000FF"/>
                </a:solidFill>
                <a:latin typeface="Times New Roman" panose="02020603050405020304" pitchFamily="18" charset="0"/>
                <a:cs typeface="Times New Roman" panose="02020603050405020304" pitchFamily="18" charset="0"/>
              </a:rPr>
              <a:t>e4: </a:t>
            </a:r>
            <a:r>
              <a:rPr lang="zh-CN" altLang="en-US" sz="1600" b="1" dirty="0">
                <a:solidFill>
                  <a:srgbClr val="0000FF"/>
                </a:solidFill>
                <a:latin typeface="Times New Roman" panose="02020603050405020304" pitchFamily="18" charset="0"/>
                <a:cs typeface="Times New Roman" panose="02020603050405020304" pitchFamily="18" charset="0"/>
              </a:rPr>
              <a:t>缺少右括号</a:t>
            </a:r>
            <a:endParaRPr lang="en-US" altLang="zh-CN" sz="1600" b="1" dirty="0">
              <a:solidFill>
                <a:srgbClr val="0000FF"/>
              </a:solidFill>
              <a:latin typeface="Times New Roman" panose="02020603050405020304" pitchFamily="18" charset="0"/>
              <a:cs typeface="Times New Roman" panose="02020603050405020304" pitchFamily="18" charset="0"/>
            </a:endParaRPr>
          </a:p>
          <a:p>
            <a:pPr algn="ctr">
              <a:spcBef>
                <a:spcPts val="0"/>
              </a:spcBef>
              <a:buClrTx/>
              <a:buSzTx/>
              <a:buFont typeface="Arial" panose="020B0604020202020204" pitchFamily="34" charset="0"/>
              <a:buNone/>
            </a:pPr>
            <a:r>
              <a:rPr lang="zh-CN" altLang="en-US" sz="1600" b="1" dirty="0">
                <a:solidFill>
                  <a:srgbClr val="0000FF"/>
                </a:solidFill>
                <a:latin typeface="Times New Roman" panose="02020603050405020304" pitchFamily="18" charset="0"/>
                <a:cs typeface="Times New Roman" panose="02020603050405020304" pitchFamily="18" charset="0"/>
              </a:rPr>
              <a:t>状态</a:t>
            </a:r>
            <a:r>
              <a:rPr lang="en-US" altLang="zh-CN" sz="1600" b="1" dirty="0">
                <a:solidFill>
                  <a:srgbClr val="0000FF"/>
                </a:solidFill>
                <a:latin typeface="Times New Roman" panose="02020603050405020304" pitchFamily="18" charset="0"/>
                <a:cs typeface="Times New Roman" panose="02020603050405020304" pitchFamily="18" charset="0"/>
              </a:rPr>
              <a:t>9</a:t>
            </a:r>
            <a:r>
              <a:rPr lang="zh-CN" altLang="en-US" sz="1600" b="1" dirty="0">
                <a:solidFill>
                  <a:srgbClr val="0000FF"/>
                </a:solidFill>
                <a:latin typeface="Times New Roman" panose="02020603050405020304" pitchFamily="18" charset="0"/>
                <a:cs typeface="Times New Roman" panose="02020603050405020304" pitchFamily="18" charset="0"/>
              </a:rPr>
              <a:t>入栈</a:t>
            </a:r>
            <a:endParaRPr lang="en-US" altLang="zh-CN" sz="1600" b="1" dirty="0">
              <a:solidFill>
                <a:srgbClr val="0000FF"/>
              </a:solidFill>
              <a:latin typeface="Times New Roman" panose="02020603050405020304" pitchFamily="18" charset="0"/>
              <a:cs typeface="Times New Roman" panose="02020603050405020304" pitchFamily="18" charset="0"/>
            </a:endParaRPr>
          </a:p>
        </p:txBody>
      </p:sp>
      <p:sp>
        <p:nvSpPr>
          <p:cNvPr id="18" name="矩形 17">
            <a:extLst>
              <a:ext uri="{FF2B5EF4-FFF2-40B4-BE49-F238E27FC236}">
                <a16:creationId xmlns:a16="http://schemas.microsoft.com/office/drawing/2014/main" id="{86417301-8165-4CA9-B2EB-466B923F6B55}"/>
              </a:ext>
            </a:extLst>
          </p:cNvPr>
          <p:cNvSpPr/>
          <p:nvPr/>
        </p:nvSpPr>
        <p:spPr>
          <a:xfrm>
            <a:off x="7365171" y="79377"/>
            <a:ext cx="1403419" cy="2682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FF0000"/>
                </a:solidFill>
              </a:rPr>
              <a:t>P166 </a:t>
            </a:r>
            <a:r>
              <a:rPr lang="zh-CN" altLang="en-US" b="1" dirty="0">
                <a:solidFill>
                  <a:srgbClr val="FF0000"/>
                </a:solidFill>
              </a:rPr>
              <a:t>图</a:t>
            </a:r>
            <a:r>
              <a:rPr lang="en-US" altLang="zh-CN" b="1" dirty="0">
                <a:solidFill>
                  <a:srgbClr val="FF0000"/>
                </a:solidFill>
              </a:rPr>
              <a:t>4-49</a:t>
            </a:r>
            <a:endParaRPr lang="zh-CN" altLang="en-US"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96258"/>
                                        </p:tgtEl>
                                      </p:cBhvr>
                                    </p:animEffect>
                                    <p:animScale>
                                      <p:cBhvr>
                                        <p:cTn id="7" dur="250" autoRev="1" fill="hold"/>
                                        <p:tgtEl>
                                          <p:spTgt spid="96258"/>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par>
                                <p:cTn id="15" presetID="22" presetClass="entr" presetSubtype="4"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down)">
                                      <p:cBhvr>
                                        <p:cTn id="17" dur="500"/>
                                        <p:tgtEl>
                                          <p:spTgt spid="1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3" presetClass="entr" presetSubtype="16"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p:cTn id="22" dur="500" fill="hold"/>
                                        <p:tgtEl>
                                          <p:spTgt spid="4"/>
                                        </p:tgtEl>
                                        <p:attrNameLst>
                                          <p:attrName>ppt_w</p:attrName>
                                        </p:attrNameLst>
                                      </p:cBhvr>
                                      <p:tavLst>
                                        <p:tav tm="0">
                                          <p:val>
                                            <p:fltVal val="0"/>
                                          </p:val>
                                        </p:tav>
                                        <p:tav tm="100000">
                                          <p:val>
                                            <p:strVal val="#ppt_w"/>
                                          </p:val>
                                        </p:tav>
                                      </p:tavLst>
                                    </p:anim>
                                    <p:anim calcmode="lin" valueType="num">
                                      <p:cBhvr>
                                        <p:cTn id="23" dur="500" fill="hold"/>
                                        <p:tgtEl>
                                          <p:spTgt spid="4"/>
                                        </p:tgtEl>
                                        <p:attrNameLst>
                                          <p:attrName>ppt_h</p:attrName>
                                        </p:attrNameLst>
                                      </p:cBhvr>
                                      <p:tavLst>
                                        <p:tav tm="0">
                                          <p:val>
                                            <p:fltVal val="0"/>
                                          </p:val>
                                        </p:tav>
                                        <p:tav tm="100000">
                                          <p:val>
                                            <p:strVal val="#ppt_h"/>
                                          </p:val>
                                        </p:tav>
                                      </p:tavLst>
                                    </p:anim>
                                    <p:animEffect transition="in" filter="fade">
                                      <p:cBhvr>
                                        <p:cTn id="24" dur="500"/>
                                        <p:tgtEl>
                                          <p:spTgt spid="4"/>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107"/>
                                        </p:tgtEl>
                                        <p:attrNameLst>
                                          <p:attrName>style.visibility</p:attrName>
                                        </p:attrNameLst>
                                      </p:cBhvr>
                                      <p:to>
                                        <p:strVal val="visible"/>
                                      </p:to>
                                    </p:set>
                                    <p:animEffect transition="in" filter="wipe(down)">
                                      <p:cBhvr>
                                        <p:cTn id="27" dur="500"/>
                                        <p:tgtEl>
                                          <p:spTgt spid="107"/>
                                        </p:tgtEl>
                                      </p:cBhvr>
                                    </p:animEffect>
                                  </p:childTnLst>
                                </p:cTn>
                              </p:par>
                            </p:childTnLst>
                          </p:cTn>
                        </p:par>
                      </p:childTnLst>
                    </p:cTn>
                  </p:par>
                  <p:par>
                    <p:cTn id="28" fill="hold">
                      <p:stCondLst>
                        <p:cond delay="indefinite"/>
                      </p:stCondLst>
                      <p:childTnLst>
                        <p:par>
                          <p:cTn id="29" fill="hold">
                            <p:stCondLst>
                              <p:cond delay="0"/>
                            </p:stCondLst>
                            <p:childTnLst>
                              <p:par>
                                <p:cTn id="30" presetID="26" presetClass="emph" presetSubtype="0" fill="hold" grpId="0" nodeType="clickEffect">
                                  <p:stCondLst>
                                    <p:cond delay="0"/>
                                  </p:stCondLst>
                                  <p:childTnLst>
                                    <p:animEffect transition="out" filter="fade">
                                      <p:cBhvr>
                                        <p:cTn id="31" dur="500" tmFilter="0, 0; .2, .5; .8, .5; 1, 0"/>
                                        <p:tgtEl>
                                          <p:spTgt spid="96261"/>
                                        </p:tgtEl>
                                      </p:cBhvr>
                                    </p:animEffect>
                                    <p:animScale>
                                      <p:cBhvr>
                                        <p:cTn id="32" dur="250" autoRev="1" fill="hold"/>
                                        <p:tgtEl>
                                          <p:spTgt spid="96261"/>
                                        </p:tgtEl>
                                      </p:cBhvr>
                                      <p:by x="105000" y="105000"/>
                                    </p:animScale>
                                  </p:childTnLst>
                                </p:cTn>
                              </p:par>
                              <p:par>
                                <p:cTn id="33" presetID="26" presetClass="emph" presetSubtype="0" fill="hold" grpId="0" nodeType="withEffect">
                                  <p:stCondLst>
                                    <p:cond delay="0"/>
                                  </p:stCondLst>
                                  <p:childTnLst>
                                    <p:animEffect transition="out" filter="fade">
                                      <p:cBhvr>
                                        <p:cTn id="34" dur="500" tmFilter="0, 0; .2, .5; .8, .5; 1, 0"/>
                                        <p:tgtEl>
                                          <p:spTgt spid="96267"/>
                                        </p:tgtEl>
                                      </p:cBhvr>
                                    </p:animEffect>
                                    <p:animScale>
                                      <p:cBhvr>
                                        <p:cTn id="35" dur="250" autoRev="1" fill="hold"/>
                                        <p:tgtEl>
                                          <p:spTgt spid="96267"/>
                                        </p:tgtEl>
                                      </p:cBhvr>
                                      <p:by x="105000" y="105000"/>
                                    </p:animScale>
                                  </p:childTnLst>
                                </p:cTn>
                              </p:par>
                              <p:par>
                                <p:cTn id="36" presetID="26" presetClass="emph" presetSubtype="0" fill="hold" grpId="0" nodeType="withEffect">
                                  <p:stCondLst>
                                    <p:cond delay="0"/>
                                  </p:stCondLst>
                                  <p:childTnLst>
                                    <p:animEffect transition="out" filter="fade">
                                      <p:cBhvr>
                                        <p:cTn id="37" dur="500" tmFilter="0, 0; .2, .5; .8, .5; 1, 0"/>
                                        <p:tgtEl>
                                          <p:spTgt spid="96268"/>
                                        </p:tgtEl>
                                      </p:cBhvr>
                                    </p:animEffect>
                                    <p:animScale>
                                      <p:cBhvr>
                                        <p:cTn id="38" dur="250" autoRev="1" fill="hold"/>
                                        <p:tgtEl>
                                          <p:spTgt spid="96268"/>
                                        </p:tgtEl>
                                      </p:cBhvr>
                                      <p:by x="105000" y="105000"/>
                                    </p:animScale>
                                  </p:childTnLst>
                                </p:cTn>
                              </p:par>
                            </p:childTnLst>
                          </p:cTn>
                        </p:par>
                      </p:childTnLst>
                    </p:cTn>
                  </p:par>
                  <p:par>
                    <p:cTn id="39" fill="hold" nodeType="clickPar">
                      <p:stCondLst>
                        <p:cond delay="indefinite"/>
                      </p:stCondLst>
                      <p:childTnLst>
                        <p:par>
                          <p:cTn id="40" fill="hold" nodeType="withGroup">
                            <p:stCondLst>
                              <p:cond delay="0"/>
                            </p:stCondLst>
                            <p:childTnLst>
                              <p:par>
                                <p:cTn id="41" presetID="53" presetClass="entr" presetSubtype="16" fill="hold" nodeType="clickEffect">
                                  <p:stCondLst>
                                    <p:cond delay="0"/>
                                  </p:stCondLst>
                                  <p:childTnLst>
                                    <p:set>
                                      <p:cBhvr>
                                        <p:cTn id="42" dur="1" fill="hold">
                                          <p:stCondLst>
                                            <p:cond delay="0"/>
                                          </p:stCondLst>
                                        </p:cTn>
                                        <p:tgtEl>
                                          <p:spTgt spid="5"/>
                                        </p:tgtEl>
                                        <p:attrNameLst>
                                          <p:attrName>style.visibility</p:attrName>
                                        </p:attrNameLst>
                                      </p:cBhvr>
                                      <p:to>
                                        <p:strVal val="visible"/>
                                      </p:to>
                                    </p:set>
                                    <p:anim calcmode="lin" valueType="num">
                                      <p:cBhvr>
                                        <p:cTn id="43" dur="500" fill="hold"/>
                                        <p:tgtEl>
                                          <p:spTgt spid="5"/>
                                        </p:tgtEl>
                                        <p:attrNameLst>
                                          <p:attrName>ppt_w</p:attrName>
                                        </p:attrNameLst>
                                      </p:cBhvr>
                                      <p:tavLst>
                                        <p:tav tm="0">
                                          <p:val>
                                            <p:fltVal val="0"/>
                                          </p:val>
                                        </p:tav>
                                        <p:tav tm="100000">
                                          <p:val>
                                            <p:strVal val="#ppt_w"/>
                                          </p:val>
                                        </p:tav>
                                      </p:tavLst>
                                    </p:anim>
                                    <p:anim calcmode="lin" valueType="num">
                                      <p:cBhvr>
                                        <p:cTn id="44" dur="500" fill="hold"/>
                                        <p:tgtEl>
                                          <p:spTgt spid="5"/>
                                        </p:tgtEl>
                                        <p:attrNameLst>
                                          <p:attrName>ppt_h</p:attrName>
                                        </p:attrNameLst>
                                      </p:cBhvr>
                                      <p:tavLst>
                                        <p:tav tm="0">
                                          <p:val>
                                            <p:fltVal val="0"/>
                                          </p:val>
                                        </p:tav>
                                        <p:tav tm="100000">
                                          <p:val>
                                            <p:strVal val="#ppt_h"/>
                                          </p:val>
                                        </p:tav>
                                      </p:tavLst>
                                    </p:anim>
                                    <p:animEffect transition="in" filter="fade">
                                      <p:cBhvr>
                                        <p:cTn id="45" dur="500"/>
                                        <p:tgtEl>
                                          <p:spTgt spid="5"/>
                                        </p:tgtEl>
                                      </p:cBhvr>
                                    </p:animEffect>
                                  </p:childTnLst>
                                </p:cTn>
                              </p:par>
                              <p:par>
                                <p:cTn id="46" presetID="53" presetClass="entr" presetSubtype="16" fill="hold" nodeType="withEffect">
                                  <p:stCondLst>
                                    <p:cond delay="0"/>
                                  </p:stCondLst>
                                  <p:childTnLst>
                                    <p:set>
                                      <p:cBhvr>
                                        <p:cTn id="47" dur="1" fill="hold">
                                          <p:stCondLst>
                                            <p:cond delay="0"/>
                                          </p:stCondLst>
                                        </p:cTn>
                                        <p:tgtEl>
                                          <p:spTgt spid="6"/>
                                        </p:tgtEl>
                                        <p:attrNameLst>
                                          <p:attrName>style.visibility</p:attrName>
                                        </p:attrNameLst>
                                      </p:cBhvr>
                                      <p:to>
                                        <p:strVal val="visible"/>
                                      </p:to>
                                    </p:set>
                                    <p:anim calcmode="lin" valueType="num">
                                      <p:cBhvr>
                                        <p:cTn id="48" dur="500" fill="hold"/>
                                        <p:tgtEl>
                                          <p:spTgt spid="6"/>
                                        </p:tgtEl>
                                        <p:attrNameLst>
                                          <p:attrName>ppt_w</p:attrName>
                                        </p:attrNameLst>
                                      </p:cBhvr>
                                      <p:tavLst>
                                        <p:tav tm="0">
                                          <p:val>
                                            <p:fltVal val="0"/>
                                          </p:val>
                                        </p:tav>
                                        <p:tav tm="100000">
                                          <p:val>
                                            <p:strVal val="#ppt_w"/>
                                          </p:val>
                                        </p:tav>
                                      </p:tavLst>
                                    </p:anim>
                                    <p:anim calcmode="lin" valueType="num">
                                      <p:cBhvr>
                                        <p:cTn id="49" dur="500" fill="hold"/>
                                        <p:tgtEl>
                                          <p:spTgt spid="6"/>
                                        </p:tgtEl>
                                        <p:attrNameLst>
                                          <p:attrName>ppt_h</p:attrName>
                                        </p:attrNameLst>
                                      </p:cBhvr>
                                      <p:tavLst>
                                        <p:tav tm="0">
                                          <p:val>
                                            <p:fltVal val="0"/>
                                          </p:val>
                                        </p:tav>
                                        <p:tav tm="100000">
                                          <p:val>
                                            <p:strVal val="#ppt_h"/>
                                          </p:val>
                                        </p:tav>
                                      </p:tavLst>
                                    </p:anim>
                                    <p:animEffect transition="in" filter="fade">
                                      <p:cBhvr>
                                        <p:cTn id="50" dur="500"/>
                                        <p:tgtEl>
                                          <p:spTgt spid="6"/>
                                        </p:tgtEl>
                                      </p:cBhvr>
                                    </p:animEffect>
                                  </p:childTnLst>
                                </p:cTn>
                              </p:par>
                              <p:par>
                                <p:cTn id="51" presetID="53" presetClass="entr" presetSubtype="16" fill="hold" nodeType="withEffect">
                                  <p:stCondLst>
                                    <p:cond delay="0"/>
                                  </p:stCondLst>
                                  <p:childTnLst>
                                    <p:set>
                                      <p:cBhvr>
                                        <p:cTn id="52" dur="1" fill="hold">
                                          <p:stCondLst>
                                            <p:cond delay="0"/>
                                          </p:stCondLst>
                                        </p:cTn>
                                        <p:tgtEl>
                                          <p:spTgt spid="7"/>
                                        </p:tgtEl>
                                        <p:attrNameLst>
                                          <p:attrName>style.visibility</p:attrName>
                                        </p:attrNameLst>
                                      </p:cBhvr>
                                      <p:to>
                                        <p:strVal val="visible"/>
                                      </p:to>
                                    </p:set>
                                    <p:anim calcmode="lin" valueType="num">
                                      <p:cBhvr>
                                        <p:cTn id="53" dur="500" fill="hold"/>
                                        <p:tgtEl>
                                          <p:spTgt spid="7"/>
                                        </p:tgtEl>
                                        <p:attrNameLst>
                                          <p:attrName>ppt_w</p:attrName>
                                        </p:attrNameLst>
                                      </p:cBhvr>
                                      <p:tavLst>
                                        <p:tav tm="0">
                                          <p:val>
                                            <p:fltVal val="0"/>
                                          </p:val>
                                        </p:tav>
                                        <p:tav tm="100000">
                                          <p:val>
                                            <p:strVal val="#ppt_w"/>
                                          </p:val>
                                        </p:tav>
                                      </p:tavLst>
                                    </p:anim>
                                    <p:anim calcmode="lin" valueType="num">
                                      <p:cBhvr>
                                        <p:cTn id="54" dur="500" fill="hold"/>
                                        <p:tgtEl>
                                          <p:spTgt spid="7"/>
                                        </p:tgtEl>
                                        <p:attrNameLst>
                                          <p:attrName>ppt_h</p:attrName>
                                        </p:attrNameLst>
                                      </p:cBhvr>
                                      <p:tavLst>
                                        <p:tav tm="0">
                                          <p:val>
                                            <p:fltVal val="0"/>
                                          </p:val>
                                        </p:tav>
                                        <p:tav tm="100000">
                                          <p:val>
                                            <p:strVal val="#ppt_h"/>
                                          </p:val>
                                        </p:tav>
                                      </p:tavLst>
                                    </p:anim>
                                    <p:animEffect transition="in" filter="fade">
                                      <p:cBhvr>
                                        <p:cTn id="55" dur="500"/>
                                        <p:tgtEl>
                                          <p:spTgt spid="7"/>
                                        </p:tgtEl>
                                      </p:cBhvr>
                                    </p:animEffect>
                                  </p:childTnLst>
                                </p:cTn>
                              </p:par>
                              <p:par>
                                <p:cTn id="56" presetID="53" presetClass="entr" presetSubtype="16" fill="hold" nodeType="withEffect">
                                  <p:stCondLst>
                                    <p:cond delay="0"/>
                                  </p:stCondLst>
                                  <p:childTnLst>
                                    <p:set>
                                      <p:cBhvr>
                                        <p:cTn id="57" dur="1" fill="hold">
                                          <p:stCondLst>
                                            <p:cond delay="0"/>
                                          </p:stCondLst>
                                        </p:cTn>
                                        <p:tgtEl>
                                          <p:spTgt spid="8"/>
                                        </p:tgtEl>
                                        <p:attrNameLst>
                                          <p:attrName>style.visibility</p:attrName>
                                        </p:attrNameLst>
                                      </p:cBhvr>
                                      <p:to>
                                        <p:strVal val="visible"/>
                                      </p:to>
                                    </p:set>
                                    <p:anim calcmode="lin" valueType="num">
                                      <p:cBhvr>
                                        <p:cTn id="58" dur="500" fill="hold"/>
                                        <p:tgtEl>
                                          <p:spTgt spid="8"/>
                                        </p:tgtEl>
                                        <p:attrNameLst>
                                          <p:attrName>ppt_w</p:attrName>
                                        </p:attrNameLst>
                                      </p:cBhvr>
                                      <p:tavLst>
                                        <p:tav tm="0">
                                          <p:val>
                                            <p:fltVal val="0"/>
                                          </p:val>
                                        </p:tav>
                                        <p:tav tm="100000">
                                          <p:val>
                                            <p:strVal val="#ppt_w"/>
                                          </p:val>
                                        </p:tav>
                                      </p:tavLst>
                                    </p:anim>
                                    <p:anim calcmode="lin" valueType="num">
                                      <p:cBhvr>
                                        <p:cTn id="59" dur="500" fill="hold"/>
                                        <p:tgtEl>
                                          <p:spTgt spid="8"/>
                                        </p:tgtEl>
                                        <p:attrNameLst>
                                          <p:attrName>ppt_h</p:attrName>
                                        </p:attrNameLst>
                                      </p:cBhvr>
                                      <p:tavLst>
                                        <p:tav tm="0">
                                          <p:val>
                                            <p:fltVal val="0"/>
                                          </p:val>
                                        </p:tav>
                                        <p:tav tm="100000">
                                          <p:val>
                                            <p:strVal val="#ppt_h"/>
                                          </p:val>
                                        </p:tav>
                                      </p:tavLst>
                                    </p:anim>
                                    <p:animEffect transition="in" filter="fade">
                                      <p:cBhvr>
                                        <p:cTn id="60" dur="500"/>
                                        <p:tgtEl>
                                          <p:spTgt spid="8"/>
                                        </p:tgtEl>
                                      </p:cBhvr>
                                    </p:animEffect>
                                  </p:childTnLst>
                                </p:cTn>
                              </p:par>
                              <p:par>
                                <p:cTn id="61" presetID="53" presetClass="entr" presetSubtype="16" fill="hold" nodeType="withEffect">
                                  <p:stCondLst>
                                    <p:cond delay="0"/>
                                  </p:stCondLst>
                                  <p:childTnLst>
                                    <p:set>
                                      <p:cBhvr>
                                        <p:cTn id="62" dur="1" fill="hold">
                                          <p:stCondLst>
                                            <p:cond delay="0"/>
                                          </p:stCondLst>
                                        </p:cTn>
                                        <p:tgtEl>
                                          <p:spTgt spid="9"/>
                                        </p:tgtEl>
                                        <p:attrNameLst>
                                          <p:attrName>style.visibility</p:attrName>
                                        </p:attrNameLst>
                                      </p:cBhvr>
                                      <p:to>
                                        <p:strVal val="visible"/>
                                      </p:to>
                                    </p:set>
                                    <p:anim calcmode="lin" valueType="num">
                                      <p:cBhvr>
                                        <p:cTn id="63" dur="500" fill="hold"/>
                                        <p:tgtEl>
                                          <p:spTgt spid="9"/>
                                        </p:tgtEl>
                                        <p:attrNameLst>
                                          <p:attrName>ppt_w</p:attrName>
                                        </p:attrNameLst>
                                      </p:cBhvr>
                                      <p:tavLst>
                                        <p:tav tm="0">
                                          <p:val>
                                            <p:fltVal val="0"/>
                                          </p:val>
                                        </p:tav>
                                        <p:tav tm="100000">
                                          <p:val>
                                            <p:strVal val="#ppt_w"/>
                                          </p:val>
                                        </p:tav>
                                      </p:tavLst>
                                    </p:anim>
                                    <p:anim calcmode="lin" valueType="num">
                                      <p:cBhvr>
                                        <p:cTn id="64" dur="500" fill="hold"/>
                                        <p:tgtEl>
                                          <p:spTgt spid="9"/>
                                        </p:tgtEl>
                                        <p:attrNameLst>
                                          <p:attrName>ppt_h</p:attrName>
                                        </p:attrNameLst>
                                      </p:cBhvr>
                                      <p:tavLst>
                                        <p:tav tm="0">
                                          <p:val>
                                            <p:fltVal val="0"/>
                                          </p:val>
                                        </p:tav>
                                        <p:tav tm="100000">
                                          <p:val>
                                            <p:strVal val="#ppt_h"/>
                                          </p:val>
                                        </p:tav>
                                      </p:tavLst>
                                    </p:anim>
                                    <p:animEffect transition="in" filter="fade">
                                      <p:cBhvr>
                                        <p:cTn id="65" dur="500"/>
                                        <p:tgtEl>
                                          <p:spTgt spid="9"/>
                                        </p:tgtEl>
                                      </p:cBhvr>
                                    </p:animEffect>
                                  </p:childTnLst>
                                </p:cTn>
                              </p:par>
                              <p:par>
                                <p:cTn id="66" presetID="53" presetClass="entr" presetSubtype="16" fill="hold" nodeType="withEffect">
                                  <p:stCondLst>
                                    <p:cond delay="0"/>
                                  </p:stCondLst>
                                  <p:childTnLst>
                                    <p:set>
                                      <p:cBhvr>
                                        <p:cTn id="67" dur="1" fill="hold">
                                          <p:stCondLst>
                                            <p:cond delay="0"/>
                                          </p:stCondLst>
                                        </p:cTn>
                                        <p:tgtEl>
                                          <p:spTgt spid="10"/>
                                        </p:tgtEl>
                                        <p:attrNameLst>
                                          <p:attrName>style.visibility</p:attrName>
                                        </p:attrNameLst>
                                      </p:cBhvr>
                                      <p:to>
                                        <p:strVal val="visible"/>
                                      </p:to>
                                    </p:set>
                                    <p:anim calcmode="lin" valueType="num">
                                      <p:cBhvr>
                                        <p:cTn id="68" dur="500" fill="hold"/>
                                        <p:tgtEl>
                                          <p:spTgt spid="10"/>
                                        </p:tgtEl>
                                        <p:attrNameLst>
                                          <p:attrName>ppt_w</p:attrName>
                                        </p:attrNameLst>
                                      </p:cBhvr>
                                      <p:tavLst>
                                        <p:tav tm="0">
                                          <p:val>
                                            <p:fltVal val="0"/>
                                          </p:val>
                                        </p:tav>
                                        <p:tav tm="100000">
                                          <p:val>
                                            <p:strVal val="#ppt_w"/>
                                          </p:val>
                                        </p:tav>
                                      </p:tavLst>
                                    </p:anim>
                                    <p:anim calcmode="lin" valueType="num">
                                      <p:cBhvr>
                                        <p:cTn id="69" dur="500" fill="hold"/>
                                        <p:tgtEl>
                                          <p:spTgt spid="10"/>
                                        </p:tgtEl>
                                        <p:attrNameLst>
                                          <p:attrName>ppt_h</p:attrName>
                                        </p:attrNameLst>
                                      </p:cBhvr>
                                      <p:tavLst>
                                        <p:tav tm="0">
                                          <p:val>
                                            <p:fltVal val="0"/>
                                          </p:val>
                                        </p:tav>
                                        <p:tav tm="100000">
                                          <p:val>
                                            <p:strVal val="#ppt_h"/>
                                          </p:val>
                                        </p:tav>
                                      </p:tavLst>
                                    </p:anim>
                                    <p:animEffect transition="in" filter="fade">
                                      <p:cBhvr>
                                        <p:cTn id="70" dur="500"/>
                                        <p:tgtEl>
                                          <p:spTgt spid="10"/>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xit" presetSubtype="4" fill="hold" nodeType="clickEffect">
                                  <p:stCondLst>
                                    <p:cond delay="0"/>
                                  </p:stCondLst>
                                  <p:childTnLst>
                                    <p:animEffect transition="out" filter="wipe(down)">
                                      <p:cBhvr>
                                        <p:cTn id="74" dur="500"/>
                                        <p:tgtEl>
                                          <p:spTgt spid="4"/>
                                        </p:tgtEl>
                                      </p:cBhvr>
                                    </p:animEffect>
                                    <p:set>
                                      <p:cBhvr>
                                        <p:cTn id="75" dur="1" fill="hold">
                                          <p:stCondLst>
                                            <p:cond delay="499"/>
                                          </p:stCondLst>
                                        </p:cTn>
                                        <p:tgtEl>
                                          <p:spTgt spid="4"/>
                                        </p:tgtEl>
                                        <p:attrNameLst>
                                          <p:attrName>style.visibility</p:attrName>
                                        </p:attrNameLst>
                                      </p:cBhvr>
                                      <p:to>
                                        <p:strVal val="hidden"/>
                                      </p:to>
                                    </p:set>
                                  </p:childTnLst>
                                </p:cTn>
                              </p:par>
                              <p:par>
                                <p:cTn id="76" presetID="22" presetClass="exit" presetSubtype="4" fill="hold" nodeType="withEffect">
                                  <p:stCondLst>
                                    <p:cond delay="0"/>
                                  </p:stCondLst>
                                  <p:childTnLst>
                                    <p:animEffect transition="out" filter="wipe(down)">
                                      <p:cBhvr>
                                        <p:cTn id="77" dur="500"/>
                                        <p:tgtEl>
                                          <p:spTgt spid="6"/>
                                        </p:tgtEl>
                                      </p:cBhvr>
                                    </p:animEffect>
                                    <p:set>
                                      <p:cBhvr>
                                        <p:cTn id="78" dur="1" fill="hold">
                                          <p:stCondLst>
                                            <p:cond delay="499"/>
                                          </p:stCondLst>
                                        </p:cTn>
                                        <p:tgtEl>
                                          <p:spTgt spid="6"/>
                                        </p:tgtEl>
                                        <p:attrNameLst>
                                          <p:attrName>style.visibility</p:attrName>
                                        </p:attrNameLst>
                                      </p:cBhvr>
                                      <p:to>
                                        <p:strVal val="hidden"/>
                                      </p:to>
                                    </p:set>
                                  </p:childTnLst>
                                </p:cTn>
                              </p:par>
                              <p:par>
                                <p:cTn id="79" presetID="22" presetClass="exit" presetSubtype="4" fill="hold" nodeType="withEffect">
                                  <p:stCondLst>
                                    <p:cond delay="0"/>
                                  </p:stCondLst>
                                  <p:childTnLst>
                                    <p:animEffect transition="out" filter="wipe(down)">
                                      <p:cBhvr>
                                        <p:cTn id="80" dur="500"/>
                                        <p:tgtEl>
                                          <p:spTgt spid="7"/>
                                        </p:tgtEl>
                                      </p:cBhvr>
                                    </p:animEffect>
                                    <p:set>
                                      <p:cBhvr>
                                        <p:cTn id="81" dur="1" fill="hold">
                                          <p:stCondLst>
                                            <p:cond delay="499"/>
                                          </p:stCondLst>
                                        </p:cTn>
                                        <p:tgtEl>
                                          <p:spTgt spid="7"/>
                                        </p:tgtEl>
                                        <p:attrNameLst>
                                          <p:attrName>style.visibility</p:attrName>
                                        </p:attrNameLst>
                                      </p:cBhvr>
                                      <p:to>
                                        <p:strVal val="hidden"/>
                                      </p:to>
                                    </p:set>
                                  </p:childTnLst>
                                </p:cTn>
                              </p:par>
                              <p:par>
                                <p:cTn id="82" presetID="22" presetClass="exit" presetSubtype="4" fill="hold" nodeType="withEffect">
                                  <p:stCondLst>
                                    <p:cond delay="0"/>
                                  </p:stCondLst>
                                  <p:childTnLst>
                                    <p:animEffect transition="out" filter="wipe(down)">
                                      <p:cBhvr>
                                        <p:cTn id="83" dur="500"/>
                                        <p:tgtEl>
                                          <p:spTgt spid="8"/>
                                        </p:tgtEl>
                                      </p:cBhvr>
                                    </p:animEffect>
                                    <p:set>
                                      <p:cBhvr>
                                        <p:cTn id="84" dur="1" fill="hold">
                                          <p:stCondLst>
                                            <p:cond delay="499"/>
                                          </p:stCondLst>
                                        </p:cTn>
                                        <p:tgtEl>
                                          <p:spTgt spid="8"/>
                                        </p:tgtEl>
                                        <p:attrNameLst>
                                          <p:attrName>style.visibility</p:attrName>
                                        </p:attrNameLst>
                                      </p:cBhvr>
                                      <p:to>
                                        <p:strVal val="hidden"/>
                                      </p:to>
                                    </p:set>
                                  </p:childTnLst>
                                </p:cTn>
                              </p:par>
                              <p:par>
                                <p:cTn id="85" presetID="22" presetClass="exit" presetSubtype="4" fill="hold" nodeType="withEffect">
                                  <p:stCondLst>
                                    <p:cond delay="0"/>
                                  </p:stCondLst>
                                  <p:childTnLst>
                                    <p:animEffect transition="out" filter="wipe(down)">
                                      <p:cBhvr>
                                        <p:cTn id="86" dur="500"/>
                                        <p:tgtEl>
                                          <p:spTgt spid="9"/>
                                        </p:tgtEl>
                                      </p:cBhvr>
                                    </p:animEffect>
                                    <p:set>
                                      <p:cBhvr>
                                        <p:cTn id="87" dur="1" fill="hold">
                                          <p:stCondLst>
                                            <p:cond delay="499"/>
                                          </p:stCondLst>
                                        </p:cTn>
                                        <p:tgtEl>
                                          <p:spTgt spid="9"/>
                                        </p:tgtEl>
                                        <p:attrNameLst>
                                          <p:attrName>style.visibility</p:attrName>
                                        </p:attrNameLst>
                                      </p:cBhvr>
                                      <p:to>
                                        <p:strVal val="hidden"/>
                                      </p:to>
                                    </p:set>
                                  </p:childTnLst>
                                </p:cTn>
                              </p:par>
                              <p:par>
                                <p:cTn id="88" presetID="22" presetClass="exit" presetSubtype="4" fill="hold" nodeType="withEffect">
                                  <p:stCondLst>
                                    <p:cond delay="0"/>
                                  </p:stCondLst>
                                  <p:childTnLst>
                                    <p:animEffect transition="out" filter="wipe(down)">
                                      <p:cBhvr>
                                        <p:cTn id="89" dur="500"/>
                                        <p:tgtEl>
                                          <p:spTgt spid="10"/>
                                        </p:tgtEl>
                                      </p:cBhvr>
                                    </p:animEffect>
                                    <p:set>
                                      <p:cBhvr>
                                        <p:cTn id="90" dur="1" fill="hold">
                                          <p:stCondLst>
                                            <p:cond delay="499"/>
                                          </p:stCondLst>
                                        </p:cTn>
                                        <p:tgtEl>
                                          <p:spTgt spid="10"/>
                                        </p:tgtEl>
                                        <p:attrNameLst>
                                          <p:attrName>style.visibility</p:attrName>
                                        </p:attrNameLst>
                                      </p:cBhvr>
                                      <p:to>
                                        <p:strVal val="hidden"/>
                                      </p:to>
                                    </p:set>
                                  </p:childTnLst>
                                </p:cTn>
                              </p:par>
                              <p:par>
                                <p:cTn id="91" presetID="22" presetClass="exit" presetSubtype="4" fill="hold" nodeType="withEffect">
                                  <p:stCondLst>
                                    <p:cond delay="0"/>
                                  </p:stCondLst>
                                  <p:childTnLst>
                                    <p:animEffect transition="out" filter="wipe(down)">
                                      <p:cBhvr>
                                        <p:cTn id="92" dur="500"/>
                                        <p:tgtEl>
                                          <p:spTgt spid="5"/>
                                        </p:tgtEl>
                                      </p:cBhvr>
                                    </p:animEffect>
                                    <p:set>
                                      <p:cBhvr>
                                        <p:cTn id="93" dur="1" fill="hold">
                                          <p:stCondLst>
                                            <p:cond delay="499"/>
                                          </p:stCondLst>
                                        </p:cTn>
                                        <p:tgtEl>
                                          <p:spTgt spid="5"/>
                                        </p:tgtEl>
                                        <p:attrNameLst>
                                          <p:attrName>style.visibility</p:attrName>
                                        </p:attrNameLst>
                                      </p:cBhvr>
                                      <p:to>
                                        <p:strVal val="hidden"/>
                                      </p:to>
                                    </p:set>
                                  </p:childTnLst>
                                </p:cTn>
                              </p:par>
                              <p:par>
                                <p:cTn id="94" presetID="22" presetClass="exit" presetSubtype="4" fill="hold" nodeType="withEffect">
                                  <p:stCondLst>
                                    <p:cond delay="0"/>
                                  </p:stCondLst>
                                  <p:childTnLst>
                                    <p:animEffect transition="out" filter="wipe(down)">
                                      <p:cBhvr>
                                        <p:cTn id="95" dur="500"/>
                                        <p:tgtEl>
                                          <p:spTgt spid="2"/>
                                        </p:tgtEl>
                                      </p:cBhvr>
                                    </p:animEffect>
                                    <p:set>
                                      <p:cBhvr>
                                        <p:cTn id="96" dur="1" fill="hold">
                                          <p:stCondLst>
                                            <p:cond delay="499"/>
                                          </p:stCondLst>
                                        </p:cTn>
                                        <p:tgtEl>
                                          <p:spTgt spid="2"/>
                                        </p:tgtEl>
                                        <p:attrNameLst>
                                          <p:attrName>style.visibility</p:attrName>
                                        </p:attrNameLst>
                                      </p:cBhvr>
                                      <p:to>
                                        <p:strVal val="hidden"/>
                                      </p:to>
                                    </p:set>
                                  </p:childTnLst>
                                </p:cTn>
                              </p:par>
                            </p:childTnLst>
                          </p:cTn>
                        </p:par>
                        <p:par>
                          <p:cTn id="97" fill="hold">
                            <p:stCondLst>
                              <p:cond delay="500"/>
                            </p:stCondLst>
                            <p:childTnLst>
                              <p:par>
                                <p:cTn id="98" presetID="26" presetClass="emph" presetSubtype="0" fill="hold" grpId="0" nodeType="afterEffect">
                                  <p:stCondLst>
                                    <p:cond delay="0"/>
                                  </p:stCondLst>
                                  <p:childTnLst>
                                    <p:animEffect transition="out" filter="fade">
                                      <p:cBhvr>
                                        <p:cTn id="99" dur="500" tmFilter="0, 0; .2, .5; .8, .5; 1, 0"/>
                                        <p:tgtEl>
                                          <p:spTgt spid="96259"/>
                                        </p:tgtEl>
                                      </p:cBhvr>
                                    </p:animEffect>
                                    <p:animScale>
                                      <p:cBhvr>
                                        <p:cTn id="100" dur="250" autoRev="1" fill="hold"/>
                                        <p:tgtEl>
                                          <p:spTgt spid="96259"/>
                                        </p:tgtEl>
                                      </p:cBhvr>
                                      <p:by x="105000" y="105000"/>
                                    </p:animScale>
                                  </p:childTnLst>
                                </p:cTn>
                              </p:par>
                            </p:childTnLst>
                          </p:cTn>
                        </p:par>
                      </p:childTnLst>
                    </p:cTn>
                  </p:par>
                  <p:par>
                    <p:cTn id="101" fill="hold">
                      <p:stCondLst>
                        <p:cond delay="indefinite"/>
                      </p:stCondLst>
                      <p:childTnLst>
                        <p:par>
                          <p:cTn id="102" fill="hold">
                            <p:stCondLst>
                              <p:cond delay="0"/>
                            </p:stCondLst>
                            <p:childTnLst>
                              <p:par>
                                <p:cTn id="103" presetID="53" presetClass="entr" presetSubtype="16" fill="hold" nodeType="clickEffect">
                                  <p:stCondLst>
                                    <p:cond delay="0"/>
                                  </p:stCondLst>
                                  <p:childTnLst>
                                    <p:set>
                                      <p:cBhvr>
                                        <p:cTn id="104" dur="1" fill="hold">
                                          <p:stCondLst>
                                            <p:cond delay="0"/>
                                          </p:stCondLst>
                                        </p:cTn>
                                        <p:tgtEl>
                                          <p:spTgt spid="12"/>
                                        </p:tgtEl>
                                        <p:attrNameLst>
                                          <p:attrName>style.visibility</p:attrName>
                                        </p:attrNameLst>
                                      </p:cBhvr>
                                      <p:to>
                                        <p:strVal val="visible"/>
                                      </p:to>
                                    </p:set>
                                    <p:anim calcmode="lin" valueType="num">
                                      <p:cBhvr>
                                        <p:cTn id="105" dur="500" fill="hold"/>
                                        <p:tgtEl>
                                          <p:spTgt spid="12"/>
                                        </p:tgtEl>
                                        <p:attrNameLst>
                                          <p:attrName>ppt_w</p:attrName>
                                        </p:attrNameLst>
                                      </p:cBhvr>
                                      <p:tavLst>
                                        <p:tav tm="0">
                                          <p:val>
                                            <p:fltVal val="0"/>
                                          </p:val>
                                        </p:tav>
                                        <p:tav tm="100000">
                                          <p:val>
                                            <p:strVal val="#ppt_w"/>
                                          </p:val>
                                        </p:tav>
                                      </p:tavLst>
                                    </p:anim>
                                    <p:anim calcmode="lin" valueType="num">
                                      <p:cBhvr>
                                        <p:cTn id="106" dur="500" fill="hold"/>
                                        <p:tgtEl>
                                          <p:spTgt spid="12"/>
                                        </p:tgtEl>
                                        <p:attrNameLst>
                                          <p:attrName>ppt_h</p:attrName>
                                        </p:attrNameLst>
                                      </p:cBhvr>
                                      <p:tavLst>
                                        <p:tav tm="0">
                                          <p:val>
                                            <p:fltVal val="0"/>
                                          </p:val>
                                        </p:tav>
                                        <p:tav tm="100000">
                                          <p:val>
                                            <p:strVal val="#ppt_h"/>
                                          </p:val>
                                        </p:tav>
                                      </p:tavLst>
                                    </p:anim>
                                    <p:animEffect transition="in" filter="fade">
                                      <p:cBhvr>
                                        <p:cTn id="107" dur="500"/>
                                        <p:tgtEl>
                                          <p:spTgt spid="12"/>
                                        </p:tgtEl>
                                      </p:cBhvr>
                                    </p:animEffect>
                                  </p:childTnLst>
                                </p:cTn>
                              </p:par>
                              <p:par>
                                <p:cTn id="108" presetID="22" presetClass="entr" presetSubtype="4" fill="hold" grpId="0" nodeType="withEffect">
                                  <p:stCondLst>
                                    <p:cond delay="0"/>
                                  </p:stCondLst>
                                  <p:childTnLst>
                                    <p:set>
                                      <p:cBhvr>
                                        <p:cTn id="109" dur="1" fill="hold">
                                          <p:stCondLst>
                                            <p:cond delay="0"/>
                                          </p:stCondLst>
                                        </p:cTn>
                                        <p:tgtEl>
                                          <p:spTgt spid="108"/>
                                        </p:tgtEl>
                                        <p:attrNameLst>
                                          <p:attrName>style.visibility</p:attrName>
                                        </p:attrNameLst>
                                      </p:cBhvr>
                                      <p:to>
                                        <p:strVal val="visible"/>
                                      </p:to>
                                    </p:set>
                                    <p:animEffect transition="in" filter="wipe(down)">
                                      <p:cBhvr>
                                        <p:cTn id="110" dur="500"/>
                                        <p:tgtEl>
                                          <p:spTgt spid="108"/>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53" presetClass="entr" presetSubtype="16" fill="hold" nodeType="clickEffect">
                                  <p:stCondLst>
                                    <p:cond delay="0"/>
                                  </p:stCondLst>
                                  <p:childTnLst>
                                    <p:set>
                                      <p:cBhvr>
                                        <p:cTn id="114" dur="1" fill="hold">
                                          <p:stCondLst>
                                            <p:cond delay="0"/>
                                          </p:stCondLst>
                                        </p:cTn>
                                        <p:tgtEl>
                                          <p:spTgt spid="14"/>
                                        </p:tgtEl>
                                        <p:attrNameLst>
                                          <p:attrName>style.visibility</p:attrName>
                                        </p:attrNameLst>
                                      </p:cBhvr>
                                      <p:to>
                                        <p:strVal val="visible"/>
                                      </p:to>
                                    </p:set>
                                    <p:anim calcmode="lin" valueType="num">
                                      <p:cBhvr>
                                        <p:cTn id="115" dur="500" fill="hold"/>
                                        <p:tgtEl>
                                          <p:spTgt spid="14"/>
                                        </p:tgtEl>
                                        <p:attrNameLst>
                                          <p:attrName>ppt_w</p:attrName>
                                        </p:attrNameLst>
                                      </p:cBhvr>
                                      <p:tavLst>
                                        <p:tav tm="0">
                                          <p:val>
                                            <p:fltVal val="0"/>
                                          </p:val>
                                        </p:tav>
                                        <p:tav tm="100000">
                                          <p:val>
                                            <p:strVal val="#ppt_w"/>
                                          </p:val>
                                        </p:tav>
                                      </p:tavLst>
                                    </p:anim>
                                    <p:anim calcmode="lin" valueType="num">
                                      <p:cBhvr>
                                        <p:cTn id="116" dur="500" fill="hold"/>
                                        <p:tgtEl>
                                          <p:spTgt spid="14"/>
                                        </p:tgtEl>
                                        <p:attrNameLst>
                                          <p:attrName>ppt_h</p:attrName>
                                        </p:attrNameLst>
                                      </p:cBhvr>
                                      <p:tavLst>
                                        <p:tav tm="0">
                                          <p:val>
                                            <p:fltVal val="0"/>
                                          </p:val>
                                        </p:tav>
                                        <p:tav tm="100000">
                                          <p:val>
                                            <p:strVal val="#ppt_h"/>
                                          </p:val>
                                        </p:tav>
                                      </p:tavLst>
                                    </p:anim>
                                    <p:animEffect transition="in" filter="fade">
                                      <p:cBhvr>
                                        <p:cTn id="117" dur="500"/>
                                        <p:tgtEl>
                                          <p:spTgt spid="14"/>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26" presetClass="emph" presetSubtype="0" fill="hold" grpId="0" nodeType="clickEffect">
                                  <p:stCondLst>
                                    <p:cond delay="0"/>
                                  </p:stCondLst>
                                  <p:childTnLst>
                                    <p:animEffect transition="out" filter="fade">
                                      <p:cBhvr>
                                        <p:cTn id="121" dur="500" tmFilter="0, 0; .2, .5; .8, .5; 1, 0"/>
                                        <p:tgtEl>
                                          <p:spTgt spid="96270"/>
                                        </p:tgtEl>
                                      </p:cBhvr>
                                    </p:animEffect>
                                    <p:animScale>
                                      <p:cBhvr>
                                        <p:cTn id="122" dur="250" autoRev="1" fill="hold"/>
                                        <p:tgtEl>
                                          <p:spTgt spid="96270"/>
                                        </p:tgtEl>
                                      </p:cBhvr>
                                      <p:by x="105000" y="105000"/>
                                    </p:animScale>
                                  </p:childTnLst>
                                </p:cTn>
                              </p:par>
                            </p:childTnLst>
                          </p:cTn>
                        </p:par>
                      </p:childTnLst>
                    </p:cTn>
                  </p:par>
                  <p:par>
                    <p:cTn id="123" fill="hold">
                      <p:stCondLst>
                        <p:cond delay="indefinite"/>
                      </p:stCondLst>
                      <p:childTnLst>
                        <p:par>
                          <p:cTn id="124" fill="hold">
                            <p:stCondLst>
                              <p:cond delay="0"/>
                            </p:stCondLst>
                            <p:childTnLst>
                              <p:par>
                                <p:cTn id="125" presetID="53" presetClass="entr" presetSubtype="16" fill="hold" nodeType="clickEffect">
                                  <p:stCondLst>
                                    <p:cond delay="0"/>
                                  </p:stCondLst>
                                  <p:childTnLst>
                                    <p:set>
                                      <p:cBhvr>
                                        <p:cTn id="126" dur="1" fill="hold">
                                          <p:stCondLst>
                                            <p:cond delay="0"/>
                                          </p:stCondLst>
                                        </p:cTn>
                                        <p:tgtEl>
                                          <p:spTgt spid="13"/>
                                        </p:tgtEl>
                                        <p:attrNameLst>
                                          <p:attrName>style.visibility</p:attrName>
                                        </p:attrNameLst>
                                      </p:cBhvr>
                                      <p:to>
                                        <p:strVal val="visible"/>
                                      </p:to>
                                    </p:set>
                                    <p:anim calcmode="lin" valueType="num">
                                      <p:cBhvr>
                                        <p:cTn id="127" dur="500" fill="hold"/>
                                        <p:tgtEl>
                                          <p:spTgt spid="13"/>
                                        </p:tgtEl>
                                        <p:attrNameLst>
                                          <p:attrName>ppt_w</p:attrName>
                                        </p:attrNameLst>
                                      </p:cBhvr>
                                      <p:tavLst>
                                        <p:tav tm="0">
                                          <p:val>
                                            <p:fltVal val="0"/>
                                          </p:val>
                                        </p:tav>
                                        <p:tav tm="100000">
                                          <p:val>
                                            <p:strVal val="#ppt_w"/>
                                          </p:val>
                                        </p:tav>
                                      </p:tavLst>
                                    </p:anim>
                                    <p:anim calcmode="lin" valueType="num">
                                      <p:cBhvr>
                                        <p:cTn id="128" dur="500" fill="hold"/>
                                        <p:tgtEl>
                                          <p:spTgt spid="13"/>
                                        </p:tgtEl>
                                        <p:attrNameLst>
                                          <p:attrName>ppt_h</p:attrName>
                                        </p:attrNameLst>
                                      </p:cBhvr>
                                      <p:tavLst>
                                        <p:tav tm="0">
                                          <p:val>
                                            <p:fltVal val="0"/>
                                          </p:val>
                                        </p:tav>
                                        <p:tav tm="100000">
                                          <p:val>
                                            <p:strVal val="#ppt_h"/>
                                          </p:val>
                                        </p:tav>
                                      </p:tavLst>
                                    </p:anim>
                                    <p:animEffect transition="in" filter="fade">
                                      <p:cBhvr>
                                        <p:cTn id="129" dur="500"/>
                                        <p:tgtEl>
                                          <p:spTgt spid="13"/>
                                        </p:tgtEl>
                                      </p:cBhvr>
                                    </p:animEffect>
                                  </p:childTnLst>
                                </p:cTn>
                              </p:par>
                            </p:childTnLst>
                          </p:cTn>
                        </p:par>
                      </p:childTnLst>
                    </p:cTn>
                  </p:par>
                  <p:par>
                    <p:cTn id="130" fill="hold" nodeType="clickPar">
                      <p:stCondLst>
                        <p:cond delay="indefinite"/>
                      </p:stCondLst>
                      <p:childTnLst>
                        <p:par>
                          <p:cTn id="131" fill="hold" nodeType="withGroup">
                            <p:stCondLst>
                              <p:cond delay="0"/>
                            </p:stCondLst>
                            <p:childTnLst>
                              <p:par>
                                <p:cTn id="132" presetID="53" presetClass="entr" presetSubtype="16" fill="hold" nodeType="clickEffect">
                                  <p:stCondLst>
                                    <p:cond delay="0"/>
                                  </p:stCondLst>
                                  <p:childTnLst>
                                    <p:set>
                                      <p:cBhvr>
                                        <p:cTn id="133" dur="1" fill="hold">
                                          <p:stCondLst>
                                            <p:cond delay="0"/>
                                          </p:stCondLst>
                                        </p:cTn>
                                        <p:tgtEl>
                                          <p:spTgt spid="15"/>
                                        </p:tgtEl>
                                        <p:attrNameLst>
                                          <p:attrName>style.visibility</p:attrName>
                                        </p:attrNameLst>
                                      </p:cBhvr>
                                      <p:to>
                                        <p:strVal val="visible"/>
                                      </p:to>
                                    </p:set>
                                    <p:anim calcmode="lin" valueType="num">
                                      <p:cBhvr>
                                        <p:cTn id="134" dur="500" fill="hold"/>
                                        <p:tgtEl>
                                          <p:spTgt spid="15"/>
                                        </p:tgtEl>
                                        <p:attrNameLst>
                                          <p:attrName>ppt_w</p:attrName>
                                        </p:attrNameLst>
                                      </p:cBhvr>
                                      <p:tavLst>
                                        <p:tav tm="0">
                                          <p:val>
                                            <p:fltVal val="0"/>
                                          </p:val>
                                        </p:tav>
                                        <p:tav tm="100000">
                                          <p:val>
                                            <p:strVal val="#ppt_w"/>
                                          </p:val>
                                        </p:tav>
                                      </p:tavLst>
                                    </p:anim>
                                    <p:anim calcmode="lin" valueType="num">
                                      <p:cBhvr>
                                        <p:cTn id="135" dur="500" fill="hold"/>
                                        <p:tgtEl>
                                          <p:spTgt spid="15"/>
                                        </p:tgtEl>
                                        <p:attrNameLst>
                                          <p:attrName>ppt_h</p:attrName>
                                        </p:attrNameLst>
                                      </p:cBhvr>
                                      <p:tavLst>
                                        <p:tav tm="0">
                                          <p:val>
                                            <p:fltVal val="0"/>
                                          </p:val>
                                        </p:tav>
                                        <p:tav tm="100000">
                                          <p:val>
                                            <p:strVal val="#ppt_h"/>
                                          </p:val>
                                        </p:tav>
                                      </p:tavLst>
                                    </p:anim>
                                    <p:animEffect transition="in" filter="fade">
                                      <p:cBhvr>
                                        <p:cTn id="136" dur="500"/>
                                        <p:tgtEl>
                                          <p:spTgt spid="15"/>
                                        </p:tgtEl>
                                      </p:cBhvr>
                                    </p:animEffect>
                                  </p:childTnLst>
                                </p:cTn>
                              </p:par>
                              <p:par>
                                <p:cTn id="137" presetID="22" presetClass="entr" presetSubtype="4" fill="hold" grpId="0" nodeType="withEffect">
                                  <p:stCondLst>
                                    <p:cond delay="0"/>
                                  </p:stCondLst>
                                  <p:childTnLst>
                                    <p:set>
                                      <p:cBhvr>
                                        <p:cTn id="138" dur="1" fill="hold">
                                          <p:stCondLst>
                                            <p:cond delay="0"/>
                                          </p:stCondLst>
                                        </p:cTn>
                                        <p:tgtEl>
                                          <p:spTgt spid="109"/>
                                        </p:tgtEl>
                                        <p:attrNameLst>
                                          <p:attrName>style.visibility</p:attrName>
                                        </p:attrNameLst>
                                      </p:cBhvr>
                                      <p:to>
                                        <p:strVal val="visible"/>
                                      </p:to>
                                    </p:set>
                                    <p:animEffect transition="in" filter="wipe(down)">
                                      <p:cBhvr>
                                        <p:cTn id="139" dur="500"/>
                                        <p:tgtEl>
                                          <p:spTgt spid="109"/>
                                        </p:tgtEl>
                                      </p:cBhvr>
                                    </p:animEffect>
                                  </p:childTnLst>
                                </p:cTn>
                              </p:par>
                            </p:childTnLst>
                          </p:cTn>
                        </p:par>
                      </p:childTnLst>
                    </p:cTn>
                  </p:par>
                  <p:par>
                    <p:cTn id="140" fill="hold">
                      <p:stCondLst>
                        <p:cond delay="indefinite"/>
                      </p:stCondLst>
                      <p:childTnLst>
                        <p:par>
                          <p:cTn id="141" fill="hold">
                            <p:stCondLst>
                              <p:cond delay="0"/>
                            </p:stCondLst>
                            <p:childTnLst>
                              <p:par>
                                <p:cTn id="142" presetID="26" presetClass="emph" presetSubtype="0" fill="hold" grpId="0" nodeType="clickEffect">
                                  <p:stCondLst>
                                    <p:cond delay="0"/>
                                  </p:stCondLst>
                                  <p:childTnLst>
                                    <p:animEffect transition="out" filter="fade">
                                      <p:cBhvr>
                                        <p:cTn id="143" dur="500" tmFilter="0, 0; .2, .5; .8, .5; 1, 0"/>
                                        <p:tgtEl>
                                          <p:spTgt spid="96273"/>
                                        </p:tgtEl>
                                      </p:cBhvr>
                                    </p:animEffect>
                                    <p:animScale>
                                      <p:cBhvr>
                                        <p:cTn id="144" dur="250" autoRev="1" fill="hold"/>
                                        <p:tgtEl>
                                          <p:spTgt spid="96273"/>
                                        </p:tgtEl>
                                      </p:cBhvr>
                                      <p:by x="105000" y="105000"/>
                                    </p:animScale>
                                  </p:childTnLst>
                                </p:cTn>
                              </p:par>
                              <p:par>
                                <p:cTn id="145" presetID="26" presetClass="emph" presetSubtype="0" fill="hold" grpId="0" nodeType="withEffect">
                                  <p:stCondLst>
                                    <p:cond delay="0"/>
                                  </p:stCondLst>
                                  <p:childTnLst>
                                    <p:animEffect transition="out" filter="fade">
                                      <p:cBhvr>
                                        <p:cTn id="146" dur="500" tmFilter="0, 0; .2, .5; .8, .5; 1, 0"/>
                                        <p:tgtEl>
                                          <p:spTgt spid="96276"/>
                                        </p:tgtEl>
                                      </p:cBhvr>
                                    </p:animEffect>
                                    <p:animScale>
                                      <p:cBhvr>
                                        <p:cTn id="147" dur="250" autoRev="1" fill="hold"/>
                                        <p:tgtEl>
                                          <p:spTgt spid="96276"/>
                                        </p:tgtEl>
                                      </p:cBhvr>
                                      <p:by x="105000" y="105000"/>
                                    </p:animScale>
                                  </p:childTnLst>
                                </p:cTn>
                              </p:par>
                              <p:par>
                                <p:cTn id="148" presetID="26" presetClass="emph" presetSubtype="0" fill="hold" grpId="0" nodeType="withEffect">
                                  <p:stCondLst>
                                    <p:cond delay="0"/>
                                  </p:stCondLst>
                                  <p:childTnLst>
                                    <p:animEffect transition="out" filter="fade">
                                      <p:cBhvr>
                                        <p:cTn id="149" dur="500" tmFilter="0, 0; .2, .5; .8, .5; 1, 0"/>
                                        <p:tgtEl>
                                          <p:spTgt spid="96279"/>
                                        </p:tgtEl>
                                      </p:cBhvr>
                                    </p:animEffect>
                                    <p:animScale>
                                      <p:cBhvr>
                                        <p:cTn id="150" dur="250" autoRev="1" fill="hold"/>
                                        <p:tgtEl>
                                          <p:spTgt spid="96279"/>
                                        </p:tgtEl>
                                      </p:cBhvr>
                                      <p:by x="105000" y="105000"/>
                                    </p:animScale>
                                  </p:childTnLst>
                                </p:cTn>
                              </p:par>
                              <p:par>
                                <p:cTn id="151" presetID="26" presetClass="emph" presetSubtype="0" fill="hold" grpId="0" nodeType="withEffect">
                                  <p:stCondLst>
                                    <p:cond delay="0"/>
                                  </p:stCondLst>
                                  <p:childTnLst>
                                    <p:animEffect transition="out" filter="fade">
                                      <p:cBhvr>
                                        <p:cTn id="152" dur="500" tmFilter="0, 0; .2, .5; .8, .5; 1, 0"/>
                                        <p:tgtEl>
                                          <p:spTgt spid="96264"/>
                                        </p:tgtEl>
                                      </p:cBhvr>
                                    </p:animEffect>
                                    <p:animScale>
                                      <p:cBhvr>
                                        <p:cTn id="153" dur="250" autoRev="1" fill="hold"/>
                                        <p:tgtEl>
                                          <p:spTgt spid="9626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8" grpId="0" animBg="1"/>
      <p:bldP spid="96259" grpId="0" animBg="1"/>
      <p:bldP spid="96261" grpId="0" animBg="1"/>
      <p:bldP spid="96264" grpId="0" animBg="1"/>
      <p:bldP spid="96267" grpId="0" animBg="1"/>
      <p:bldP spid="96268" grpId="0" animBg="1"/>
      <p:bldP spid="96270" grpId="0" animBg="1"/>
      <p:bldP spid="96273" grpId="0" animBg="1"/>
      <p:bldP spid="96276" grpId="0" animBg="1"/>
      <p:bldP spid="96279" grpId="0" animBg="1"/>
      <p:bldP spid="17" grpId="0"/>
      <p:bldP spid="107" grpId="0"/>
      <p:bldP spid="108" grpId="0"/>
      <p:bldP spid="109"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a:xfrm>
            <a:off x="755650" y="268288"/>
            <a:ext cx="8388350"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rPr>
              <a:t>带有错误处理子程序的算术表达式文法</a:t>
            </a:r>
            <a:r>
              <a:rPr lang="en-US" altLang="zh-CN" sz="3000" i="1">
                <a:solidFill>
                  <a:schemeClr val="tx1"/>
                </a:solidFill>
                <a:ea typeface="黑体" panose="02010609060101010101" pitchFamily="49" charset="-122"/>
              </a:rPr>
              <a:t>LR</a:t>
            </a:r>
            <a:r>
              <a:rPr lang="zh-CN" altLang="en-US" sz="3000">
                <a:solidFill>
                  <a:schemeClr val="tx1"/>
                </a:solidFill>
                <a:latin typeface="微软雅黑" panose="020B0503020204020204" pitchFamily="34" charset="-122"/>
                <a:ea typeface="微软雅黑" panose="020B0503020204020204" pitchFamily="34" charset="-122"/>
              </a:rPr>
              <a:t>分析表</a:t>
            </a:r>
          </a:p>
        </p:txBody>
      </p:sp>
      <p:graphicFrame>
        <p:nvGraphicFramePr>
          <p:cNvPr id="145410" name="表格 145409"/>
          <p:cNvGraphicFramePr>
            <a:graphicFrameLocks noGrp="1"/>
          </p:cNvGraphicFramePr>
          <p:nvPr/>
        </p:nvGraphicFramePr>
        <p:xfrm>
          <a:off x="468313" y="857250"/>
          <a:ext cx="4032250" cy="3886200"/>
        </p:xfrm>
        <a:graphic>
          <a:graphicData uri="http://schemas.openxmlformats.org/drawingml/2006/table">
            <a:tbl>
              <a:tblPr/>
              <a:tblGrid>
                <a:gridCol w="431800">
                  <a:extLst>
                    <a:ext uri="{9D8B030D-6E8A-4147-A177-3AD203B41FA5}">
                      <a16:colId xmlns:a16="http://schemas.microsoft.com/office/drawing/2014/main" val="20000"/>
                    </a:ext>
                  </a:extLst>
                </a:gridCol>
                <a:gridCol w="431800">
                  <a:extLst>
                    <a:ext uri="{9D8B030D-6E8A-4147-A177-3AD203B41FA5}">
                      <a16:colId xmlns:a16="http://schemas.microsoft.com/office/drawing/2014/main" val="20001"/>
                    </a:ext>
                  </a:extLst>
                </a:gridCol>
                <a:gridCol w="504825">
                  <a:extLst>
                    <a:ext uri="{9D8B030D-6E8A-4147-A177-3AD203B41FA5}">
                      <a16:colId xmlns:a16="http://schemas.microsoft.com/office/drawing/2014/main" val="20002"/>
                    </a:ext>
                  </a:extLst>
                </a:gridCol>
                <a:gridCol w="431800">
                  <a:extLst>
                    <a:ext uri="{9D8B030D-6E8A-4147-A177-3AD203B41FA5}">
                      <a16:colId xmlns:a16="http://schemas.microsoft.com/office/drawing/2014/main" val="20003"/>
                    </a:ext>
                  </a:extLst>
                </a:gridCol>
                <a:gridCol w="431800">
                  <a:extLst>
                    <a:ext uri="{9D8B030D-6E8A-4147-A177-3AD203B41FA5}">
                      <a16:colId xmlns:a16="http://schemas.microsoft.com/office/drawing/2014/main" val="20004"/>
                    </a:ext>
                  </a:extLst>
                </a:gridCol>
                <a:gridCol w="431800">
                  <a:extLst>
                    <a:ext uri="{9D8B030D-6E8A-4147-A177-3AD203B41FA5}">
                      <a16:colId xmlns:a16="http://schemas.microsoft.com/office/drawing/2014/main" val="20005"/>
                    </a:ext>
                  </a:extLst>
                </a:gridCol>
                <a:gridCol w="576262">
                  <a:extLst>
                    <a:ext uri="{9D8B030D-6E8A-4147-A177-3AD203B41FA5}">
                      <a16:colId xmlns:a16="http://schemas.microsoft.com/office/drawing/2014/main" val="20006"/>
                    </a:ext>
                  </a:extLst>
                </a:gridCol>
                <a:gridCol w="792163">
                  <a:extLst>
                    <a:ext uri="{9D8B030D-6E8A-4147-A177-3AD203B41FA5}">
                      <a16:colId xmlns:a16="http://schemas.microsoft.com/office/drawing/2014/main" val="20007"/>
                    </a:ext>
                  </a:extLst>
                </a:gridCol>
              </a:tblGrid>
              <a:tr h="323850">
                <a:tc rowSpan="2">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6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状态</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gridSpan="6">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ACTION</a:t>
                      </a:r>
                      <a:endParaRPr kumimoji="0" lang="en-US" altLang="zh-CN" sz="1600" b="1" i="0" u="none" strike="noStrike" cap="none" normalizeH="0" baseline="0">
                        <a:ln>
                          <a:noFill/>
                        </a:ln>
                        <a:solidFill>
                          <a:schemeClr val="tx1"/>
                        </a:solidFill>
                        <a:effectLst/>
                        <a:latin typeface="华文楷体" panose="02010600040101010101" pitchFamily="2" charset="-122"/>
                        <a:ea typeface="宋体" panose="02010600030101010101" pitchFamily="2" charset="-122"/>
                        <a:cs typeface="Times New Roman" panose="02020603050405020304" pitchFamily="18" charset="0"/>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GOTO</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0"/>
                  </a:ext>
                </a:extLst>
              </a:tr>
              <a:tr h="323850">
                <a:tc vMerge="1">
                  <a:txBody>
                    <a:bodyPr/>
                    <a:lstStyle/>
                    <a:p>
                      <a:endParaRPr lang="zh-CN" altLang="en-US"/>
                    </a:p>
                  </a:txBody>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id</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E</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1"/>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s3</a:t>
                      </a:r>
                      <a:endParaRPr kumimoji="0" lang="en-US" altLang="zh-CN" sz="16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cs typeface="Times New Roman" panose="02020603050405020304" pitchFamily="18" charset="0"/>
                        </a:rPr>
                        <a:t>e2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zh-CN" altLang="en-US" sz="1600" b="1" i="0" u="none" strike="noStrike" cap="none" normalizeH="0" baseline="0">
                        <a:ln>
                          <a:noFill/>
                        </a:ln>
                        <a:solidFill>
                          <a:schemeClr val="tx1"/>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2D83F4"/>
                          </a:solidFill>
                          <a:effectLst/>
                          <a:latin typeface="Times New Roman" panose="02020603050405020304" pitchFamily="18" charset="0"/>
                          <a:ea typeface="宋体" panose="02010600030101010101" pitchFamily="2" charset="-122"/>
                          <a:cs typeface="Times New Roman" panose="02020603050405020304" pitchFamily="18" charset="0"/>
                        </a:rPr>
                        <a:t>e3</a:t>
                      </a:r>
                      <a:endParaRPr kumimoji="0" lang="zh-CN" altLang="en-US" sz="1600" b="1" i="0" u="none" strike="noStrike" cap="none" normalizeH="0" baseline="0">
                        <a:ln>
                          <a:noFill/>
                        </a:ln>
                        <a:solidFill>
                          <a:schemeClr val="tx1"/>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s4</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s5</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2D83F4"/>
                          </a:solidFill>
                          <a:effectLst/>
                          <a:latin typeface="Times New Roman" panose="02020603050405020304" pitchFamily="18" charset="0"/>
                          <a:ea typeface="宋体" panose="02010600030101010101" pitchFamily="2" charset="-122"/>
                          <a:cs typeface="Times New Roman" panose="02020603050405020304" pitchFamily="18" charset="0"/>
                        </a:rPr>
                        <a:t>e3</a:t>
                      </a:r>
                      <a:endParaRPr kumimoji="0" lang="zh-CN" altLang="en-US" sz="1600" b="1" i="0" u="none" strike="noStrike" cap="none" normalizeH="0" baseline="0">
                        <a:ln>
                          <a:noFill/>
                        </a:ln>
                        <a:solidFill>
                          <a:schemeClr val="tx1"/>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cs typeface="Times New Roman" panose="02020603050405020304" pitchFamily="18" charset="0"/>
                        </a:rPr>
                        <a:t>e2</a:t>
                      </a:r>
                      <a:endParaRPr kumimoji="0" lang="zh-CN" altLang="en-US" sz="1600" b="1" i="0" u="none" strike="noStrike" cap="none" normalizeH="0" baseline="0">
                        <a:ln>
                          <a:noFill/>
                        </a:ln>
                        <a:solidFill>
                          <a:srgbClr val="FFC000"/>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acc</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s3</a:t>
                      </a:r>
                      <a:endParaRPr kumimoji="0" lang="en-US" altLang="zh-CN" sz="16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zh-CN" altLang="en-US" sz="1600" b="1" i="0" u="none" strike="noStrike" cap="none" normalizeH="0" baseline="0">
                        <a:ln>
                          <a:noFill/>
                        </a:ln>
                        <a:solidFill>
                          <a:schemeClr val="tx1"/>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zh-CN" altLang="en-US" sz="1600" b="1" i="0" u="none" strike="noStrike" cap="none" normalizeH="0" baseline="0">
                        <a:ln>
                          <a:noFill/>
                        </a:ln>
                        <a:solidFill>
                          <a:schemeClr val="tx1"/>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cs typeface="Times New Roman" panose="02020603050405020304" pitchFamily="18" charset="0"/>
                        </a:rPr>
                        <a:t>e2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en-US" altLang="zh-CN"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7F7F7F"/>
                          </a:solidFill>
                          <a:effectLst/>
                          <a:latin typeface="Times New Roman" panose="02020603050405020304" pitchFamily="18" charset="0"/>
                          <a:ea typeface="宋体" panose="02010600030101010101" pitchFamily="2" charset="-122"/>
                        </a:rPr>
                        <a:t>r4</a:t>
                      </a:r>
                      <a:endParaRPr kumimoji="0" lang="en-US" altLang="zh-CN" sz="1600" b="1" i="0" u="none" strike="noStrike" cap="none" normalizeH="0" baseline="-25000">
                        <a:ln>
                          <a:noFill/>
                        </a:ln>
                        <a:solidFill>
                          <a:srgbClr val="7F7F7F"/>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a:t>
                      </a:r>
                      <a:endParaRPr kumimoji="0" lang="en-US" altLang="zh-CN" sz="16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7F7F7F"/>
                          </a:solidFill>
                          <a:effectLst/>
                          <a:latin typeface="Times New Roman" panose="02020603050405020304" pitchFamily="18" charset="0"/>
                          <a:ea typeface="宋体" panose="02010600030101010101" pitchFamily="2" charset="-122"/>
                        </a:rPr>
                        <a:t>r4</a:t>
                      </a: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s3</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cs typeface="Times New Roman" panose="02020603050405020304" pitchFamily="18" charset="0"/>
                        </a:rPr>
                        <a:t>e2</a:t>
                      </a:r>
                      <a:endParaRPr kumimoji="0" lang="zh-CN" altLang="en-US" sz="1600" b="1" i="0" u="none" strike="noStrike" cap="none" normalizeH="0" baseline="0">
                        <a:ln>
                          <a:noFill/>
                        </a:ln>
                        <a:solidFill>
                          <a:srgbClr val="FFC000"/>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zh-CN" altLang="en-US" sz="1600" b="1" i="0" u="none" strike="noStrike" cap="none" normalizeH="0" baseline="0">
                        <a:ln>
                          <a:noFill/>
                        </a:ln>
                        <a:solidFill>
                          <a:schemeClr val="tx1"/>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s3</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zh-CN" altLang="en-US" sz="1600" b="1" i="0" u="none" strike="noStrike" cap="none" normalizeH="0" baseline="0">
                        <a:ln>
                          <a:noFill/>
                        </a:ln>
                        <a:solidFill>
                          <a:schemeClr val="tx1"/>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zh-CN" altLang="en-US" sz="1600" b="1" i="0" u="none" strike="noStrike" cap="none" normalizeH="0" baseline="0">
                        <a:ln>
                          <a:noFill/>
                        </a:ln>
                        <a:solidFill>
                          <a:schemeClr val="tx1"/>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cs typeface="Times New Roman" panose="02020603050405020304" pitchFamily="18" charset="0"/>
                        </a:rPr>
                        <a:t>e2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2D83F4"/>
                          </a:solidFill>
                          <a:effectLst/>
                          <a:latin typeface="Times New Roman" panose="02020603050405020304" pitchFamily="18" charset="0"/>
                          <a:ea typeface="宋体" panose="02010600030101010101" pitchFamily="2" charset="-122"/>
                          <a:cs typeface="Times New Roman" panose="02020603050405020304" pitchFamily="18" charset="0"/>
                        </a:rPr>
                        <a:t>e3</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s4</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s5</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2D83F4"/>
                          </a:solidFill>
                          <a:effectLst/>
                          <a:latin typeface="Times New Roman" panose="02020603050405020304" pitchFamily="18" charset="0"/>
                          <a:ea typeface="宋体" panose="02010600030101010101" pitchFamily="2" charset="-122"/>
                          <a:cs typeface="Times New Roman" panose="02020603050405020304" pitchFamily="18" charset="0"/>
                        </a:rPr>
                        <a:t>e3</a:t>
                      </a:r>
                      <a:endParaRPr kumimoji="0" lang="zh-CN" altLang="en-US" sz="1600" b="1" i="0" u="none" strike="noStrike" cap="none" normalizeH="0" baseline="0">
                        <a:ln>
                          <a:noFill/>
                        </a:ln>
                        <a:solidFill>
                          <a:schemeClr val="tx1"/>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s9</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2D83F4"/>
                          </a:solidFill>
                          <a:effectLst/>
                          <a:latin typeface="Times New Roman" panose="02020603050405020304" pitchFamily="18" charset="0"/>
                          <a:ea typeface="宋体" panose="02010600030101010101" pitchFamily="2" charset="-122"/>
                          <a:cs typeface="Times New Roman" panose="02020603050405020304" pitchFamily="18" charset="0"/>
                        </a:rPr>
                        <a:t>e4</a:t>
                      </a:r>
                      <a:endParaRPr kumimoji="0" lang="zh-CN" altLang="en-US" sz="1600" b="1" i="0" u="none" strike="noStrike" cap="none" normalizeH="0" baseline="0">
                        <a:ln>
                          <a:noFill/>
                        </a:ln>
                        <a:solidFill>
                          <a:schemeClr val="tx1"/>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7F7F7F"/>
                          </a:solidFill>
                          <a:effectLst/>
                          <a:latin typeface="Times New Roman" panose="02020603050405020304" pitchFamily="18" charset="0"/>
                          <a:ea typeface="宋体" panose="02010600030101010101" pitchFamily="2" charset="-122"/>
                        </a:rPr>
                        <a:t>r1</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s5</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7F7F7F"/>
                          </a:solidFill>
                          <a:effectLst/>
                          <a:latin typeface="Times New Roman" panose="02020603050405020304" pitchFamily="18" charset="0"/>
                          <a:ea typeface="宋体" panose="02010600030101010101" pitchFamily="2" charset="-122"/>
                        </a:rPr>
                        <a:t>r1</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7F7F7F"/>
                          </a:solidFill>
                          <a:effectLst/>
                          <a:latin typeface="Times New Roman" panose="02020603050405020304" pitchFamily="18" charset="0"/>
                          <a:ea typeface="宋体" panose="02010600030101010101" pitchFamily="2" charset="-122"/>
                        </a:rPr>
                        <a:t>r2</a:t>
                      </a: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7F7F7F"/>
                          </a:solidFill>
                          <a:effectLst/>
                          <a:latin typeface="Times New Roman" panose="02020603050405020304" pitchFamily="18" charset="0"/>
                          <a:ea typeface="宋体" panose="02010600030101010101" pitchFamily="2" charset="-122"/>
                        </a:rPr>
                        <a:t>r2</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7F7F7F"/>
                          </a:solidFill>
                          <a:effectLst/>
                          <a:latin typeface="Times New Roman" panose="02020603050405020304" pitchFamily="18" charset="0"/>
                          <a:ea typeface="宋体" panose="02010600030101010101" pitchFamily="2" charset="-122"/>
                        </a:rPr>
                        <a:t>r3</a:t>
                      </a: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7F7F7F"/>
                          </a:solidFill>
                          <a:effectLst/>
                          <a:latin typeface="Times New Roman" panose="02020603050405020304" pitchFamily="18" charset="0"/>
                          <a:ea typeface="宋体" panose="02010600030101010101" pitchFamily="2" charset="-122"/>
                        </a:rPr>
                        <a:t>r3</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
        <p:nvSpPr>
          <p:cNvPr id="98420" name="矩形 53"/>
          <p:cNvSpPr>
            <a:spLocks noChangeArrowheads="1"/>
          </p:cNvSpPr>
          <p:nvPr/>
        </p:nvSpPr>
        <p:spPr bwMode="auto">
          <a:xfrm>
            <a:off x="4502150" y="822325"/>
            <a:ext cx="4284663" cy="3821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73050" indent="-27305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lnSpc>
                <a:spcPts val="3000"/>
              </a:lnSpc>
              <a:buClrTx/>
              <a:buFont typeface="Wingdings" panose="05000000000000000000" pitchFamily="2" charset="2"/>
              <a:buChar char="Ø"/>
            </a:pPr>
            <a:r>
              <a:rPr lang="zh-CN" altLang="en-US" sz="2500" b="1" dirty="0">
                <a:solidFill>
                  <a:srgbClr val="000000"/>
                </a:solidFill>
                <a:latin typeface="Times New Roman" panose="02020603050405020304" pitchFamily="18" charset="0"/>
                <a:ea typeface="华文楷体" panose="02010600040101010101" pitchFamily="2" charset="-122"/>
              </a:rPr>
              <a:t>错误处理例程</a:t>
            </a:r>
            <a:endParaRPr lang="en-US" altLang="zh-CN" sz="2500" b="1" dirty="0">
              <a:solidFill>
                <a:srgbClr val="000000"/>
              </a:solidFill>
              <a:latin typeface="Times New Roman" panose="02020603050405020304" pitchFamily="18" charset="0"/>
              <a:cs typeface="Times New Roman" panose="02020603050405020304" pitchFamily="18" charset="0"/>
            </a:endParaRPr>
          </a:p>
          <a:p>
            <a:pPr lvl="1" eaLnBrk="1" hangingPunct="1">
              <a:lnSpc>
                <a:spcPts val="3000"/>
              </a:lnSpc>
              <a:buClrTx/>
              <a:buFont typeface="Wingdings" panose="05000000000000000000" pitchFamily="2" charset="2"/>
              <a:buChar char="Ø"/>
            </a:pPr>
            <a:r>
              <a:rPr lang="en-US" altLang="zh-CN" sz="2000" b="1" i="1" dirty="0">
                <a:solidFill>
                  <a:srgbClr val="000000"/>
                </a:solidFill>
                <a:latin typeface="Times New Roman" panose="02020603050405020304" pitchFamily="18" charset="0"/>
                <a:cs typeface="Times New Roman" panose="02020603050405020304" pitchFamily="18" charset="0"/>
              </a:rPr>
              <a:t>e</a:t>
            </a:r>
            <a:r>
              <a:rPr lang="en-US" altLang="zh-CN" sz="2000" b="1" dirty="0">
                <a:solidFill>
                  <a:srgbClr val="000000"/>
                </a:solidFill>
                <a:latin typeface="Times New Roman" panose="02020603050405020304" pitchFamily="18" charset="0"/>
                <a:cs typeface="Times New Roman" panose="02020603050405020304" pitchFamily="18" charset="0"/>
              </a:rPr>
              <a:t>1</a:t>
            </a:r>
            <a:r>
              <a:rPr lang="zh-CN" altLang="en-US" sz="2000"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：将状态</a:t>
            </a:r>
            <a:r>
              <a:rPr lang="en-US" altLang="zh-CN" sz="2000" b="1" dirty="0">
                <a:solidFill>
                  <a:srgbClr val="000000"/>
                </a:solidFill>
                <a:latin typeface="Times New Roman" panose="02020603050405020304" pitchFamily="18" charset="0"/>
              </a:rPr>
              <a:t>3</a:t>
            </a:r>
            <a:r>
              <a:rPr lang="zh-CN" altLang="en-US" sz="2000" b="1" dirty="0">
                <a:solidFill>
                  <a:srgbClr val="000000"/>
                </a:solidFill>
                <a:latin typeface="Times New Roman" panose="02020603050405020304" pitchFamily="18" charset="0"/>
                <a:ea typeface="华文楷体" panose="02010600040101010101" pitchFamily="2" charset="-122"/>
              </a:rPr>
              <a:t>压入栈中，发出诊断信息“</a:t>
            </a:r>
            <a:r>
              <a:rPr lang="zh-CN" altLang="en-US" sz="2000" b="1" dirty="0">
                <a:solidFill>
                  <a:srgbClr val="2D83F4"/>
                </a:solidFill>
                <a:latin typeface="Times New Roman" panose="02020603050405020304" pitchFamily="18" charset="0"/>
                <a:ea typeface="华文楷体" panose="02010600040101010101" pitchFamily="2" charset="-122"/>
              </a:rPr>
              <a:t>缺少运算分量</a:t>
            </a:r>
            <a:r>
              <a:rPr lang="zh-CN" altLang="en-US"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ndParaRPr>
          </a:p>
          <a:p>
            <a:pPr lvl="1" eaLnBrk="1" hangingPunct="1">
              <a:lnSpc>
                <a:spcPts val="3000"/>
              </a:lnSpc>
              <a:buClrTx/>
              <a:buFont typeface="Wingdings" panose="05000000000000000000" pitchFamily="2" charset="2"/>
              <a:buChar char="Ø"/>
            </a:pPr>
            <a:r>
              <a:rPr lang="en-US" altLang="zh-CN" sz="2000" b="1" i="1" dirty="0">
                <a:solidFill>
                  <a:srgbClr val="000000"/>
                </a:solidFill>
                <a:latin typeface="Times New Roman" panose="02020603050405020304" pitchFamily="18" charset="0"/>
              </a:rPr>
              <a:t>e</a:t>
            </a:r>
            <a:r>
              <a:rPr lang="en-US" altLang="zh-CN" sz="2000" b="1" dirty="0">
                <a:solidFill>
                  <a:srgbClr val="000000"/>
                </a:solidFill>
                <a:latin typeface="Times New Roman" panose="02020603050405020304" pitchFamily="18" charset="0"/>
              </a:rPr>
              <a:t>2</a:t>
            </a:r>
            <a:r>
              <a:rPr lang="zh-CN" altLang="en-US" sz="2000" b="1" dirty="0">
                <a:solidFill>
                  <a:srgbClr val="000000"/>
                </a:solidFill>
                <a:latin typeface="Times New Roman" panose="02020603050405020304" pitchFamily="18" charset="0"/>
                <a:ea typeface="华文楷体" panose="02010600040101010101" pitchFamily="2" charset="-122"/>
              </a:rPr>
              <a:t>：从输入中删除“</a:t>
            </a:r>
            <a:r>
              <a:rPr lang="en-US" altLang="zh-CN" sz="2000" b="1" dirty="0">
                <a:solidFill>
                  <a:srgbClr val="000000"/>
                </a:solidFill>
                <a:latin typeface="Times New Roman" panose="02020603050405020304" pitchFamily="18" charset="0"/>
              </a:rPr>
              <a:t>)</a:t>
            </a:r>
            <a:r>
              <a:rPr lang="zh-CN" altLang="en-US" sz="2000" b="1" dirty="0">
                <a:solidFill>
                  <a:srgbClr val="000000"/>
                </a:solidFill>
                <a:latin typeface="Times New Roman" panose="02020603050405020304" pitchFamily="18" charset="0"/>
                <a:ea typeface="华文楷体" panose="02010600040101010101" pitchFamily="2" charset="-122"/>
              </a:rPr>
              <a:t>”，发出诊断信息“</a:t>
            </a:r>
            <a:r>
              <a:rPr lang="zh-CN" altLang="en-US" sz="2000" b="1" dirty="0">
                <a:solidFill>
                  <a:srgbClr val="2D83F4"/>
                </a:solidFill>
                <a:latin typeface="Times New Roman" panose="02020603050405020304" pitchFamily="18" charset="0"/>
                <a:ea typeface="华文楷体" panose="02010600040101010101" pitchFamily="2" charset="-122"/>
              </a:rPr>
              <a:t>不匹配的右括号</a:t>
            </a:r>
            <a:r>
              <a:rPr lang="zh-CN" altLang="en-US"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ndParaRPr>
          </a:p>
          <a:p>
            <a:pPr lvl="1" eaLnBrk="1" hangingPunct="1">
              <a:lnSpc>
                <a:spcPts val="3000"/>
              </a:lnSpc>
              <a:buClrTx/>
              <a:buFont typeface="Wingdings" panose="05000000000000000000" pitchFamily="2" charset="2"/>
              <a:buChar char="Ø"/>
            </a:pPr>
            <a:r>
              <a:rPr lang="en-US" altLang="zh-CN" sz="2000" b="1" i="1" dirty="0">
                <a:solidFill>
                  <a:srgbClr val="000000"/>
                </a:solidFill>
                <a:latin typeface="Times New Roman" panose="02020603050405020304" pitchFamily="18" charset="0"/>
              </a:rPr>
              <a:t>e</a:t>
            </a:r>
            <a:r>
              <a:rPr lang="en-US" altLang="zh-CN" sz="2000" b="1" dirty="0">
                <a:solidFill>
                  <a:srgbClr val="000000"/>
                </a:solidFill>
                <a:latin typeface="Times New Roman" panose="02020603050405020304" pitchFamily="18" charset="0"/>
              </a:rPr>
              <a:t>3</a:t>
            </a:r>
            <a:r>
              <a:rPr lang="zh-CN" altLang="en-US" sz="2000" b="1" dirty="0">
                <a:solidFill>
                  <a:srgbClr val="000000"/>
                </a:solidFill>
                <a:latin typeface="Times New Roman" panose="02020603050405020304" pitchFamily="18" charset="0"/>
                <a:ea typeface="华文楷体" panose="02010600040101010101" pitchFamily="2" charset="-122"/>
              </a:rPr>
              <a:t>：将状态</a:t>
            </a:r>
            <a:r>
              <a:rPr lang="en-US" altLang="zh-CN" sz="2000" b="1" dirty="0">
                <a:solidFill>
                  <a:srgbClr val="000000"/>
                </a:solidFill>
                <a:latin typeface="Times New Roman" panose="02020603050405020304" pitchFamily="18" charset="0"/>
              </a:rPr>
              <a:t>4</a:t>
            </a:r>
            <a:r>
              <a:rPr lang="zh-CN" altLang="en-US" sz="2000" b="1" dirty="0">
                <a:solidFill>
                  <a:srgbClr val="000000"/>
                </a:solidFill>
                <a:latin typeface="Times New Roman" panose="02020603050405020304" pitchFamily="18" charset="0"/>
                <a:ea typeface="华文楷体" panose="02010600040101010101" pitchFamily="2" charset="-122"/>
              </a:rPr>
              <a:t>压入栈中，发出诊断信息“</a:t>
            </a:r>
            <a:r>
              <a:rPr lang="zh-CN" altLang="en-US" sz="2000" b="1" dirty="0">
                <a:solidFill>
                  <a:srgbClr val="2D83F4"/>
                </a:solidFill>
                <a:latin typeface="Times New Roman" panose="02020603050405020304" pitchFamily="18" charset="0"/>
                <a:ea typeface="华文楷体" panose="02010600040101010101" pitchFamily="2" charset="-122"/>
              </a:rPr>
              <a:t>缺少运算符</a:t>
            </a:r>
            <a:r>
              <a:rPr lang="zh-CN" altLang="en-US"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ndParaRPr>
          </a:p>
          <a:p>
            <a:pPr lvl="1" eaLnBrk="1" hangingPunct="1">
              <a:lnSpc>
                <a:spcPts val="3000"/>
              </a:lnSpc>
              <a:buClrTx/>
              <a:buFont typeface="Wingdings" panose="05000000000000000000" pitchFamily="2" charset="2"/>
              <a:buChar char="Ø"/>
            </a:pPr>
            <a:r>
              <a:rPr lang="en-US" altLang="zh-CN" sz="2000" b="1" i="1" dirty="0">
                <a:solidFill>
                  <a:srgbClr val="000000"/>
                </a:solidFill>
                <a:latin typeface="Times New Roman" panose="02020603050405020304" pitchFamily="18" charset="0"/>
              </a:rPr>
              <a:t>e</a:t>
            </a:r>
            <a:r>
              <a:rPr lang="en-US" altLang="zh-CN" sz="2000" b="1" dirty="0">
                <a:solidFill>
                  <a:srgbClr val="000000"/>
                </a:solidFill>
                <a:latin typeface="Times New Roman" panose="02020603050405020304" pitchFamily="18" charset="0"/>
              </a:rPr>
              <a:t>4</a:t>
            </a:r>
            <a:r>
              <a:rPr lang="zh-CN" altLang="en-US" sz="2000" b="1" dirty="0">
                <a:solidFill>
                  <a:srgbClr val="000000"/>
                </a:solidFill>
                <a:latin typeface="Times New Roman" panose="02020603050405020304" pitchFamily="18" charset="0"/>
                <a:ea typeface="华文楷体" panose="02010600040101010101" pitchFamily="2" charset="-122"/>
              </a:rPr>
              <a:t>：将状态</a:t>
            </a:r>
            <a:r>
              <a:rPr lang="en-US" altLang="zh-CN" sz="2000" b="1" dirty="0">
                <a:solidFill>
                  <a:srgbClr val="000000"/>
                </a:solidFill>
                <a:latin typeface="Times New Roman" panose="02020603050405020304" pitchFamily="18" charset="0"/>
              </a:rPr>
              <a:t>9</a:t>
            </a:r>
            <a:r>
              <a:rPr lang="zh-CN" altLang="en-US" sz="2000" b="1" dirty="0">
                <a:solidFill>
                  <a:srgbClr val="000000"/>
                </a:solidFill>
                <a:latin typeface="Times New Roman" panose="02020603050405020304" pitchFamily="18" charset="0"/>
                <a:ea typeface="华文楷体" panose="02010600040101010101" pitchFamily="2" charset="-122"/>
              </a:rPr>
              <a:t>压入栈中，发出诊断信息“</a:t>
            </a:r>
            <a:r>
              <a:rPr lang="zh-CN" altLang="en-US" sz="2000" b="1" dirty="0">
                <a:solidFill>
                  <a:srgbClr val="2D83F4"/>
                </a:solidFill>
                <a:latin typeface="Times New Roman" panose="02020603050405020304" pitchFamily="18" charset="0"/>
                <a:ea typeface="华文楷体" panose="02010600040101010101" pitchFamily="2" charset="-122"/>
              </a:rPr>
              <a:t>缺少右括号</a:t>
            </a:r>
            <a:r>
              <a:rPr lang="zh-CN" altLang="en-US"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ndParaRPr>
          </a:p>
        </p:txBody>
      </p:sp>
      <p:sp>
        <p:nvSpPr>
          <p:cNvPr id="2" name="灯片编号占位符 1">
            <a:extLst>
              <a:ext uri="{FF2B5EF4-FFF2-40B4-BE49-F238E27FC236}">
                <a16:creationId xmlns:a16="http://schemas.microsoft.com/office/drawing/2014/main" id="{765BAF8E-C62E-4307-A5E1-9D69CA7C6253}"/>
              </a:ext>
            </a:extLst>
          </p:cNvPr>
          <p:cNvSpPr>
            <a:spLocks noGrp="1"/>
          </p:cNvSpPr>
          <p:nvPr>
            <p:ph type="sldNum" sz="quarter" idx="12"/>
          </p:nvPr>
        </p:nvSpPr>
        <p:spPr/>
        <p:txBody>
          <a:bodyPr/>
          <a:lstStyle/>
          <a:p>
            <a:pPr>
              <a:defRPr/>
            </a:pPr>
            <a:fld id="{76D20AB1-C80E-44EB-B890-88EEF3B3DC08}" type="slidenum">
              <a:rPr lang="zh-CN" altLang="en-US" smtClean="0"/>
              <a:pPr>
                <a:defRPr/>
              </a:pPr>
              <a:t>45</a:t>
            </a:fld>
            <a:endParaRPr lang="en-US" altLang="zh-CN"/>
          </a:p>
        </p:txBody>
      </p:sp>
      <p:sp>
        <p:nvSpPr>
          <p:cNvPr id="3" name="矩形 2">
            <a:extLst>
              <a:ext uri="{FF2B5EF4-FFF2-40B4-BE49-F238E27FC236}">
                <a16:creationId xmlns:a16="http://schemas.microsoft.com/office/drawing/2014/main" id="{89E1EFE5-D623-4C75-8840-3DCB980E3AFE}"/>
              </a:ext>
            </a:extLst>
          </p:cNvPr>
          <p:cNvSpPr/>
          <p:nvPr/>
        </p:nvSpPr>
        <p:spPr>
          <a:xfrm>
            <a:off x="395536" y="4774168"/>
            <a:ext cx="7056784" cy="369332"/>
          </a:xfrm>
          <a:prstGeom prst="rect">
            <a:avLst/>
          </a:prstGeom>
        </p:spPr>
        <p:txBody>
          <a:bodyPr wrap="square">
            <a:spAutoFit/>
          </a:bodyPr>
          <a:lstStyle/>
          <a:p>
            <a:pPr marL="285750" indent="-285750">
              <a:buFont typeface="Wingdings" panose="05000000000000000000" pitchFamily="2" charset="2"/>
              <a:buChar char="Ø"/>
            </a:pPr>
            <a:r>
              <a:rPr lang="en-US" altLang="zh-CN" dirty="0"/>
              <a:t>3</a:t>
            </a:r>
            <a:r>
              <a:rPr lang="zh-CN" altLang="en-US" dirty="0"/>
              <a:t>、</a:t>
            </a:r>
            <a:r>
              <a:rPr lang="en-US" altLang="zh-CN" dirty="0"/>
              <a:t>7</a:t>
            </a:r>
            <a:r>
              <a:rPr lang="zh-CN" altLang="en-US" dirty="0"/>
              <a:t>、</a:t>
            </a:r>
            <a:r>
              <a:rPr lang="en-US" altLang="zh-CN" dirty="0"/>
              <a:t>8</a:t>
            </a:r>
            <a:r>
              <a:rPr lang="zh-CN" altLang="en-US" dirty="0"/>
              <a:t>、</a:t>
            </a:r>
            <a:r>
              <a:rPr lang="en-US" altLang="zh-CN" dirty="0"/>
              <a:t>9</a:t>
            </a:r>
            <a:r>
              <a:rPr lang="zh-CN" altLang="en-US" dirty="0"/>
              <a:t>行，</a:t>
            </a:r>
            <a:r>
              <a:rPr lang="en-US" altLang="zh-CN" dirty="0"/>
              <a:t>id </a:t>
            </a:r>
            <a:r>
              <a:rPr lang="zh-CN" altLang="en-US" dirty="0"/>
              <a:t>和 </a:t>
            </a:r>
            <a:r>
              <a:rPr lang="en-US" altLang="zh-CN" dirty="0"/>
              <a:t>( </a:t>
            </a:r>
            <a:r>
              <a:rPr lang="zh-CN" altLang="en-US" dirty="0"/>
              <a:t>列，被替换为相应状态中的归约动作</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a:xfrm>
            <a:off x="755650" y="268288"/>
            <a:ext cx="8388350"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rPr>
              <a:t>带有错误处理子程序的算术表达式文法</a:t>
            </a:r>
            <a:r>
              <a:rPr lang="en-US" altLang="zh-CN" sz="3000" i="1">
                <a:solidFill>
                  <a:schemeClr val="tx1"/>
                </a:solidFill>
                <a:ea typeface="黑体" panose="02010609060101010101" pitchFamily="49" charset="-122"/>
              </a:rPr>
              <a:t>LR</a:t>
            </a:r>
            <a:r>
              <a:rPr lang="zh-CN" altLang="en-US" sz="3000">
                <a:solidFill>
                  <a:schemeClr val="tx1"/>
                </a:solidFill>
                <a:latin typeface="微软雅黑" panose="020B0503020204020204" pitchFamily="34" charset="-122"/>
                <a:ea typeface="微软雅黑" panose="020B0503020204020204" pitchFamily="34" charset="-122"/>
              </a:rPr>
              <a:t>分析表</a:t>
            </a:r>
          </a:p>
        </p:txBody>
      </p:sp>
      <p:graphicFrame>
        <p:nvGraphicFramePr>
          <p:cNvPr id="145410" name="表格 145409"/>
          <p:cNvGraphicFramePr>
            <a:graphicFrameLocks noGrp="1"/>
          </p:cNvGraphicFramePr>
          <p:nvPr/>
        </p:nvGraphicFramePr>
        <p:xfrm>
          <a:off x="468313" y="857250"/>
          <a:ext cx="4032250" cy="3886200"/>
        </p:xfrm>
        <a:graphic>
          <a:graphicData uri="http://schemas.openxmlformats.org/drawingml/2006/table">
            <a:tbl>
              <a:tblPr/>
              <a:tblGrid>
                <a:gridCol w="431800">
                  <a:extLst>
                    <a:ext uri="{9D8B030D-6E8A-4147-A177-3AD203B41FA5}">
                      <a16:colId xmlns:a16="http://schemas.microsoft.com/office/drawing/2014/main" val="20000"/>
                    </a:ext>
                  </a:extLst>
                </a:gridCol>
                <a:gridCol w="431800">
                  <a:extLst>
                    <a:ext uri="{9D8B030D-6E8A-4147-A177-3AD203B41FA5}">
                      <a16:colId xmlns:a16="http://schemas.microsoft.com/office/drawing/2014/main" val="20001"/>
                    </a:ext>
                  </a:extLst>
                </a:gridCol>
                <a:gridCol w="504825">
                  <a:extLst>
                    <a:ext uri="{9D8B030D-6E8A-4147-A177-3AD203B41FA5}">
                      <a16:colId xmlns:a16="http://schemas.microsoft.com/office/drawing/2014/main" val="20002"/>
                    </a:ext>
                  </a:extLst>
                </a:gridCol>
                <a:gridCol w="431800">
                  <a:extLst>
                    <a:ext uri="{9D8B030D-6E8A-4147-A177-3AD203B41FA5}">
                      <a16:colId xmlns:a16="http://schemas.microsoft.com/office/drawing/2014/main" val="20003"/>
                    </a:ext>
                  </a:extLst>
                </a:gridCol>
                <a:gridCol w="431800">
                  <a:extLst>
                    <a:ext uri="{9D8B030D-6E8A-4147-A177-3AD203B41FA5}">
                      <a16:colId xmlns:a16="http://schemas.microsoft.com/office/drawing/2014/main" val="20004"/>
                    </a:ext>
                  </a:extLst>
                </a:gridCol>
                <a:gridCol w="431800">
                  <a:extLst>
                    <a:ext uri="{9D8B030D-6E8A-4147-A177-3AD203B41FA5}">
                      <a16:colId xmlns:a16="http://schemas.microsoft.com/office/drawing/2014/main" val="20005"/>
                    </a:ext>
                  </a:extLst>
                </a:gridCol>
                <a:gridCol w="576262">
                  <a:extLst>
                    <a:ext uri="{9D8B030D-6E8A-4147-A177-3AD203B41FA5}">
                      <a16:colId xmlns:a16="http://schemas.microsoft.com/office/drawing/2014/main" val="20006"/>
                    </a:ext>
                  </a:extLst>
                </a:gridCol>
                <a:gridCol w="792163">
                  <a:extLst>
                    <a:ext uri="{9D8B030D-6E8A-4147-A177-3AD203B41FA5}">
                      <a16:colId xmlns:a16="http://schemas.microsoft.com/office/drawing/2014/main" val="20007"/>
                    </a:ext>
                  </a:extLst>
                </a:gridCol>
              </a:tblGrid>
              <a:tr h="323850">
                <a:tc rowSpan="2">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6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状态</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gridSpan="6">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ACTION</a:t>
                      </a:r>
                      <a:endParaRPr kumimoji="0" lang="en-US" altLang="zh-CN" sz="1600" b="1" i="0" u="none" strike="noStrike" cap="none" normalizeH="0" baseline="0">
                        <a:ln>
                          <a:noFill/>
                        </a:ln>
                        <a:solidFill>
                          <a:schemeClr val="tx1"/>
                        </a:solidFill>
                        <a:effectLst/>
                        <a:latin typeface="华文楷体" panose="02010600040101010101" pitchFamily="2" charset="-122"/>
                        <a:ea typeface="宋体" panose="02010600030101010101" pitchFamily="2" charset="-122"/>
                        <a:cs typeface="Times New Roman" panose="02020603050405020304" pitchFamily="18" charset="0"/>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GOTO</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0"/>
                  </a:ext>
                </a:extLst>
              </a:tr>
              <a:tr h="323850">
                <a:tc vMerge="1">
                  <a:txBody>
                    <a:bodyPr/>
                    <a:lstStyle/>
                    <a:p>
                      <a:endParaRPr lang="zh-CN" altLang="en-US"/>
                    </a:p>
                  </a:txBody>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id</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E</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1"/>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s3</a:t>
                      </a:r>
                      <a:endParaRPr kumimoji="0" lang="en-US" altLang="zh-CN" sz="16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cs typeface="Times New Roman" panose="02020603050405020304" pitchFamily="18" charset="0"/>
                        </a:rPr>
                        <a:t>e2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zh-CN" altLang="en-US" sz="1600" b="1" i="0" u="none" strike="noStrike" cap="none" normalizeH="0" baseline="0">
                        <a:ln>
                          <a:noFill/>
                        </a:ln>
                        <a:solidFill>
                          <a:schemeClr val="tx1"/>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2D83F4"/>
                          </a:solidFill>
                          <a:effectLst/>
                          <a:latin typeface="Times New Roman" panose="02020603050405020304" pitchFamily="18" charset="0"/>
                          <a:ea typeface="宋体" panose="02010600030101010101" pitchFamily="2" charset="-122"/>
                          <a:cs typeface="Times New Roman" panose="02020603050405020304" pitchFamily="18" charset="0"/>
                        </a:rPr>
                        <a:t>e3</a:t>
                      </a:r>
                      <a:endParaRPr kumimoji="0" lang="zh-CN" altLang="en-US" sz="1600" b="1" i="0" u="none" strike="noStrike" cap="none" normalizeH="0" baseline="0">
                        <a:ln>
                          <a:noFill/>
                        </a:ln>
                        <a:solidFill>
                          <a:schemeClr val="tx1"/>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s4</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s5</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2D83F4"/>
                          </a:solidFill>
                          <a:effectLst/>
                          <a:latin typeface="Times New Roman" panose="02020603050405020304" pitchFamily="18" charset="0"/>
                          <a:ea typeface="宋体" panose="02010600030101010101" pitchFamily="2" charset="-122"/>
                          <a:cs typeface="Times New Roman" panose="02020603050405020304" pitchFamily="18" charset="0"/>
                        </a:rPr>
                        <a:t>e3</a:t>
                      </a:r>
                      <a:endParaRPr kumimoji="0" lang="zh-CN" altLang="en-US" sz="1600" b="1" i="0" u="none" strike="noStrike" cap="none" normalizeH="0" baseline="0">
                        <a:ln>
                          <a:noFill/>
                        </a:ln>
                        <a:solidFill>
                          <a:schemeClr val="tx1"/>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cs typeface="Times New Roman" panose="02020603050405020304" pitchFamily="18" charset="0"/>
                        </a:rPr>
                        <a:t>e2</a:t>
                      </a:r>
                      <a:endParaRPr kumimoji="0" lang="zh-CN" altLang="en-US" sz="1600" b="1" i="0" u="none" strike="noStrike" cap="none" normalizeH="0" baseline="0">
                        <a:ln>
                          <a:noFill/>
                        </a:ln>
                        <a:solidFill>
                          <a:srgbClr val="FFC000"/>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acc</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s3</a:t>
                      </a:r>
                      <a:endParaRPr kumimoji="0" lang="en-US" altLang="zh-CN" sz="16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zh-CN" altLang="en-US" sz="1600" b="1" i="0" u="none" strike="noStrike" cap="none" normalizeH="0" baseline="0">
                        <a:ln>
                          <a:noFill/>
                        </a:ln>
                        <a:solidFill>
                          <a:schemeClr val="tx1"/>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zh-CN" altLang="en-US" sz="1600" b="1" i="0" u="none" strike="noStrike" cap="none" normalizeH="0" baseline="0">
                        <a:ln>
                          <a:noFill/>
                        </a:ln>
                        <a:solidFill>
                          <a:schemeClr val="tx1"/>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cs typeface="Times New Roman" panose="02020603050405020304" pitchFamily="18" charset="0"/>
                        </a:rPr>
                        <a:t>e2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en-US" altLang="zh-CN"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7F7F7F"/>
                          </a:solidFill>
                          <a:effectLst/>
                          <a:latin typeface="Times New Roman" panose="02020603050405020304" pitchFamily="18" charset="0"/>
                          <a:ea typeface="宋体" panose="02010600030101010101" pitchFamily="2" charset="-122"/>
                        </a:rPr>
                        <a:t>r4</a:t>
                      </a:r>
                      <a:endParaRPr kumimoji="0" lang="en-US" altLang="zh-CN" sz="1600" b="1" i="0" u="none" strike="noStrike" cap="none" normalizeH="0" baseline="-25000">
                        <a:ln>
                          <a:noFill/>
                        </a:ln>
                        <a:solidFill>
                          <a:srgbClr val="7F7F7F"/>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a:t>
                      </a:r>
                      <a:endParaRPr kumimoji="0" lang="en-US" altLang="zh-CN" sz="16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7F7F7F"/>
                          </a:solidFill>
                          <a:effectLst/>
                          <a:latin typeface="Times New Roman" panose="02020603050405020304" pitchFamily="18" charset="0"/>
                          <a:ea typeface="宋体" panose="02010600030101010101" pitchFamily="2" charset="-122"/>
                        </a:rPr>
                        <a:t>r4</a:t>
                      </a: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s3</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cs typeface="Times New Roman" panose="02020603050405020304" pitchFamily="18" charset="0"/>
                        </a:rPr>
                        <a:t>e2</a:t>
                      </a:r>
                      <a:endParaRPr kumimoji="0" lang="zh-CN" altLang="en-US" sz="1600" b="1" i="0" u="none" strike="noStrike" cap="none" normalizeH="0" baseline="0">
                        <a:ln>
                          <a:noFill/>
                        </a:ln>
                        <a:solidFill>
                          <a:srgbClr val="FFC000"/>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zh-CN" altLang="en-US" sz="1600" b="1" i="0" u="none" strike="noStrike" cap="none" normalizeH="0" baseline="0">
                        <a:ln>
                          <a:noFill/>
                        </a:ln>
                        <a:solidFill>
                          <a:schemeClr val="tx1"/>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s3</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zh-CN" altLang="en-US" sz="1600" b="1" i="0" u="none" strike="noStrike" cap="none" normalizeH="0" baseline="0">
                        <a:ln>
                          <a:noFill/>
                        </a:ln>
                        <a:solidFill>
                          <a:schemeClr val="tx1"/>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zh-CN" altLang="en-US" sz="1600" b="1" i="0" u="none" strike="noStrike" cap="none" normalizeH="0" baseline="0">
                        <a:ln>
                          <a:noFill/>
                        </a:ln>
                        <a:solidFill>
                          <a:schemeClr val="tx1"/>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cs typeface="Times New Roman" panose="02020603050405020304" pitchFamily="18" charset="0"/>
                        </a:rPr>
                        <a:t>e2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2D83F4"/>
                          </a:solidFill>
                          <a:effectLst/>
                          <a:latin typeface="Times New Roman" panose="02020603050405020304" pitchFamily="18" charset="0"/>
                          <a:ea typeface="宋体" panose="02010600030101010101" pitchFamily="2" charset="-122"/>
                          <a:cs typeface="Times New Roman" panose="02020603050405020304" pitchFamily="18" charset="0"/>
                        </a:rPr>
                        <a:t>e3</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s4</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s5</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2D83F4"/>
                          </a:solidFill>
                          <a:effectLst/>
                          <a:latin typeface="Times New Roman" panose="02020603050405020304" pitchFamily="18" charset="0"/>
                          <a:ea typeface="宋体" panose="02010600030101010101" pitchFamily="2" charset="-122"/>
                          <a:cs typeface="Times New Roman" panose="02020603050405020304" pitchFamily="18" charset="0"/>
                        </a:rPr>
                        <a:t>e3</a:t>
                      </a:r>
                      <a:endParaRPr kumimoji="0" lang="zh-CN" altLang="en-US" sz="1600" b="1" i="0" u="none" strike="noStrike" cap="none" normalizeH="0" baseline="0">
                        <a:ln>
                          <a:noFill/>
                        </a:ln>
                        <a:solidFill>
                          <a:schemeClr val="tx1"/>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s9</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2D83F4"/>
                          </a:solidFill>
                          <a:effectLst/>
                          <a:latin typeface="Times New Roman" panose="02020603050405020304" pitchFamily="18" charset="0"/>
                          <a:ea typeface="宋体" panose="02010600030101010101" pitchFamily="2" charset="-122"/>
                          <a:cs typeface="Times New Roman" panose="02020603050405020304" pitchFamily="18" charset="0"/>
                        </a:rPr>
                        <a:t>e4</a:t>
                      </a:r>
                      <a:endParaRPr kumimoji="0" lang="zh-CN" altLang="en-US" sz="1600" b="1" i="0" u="none" strike="noStrike" cap="none" normalizeH="0" baseline="0">
                        <a:ln>
                          <a:noFill/>
                        </a:ln>
                        <a:solidFill>
                          <a:schemeClr val="tx1"/>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7F7F7F"/>
                          </a:solidFill>
                          <a:effectLst/>
                          <a:latin typeface="Times New Roman" panose="02020603050405020304" pitchFamily="18" charset="0"/>
                          <a:ea typeface="宋体" panose="02010600030101010101" pitchFamily="2" charset="-122"/>
                        </a:rPr>
                        <a:t>r1</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s5</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7F7F7F"/>
                          </a:solidFill>
                          <a:effectLst/>
                          <a:latin typeface="Times New Roman" panose="02020603050405020304" pitchFamily="18" charset="0"/>
                          <a:ea typeface="宋体" panose="02010600030101010101" pitchFamily="2" charset="-122"/>
                        </a:rPr>
                        <a:t>r1</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r1</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7F7F7F"/>
                          </a:solidFill>
                          <a:effectLst/>
                          <a:latin typeface="Times New Roman" panose="02020603050405020304" pitchFamily="18" charset="0"/>
                          <a:ea typeface="宋体" panose="02010600030101010101" pitchFamily="2" charset="-122"/>
                        </a:rPr>
                        <a:t>r2</a:t>
                      </a: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7F7F7F"/>
                          </a:solidFill>
                          <a:effectLst/>
                          <a:latin typeface="Times New Roman" panose="02020603050405020304" pitchFamily="18" charset="0"/>
                          <a:ea typeface="宋体" panose="02010600030101010101" pitchFamily="2" charset="-122"/>
                        </a:rPr>
                        <a:t>r2</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7F7F7F"/>
                          </a:solidFill>
                          <a:effectLst/>
                          <a:latin typeface="Times New Roman" panose="02020603050405020304" pitchFamily="18" charset="0"/>
                          <a:ea typeface="宋体" panose="02010600030101010101" pitchFamily="2" charset="-122"/>
                        </a:rPr>
                        <a:t>r3</a:t>
                      </a: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7F7F7F"/>
                          </a:solidFill>
                          <a:effectLst/>
                          <a:latin typeface="Times New Roman" panose="02020603050405020304" pitchFamily="18" charset="0"/>
                          <a:ea typeface="宋体" panose="02010600030101010101" pitchFamily="2" charset="-122"/>
                        </a:rPr>
                        <a:t>r3</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
        <p:nvSpPr>
          <p:cNvPr id="98420" name="矩形 53"/>
          <p:cNvSpPr>
            <a:spLocks noChangeArrowheads="1"/>
          </p:cNvSpPr>
          <p:nvPr/>
        </p:nvSpPr>
        <p:spPr bwMode="auto">
          <a:xfrm>
            <a:off x="4643438" y="822325"/>
            <a:ext cx="4321049" cy="3964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73050" indent="-27305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marL="0" indent="0" eaLnBrk="1" hangingPunct="1">
              <a:lnSpc>
                <a:spcPts val="3000"/>
              </a:lnSpc>
              <a:buClrTx/>
              <a:buNone/>
            </a:pPr>
            <a:r>
              <a:rPr lang="en-US" altLang="zh-CN" sz="2000" b="1" dirty="0">
                <a:solidFill>
                  <a:srgbClr val="000000"/>
                </a:solidFill>
                <a:latin typeface="Times New Roman" panose="02020603050405020304" pitchFamily="18" charset="0"/>
              </a:rPr>
              <a:t>【</a:t>
            </a:r>
            <a:r>
              <a:rPr lang="zh-CN" altLang="en-US" sz="2000" b="1" dirty="0">
                <a:solidFill>
                  <a:srgbClr val="000000"/>
                </a:solidFill>
                <a:latin typeface="Times New Roman" panose="02020603050405020304" pitchFamily="18" charset="0"/>
              </a:rPr>
              <a:t>例</a:t>
            </a:r>
            <a:r>
              <a:rPr lang="en-US" altLang="zh-CN" sz="2000" b="1" dirty="0">
                <a:solidFill>
                  <a:srgbClr val="000000"/>
                </a:solidFill>
                <a:latin typeface="Times New Roman" panose="02020603050405020304" pitchFamily="18" charset="0"/>
              </a:rPr>
              <a:t>】</a:t>
            </a:r>
            <a:r>
              <a:rPr lang="zh-CN" altLang="en-US" sz="2000" b="1" dirty="0">
                <a:solidFill>
                  <a:srgbClr val="000000"/>
                </a:solidFill>
                <a:latin typeface="Times New Roman" panose="02020603050405020304" pitchFamily="18" charset="0"/>
              </a:rPr>
              <a:t>处理错误的输入 </a:t>
            </a:r>
            <a:r>
              <a:rPr lang="en-US" altLang="zh-CN" sz="2000" b="1" dirty="0">
                <a:solidFill>
                  <a:srgbClr val="000000"/>
                </a:solidFill>
                <a:latin typeface="Times New Roman" panose="02020603050405020304" pitchFamily="18" charset="0"/>
              </a:rPr>
              <a:t>id+) $</a:t>
            </a:r>
          </a:p>
          <a:p>
            <a:pPr marL="0" indent="0" eaLnBrk="1" hangingPunct="1">
              <a:lnSpc>
                <a:spcPts val="3000"/>
              </a:lnSpc>
              <a:buClrTx/>
              <a:buNone/>
            </a:pPr>
            <a:r>
              <a:rPr lang="en-US" altLang="zh-CN" sz="2000" b="1" dirty="0">
                <a:solidFill>
                  <a:srgbClr val="000000"/>
                </a:solidFill>
                <a:latin typeface="Times New Roman" panose="02020603050405020304" pitchFamily="18" charset="0"/>
              </a:rPr>
              <a:t>     </a:t>
            </a:r>
            <a:r>
              <a:rPr lang="zh-CN" altLang="en-US" sz="2000" b="1" dirty="0">
                <a:solidFill>
                  <a:srgbClr val="000000"/>
                </a:solidFill>
                <a:latin typeface="Times New Roman" panose="02020603050405020304" pitchFamily="18" charset="0"/>
              </a:rPr>
              <a:t>栈               输入          动作</a:t>
            </a:r>
            <a:endParaRPr lang="en-US" altLang="zh-CN" sz="2000" b="1" dirty="0">
              <a:solidFill>
                <a:srgbClr val="000000"/>
              </a:solidFill>
              <a:latin typeface="Times New Roman" panose="02020603050405020304" pitchFamily="18" charset="0"/>
            </a:endParaRPr>
          </a:p>
          <a:p>
            <a:pPr marL="0" indent="0" eaLnBrk="1" hangingPunct="1">
              <a:lnSpc>
                <a:spcPts val="3000"/>
              </a:lnSpc>
              <a:spcBef>
                <a:spcPts val="0"/>
              </a:spcBef>
              <a:buClrTx/>
              <a:buNone/>
            </a:pPr>
            <a:r>
              <a:rPr lang="en-US" altLang="zh-CN" sz="2000" b="1" dirty="0">
                <a:solidFill>
                  <a:srgbClr val="000000"/>
                </a:solidFill>
                <a:latin typeface="Times New Roman" panose="02020603050405020304" pitchFamily="18" charset="0"/>
              </a:rPr>
              <a:t>     0               id+)</a:t>
            </a:r>
            <a:r>
              <a:rPr lang="zh-CN" altLang="en-US" sz="2000" b="1" dirty="0">
                <a:solidFill>
                  <a:srgbClr val="000000"/>
                </a:solidFill>
                <a:latin typeface="Times New Roman" panose="02020603050405020304" pitchFamily="18" charset="0"/>
              </a:rPr>
              <a:t> </a:t>
            </a:r>
            <a:r>
              <a:rPr lang="en-US" altLang="zh-CN" sz="2000" b="1" dirty="0">
                <a:solidFill>
                  <a:srgbClr val="000000"/>
                </a:solidFill>
                <a:latin typeface="Times New Roman" panose="02020603050405020304" pitchFamily="18" charset="0"/>
              </a:rPr>
              <a:t>$</a:t>
            </a:r>
            <a:r>
              <a:rPr lang="zh-CN" altLang="en-US" sz="2000" b="1" dirty="0">
                <a:solidFill>
                  <a:srgbClr val="000000"/>
                </a:solidFill>
                <a:latin typeface="Times New Roman" panose="02020603050405020304" pitchFamily="18" charset="0"/>
              </a:rPr>
              <a:t>      </a:t>
            </a:r>
            <a:endParaRPr lang="en-US" altLang="zh-CN" sz="2000" b="1" dirty="0">
              <a:solidFill>
                <a:srgbClr val="000000"/>
              </a:solidFill>
              <a:latin typeface="Times New Roman" panose="02020603050405020304" pitchFamily="18" charset="0"/>
            </a:endParaRPr>
          </a:p>
          <a:p>
            <a:pPr marL="0" indent="0" eaLnBrk="1" hangingPunct="1">
              <a:lnSpc>
                <a:spcPts val="3000"/>
              </a:lnSpc>
              <a:spcBef>
                <a:spcPts val="0"/>
              </a:spcBef>
              <a:buClrTx/>
              <a:buNone/>
            </a:pPr>
            <a:r>
              <a:rPr lang="en-US" altLang="zh-CN" sz="2000" b="1" dirty="0">
                <a:solidFill>
                  <a:srgbClr val="000000"/>
                </a:solidFill>
                <a:latin typeface="Times New Roman" panose="02020603050405020304" pitchFamily="18" charset="0"/>
              </a:rPr>
              <a:t>     03                  +)$</a:t>
            </a:r>
          </a:p>
          <a:p>
            <a:pPr marL="0" indent="0" eaLnBrk="1" hangingPunct="1">
              <a:lnSpc>
                <a:spcPts val="3000"/>
              </a:lnSpc>
              <a:spcBef>
                <a:spcPts val="0"/>
              </a:spcBef>
              <a:buClrTx/>
              <a:buNone/>
            </a:pPr>
            <a:r>
              <a:rPr lang="en-US" altLang="zh-CN" sz="2000" b="1" dirty="0">
                <a:solidFill>
                  <a:srgbClr val="000000"/>
                </a:solidFill>
                <a:latin typeface="Times New Roman" panose="02020603050405020304" pitchFamily="18" charset="0"/>
              </a:rPr>
              <a:t>     01                  +)$</a:t>
            </a:r>
          </a:p>
          <a:p>
            <a:pPr marL="0" indent="0" eaLnBrk="1" hangingPunct="1">
              <a:lnSpc>
                <a:spcPts val="3000"/>
              </a:lnSpc>
              <a:spcBef>
                <a:spcPts val="0"/>
              </a:spcBef>
              <a:buClrTx/>
              <a:buNone/>
            </a:pPr>
            <a:r>
              <a:rPr lang="en-US" altLang="zh-CN" sz="2000" b="1" dirty="0">
                <a:solidFill>
                  <a:srgbClr val="000000"/>
                </a:solidFill>
                <a:latin typeface="Times New Roman" panose="02020603050405020304" pitchFamily="18" charset="0"/>
              </a:rPr>
              <a:t>     014                   )$  e2</a:t>
            </a:r>
            <a:r>
              <a:rPr lang="zh-CN" altLang="en-US" sz="1800" b="1" dirty="0">
                <a:solidFill>
                  <a:srgbClr val="000000"/>
                </a:solidFill>
                <a:latin typeface="Times New Roman" panose="02020603050405020304" pitchFamily="18" charset="0"/>
              </a:rPr>
              <a:t>不匹配的右括号</a:t>
            </a:r>
            <a:endParaRPr lang="en-US" altLang="zh-CN" sz="2000" b="1" dirty="0">
              <a:solidFill>
                <a:srgbClr val="000000"/>
              </a:solidFill>
              <a:latin typeface="Times New Roman" panose="02020603050405020304" pitchFamily="18" charset="0"/>
            </a:endParaRPr>
          </a:p>
          <a:p>
            <a:pPr marL="0" indent="0" eaLnBrk="1" hangingPunct="1">
              <a:lnSpc>
                <a:spcPts val="3000"/>
              </a:lnSpc>
              <a:spcBef>
                <a:spcPts val="0"/>
              </a:spcBef>
              <a:buClrTx/>
              <a:buNone/>
            </a:pPr>
            <a:r>
              <a:rPr lang="en-US" altLang="zh-CN" sz="2000" b="1" dirty="0">
                <a:solidFill>
                  <a:srgbClr val="000000"/>
                </a:solidFill>
                <a:latin typeface="Times New Roman" panose="02020603050405020304" pitchFamily="18" charset="0"/>
              </a:rPr>
              <a:t>     014                    $  e1</a:t>
            </a:r>
            <a:r>
              <a:rPr lang="zh-CN" altLang="en-US" sz="2000" b="1" dirty="0">
                <a:solidFill>
                  <a:srgbClr val="000000"/>
                </a:solidFill>
                <a:latin typeface="Times New Roman" panose="02020603050405020304" pitchFamily="18" charset="0"/>
              </a:rPr>
              <a:t> </a:t>
            </a:r>
            <a:r>
              <a:rPr lang="zh-CN" altLang="en-US" sz="1800" b="1" dirty="0">
                <a:solidFill>
                  <a:srgbClr val="000000"/>
                </a:solidFill>
                <a:latin typeface="Times New Roman" panose="02020603050405020304" pitchFamily="18" charset="0"/>
              </a:rPr>
              <a:t>缺少运算分量</a:t>
            </a:r>
            <a:endParaRPr lang="en-US" altLang="zh-CN" sz="2000" b="1" dirty="0">
              <a:solidFill>
                <a:srgbClr val="000000"/>
              </a:solidFill>
              <a:latin typeface="Times New Roman" panose="02020603050405020304" pitchFamily="18" charset="0"/>
            </a:endParaRPr>
          </a:p>
          <a:p>
            <a:pPr marL="0" indent="0" eaLnBrk="1" hangingPunct="1">
              <a:lnSpc>
                <a:spcPts val="3000"/>
              </a:lnSpc>
              <a:spcBef>
                <a:spcPts val="0"/>
              </a:spcBef>
              <a:buClrTx/>
              <a:buNone/>
            </a:pPr>
            <a:r>
              <a:rPr lang="en-US" altLang="zh-CN" sz="2000" b="1" dirty="0">
                <a:solidFill>
                  <a:srgbClr val="000000"/>
                </a:solidFill>
                <a:latin typeface="Times New Roman" panose="02020603050405020304" pitchFamily="18" charset="0"/>
              </a:rPr>
              <a:t>     0143                  $    </a:t>
            </a:r>
            <a:r>
              <a:rPr lang="zh-CN" altLang="en-US" sz="1800" b="1" dirty="0">
                <a:solidFill>
                  <a:srgbClr val="000000"/>
                </a:solidFill>
                <a:latin typeface="Times New Roman" panose="02020603050405020304" pitchFamily="18" charset="0"/>
              </a:rPr>
              <a:t>状态</a:t>
            </a:r>
            <a:r>
              <a:rPr lang="en-US" altLang="zh-CN" sz="1800" b="1" dirty="0">
                <a:solidFill>
                  <a:srgbClr val="000000"/>
                </a:solidFill>
                <a:latin typeface="Times New Roman" panose="02020603050405020304" pitchFamily="18" charset="0"/>
              </a:rPr>
              <a:t>3</a:t>
            </a:r>
            <a:r>
              <a:rPr lang="zh-CN" altLang="en-US" sz="1800" b="1" dirty="0">
                <a:solidFill>
                  <a:srgbClr val="000000"/>
                </a:solidFill>
                <a:latin typeface="Times New Roman" panose="02020603050405020304" pitchFamily="18" charset="0"/>
              </a:rPr>
              <a:t>入栈</a:t>
            </a:r>
            <a:endParaRPr lang="en-US" altLang="zh-CN" sz="2000" b="1" dirty="0">
              <a:solidFill>
                <a:srgbClr val="000000"/>
              </a:solidFill>
              <a:latin typeface="Times New Roman" panose="02020603050405020304" pitchFamily="18" charset="0"/>
            </a:endParaRPr>
          </a:p>
          <a:p>
            <a:pPr marL="0" indent="0" eaLnBrk="1" hangingPunct="1">
              <a:lnSpc>
                <a:spcPts val="3000"/>
              </a:lnSpc>
              <a:spcBef>
                <a:spcPts val="0"/>
              </a:spcBef>
              <a:buClrTx/>
              <a:buNone/>
            </a:pPr>
            <a:r>
              <a:rPr lang="en-US" altLang="zh-CN" sz="2000" b="1" dirty="0">
                <a:solidFill>
                  <a:srgbClr val="000000"/>
                </a:solidFill>
                <a:latin typeface="Times New Roman" panose="02020603050405020304" pitchFamily="18" charset="0"/>
              </a:rPr>
              <a:t>     0147                  $</a:t>
            </a:r>
          </a:p>
          <a:p>
            <a:pPr marL="0" indent="0" eaLnBrk="1" hangingPunct="1">
              <a:lnSpc>
                <a:spcPts val="3000"/>
              </a:lnSpc>
              <a:spcBef>
                <a:spcPts val="0"/>
              </a:spcBef>
              <a:buClrTx/>
              <a:buNone/>
            </a:pPr>
            <a:r>
              <a:rPr lang="en-US" altLang="zh-CN" sz="2000" b="1" dirty="0">
                <a:solidFill>
                  <a:srgbClr val="000000"/>
                </a:solidFill>
                <a:latin typeface="Times New Roman" panose="02020603050405020304" pitchFamily="18" charset="0"/>
              </a:rPr>
              <a:t>     01                      $       acc</a:t>
            </a:r>
          </a:p>
        </p:txBody>
      </p:sp>
      <p:sp>
        <p:nvSpPr>
          <p:cNvPr id="2" name="灯片编号占位符 1">
            <a:extLst>
              <a:ext uri="{FF2B5EF4-FFF2-40B4-BE49-F238E27FC236}">
                <a16:creationId xmlns:a16="http://schemas.microsoft.com/office/drawing/2014/main" id="{765BAF8E-C62E-4307-A5E1-9D69CA7C6253}"/>
              </a:ext>
            </a:extLst>
          </p:cNvPr>
          <p:cNvSpPr>
            <a:spLocks noGrp="1"/>
          </p:cNvSpPr>
          <p:nvPr>
            <p:ph type="sldNum" sz="quarter" idx="12"/>
          </p:nvPr>
        </p:nvSpPr>
        <p:spPr/>
        <p:txBody>
          <a:bodyPr/>
          <a:lstStyle/>
          <a:p>
            <a:pPr>
              <a:defRPr/>
            </a:pPr>
            <a:fld id="{76D20AB1-C80E-44EB-B890-88EEF3B3DC08}" type="slidenum">
              <a:rPr lang="zh-CN" altLang="en-US" smtClean="0"/>
              <a:pPr>
                <a:defRPr/>
              </a:pPr>
              <a:t>46</a:t>
            </a:fld>
            <a:endParaRPr lang="en-US" altLang="zh-CN"/>
          </a:p>
        </p:txBody>
      </p:sp>
      <p:sp>
        <p:nvSpPr>
          <p:cNvPr id="3" name="矩形 2">
            <a:extLst>
              <a:ext uri="{FF2B5EF4-FFF2-40B4-BE49-F238E27FC236}">
                <a16:creationId xmlns:a16="http://schemas.microsoft.com/office/drawing/2014/main" id="{89E1EFE5-D623-4C75-8840-3DCB980E3AFE}"/>
              </a:ext>
            </a:extLst>
          </p:cNvPr>
          <p:cNvSpPr/>
          <p:nvPr/>
        </p:nvSpPr>
        <p:spPr>
          <a:xfrm>
            <a:off x="395536" y="4774168"/>
            <a:ext cx="7056784" cy="369332"/>
          </a:xfrm>
          <a:prstGeom prst="rect">
            <a:avLst/>
          </a:prstGeom>
        </p:spPr>
        <p:txBody>
          <a:bodyPr wrap="square">
            <a:spAutoFit/>
          </a:bodyPr>
          <a:lstStyle/>
          <a:p>
            <a:pPr marL="285750" indent="-285750">
              <a:buFont typeface="Wingdings" panose="05000000000000000000" pitchFamily="2" charset="2"/>
              <a:buChar char="Ø"/>
            </a:pPr>
            <a:r>
              <a:rPr lang="en-US" altLang="zh-CN" dirty="0"/>
              <a:t>3</a:t>
            </a:r>
            <a:r>
              <a:rPr lang="zh-CN" altLang="en-US" dirty="0"/>
              <a:t>、</a:t>
            </a:r>
            <a:r>
              <a:rPr lang="en-US" altLang="zh-CN" dirty="0"/>
              <a:t>7</a:t>
            </a:r>
            <a:r>
              <a:rPr lang="zh-CN" altLang="en-US" dirty="0"/>
              <a:t>、</a:t>
            </a:r>
            <a:r>
              <a:rPr lang="en-US" altLang="zh-CN" dirty="0"/>
              <a:t>8</a:t>
            </a:r>
            <a:r>
              <a:rPr lang="zh-CN" altLang="en-US" dirty="0"/>
              <a:t>、</a:t>
            </a:r>
            <a:r>
              <a:rPr lang="en-US" altLang="zh-CN" dirty="0"/>
              <a:t>9</a:t>
            </a:r>
            <a:r>
              <a:rPr lang="zh-CN" altLang="en-US" dirty="0"/>
              <a:t>行，</a:t>
            </a:r>
            <a:r>
              <a:rPr lang="en-US" altLang="zh-CN" dirty="0"/>
              <a:t>id </a:t>
            </a:r>
            <a:r>
              <a:rPr lang="zh-CN" altLang="en-US" dirty="0"/>
              <a:t>和 </a:t>
            </a:r>
            <a:r>
              <a:rPr lang="en-US" altLang="zh-CN" dirty="0"/>
              <a:t>( </a:t>
            </a:r>
            <a:r>
              <a:rPr lang="zh-CN" altLang="en-US" dirty="0"/>
              <a:t>列，被替换为相应状态中的归约动作</a:t>
            </a:r>
          </a:p>
        </p:txBody>
      </p:sp>
    </p:spTree>
    <p:extLst>
      <p:ext uri="{BB962C8B-B14F-4D97-AF65-F5344CB8AC3E}">
        <p14:creationId xmlns:p14="http://schemas.microsoft.com/office/powerpoint/2010/main" val="4190629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8420">
                                            <p:txEl>
                                              <p:pRg st="0" end="0"/>
                                            </p:txEl>
                                          </p:spTgt>
                                        </p:tgtEl>
                                        <p:attrNameLst>
                                          <p:attrName>style.visibility</p:attrName>
                                        </p:attrNameLst>
                                      </p:cBhvr>
                                      <p:to>
                                        <p:strVal val="visible"/>
                                      </p:to>
                                    </p:set>
                                    <p:animEffect transition="in" filter="wipe(up)">
                                      <p:cBhvr>
                                        <p:cTn id="7" dur="500"/>
                                        <p:tgtEl>
                                          <p:spTgt spid="9842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98420">
                                            <p:txEl>
                                              <p:pRg st="1" end="1"/>
                                            </p:txEl>
                                          </p:spTgt>
                                        </p:tgtEl>
                                        <p:attrNameLst>
                                          <p:attrName>style.visibility</p:attrName>
                                        </p:attrNameLst>
                                      </p:cBhvr>
                                      <p:to>
                                        <p:strVal val="visible"/>
                                      </p:to>
                                    </p:set>
                                    <p:animEffect transition="in" filter="wipe(up)">
                                      <p:cBhvr>
                                        <p:cTn id="12" dur="500"/>
                                        <p:tgtEl>
                                          <p:spTgt spid="9842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98420">
                                            <p:txEl>
                                              <p:pRg st="2" end="2"/>
                                            </p:txEl>
                                          </p:spTgt>
                                        </p:tgtEl>
                                        <p:attrNameLst>
                                          <p:attrName>style.visibility</p:attrName>
                                        </p:attrNameLst>
                                      </p:cBhvr>
                                      <p:to>
                                        <p:strVal val="visible"/>
                                      </p:to>
                                    </p:set>
                                    <p:animEffect transition="in" filter="wipe(up)">
                                      <p:cBhvr>
                                        <p:cTn id="17" dur="500"/>
                                        <p:tgtEl>
                                          <p:spTgt spid="9842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98420">
                                            <p:txEl>
                                              <p:pRg st="3" end="3"/>
                                            </p:txEl>
                                          </p:spTgt>
                                        </p:tgtEl>
                                        <p:attrNameLst>
                                          <p:attrName>style.visibility</p:attrName>
                                        </p:attrNameLst>
                                      </p:cBhvr>
                                      <p:to>
                                        <p:strVal val="visible"/>
                                      </p:to>
                                    </p:set>
                                    <p:animEffect transition="in" filter="wipe(up)">
                                      <p:cBhvr>
                                        <p:cTn id="22" dur="500"/>
                                        <p:tgtEl>
                                          <p:spTgt spid="9842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98420">
                                            <p:txEl>
                                              <p:pRg st="4" end="4"/>
                                            </p:txEl>
                                          </p:spTgt>
                                        </p:tgtEl>
                                        <p:attrNameLst>
                                          <p:attrName>style.visibility</p:attrName>
                                        </p:attrNameLst>
                                      </p:cBhvr>
                                      <p:to>
                                        <p:strVal val="visible"/>
                                      </p:to>
                                    </p:set>
                                    <p:animEffect transition="in" filter="wipe(up)">
                                      <p:cBhvr>
                                        <p:cTn id="27" dur="500"/>
                                        <p:tgtEl>
                                          <p:spTgt spid="9842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98420">
                                            <p:txEl>
                                              <p:pRg st="5" end="5"/>
                                            </p:txEl>
                                          </p:spTgt>
                                        </p:tgtEl>
                                        <p:attrNameLst>
                                          <p:attrName>style.visibility</p:attrName>
                                        </p:attrNameLst>
                                      </p:cBhvr>
                                      <p:to>
                                        <p:strVal val="visible"/>
                                      </p:to>
                                    </p:set>
                                    <p:animEffect transition="in" filter="wipe(up)">
                                      <p:cBhvr>
                                        <p:cTn id="32" dur="500"/>
                                        <p:tgtEl>
                                          <p:spTgt spid="98420">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98420">
                                            <p:txEl>
                                              <p:pRg st="6" end="6"/>
                                            </p:txEl>
                                          </p:spTgt>
                                        </p:tgtEl>
                                        <p:attrNameLst>
                                          <p:attrName>style.visibility</p:attrName>
                                        </p:attrNameLst>
                                      </p:cBhvr>
                                      <p:to>
                                        <p:strVal val="visible"/>
                                      </p:to>
                                    </p:set>
                                    <p:animEffect transition="in" filter="wipe(up)">
                                      <p:cBhvr>
                                        <p:cTn id="37" dur="500"/>
                                        <p:tgtEl>
                                          <p:spTgt spid="98420">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98420">
                                            <p:txEl>
                                              <p:pRg st="7" end="7"/>
                                            </p:txEl>
                                          </p:spTgt>
                                        </p:tgtEl>
                                        <p:attrNameLst>
                                          <p:attrName>style.visibility</p:attrName>
                                        </p:attrNameLst>
                                      </p:cBhvr>
                                      <p:to>
                                        <p:strVal val="visible"/>
                                      </p:to>
                                    </p:set>
                                    <p:animEffect transition="in" filter="wipe(up)">
                                      <p:cBhvr>
                                        <p:cTn id="42" dur="500"/>
                                        <p:tgtEl>
                                          <p:spTgt spid="98420">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98420">
                                            <p:txEl>
                                              <p:pRg st="8" end="8"/>
                                            </p:txEl>
                                          </p:spTgt>
                                        </p:tgtEl>
                                        <p:attrNameLst>
                                          <p:attrName>style.visibility</p:attrName>
                                        </p:attrNameLst>
                                      </p:cBhvr>
                                      <p:to>
                                        <p:strVal val="visible"/>
                                      </p:to>
                                    </p:set>
                                    <p:animEffect transition="in" filter="wipe(up)">
                                      <p:cBhvr>
                                        <p:cTn id="47" dur="500"/>
                                        <p:tgtEl>
                                          <p:spTgt spid="98420">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98420">
                                            <p:txEl>
                                              <p:pRg st="9" end="9"/>
                                            </p:txEl>
                                          </p:spTgt>
                                        </p:tgtEl>
                                        <p:attrNameLst>
                                          <p:attrName>style.visibility</p:attrName>
                                        </p:attrNameLst>
                                      </p:cBhvr>
                                      <p:to>
                                        <p:strVal val="visible"/>
                                      </p:to>
                                    </p:set>
                                    <p:animEffect transition="in" filter="wipe(up)">
                                      <p:cBhvr>
                                        <p:cTn id="52" dur="500"/>
                                        <p:tgtEl>
                                          <p:spTgt spid="98420">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420"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1CD88395-F917-4472-A3F0-C8C6B80C20B6}"/>
              </a:ext>
            </a:extLst>
          </p:cNvPr>
          <p:cNvSpPr txBox="1">
            <a:spLocks noChangeArrowheads="1"/>
          </p:cNvSpPr>
          <p:nvPr/>
        </p:nvSpPr>
        <p:spPr bwMode="auto">
          <a:xfrm>
            <a:off x="755650" y="268288"/>
            <a:ext cx="7931150"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000" b="1" kern="1200" baseline="0">
                <a:solidFill>
                  <a:schemeClr val="tx1"/>
                </a:solidFill>
                <a:latin typeface="Times New Roman" panose="02020603050405020304" pitchFamily="18" charset="0"/>
                <a:ea typeface="黑体" panose="02010609060101010101" pitchFamily="49" charset="-122"/>
                <a:cs typeface="+mj-cs"/>
              </a:defRPr>
            </a:lvl1pPr>
            <a:lvl2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2pPr>
            <a:lvl3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3pPr>
            <a:lvl4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4pPr>
            <a:lvl5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zh-CN" altLang="en-US" dirty="0">
                <a:latin typeface="微软雅黑" panose="020B0503020204020204" pitchFamily="34" charset="-122"/>
                <a:ea typeface="微软雅黑" panose="020B0503020204020204" pitchFamily="34" charset="-122"/>
              </a:rPr>
              <a:t>使用</a:t>
            </a:r>
            <a:r>
              <a:rPr lang="en-US" altLang="zh-CN" dirty="0">
                <a:latin typeface="微软雅黑" panose="020B0503020204020204" pitchFamily="34" charset="-122"/>
                <a:ea typeface="微软雅黑" panose="020B0503020204020204" pitchFamily="34" charset="-122"/>
              </a:rPr>
              <a:t>error</a:t>
            </a:r>
            <a:r>
              <a:rPr lang="zh-CN" altLang="en-US" dirty="0">
                <a:latin typeface="微软雅黑" panose="020B0503020204020204" pitchFamily="34" charset="-122"/>
                <a:ea typeface="微软雅黑" panose="020B0503020204020204" pitchFamily="34" charset="-122"/>
              </a:rPr>
              <a:t>符号恢复</a:t>
            </a:r>
            <a:endParaRPr lang="en-US" altLang="zh-CN" dirty="0">
              <a:latin typeface="微软雅黑" panose="020B0503020204020204" pitchFamily="34" charset="-122"/>
              <a:ea typeface="微软雅黑" panose="020B0503020204020204" pitchFamily="34" charset="-122"/>
            </a:endParaRPr>
          </a:p>
        </p:txBody>
      </p:sp>
      <p:sp>
        <p:nvSpPr>
          <p:cNvPr id="2" name="内容占位符 1">
            <a:extLst>
              <a:ext uri="{FF2B5EF4-FFF2-40B4-BE49-F238E27FC236}">
                <a16:creationId xmlns:a16="http://schemas.microsoft.com/office/drawing/2014/main" id="{CEF2814F-4D35-4516-B711-D3E7D1790AD0}"/>
              </a:ext>
            </a:extLst>
          </p:cNvPr>
          <p:cNvSpPr>
            <a:spLocks noGrp="1"/>
          </p:cNvSpPr>
          <p:nvPr>
            <p:ph idx="1"/>
          </p:nvPr>
        </p:nvSpPr>
        <p:spPr>
          <a:xfrm>
            <a:off x="755576" y="915566"/>
            <a:ext cx="7632848" cy="3816424"/>
          </a:xfrm>
        </p:spPr>
        <p:txBody>
          <a:bodyPr/>
          <a:lstStyle/>
          <a:p>
            <a:r>
              <a:rPr lang="zh-CN" altLang="en-US" sz="2200" b="1" dirty="0"/>
              <a:t>错误恢复产生式 </a:t>
            </a:r>
            <a:r>
              <a:rPr lang="en-US" altLang="zh-CN" sz="2200" b="1" dirty="0"/>
              <a:t>( </a:t>
            </a:r>
            <a:r>
              <a:rPr lang="en-US" altLang="zh-CN" sz="2200" b="1" dirty="0" err="1"/>
              <a:t>Yacc</a:t>
            </a:r>
            <a:r>
              <a:rPr lang="en-US" altLang="zh-CN" sz="2200" b="1" dirty="0"/>
              <a:t>, Bison, P175 )</a:t>
            </a:r>
          </a:p>
          <a:p>
            <a:pPr lvl="1"/>
            <a:r>
              <a:rPr lang="zh-CN" altLang="en-US" sz="2000" b="1" dirty="0"/>
              <a:t>通过预测可能遇到的常见错误，在文法中加入特殊的错误恢复产生式，尽量放在底层结构的产生式。</a:t>
            </a:r>
            <a:endParaRPr lang="en-US" altLang="zh-CN" sz="2000" b="1" dirty="0"/>
          </a:p>
          <a:p>
            <a:pPr marL="627063" lvl="2" indent="0">
              <a:buNone/>
            </a:pPr>
            <a:r>
              <a:rPr lang="zh-CN" altLang="en-US" b="1" dirty="0"/>
              <a:t>例：</a:t>
            </a:r>
            <a:r>
              <a:rPr lang="en-US" altLang="zh-CN" b="1" dirty="0"/>
              <a:t>exp -&gt; (</a:t>
            </a:r>
            <a:r>
              <a:rPr lang="zh-CN" altLang="en-US" b="1" dirty="0"/>
              <a:t> </a:t>
            </a:r>
            <a:r>
              <a:rPr lang="en-US" altLang="zh-CN" b="1" dirty="0"/>
              <a:t>error ) </a:t>
            </a:r>
            <a:r>
              <a:rPr lang="zh-CN" altLang="en-US" b="1" dirty="0"/>
              <a:t>、</a:t>
            </a:r>
            <a:r>
              <a:rPr lang="en-US" altLang="zh-CN" b="1" dirty="0"/>
              <a:t>exp -&gt; error }</a:t>
            </a:r>
            <a:r>
              <a:rPr lang="zh-CN" altLang="en-US" b="1" dirty="0"/>
              <a:t>、</a:t>
            </a:r>
            <a:r>
              <a:rPr lang="en-US" altLang="zh-CN" b="1" dirty="0"/>
              <a:t> exp -&gt; error ; </a:t>
            </a:r>
          </a:p>
          <a:p>
            <a:r>
              <a:rPr lang="zh-CN" altLang="en-US" sz="2200" b="1" dirty="0"/>
              <a:t>为包含错误产生式的文法构造分析表和分析器</a:t>
            </a:r>
            <a:endParaRPr lang="en-US" altLang="zh-CN" sz="2200" b="1" dirty="0"/>
          </a:p>
          <a:p>
            <a:r>
              <a:rPr lang="zh-CN" altLang="en-US" sz="2200" b="1" dirty="0">
                <a:solidFill>
                  <a:srgbClr val="0070C0"/>
                </a:solidFill>
              </a:rPr>
              <a:t>当</a:t>
            </a:r>
            <a:r>
              <a:rPr lang="en-US" altLang="zh-CN" sz="2200" b="1" dirty="0">
                <a:solidFill>
                  <a:srgbClr val="0070C0"/>
                </a:solidFill>
              </a:rPr>
              <a:t>LR</a:t>
            </a:r>
            <a:r>
              <a:rPr lang="zh-CN" altLang="en-US" sz="2200" b="1" dirty="0">
                <a:solidFill>
                  <a:srgbClr val="0070C0"/>
                </a:solidFill>
              </a:rPr>
              <a:t>分析器遇到错误时</a:t>
            </a:r>
            <a:r>
              <a:rPr lang="zh-CN" altLang="en-US" sz="2200" b="1" dirty="0"/>
              <a:t>，将采取如下一些动作：</a:t>
            </a:r>
            <a:endParaRPr lang="en-US" altLang="zh-CN" sz="2200" b="1" dirty="0"/>
          </a:p>
          <a:p>
            <a:pPr lvl="1"/>
            <a:r>
              <a:rPr lang="zh-CN" altLang="en-US" sz="2000" b="1" dirty="0"/>
              <a:t>依次弹出栈顶符号</a:t>
            </a:r>
            <a:r>
              <a:rPr lang="en-US" altLang="zh-CN" sz="2000" b="1" dirty="0"/>
              <a:t>(</a:t>
            </a:r>
            <a:r>
              <a:rPr lang="zh-CN" altLang="en-US" sz="2000" b="1" dirty="0"/>
              <a:t>状态</a:t>
            </a:r>
            <a:r>
              <a:rPr lang="en-US" altLang="zh-CN" sz="2000" b="1" dirty="0"/>
              <a:t>)</a:t>
            </a:r>
            <a:r>
              <a:rPr lang="zh-CN" altLang="en-US" sz="2000" b="1" dirty="0"/>
              <a:t>直至某个状态，该状态关于</a:t>
            </a:r>
            <a:r>
              <a:rPr lang="en-US" altLang="zh-CN" sz="2000" b="1" dirty="0"/>
              <a:t>error</a:t>
            </a:r>
            <a:r>
              <a:rPr lang="zh-CN" altLang="en-US" sz="2000" b="1" dirty="0"/>
              <a:t>的动作是移入，移进</a:t>
            </a:r>
            <a:r>
              <a:rPr lang="en-US" altLang="zh-CN" sz="2000" b="1" dirty="0"/>
              <a:t>error</a:t>
            </a:r>
            <a:r>
              <a:rPr lang="zh-CN" altLang="en-US" sz="2000" b="1" dirty="0"/>
              <a:t>（对应的状态）</a:t>
            </a:r>
            <a:endParaRPr lang="en-US" altLang="zh-CN" sz="2000" b="1" dirty="0"/>
          </a:p>
          <a:p>
            <a:pPr lvl="1"/>
            <a:r>
              <a:rPr lang="zh-CN" altLang="en-US" sz="2000" b="1" dirty="0"/>
              <a:t>依次跳过输入符号直至到达某符号（相当于同步符号，产生式中紧随</a:t>
            </a:r>
            <a:r>
              <a:rPr lang="en-US" altLang="zh-CN" sz="2000" b="1" dirty="0"/>
              <a:t>error</a:t>
            </a:r>
            <a:r>
              <a:rPr lang="zh-CN" altLang="en-US" sz="2000" b="1" dirty="0"/>
              <a:t>的符号）在当前状态有一个非错误的动作</a:t>
            </a:r>
            <a:endParaRPr lang="en-US" altLang="zh-CN" sz="2000" b="1" dirty="0"/>
          </a:p>
        </p:txBody>
      </p:sp>
      <p:sp>
        <p:nvSpPr>
          <p:cNvPr id="4" name="灯片编号占位符 3">
            <a:extLst>
              <a:ext uri="{FF2B5EF4-FFF2-40B4-BE49-F238E27FC236}">
                <a16:creationId xmlns:a16="http://schemas.microsoft.com/office/drawing/2014/main" id="{D0E64B60-9762-4C28-BDC9-3D6237E15631}"/>
              </a:ext>
            </a:extLst>
          </p:cNvPr>
          <p:cNvSpPr>
            <a:spLocks noGrp="1"/>
          </p:cNvSpPr>
          <p:nvPr>
            <p:ph type="sldNum" sz="quarter" idx="12"/>
          </p:nvPr>
        </p:nvSpPr>
        <p:spPr/>
        <p:txBody>
          <a:bodyPr/>
          <a:lstStyle/>
          <a:p>
            <a:pPr>
              <a:defRPr/>
            </a:pPr>
            <a:fld id="{EA567855-7F13-4FC5-AD61-2B82F6443E16}" type="slidenum">
              <a:rPr lang="zh-CN" altLang="en-US" smtClean="0"/>
              <a:pPr>
                <a:defRPr/>
              </a:pPr>
              <a:t>47</a:t>
            </a:fld>
            <a:endParaRPr lang="en-US" altLang="zh-CN"/>
          </a:p>
        </p:txBody>
      </p:sp>
    </p:spTree>
    <p:extLst>
      <p:ext uri="{BB962C8B-B14F-4D97-AF65-F5344CB8AC3E}">
        <p14:creationId xmlns:p14="http://schemas.microsoft.com/office/powerpoint/2010/main" val="254172948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9" name="Rectangle 3"/>
          <p:cNvSpPr>
            <a:spLocks noGrp="1" noChangeArrowheads="1"/>
          </p:cNvSpPr>
          <p:nvPr>
            <p:ph idx="1"/>
          </p:nvPr>
        </p:nvSpPr>
        <p:spPr/>
        <p:txBody>
          <a:bodyPr/>
          <a:lstStyle/>
          <a:p>
            <a:pPr eaLnBrk="1" hangingPunct="1">
              <a:lnSpc>
                <a:spcPct val="120000"/>
              </a:lnSpc>
              <a:buFont typeface="Wingdings" panose="05000000000000000000" pitchFamily="2" charset="2"/>
              <a:buNone/>
            </a:pPr>
            <a:r>
              <a:rPr lang="en-US" altLang="zh-CN" sz="2700" b="1" dirty="0">
                <a:latin typeface="Times New Roman" panose="02020603050405020304" pitchFamily="18" charset="0"/>
              </a:rPr>
              <a:t>1</a:t>
            </a:r>
            <a:r>
              <a:rPr lang="zh-CN" altLang="en-US" sz="2700" b="1" dirty="0">
                <a:latin typeface="Times New Roman" panose="02020603050405020304" pitchFamily="18" charset="0"/>
              </a:rPr>
              <a:t>、编写增广文法</a:t>
            </a:r>
          </a:p>
          <a:p>
            <a:pPr eaLnBrk="1" hangingPunct="1">
              <a:lnSpc>
                <a:spcPct val="120000"/>
              </a:lnSpc>
              <a:buFont typeface="Wingdings" panose="05000000000000000000" pitchFamily="2" charset="2"/>
              <a:buNone/>
            </a:pPr>
            <a:r>
              <a:rPr lang="en-US" altLang="zh-CN" sz="2700" b="1" dirty="0">
                <a:latin typeface="Times New Roman" panose="02020603050405020304" pitchFamily="18" charset="0"/>
              </a:rPr>
              <a:t>2</a:t>
            </a:r>
            <a:r>
              <a:rPr lang="zh-CN" altLang="en-US" sz="2700" b="1" dirty="0">
                <a:latin typeface="Times New Roman" panose="02020603050405020304" pitchFamily="18" charset="0"/>
              </a:rPr>
              <a:t>、求识别所有规范句型活前缀的</a:t>
            </a:r>
            <a:r>
              <a:rPr lang="en-US" altLang="zh-CN" sz="2700" b="1" dirty="0">
                <a:latin typeface="Times New Roman" panose="02020603050405020304" pitchFamily="18" charset="0"/>
              </a:rPr>
              <a:t>DFA</a:t>
            </a:r>
          </a:p>
          <a:p>
            <a:pPr eaLnBrk="1" hangingPunct="1">
              <a:lnSpc>
                <a:spcPct val="120000"/>
              </a:lnSpc>
              <a:buFont typeface="Wingdings" panose="05000000000000000000" pitchFamily="2" charset="2"/>
              <a:buNone/>
            </a:pPr>
            <a:r>
              <a:rPr lang="en-US" altLang="zh-CN" sz="2700" b="1" dirty="0">
                <a:latin typeface="Times New Roman" panose="02020603050405020304" pitchFamily="18" charset="0"/>
              </a:rPr>
              <a:t>3</a:t>
            </a:r>
            <a:r>
              <a:rPr lang="zh-CN" altLang="en-US" sz="2700" b="1" dirty="0">
                <a:latin typeface="Times New Roman" panose="02020603050405020304" pitchFamily="18" charset="0"/>
              </a:rPr>
              <a:t>、构造</a:t>
            </a:r>
            <a:r>
              <a:rPr lang="en-US" altLang="en-US" sz="2700" b="1" dirty="0">
                <a:latin typeface="Times New Roman" panose="02020603050405020304" pitchFamily="18" charset="0"/>
              </a:rPr>
              <a:t>LR</a:t>
            </a:r>
            <a:r>
              <a:rPr lang="zh-CN" altLang="en-US" sz="2700" b="1" dirty="0">
                <a:latin typeface="Times New Roman" panose="02020603050405020304" pitchFamily="18" charset="0"/>
              </a:rPr>
              <a:t>分析表</a:t>
            </a:r>
          </a:p>
          <a:p>
            <a:pPr eaLnBrk="1" hangingPunct="1">
              <a:lnSpc>
                <a:spcPct val="70000"/>
              </a:lnSpc>
              <a:buFont typeface="Wingdings" panose="05000000000000000000" pitchFamily="2" charset="2"/>
              <a:buNone/>
            </a:pPr>
            <a:endParaRPr lang="en-US" altLang="zh-CN" b="1" dirty="0">
              <a:latin typeface="Times New Roman" panose="02020603050405020304" pitchFamily="18" charset="0"/>
            </a:endParaRPr>
          </a:p>
        </p:txBody>
      </p:sp>
      <p:sp>
        <p:nvSpPr>
          <p:cNvPr id="113668" name="Rectangle 2"/>
          <p:cNvSpPr>
            <a:spLocks noGrp="1" noChangeArrowheads="1"/>
          </p:cNvSpPr>
          <p:nvPr>
            <p:ph type="title"/>
          </p:nvPr>
        </p:nvSpPr>
        <p:spPr/>
        <p:txBody>
          <a:bodyPr anchor="ctr"/>
          <a:lstStyle/>
          <a:p>
            <a:pPr eaLnBrk="1" hangingPunct="1"/>
            <a:r>
              <a:rPr lang="en-US" altLang="en-US">
                <a:latin typeface="Times New Roman" panose="02020603050405020304" pitchFamily="18" charset="0"/>
              </a:rPr>
              <a:t>LR</a:t>
            </a:r>
            <a:r>
              <a:rPr lang="zh-CN" altLang="en-US">
                <a:latin typeface="Times New Roman" panose="02020603050405020304" pitchFamily="18" charset="0"/>
              </a:rPr>
              <a:t>分析的基本步骤</a:t>
            </a:r>
          </a:p>
        </p:txBody>
      </p:sp>
      <p:sp>
        <p:nvSpPr>
          <p:cNvPr id="113667" name="灯片编号占位符 5"/>
          <p:cNvSpPr>
            <a:spLocks noGrp="1"/>
          </p:cNvSpPr>
          <p:nvPr>
            <p:ph type="sldNum" sz="quarter" idx="12"/>
          </p:nvPr>
        </p:nvSpPr>
        <p:spPr>
          <a:noFill/>
        </p:spPr>
        <p:txBody>
          <a:bodyPr anchor="t"/>
          <a:lstStyle>
            <a:lvl1pPr>
              <a:spcBef>
                <a:spcPct val="20000"/>
              </a:spcBef>
              <a:buClr>
                <a:schemeClr val="folHlink"/>
              </a:buClr>
              <a:buSzPct val="60000"/>
              <a:buFont typeface="Wingdings" panose="05000000000000000000" pitchFamily="2" charset="2"/>
              <a:buChar char="n"/>
              <a:defRPr sz="2400" b="1">
                <a:solidFill>
                  <a:schemeClr val="tx1"/>
                </a:solidFill>
                <a:latin typeface="Tahoma" panose="020B0604030504040204" pitchFamily="34" charset="0"/>
                <a:ea typeface="楷体_GB2312" panose="02010609030101010101" pitchFamily="49" charset="-122"/>
              </a:defRPr>
            </a:lvl1pPr>
            <a:lvl2pPr marL="557213" indent="-214313">
              <a:spcBef>
                <a:spcPct val="20000"/>
              </a:spcBef>
              <a:buClr>
                <a:schemeClr val="hlink"/>
              </a:buClr>
              <a:buSzPct val="55000"/>
              <a:buFont typeface="Wingdings" panose="05000000000000000000" pitchFamily="2" charset="2"/>
              <a:buChar char="n"/>
              <a:defRPr sz="2100" b="1">
                <a:solidFill>
                  <a:schemeClr val="tx1"/>
                </a:solidFill>
                <a:latin typeface="Tahoma" panose="020B0604030504040204" pitchFamily="34" charset="0"/>
                <a:ea typeface="楷体_GB2312" panose="02010609030101010101" pitchFamily="49" charset="-122"/>
              </a:defRPr>
            </a:lvl2pPr>
            <a:lvl3pPr marL="857250" indent="-171450">
              <a:spcBef>
                <a:spcPct val="20000"/>
              </a:spcBef>
              <a:buClr>
                <a:schemeClr val="folHlink"/>
              </a:buClr>
              <a:buSzPct val="50000"/>
              <a:buFont typeface="Wingdings" panose="05000000000000000000" pitchFamily="2" charset="2"/>
              <a:buChar char="n"/>
              <a:defRPr sz="1800" b="1">
                <a:solidFill>
                  <a:schemeClr val="tx1"/>
                </a:solidFill>
                <a:latin typeface="Tahoma" panose="020B0604030504040204" pitchFamily="34" charset="0"/>
                <a:ea typeface="楷体_GB2312" panose="02010609030101010101" pitchFamily="49" charset="-122"/>
              </a:defRPr>
            </a:lvl3pPr>
            <a:lvl4pPr marL="1200150" indent="-171450">
              <a:spcBef>
                <a:spcPct val="20000"/>
              </a:spcBef>
              <a:buClr>
                <a:schemeClr val="accent2"/>
              </a:buClr>
              <a:buSzPct val="55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4pPr>
            <a:lvl5pPr marL="1543050" indent="-171450">
              <a:spcBef>
                <a:spcPct val="20000"/>
              </a:spcBef>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5pPr>
            <a:lvl6pPr marL="18859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6pPr>
            <a:lvl7pPr marL="22288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7pPr>
            <a:lvl8pPr marL="25717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8pPr>
            <a:lvl9pPr marL="29146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9pPr>
          </a:lstStyle>
          <a:p>
            <a:pPr>
              <a:spcBef>
                <a:spcPct val="0"/>
              </a:spcBef>
              <a:buClrTx/>
              <a:buSzTx/>
              <a:buFontTx/>
              <a:buNone/>
            </a:pPr>
            <a:fld id="{30C62755-A848-4805-8FB5-3B9365A6FA25}" type="slidenum">
              <a:rPr lang="en-US" altLang="zh-CN" sz="1050" b="0">
                <a:latin typeface="Arial" panose="020B0604020202020204" pitchFamily="34" charset="0"/>
                <a:ea typeface="宋体" panose="02010600030101010101" pitchFamily="2" charset="-122"/>
              </a:rPr>
              <a:pPr>
                <a:spcBef>
                  <a:spcPct val="0"/>
                </a:spcBef>
                <a:buClrTx/>
                <a:buSzTx/>
                <a:buFontTx/>
                <a:buNone/>
              </a:pPr>
              <a:t>48</a:t>
            </a:fld>
            <a:endParaRPr lang="en-US" altLang="zh-CN" sz="1050" b="0">
              <a:latin typeface="Arial" panose="020B0604020202020204" pitchFamily="34" charset="0"/>
              <a:ea typeface="宋体" panose="02010600030101010101" pitchFamily="2"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FEABF050-F4E9-4997-A7DF-5845924D02ED}"/>
              </a:ext>
            </a:extLst>
          </p:cNvPr>
          <p:cNvSpPr>
            <a:spLocks noGrp="1"/>
          </p:cNvSpPr>
          <p:nvPr>
            <p:ph idx="1"/>
          </p:nvPr>
        </p:nvSpPr>
        <p:spPr/>
        <p:txBody>
          <a:bodyPr/>
          <a:lstStyle/>
          <a:p>
            <a:r>
              <a:rPr lang="zh-CN" altLang="zh-CN" sz="3200" b="1" dirty="0"/>
              <a:t>文法</a:t>
            </a:r>
            <a:r>
              <a:rPr lang="en-GB" altLang="zh-CN" sz="3200" b="1" dirty="0"/>
              <a:t>S → S </a:t>
            </a:r>
            <a:r>
              <a:rPr lang="en-GB" altLang="zh-CN" sz="3200" b="1" dirty="0" err="1"/>
              <a:t>S</a:t>
            </a:r>
            <a:r>
              <a:rPr lang="en-GB" altLang="zh-CN" sz="3200" b="1" dirty="0"/>
              <a:t> + | S </a:t>
            </a:r>
            <a:r>
              <a:rPr lang="en-GB" altLang="zh-CN" sz="3200" b="1" dirty="0" err="1"/>
              <a:t>S</a:t>
            </a:r>
            <a:r>
              <a:rPr lang="en-GB" altLang="zh-CN" sz="3200" b="1" dirty="0"/>
              <a:t> * | a </a:t>
            </a:r>
            <a:r>
              <a:rPr lang="zh-CN" altLang="zh-CN" sz="3200" b="1" dirty="0"/>
              <a:t>构造</a:t>
            </a:r>
          </a:p>
          <a:p>
            <a:pPr marL="0" indent="0">
              <a:buNone/>
            </a:pPr>
            <a:r>
              <a:rPr lang="zh-CN" altLang="zh-CN" sz="3200" b="1" dirty="0"/>
              <a:t>①规范</a:t>
            </a:r>
            <a:r>
              <a:rPr lang="en-GB" altLang="zh-CN" sz="3200" b="1" dirty="0"/>
              <a:t>LR</a:t>
            </a:r>
            <a:r>
              <a:rPr lang="en-US" altLang="zh-CN" sz="3200" b="1" dirty="0"/>
              <a:t>(1)</a:t>
            </a:r>
            <a:r>
              <a:rPr lang="zh-CN" altLang="zh-CN" sz="3200" b="1" dirty="0"/>
              <a:t>项集族</a:t>
            </a:r>
            <a:r>
              <a:rPr lang="zh-CN" altLang="en-US" sz="3200" b="1" dirty="0"/>
              <a:t>（</a:t>
            </a:r>
            <a:r>
              <a:rPr lang="en-US" altLang="zh-CN" sz="3200" b="1" dirty="0"/>
              <a:t>DFA</a:t>
            </a:r>
            <a:r>
              <a:rPr lang="zh-CN" altLang="en-US" sz="3200" b="1" dirty="0"/>
              <a:t>）</a:t>
            </a:r>
            <a:endParaRPr lang="zh-CN" altLang="zh-CN" sz="3200" b="1" dirty="0"/>
          </a:p>
          <a:p>
            <a:pPr marL="0" indent="0">
              <a:buNone/>
            </a:pPr>
            <a:r>
              <a:rPr lang="zh-CN" altLang="zh-CN" sz="3200" b="1" dirty="0"/>
              <a:t>②</a:t>
            </a:r>
            <a:r>
              <a:rPr lang="en-GB" altLang="zh-CN" sz="3200" b="1" dirty="0"/>
              <a:t>LALR</a:t>
            </a:r>
            <a:r>
              <a:rPr lang="zh-CN" altLang="zh-CN" sz="3200" b="1" dirty="0"/>
              <a:t>项集族</a:t>
            </a:r>
            <a:r>
              <a:rPr lang="zh-CN" altLang="en-US" sz="3200" b="1" dirty="0"/>
              <a:t>（</a:t>
            </a:r>
            <a:r>
              <a:rPr lang="en-US" altLang="zh-CN" sz="3200" b="1" dirty="0"/>
              <a:t>DFA</a:t>
            </a:r>
            <a:r>
              <a:rPr lang="zh-CN" altLang="en-US" sz="3200" b="1" dirty="0"/>
              <a:t>）</a:t>
            </a:r>
            <a:endParaRPr lang="zh-CN" altLang="zh-CN" sz="3200" b="1" dirty="0"/>
          </a:p>
        </p:txBody>
      </p:sp>
      <p:sp>
        <p:nvSpPr>
          <p:cNvPr id="3" name="标题 2">
            <a:extLst>
              <a:ext uri="{FF2B5EF4-FFF2-40B4-BE49-F238E27FC236}">
                <a16:creationId xmlns:a16="http://schemas.microsoft.com/office/drawing/2014/main" id="{05FFAD27-D265-4E48-982C-BAFE6B9E641A}"/>
              </a:ext>
            </a:extLst>
          </p:cNvPr>
          <p:cNvSpPr>
            <a:spLocks noGrp="1"/>
          </p:cNvSpPr>
          <p:nvPr>
            <p:ph type="title"/>
          </p:nvPr>
        </p:nvSpPr>
        <p:spPr/>
        <p:txBody>
          <a:bodyPr/>
          <a:lstStyle/>
          <a:p>
            <a:r>
              <a:rPr lang="zh-CN" altLang="en-US" dirty="0"/>
              <a:t>课后练习</a:t>
            </a:r>
          </a:p>
        </p:txBody>
      </p:sp>
      <p:sp>
        <p:nvSpPr>
          <p:cNvPr id="4" name="灯片编号占位符 3">
            <a:extLst>
              <a:ext uri="{FF2B5EF4-FFF2-40B4-BE49-F238E27FC236}">
                <a16:creationId xmlns:a16="http://schemas.microsoft.com/office/drawing/2014/main" id="{9C556C9C-0168-4B7B-B6B1-F6B1154DD311}"/>
              </a:ext>
            </a:extLst>
          </p:cNvPr>
          <p:cNvSpPr>
            <a:spLocks noGrp="1"/>
          </p:cNvSpPr>
          <p:nvPr>
            <p:ph type="sldNum" sz="quarter" idx="12"/>
          </p:nvPr>
        </p:nvSpPr>
        <p:spPr/>
        <p:txBody>
          <a:bodyPr/>
          <a:lstStyle/>
          <a:p>
            <a:pPr>
              <a:defRPr/>
            </a:pPr>
            <a:fld id="{76D20AB1-C80E-44EB-B890-88EEF3B3DC08}" type="slidenum">
              <a:rPr lang="zh-CN" altLang="en-US" smtClean="0"/>
              <a:pPr>
                <a:defRPr/>
              </a:pPr>
              <a:t>49</a:t>
            </a:fld>
            <a:endParaRPr lang="en-US" altLang="zh-CN"/>
          </a:p>
        </p:txBody>
      </p:sp>
    </p:spTree>
    <p:extLst>
      <p:ext uri="{BB962C8B-B14F-4D97-AF65-F5344CB8AC3E}">
        <p14:creationId xmlns:p14="http://schemas.microsoft.com/office/powerpoint/2010/main" val="38838806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p:cNvSpPr>
            <a:spLocks noGrp="1" noChangeArrowheads="1"/>
          </p:cNvSpPr>
          <p:nvPr>
            <p:ph idx="1"/>
          </p:nvPr>
        </p:nvSpPr>
        <p:spPr>
          <a:xfrm>
            <a:off x="4357688" y="1425575"/>
            <a:ext cx="4966839" cy="3522663"/>
          </a:xfrm>
        </p:spPr>
        <p:txBody>
          <a:bodyPr anchor="ctr"/>
          <a:lstStyle/>
          <a:p>
            <a:pPr eaLnBrk="1" hangingPunct="1">
              <a:lnSpc>
                <a:spcPts val="4000"/>
              </a:lnSpc>
              <a:buFont typeface="Symbol" panose="05050102010706020507" pitchFamily="18" charset="2"/>
              <a:buNone/>
              <a:defRPr/>
            </a:pPr>
            <a:r>
              <a:rPr lang="en-US" altLang="zh-CN" sz="2800" dirty="0">
                <a:solidFill>
                  <a:schemeClr val="bg1">
                    <a:lumMod val="50000"/>
                  </a:schemeClr>
                </a:solidFill>
                <a:latin typeface="微软雅黑" pitchFamily="34" charset="-122"/>
                <a:ea typeface="微软雅黑" pitchFamily="34" charset="-122"/>
                <a:cs typeface="Times New Roman" pitchFamily="18" charset="0"/>
              </a:rPr>
              <a:t>4.1 </a:t>
            </a:r>
            <a:r>
              <a:rPr lang="zh-CN" altLang="en-US" sz="2800" dirty="0">
                <a:solidFill>
                  <a:schemeClr val="bg1">
                    <a:lumMod val="50000"/>
                  </a:schemeClr>
                </a:solidFill>
                <a:latin typeface="微软雅黑" pitchFamily="34" charset="-122"/>
                <a:ea typeface="微软雅黑" pitchFamily="34" charset="-122"/>
                <a:cs typeface="Times New Roman" pitchFamily="18" charset="0"/>
              </a:rPr>
              <a:t>自顶向下的分析</a:t>
            </a:r>
          </a:p>
          <a:p>
            <a:pPr eaLnBrk="1" hangingPunct="1">
              <a:lnSpc>
                <a:spcPts val="4000"/>
              </a:lnSpc>
              <a:buFont typeface="Symbol" panose="05050102010706020507" pitchFamily="18" charset="2"/>
              <a:buNone/>
              <a:defRPr/>
            </a:pPr>
            <a:r>
              <a:rPr lang="en-US" altLang="zh-CN" sz="2800" dirty="0">
                <a:solidFill>
                  <a:schemeClr val="bg1">
                    <a:lumMod val="50000"/>
                  </a:schemeClr>
                </a:solidFill>
                <a:latin typeface="微软雅黑" pitchFamily="34" charset="-122"/>
                <a:ea typeface="微软雅黑" pitchFamily="34" charset="-122"/>
                <a:cs typeface="Times New Roman" pitchFamily="18" charset="0"/>
              </a:rPr>
              <a:t>4.2 </a:t>
            </a:r>
            <a:r>
              <a:rPr lang="zh-CN" altLang="en-US" sz="2800" dirty="0">
                <a:solidFill>
                  <a:schemeClr val="bg1">
                    <a:lumMod val="50000"/>
                  </a:schemeClr>
                </a:solidFill>
                <a:latin typeface="微软雅黑" pitchFamily="34" charset="-122"/>
                <a:ea typeface="微软雅黑" pitchFamily="34" charset="-122"/>
                <a:cs typeface="Times New Roman" pitchFamily="18" charset="0"/>
              </a:rPr>
              <a:t>预测分析法</a:t>
            </a:r>
            <a:endParaRPr lang="en-US" altLang="zh-CN" sz="2800" dirty="0">
              <a:solidFill>
                <a:schemeClr val="bg1">
                  <a:lumMod val="50000"/>
                </a:schemeClr>
              </a:solidFill>
              <a:latin typeface="微软雅黑" pitchFamily="34" charset="-122"/>
              <a:ea typeface="微软雅黑" pitchFamily="34" charset="-122"/>
              <a:cs typeface="Times New Roman" pitchFamily="18" charset="0"/>
            </a:endParaRPr>
          </a:p>
          <a:p>
            <a:pPr eaLnBrk="1" hangingPunct="1">
              <a:lnSpc>
                <a:spcPts val="4000"/>
              </a:lnSpc>
              <a:buFont typeface="Symbol" panose="05050102010706020507" pitchFamily="18" charset="2"/>
              <a:buNone/>
              <a:defRPr/>
            </a:pPr>
            <a:r>
              <a:rPr lang="en-US" altLang="zh-CN" sz="2800" dirty="0">
                <a:solidFill>
                  <a:schemeClr val="bg1">
                    <a:lumMod val="50000"/>
                  </a:schemeClr>
                </a:solidFill>
                <a:latin typeface="微软雅黑" pitchFamily="34" charset="-122"/>
                <a:ea typeface="微软雅黑" pitchFamily="34" charset="-122"/>
                <a:cs typeface="Times New Roman" pitchFamily="18" charset="0"/>
              </a:rPr>
              <a:t>4.3 </a:t>
            </a:r>
            <a:r>
              <a:rPr lang="zh-CN" altLang="en-US" sz="2800" dirty="0">
                <a:solidFill>
                  <a:schemeClr val="bg1">
                    <a:lumMod val="50000"/>
                  </a:schemeClr>
                </a:solidFill>
                <a:latin typeface="微软雅黑" pitchFamily="34" charset="-122"/>
                <a:ea typeface="微软雅黑" pitchFamily="34" charset="-122"/>
                <a:cs typeface="Times New Roman" pitchFamily="18" charset="0"/>
              </a:rPr>
              <a:t>自底向上的分析</a:t>
            </a:r>
          </a:p>
          <a:p>
            <a:pPr eaLnBrk="1" hangingPunct="1">
              <a:lnSpc>
                <a:spcPts val="4000"/>
              </a:lnSpc>
              <a:buFont typeface="Symbol" panose="05050102010706020507" pitchFamily="18" charset="2"/>
              <a:buNone/>
              <a:defRPr/>
            </a:pPr>
            <a:r>
              <a:rPr lang="en-US" altLang="zh-CN" sz="2800" dirty="0">
                <a:solidFill>
                  <a:schemeClr val="bg1">
                    <a:lumMod val="50000"/>
                  </a:schemeClr>
                </a:solidFill>
                <a:latin typeface="微软雅黑" pitchFamily="34" charset="-122"/>
                <a:ea typeface="微软雅黑" pitchFamily="34" charset="-122"/>
                <a:cs typeface="Times New Roman" pitchFamily="18" charset="0"/>
              </a:rPr>
              <a:t>4.4 LR</a:t>
            </a:r>
            <a:r>
              <a:rPr lang="zh-CN" altLang="en-US" sz="2800" dirty="0">
                <a:solidFill>
                  <a:schemeClr val="bg1">
                    <a:lumMod val="50000"/>
                  </a:schemeClr>
                </a:solidFill>
                <a:latin typeface="微软雅黑" pitchFamily="34" charset="-122"/>
                <a:ea typeface="微软雅黑" pitchFamily="34" charset="-122"/>
                <a:cs typeface="Times New Roman" pitchFamily="18" charset="0"/>
              </a:rPr>
              <a:t>分析法</a:t>
            </a:r>
          </a:p>
          <a:p>
            <a:pPr eaLnBrk="1" hangingPunct="1">
              <a:lnSpc>
                <a:spcPts val="4000"/>
              </a:lnSpc>
              <a:buFont typeface="Symbol" panose="05050102010706020507" pitchFamily="18" charset="2"/>
              <a:buNone/>
              <a:defRPr/>
            </a:pPr>
            <a:r>
              <a:rPr lang="en-US" altLang="zh-CN" sz="2800" b="1" dirty="0">
                <a:solidFill>
                  <a:srgbClr val="0070C0"/>
                </a:solidFill>
                <a:latin typeface="微软雅黑" pitchFamily="34" charset="-122"/>
                <a:ea typeface="微软雅黑" pitchFamily="34" charset="-122"/>
                <a:cs typeface="Times New Roman" pitchFamily="18" charset="0"/>
              </a:rPr>
              <a:t>4.5 </a:t>
            </a:r>
            <a:r>
              <a:rPr lang="zh-CN" altLang="en-US" sz="2800" b="1" dirty="0">
                <a:solidFill>
                  <a:srgbClr val="0070C0"/>
                </a:solidFill>
                <a:latin typeface="微软雅黑" pitchFamily="34" charset="-122"/>
                <a:ea typeface="微软雅黑" pitchFamily="34" charset="-122"/>
                <a:cs typeface="Times New Roman" pitchFamily="18" charset="0"/>
              </a:rPr>
              <a:t>语法分析器自动生成工具</a:t>
            </a:r>
          </a:p>
        </p:txBody>
      </p:sp>
      <p:pic>
        <p:nvPicPr>
          <p:cNvPr id="100355" name="Picture 7" descr="E:\工大编译\ppt\制作\0330e9c554c768200000158fc50d53d.jpg"/>
          <p:cNvPicPr>
            <a:picLocks noChangeAspect="1" noChangeArrowheads="1"/>
          </p:cNvPicPr>
          <p:nvPr/>
        </p:nvPicPr>
        <p:blipFill>
          <a:blip r:embed="rId3">
            <a:extLst>
              <a:ext uri="{28A0092B-C50C-407E-A947-70E740481C1C}">
                <a14:useLocalDpi xmlns:a14="http://schemas.microsoft.com/office/drawing/2010/main" val="0"/>
              </a:ext>
            </a:extLst>
          </a:blip>
          <a:srcRect l="15538" r="21837"/>
          <a:stretch>
            <a:fillRect/>
          </a:stretch>
        </p:blipFill>
        <p:spPr bwMode="auto">
          <a:xfrm>
            <a:off x="-6350" y="0"/>
            <a:ext cx="4295775"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矩形 10"/>
          <p:cNvSpPr/>
          <p:nvPr/>
        </p:nvSpPr>
        <p:spPr>
          <a:xfrm>
            <a:off x="4143375" y="357188"/>
            <a:ext cx="1928813" cy="785812"/>
          </a:xfrm>
          <a:prstGeom prst="rect">
            <a:avLst/>
          </a:prstGeom>
          <a:solidFill>
            <a:schemeClr val="accent2">
              <a:lumMod val="60000"/>
              <a:lumOff val="40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02870" tIns="51435" rIns="102870" bIns="51435" anchor="ctr"/>
          <a:lstStyle/>
          <a:p>
            <a:pPr algn="ctr" fontAlgn="auto">
              <a:spcBef>
                <a:spcPts val="0"/>
              </a:spcBef>
              <a:spcAft>
                <a:spcPts val="0"/>
              </a:spcAft>
              <a:defRPr/>
            </a:pPr>
            <a:r>
              <a:rPr lang="zh-CN" altLang="en-US" sz="4000" b="1" spc="600" dirty="0">
                <a:solidFill>
                  <a:prstClr val="white"/>
                </a:solidFill>
                <a:latin typeface="微软雅黑" pitchFamily="34" charset="-122"/>
                <a:ea typeface="微软雅黑" pitchFamily="34" charset="-122"/>
              </a:rPr>
              <a:t>提纲</a:t>
            </a:r>
            <a:endParaRPr lang="zh-CN" altLang="en-US" sz="1600" dirty="0">
              <a:solidFill>
                <a:prstClr val="black">
                  <a:lumMod val="85000"/>
                  <a:lumOff val="15000"/>
                </a:prstClr>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FA608C5B-8E77-422B-925E-018D5D124456}"/>
              </a:ext>
            </a:extLst>
          </p:cNvPr>
          <p:cNvSpPr/>
          <p:nvPr/>
        </p:nvSpPr>
        <p:spPr>
          <a:xfrm>
            <a:off x="746188" y="4449642"/>
            <a:ext cx="7642236" cy="396044"/>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FCA578D1-8F51-4118-9F73-BA36D819D4EC}"/>
              </a:ext>
            </a:extLst>
          </p:cNvPr>
          <p:cNvSpPr/>
          <p:nvPr/>
        </p:nvSpPr>
        <p:spPr>
          <a:xfrm>
            <a:off x="750882" y="3363838"/>
            <a:ext cx="7642236" cy="1080120"/>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矩形 3">
            <a:extLst>
              <a:ext uri="{FF2B5EF4-FFF2-40B4-BE49-F238E27FC236}">
                <a16:creationId xmlns:a16="http://schemas.microsoft.com/office/drawing/2014/main" id="{A1ED89A3-930B-4AA9-8BB8-1F931E99464E}"/>
              </a:ext>
            </a:extLst>
          </p:cNvPr>
          <p:cNvSpPr/>
          <p:nvPr/>
        </p:nvSpPr>
        <p:spPr>
          <a:xfrm>
            <a:off x="755576" y="843558"/>
            <a:ext cx="7632848" cy="252028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693" name="Rectangle 3"/>
          <p:cNvSpPr>
            <a:spLocks noGrp="1" noChangeArrowheads="1"/>
          </p:cNvSpPr>
          <p:nvPr>
            <p:ph idx="1"/>
          </p:nvPr>
        </p:nvSpPr>
        <p:spPr>
          <a:xfrm>
            <a:off x="755576" y="843558"/>
            <a:ext cx="7782036" cy="4176464"/>
          </a:xfrm>
          <a:noFill/>
        </p:spPr>
        <p:txBody>
          <a:bodyPr/>
          <a:lstStyle/>
          <a:p>
            <a:pPr marL="0" eaLnBrk="1" hangingPunct="1">
              <a:spcBef>
                <a:spcPts val="0"/>
              </a:spcBef>
              <a:buFont typeface="Wingdings" panose="05000000000000000000" pitchFamily="2" charset="2"/>
              <a:buNone/>
            </a:pPr>
            <a:r>
              <a:rPr lang="en-US" altLang="zh-CN" sz="1800" b="1" dirty="0">
                <a:solidFill>
                  <a:srgbClr val="FF0000"/>
                </a:solidFill>
                <a:latin typeface="Times New Roman" panose="02020603050405020304" pitchFamily="18" charset="0"/>
              </a:rPr>
              <a:t>%{</a:t>
            </a:r>
            <a:r>
              <a:rPr lang="en-US" altLang="zh-CN" sz="1800" b="1" dirty="0">
                <a:latin typeface="Times New Roman" panose="02020603050405020304" pitchFamily="18" charset="0"/>
              </a:rPr>
              <a:t>   /*</a:t>
            </a:r>
            <a:r>
              <a:rPr lang="zh-CN" altLang="en-US" sz="1800" b="1" dirty="0">
                <a:latin typeface="Times New Roman" panose="02020603050405020304" pitchFamily="18" charset="0"/>
              </a:rPr>
              <a:t>变量定义：头文件和全局变量 </a:t>
            </a:r>
            <a:r>
              <a:rPr lang="en-US" altLang="zh-CN" sz="1800" b="1" dirty="0">
                <a:latin typeface="Times New Roman" panose="02020603050405020304" pitchFamily="18" charset="0"/>
              </a:rPr>
              <a:t>*/</a:t>
            </a:r>
            <a:r>
              <a:rPr lang="zh-CN" altLang="en-US" sz="1800" b="1" dirty="0">
                <a:latin typeface="Times New Roman" panose="02020603050405020304" pitchFamily="18" charset="0"/>
              </a:rPr>
              <a:t> </a:t>
            </a:r>
            <a:r>
              <a:rPr lang="en-US" altLang="zh-CN" sz="1800" b="1" dirty="0">
                <a:solidFill>
                  <a:srgbClr val="FF0000"/>
                </a:solidFill>
                <a:latin typeface="Times New Roman" panose="02020603050405020304" pitchFamily="18" charset="0"/>
              </a:rPr>
              <a:t>%}</a:t>
            </a:r>
            <a:endParaRPr lang="zh-CN" altLang="en-US" sz="1800" b="1" dirty="0">
              <a:solidFill>
                <a:srgbClr val="FF0000"/>
              </a:solidFill>
              <a:latin typeface="Times New Roman" panose="02020603050405020304" pitchFamily="18" charset="0"/>
            </a:endParaRPr>
          </a:p>
          <a:p>
            <a:pPr marL="0" eaLnBrk="1" hangingPunct="1">
              <a:spcBef>
                <a:spcPts val="0"/>
              </a:spcBef>
              <a:buNone/>
            </a:pPr>
            <a:r>
              <a:rPr lang="en-US" altLang="zh-CN" sz="1800" b="1" dirty="0">
                <a:solidFill>
                  <a:srgbClr val="FF0000"/>
                </a:solidFill>
                <a:latin typeface="Times New Roman" panose="02020603050405020304" pitchFamily="18" charset="0"/>
              </a:rPr>
              <a:t>%</a:t>
            </a:r>
            <a:r>
              <a:rPr lang="en-US" altLang="zh-CN" sz="1800" b="1" dirty="0">
                <a:latin typeface="Times New Roman" panose="02020603050405020304" pitchFamily="18" charset="0"/>
              </a:rPr>
              <a:t>union{     </a:t>
            </a:r>
            <a:r>
              <a:rPr lang="sv-SE" altLang="zh-CN" sz="1800" b="1" dirty="0">
                <a:latin typeface="Times New Roman" panose="02020603050405020304" pitchFamily="18" charset="0"/>
              </a:rPr>
              <a:t>/*</a:t>
            </a:r>
            <a:r>
              <a:rPr lang="zh-CN" altLang="en-US" sz="1800" b="1" dirty="0">
                <a:latin typeface="Times New Roman" panose="02020603050405020304" pitchFamily="18" charset="0"/>
              </a:rPr>
              <a:t>定义类型</a:t>
            </a:r>
            <a:r>
              <a:rPr lang="en-US" altLang="zh-CN" sz="1800" b="1" dirty="0">
                <a:latin typeface="Times New Roman" panose="02020603050405020304" pitchFamily="18" charset="0"/>
              </a:rPr>
              <a:t>*/</a:t>
            </a:r>
          </a:p>
          <a:p>
            <a:pPr marL="0" eaLnBrk="1" hangingPunct="1">
              <a:spcBef>
                <a:spcPts val="0"/>
              </a:spcBef>
              <a:buNone/>
            </a:pPr>
            <a:r>
              <a:rPr lang="en-US" altLang="zh-CN" sz="1800" b="1" dirty="0">
                <a:latin typeface="Times New Roman" panose="02020603050405020304" pitchFamily="18" charset="0"/>
              </a:rPr>
              <a:t>   	int </a:t>
            </a:r>
            <a:r>
              <a:rPr lang="en-US" altLang="zh-CN" sz="1800" b="1" dirty="0" err="1">
                <a:latin typeface="Times New Roman" panose="02020603050405020304" pitchFamily="18" charset="0"/>
              </a:rPr>
              <a:t>type_int</a:t>
            </a:r>
            <a:r>
              <a:rPr lang="en-US" altLang="zh-CN" sz="1800" b="1" dirty="0">
                <a:latin typeface="Times New Roman" panose="02020603050405020304" pitchFamily="18" charset="0"/>
              </a:rPr>
              <a:t>; </a:t>
            </a:r>
          </a:p>
          <a:p>
            <a:pPr marL="0" eaLnBrk="1" hangingPunct="1">
              <a:spcBef>
                <a:spcPts val="0"/>
              </a:spcBef>
              <a:buNone/>
            </a:pPr>
            <a:r>
              <a:rPr lang="en-US" altLang="zh-CN" sz="1800" b="1" dirty="0">
                <a:latin typeface="Times New Roman" panose="02020603050405020304" pitchFamily="18" charset="0"/>
              </a:rPr>
              <a:t>                float </a:t>
            </a:r>
            <a:r>
              <a:rPr lang="en-US" altLang="zh-CN" sz="1800" b="1" dirty="0" err="1">
                <a:latin typeface="Times New Roman" panose="02020603050405020304" pitchFamily="18" charset="0"/>
              </a:rPr>
              <a:t>type_float</a:t>
            </a:r>
            <a:r>
              <a:rPr lang="en-US" altLang="zh-CN" sz="1800" b="1" dirty="0">
                <a:latin typeface="Times New Roman" panose="02020603050405020304" pitchFamily="18" charset="0"/>
              </a:rPr>
              <a:t>;</a:t>
            </a:r>
          </a:p>
          <a:p>
            <a:pPr marL="0" eaLnBrk="1" hangingPunct="1">
              <a:spcBef>
                <a:spcPts val="0"/>
              </a:spcBef>
              <a:buNone/>
            </a:pPr>
            <a:r>
              <a:rPr lang="en-US" altLang="zh-CN" sz="1800" b="1" dirty="0">
                <a:latin typeface="Times New Roman" panose="02020603050405020304" pitchFamily="18" charset="0"/>
              </a:rPr>
              <a:t>	double </a:t>
            </a:r>
            <a:r>
              <a:rPr lang="en-US" altLang="zh-CN" sz="1800" b="1" dirty="0" err="1">
                <a:latin typeface="Times New Roman" panose="02020603050405020304" pitchFamily="18" charset="0"/>
              </a:rPr>
              <a:t>type_double</a:t>
            </a:r>
            <a:r>
              <a:rPr lang="en-US" altLang="zh-CN" sz="1800" b="1" dirty="0">
                <a:latin typeface="Times New Roman" panose="02020603050405020304" pitchFamily="18" charset="0"/>
              </a:rPr>
              <a:t>; </a:t>
            </a:r>
          </a:p>
          <a:p>
            <a:pPr marL="0" eaLnBrk="1" hangingPunct="1">
              <a:spcBef>
                <a:spcPts val="0"/>
              </a:spcBef>
              <a:buNone/>
            </a:pPr>
            <a:r>
              <a:rPr lang="en-US" altLang="zh-CN" sz="1800" b="1" dirty="0">
                <a:latin typeface="Times New Roman" panose="02020603050405020304" pitchFamily="18" charset="0"/>
              </a:rPr>
              <a:t>}</a:t>
            </a:r>
          </a:p>
          <a:p>
            <a:pPr marL="0" eaLnBrk="1" hangingPunct="1">
              <a:spcBef>
                <a:spcPts val="0"/>
              </a:spcBef>
              <a:buNone/>
            </a:pPr>
            <a:r>
              <a:rPr lang="sv-SE" altLang="zh-CN" sz="1800" b="1" dirty="0">
                <a:solidFill>
                  <a:srgbClr val="FF0000"/>
                </a:solidFill>
                <a:latin typeface="Times New Roman" panose="02020603050405020304" pitchFamily="18" charset="0"/>
              </a:rPr>
              <a:t>%</a:t>
            </a:r>
            <a:r>
              <a:rPr lang="sv-SE" altLang="zh-CN" sz="1800" b="1" dirty="0">
                <a:latin typeface="Times New Roman" panose="02020603050405020304" pitchFamily="18" charset="0"/>
              </a:rPr>
              <a:t>token </a:t>
            </a:r>
            <a:r>
              <a:rPr lang="en-US" altLang="zh-CN" sz="1800" b="1" dirty="0">
                <a:latin typeface="Times New Roman" panose="02020603050405020304" pitchFamily="18" charset="0"/>
              </a:rPr>
              <a:t>&lt;</a:t>
            </a:r>
            <a:r>
              <a:rPr lang="en-US" altLang="zh-CN" sz="1800" b="1" dirty="0" err="1">
                <a:latin typeface="Times New Roman" panose="02020603050405020304" pitchFamily="18" charset="0"/>
              </a:rPr>
              <a:t>type_int</a:t>
            </a:r>
            <a:r>
              <a:rPr lang="en-US" altLang="zh-CN" sz="1800" b="1" dirty="0">
                <a:latin typeface="Times New Roman" panose="02020603050405020304" pitchFamily="18" charset="0"/>
              </a:rPr>
              <a:t> &gt; </a:t>
            </a:r>
            <a:r>
              <a:rPr lang="sv-SE" altLang="zh-CN" sz="1800" b="1" dirty="0">
                <a:latin typeface="Times New Roman" panose="02020603050405020304" pitchFamily="18" charset="0"/>
              </a:rPr>
              <a:t>INT      </a:t>
            </a:r>
            <a:r>
              <a:rPr lang="en-US" altLang="zh-CN" sz="1800" b="1" dirty="0">
                <a:latin typeface="Times New Roman" panose="02020603050405020304" pitchFamily="18" charset="0"/>
              </a:rPr>
              <a:t>/*</a:t>
            </a:r>
            <a:r>
              <a:rPr lang="zh-CN" altLang="en-US" sz="1800" b="1" dirty="0">
                <a:latin typeface="Times New Roman" panose="02020603050405020304" pitchFamily="18" charset="0"/>
              </a:rPr>
              <a:t>终结符号声明</a:t>
            </a:r>
            <a:r>
              <a:rPr lang="en-US" altLang="zh-CN" sz="1800" b="1" dirty="0">
                <a:latin typeface="Times New Roman" panose="02020603050405020304" pitchFamily="18" charset="0"/>
              </a:rPr>
              <a:t>*/</a:t>
            </a:r>
            <a:r>
              <a:rPr lang="sv-SE" altLang="zh-CN" sz="1800" b="1" dirty="0">
                <a:latin typeface="Times New Roman" panose="02020603050405020304" pitchFamily="18" charset="0"/>
              </a:rPr>
              <a:t>           </a:t>
            </a:r>
          </a:p>
          <a:p>
            <a:pPr marL="0" eaLnBrk="1" hangingPunct="1">
              <a:spcBef>
                <a:spcPts val="0"/>
              </a:spcBef>
              <a:buNone/>
            </a:pPr>
            <a:r>
              <a:rPr lang="zh-CN" altLang="en-US" sz="1800" b="1" dirty="0">
                <a:latin typeface="Times New Roman" panose="02020603050405020304" pitchFamily="18" charset="0"/>
              </a:rPr>
              <a:t>                   </a:t>
            </a:r>
            <a:r>
              <a:rPr lang="en-US" altLang="zh-CN" sz="1800" b="1" dirty="0">
                <a:latin typeface="Times New Roman" panose="02020603050405020304" pitchFamily="18" charset="0"/>
              </a:rPr>
              <a:t>……</a:t>
            </a:r>
          </a:p>
          <a:p>
            <a:pPr marL="0" eaLnBrk="1" hangingPunct="1">
              <a:spcBef>
                <a:spcPts val="0"/>
              </a:spcBef>
              <a:buNone/>
            </a:pPr>
            <a:r>
              <a:rPr lang="en-US" altLang="zh-CN" sz="1800" b="1" dirty="0">
                <a:solidFill>
                  <a:srgbClr val="FF0000"/>
                </a:solidFill>
                <a:latin typeface="Times New Roman" panose="02020603050405020304" pitchFamily="18" charset="0"/>
              </a:rPr>
              <a:t>%</a:t>
            </a:r>
            <a:r>
              <a:rPr lang="en-US" altLang="zh-CN" sz="1800" b="1" dirty="0">
                <a:latin typeface="Times New Roman" panose="02020603050405020304" pitchFamily="18" charset="0"/>
              </a:rPr>
              <a:t>type  &lt;</a:t>
            </a:r>
            <a:r>
              <a:rPr lang="en-US" altLang="zh-CN" sz="1800" b="1" dirty="0" err="1">
                <a:latin typeface="Times New Roman" panose="02020603050405020304" pitchFamily="18" charset="0"/>
              </a:rPr>
              <a:t>type_double</a:t>
            </a:r>
            <a:r>
              <a:rPr lang="en-US" altLang="zh-CN" sz="1800" b="1" dirty="0">
                <a:latin typeface="Times New Roman" panose="02020603050405020304" pitchFamily="18" charset="0"/>
              </a:rPr>
              <a:t>&gt; EXP FACTOR TERM /*</a:t>
            </a:r>
            <a:r>
              <a:rPr lang="zh-CN" altLang="en-US" sz="1800" b="1" dirty="0">
                <a:latin typeface="Times New Roman" panose="02020603050405020304" pitchFamily="18" charset="0"/>
              </a:rPr>
              <a:t> 语法变量属性值类型</a:t>
            </a:r>
            <a:r>
              <a:rPr lang="en-US" altLang="zh-CN" sz="1800" b="1" dirty="0">
                <a:latin typeface="Times New Roman" panose="02020603050405020304" pitchFamily="18" charset="0"/>
              </a:rPr>
              <a:t>*/</a:t>
            </a:r>
          </a:p>
          <a:p>
            <a:pPr marL="0" eaLnBrk="1" hangingPunct="1">
              <a:spcBef>
                <a:spcPts val="0"/>
              </a:spcBef>
              <a:buFont typeface="Wingdings" panose="05000000000000000000" pitchFamily="2" charset="2"/>
              <a:buNone/>
            </a:pPr>
            <a:r>
              <a:rPr lang="en-US" altLang="zh-CN" sz="1800" b="1" dirty="0">
                <a:solidFill>
                  <a:srgbClr val="FF0000"/>
                </a:solidFill>
                <a:latin typeface="Times New Roman" panose="02020603050405020304" pitchFamily="18" charset="0"/>
              </a:rPr>
              <a:t>%%</a:t>
            </a:r>
            <a:r>
              <a:rPr lang="zh-CN" altLang="en-US" sz="1800" b="1" dirty="0">
                <a:latin typeface="Times New Roman" panose="02020603050405020304" pitchFamily="18" charset="0"/>
              </a:rPr>
              <a:t>规则部分     给出文法规则的描述</a:t>
            </a:r>
            <a:endParaRPr lang="en-US" altLang="zh-CN" sz="1800" b="1" dirty="0">
              <a:latin typeface="Times New Roman" panose="02020603050405020304" pitchFamily="18" charset="0"/>
            </a:endParaRPr>
          </a:p>
          <a:p>
            <a:pPr marL="0" eaLnBrk="1" hangingPunct="1">
              <a:spcBef>
                <a:spcPts val="0"/>
              </a:spcBef>
              <a:buNone/>
            </a:pPr>
            <a:r>
              <a:rPr lang="en-US" altLang="zh-CN" sz="1800" b="1" dirty="0">
                <a:latin typeface="Times New Roman" panose="02020603050405020304" pitchFamily="18" charset="0"/>
              </a:rPr>
              <a:t>Exp : Factor</a:t>
            </a:r>
          </a:p>
          <a:p>
            <a:pPr marL="0" eaLnBrk="1" hangingPunct="1">
              <a:spcBef>
                <a:spcPts val="0"/>
              </a:spcBef>
              <a:buNone/>
            </a:pPr>
            <a:r>
              <a:rPr lang="en-US" altLang="zh-CN" sz="1800" b="1" dirty="0">
                <a:latin typeface="Times New Roman" panose="02020603050405020304" pitchFamily="18" charset="0"/>
              </a:rPr>
              <a:t> | Exp PLUS Factor { </a:t>
            </a:r>
            <a:r>
              <a:rPr lang="en-US" altLang="zh-CN" sz="1800" b="1" dirty="0">
                <a:highlight>
                  <a:srgbClr val="00FFFF"/>
                </a:highlight>
                <a:latin typeface="Times New Roman" panose="02020603050405020304" pitchFamily="18" charset="0"/>
              </a:rPr>
              <a:t>$$ = $1 + $3; </a:t>
            </a:r>
            <a:r>
              <a:rPr lang="en-US" altLang="zh-CN" sz="1800" b="1" dirty="0">
                <a:latin typeface="Times New Roman" panose="02020603050405020304" pitchFamily="18" charset="0"/>
              </a:rPr>
              <a:t>}</a:t>
            </a:r>
          </a:p>
          <a:p>
            <a:pPr marL="0" eaLnBrk="1" hangingPunct="1">
              <a:spcBef>
                <a:spcPts val="0"/>
              </a:spcBef>
              <a:buNone/>
            </a:pPr>
            <a:r>
              <a:rPr lang="en-US" altLang="zh-CN" sz="1800" b="1" dirty="0">
                <a:latin typeface="Times New Roman" panose="02020603050405020304" pitchFamily="18" charset="0"/>
              </a:rPr>
              <a:t> | Exp MINUS Factor { </a:t>
            </a:r>
            <a:r>
              <a:rPr lang="en-US" altLang="zh-CN" sz="1800" b="1" dirty="0">
                <a:highlight>
                  <a:srgbClr val="00FFFF"/>
                </a:highlight>
                <a:latin typeface="Times New Roman" panose="02020603050405020304" pitchFamily="18" charset="0"/>
              </a:rPr>
              <a:t>$$ = $1 - $3; </a:t>
            </a:r>
            <a:r>
              <a:rPr lang="en-US" altLang="zh-CN" sz="1800" b="1" dirty="0">
                <a:latin typeface="Times New Roman" panose="02020603050405020304" pitchFamily="18" charset="0"/>
              </a:rPr>
              <a:t>}</a:t>
            </a:r>
            <a:endParaRPr lang="zh-CN" altLang="en-US" sz="1800" b="1" dirty="0">
              <a:latin typeface="Times New Roman" panose="02020603050405020304" pitchFamily="18" charset="0"/>
            </a:endParaRPr>
          </a:p>
          <a:p>
            <a:pPr marL="0" eaLnBrk="1" hangingPunct="1">
              <a:spcBef>
                <a:spcPts val="0"/>
              </a:spcBef>
              <a:buFont typeface="Wingdings" panose="05000000000000000000" pitchFamily="2" charset="2"/>
              <a:buNone/>
            </a:pPr>
            <a:r>
              <a:rPr lang="en-US" altLang="zh-CN" sz="1800" b="1" dirty="0">
                <a:solidFill>
                  <a:srgbClr val="FF0000"/>
                </a:solidFill>
                <a:latin typeface="Times New Roman" panose="02020603050405020304" pitchFamily="18" charset="0"/>
              </a:rPr>
              <a:t>%%</a:t>
            </a:r>
            <a:r>
              <a:rPr lang="zh-CN" altLang="en-US" sz="1800" b="1" dirty="0">
                <a:latin typeface="Times New Roman" panose="02020603050405020304" pitchFamily="18" charset="0"/>
              </a:rPr>
              <a:t>程序部分     扫描器和语义动作程序</a:t>
            </a:r>
          </a:p>
        </p:txBody>
      </p:sp>
      <p:sp>
        <p:nvSpPr>
          <p:cNvPr id="114692" name="Rectangle 2"/>
          <p:cNvSpPr>
            <a:spLocks noGrp="1" noChangeArrowheads="1"/>
          </p:cNvSpPr>
          <p:nvPr>
            <p:ph type="title"/>
          </p:nvPr>
        </p:nvSpPr>
        <p:spPr/>
        <p:txBody>
          <a:bodyPr anchor="ctr"/>
          <a:lstStyle/>
          <a:p>
            <a:pPr eaLnBrk="1" hangingPunct="1"/>
            <a:r>
              <a:rPr lang="en-US" altLang="zh-CN" sz="3000" dirty="0">
                <a:latin typeface="Times New Roman" panose="02020603050405020304" pitchFamily="18" charset="0"/>
              </a:rPr>
              <a:t>4.6 </a:t>
            </a:r>
            <a:r>
              <a:rPr lang="zh-CN" altLang="en-US" sz="3000" dirty="0">
                <a:latin typeface="Times New Roman" panose="02020603050405020304" pitchFamily="18" charset="0"/>
              </a:rPr>
              <a:t>语法分析程序的自动生成工具</a:t>
            </a:r>
            <a:r>
              <a:rPr lang="en-US" altLang="zh-CN" dirty="0" err="1"/>
              <a:t>Yacc</a:t>
            </a:r>
            <a:r>
              <a:rPr lang="en-US" altLang="zh-CN" sz="3000" dirty="0">
                <a:latin typeface="Times New Roman" panose="02020603050405020304" pitchFamily="18" charset="0"/>
              </a:rPr>
              <a:t> </a:t>
            </a:r>
          </a:p>
        </p:txBody>
      </p:sp>
      <p:sp>
        <p:nvSpPr>
          <p:cNvPr id="114691" name="灯片编号占位符 5"/>
          <p:cNvSpPr>
            <a:spLocks noGrp="1"/>
          </p:cNvSpPr>
          <p:nvPr>
            <p:ph type="sldNum" sz="quarter" idx="12"/>
          </p:nvPr>
        </p:nvSpPr>
        <p:spPr>
          <a:noFill/>
        </p:spPr>
        <p:txBody>
          <a:bodyPr anchor="t"/>
          <a:lstStyle>
            <a:lvl1pPr>
              <a:spcBef>
                <a:spcPct val="20000"/>
              </a:spcBef>
              <a:buClr>
                <a:schemeClr val="folHlink"/>
              </a:buClr>
              <a:buSzPct val="60000"/>
              <a:buFont typeface="Wingdings" panose="05000000000000000000" pitchFamily="2" charset="2"/>
              <a:buChar char="n"/>
              <a:defRPr sz="2400" b="1">
                <a:solidFill>
                  <a:schemeClr val="tx1"/>
                </a:solidFill>
                <a:latin typeface="Tahoma" panose="020B0604030504040204" pitchFamily="34" charset="0"/>
                <a:ea typeface="楷体_GB2312" panose="02010609030101010101" pitchFamily="49" charset="-122"/>
              </a:defRPr>
            </a:lvl1pPr>
            <a:lvl2pPr marL="557213" indent="-214313">
              <a:spcBef>
                <a:spcPct val="20000"/>
              </a:spcBef>
              <a:buClr>
                <a:schemeClr val="hlink"/>
              </a:buClr>
              <a:buSzPct val="55000"/>
              <a:buFont typeface="Wingdings" panose="05000000000000000000" pitchFamily="2" charset="2"/>
              <a:buChar char="n"/>
              <a:defRPr sz="2100" b="1">
                <a:solidFill>
                  <a:schemeClr val="tx1"/>
                </a:solidFill>
                <a:latin typeface="Tahoma" panose="020B0604030504040204" pitchFamily="34" charset="0"/>
                <a:ea typeface="楷体_GB2312" panose="02010609030101010101" pitchFamily="49" charset="-122"/>
              </a:defRPr>
            </a:lvl2pPr>
            <a:lvl3pPr marL="857250" indent="-171450">
              <a:spcBef>
                <a:spcPct val="20000"/>
              </a:spcBef>
              <a:buClr>
                <a:schemeClr val="folHlink"/>
              </a:buClr>
              <a:buSzPct val="50000"/>
              <a:buFont typeface="Wingdings" panose="05000000000000000000" pitchFamily="2" charset="2"/>
              <a:buChar char="n"/>
              <a:defRPr sz="1800" b="1">
                <a:solidFill>
                  <a:schemeClr val="tx1"/>
                </a:solidFill>
                <a:latin typeface="Tahoma" panose="020B0604030504040204" pitchFamily="34" charset="0"/>
                <a:ea typeface="楷体_GB2312" panose="02010609030101010101" pitchFamily="49" charset="-122"/>
              </a:defRPr>
            </a:lvl3pPr>
            <a:lvl4pPr marL="1200150" indent="-171450">
              <a:spcBef>
                <a:spcPct val="20000"/>
              </a:spcBef>
              <a:buClr>
                <a:schemeClr val="accent2"/>
              </a:buClr>
              <a:buSzPct val="55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4pPr>
            <a:lvl5pPr marL="1543050" indent="-171450">
              <a:spcBef>
                <a:spcPct val="20000"/>
              </a:spcBef>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5pPr>
            <a:lvl6pPr marL="18859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6pPr>
            <a:lvl7pPr marL="22288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7pPr>
            <a:lvl8pPr marL="25717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8pPr>
            <a:lvl9pPr marL="29146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9pPr>
          </a:lstStyle>
          <a:p>
            <a:pPr>
              <a:spcBef>
                <a:spcPct val="0"/>
              </a:spcBef>
              <a:buClrTx/>
              <a:buSzTx/>
              <a:buFontTx/>
              <a:buNone/>
            </a:pPr>
            <a:fld id="{2797CC92-6AD7-4361-B059-7D189C3CF7D7}" type="slidenum">
              <a:rPr lang="en-US" altLang="zh-CN" sz="1050" b="0">
                <a:latin typeface="Arial" panose="020B0604020202020204" pitchFamily="34" charset="0"/>
                <a:ea typeface="宋体" panose="02010600030101010101" pitchFamily="2" charset="-122"/>
              </a:rPr>
              <a:pPr>
                <a:spcBef>
                  <a:spcPct val="0"/>
                </a:spcBef>
                <a:buClrTx/>
                <a:buSzTx/>
                <a:buFontTx/>
                <a:buNone/>
              </a:pPr>
              <a:t>51</a:t>
            </a:fld>
            <a:endParaRPr lang="en-US" altLang="zh-CN" sz="1050" b="0">
              <a:latin typeface="Arial" panose="020B0604020202020204" pitchFamily="34" charset="0"/>
              <a:ea typeface="宋体" panose="02010600030101010101" pitchFamily="2" charset="-122"/>
            </a:endParaRPr>
          </a:p>
        </p:txBody>
      </p:sp>
      <p:sp>
        <p:nvSpPr>
          <p:cNvPr id="3" name="对话气泡: 圆角矩形 2">
            <a:extLst>
              <a:ext uri="{FF2B5EF4-FFF2-40B4-BE49-F238E27FC236}">
                <a16:creationId xmlns:a16="http://schemas.microsoft.com/office/drawing/2014/main" id="{6FAB6A17-2D4E-4647-B7FA-105ACD4E9B16}"/>
              </a:ext>
            </a:extLst>
          </p:cNvPr>
          <p:cNvSpPr/>
          <p:nvPr/>
        </p:nvSpPr>
        <p:spPr>
          <a:xfrm>
            <a:off x="6266774" y="3759882"/>
            <a:ext cx="1800200" cy="432048"/>
          </a:xfrm>
          <a:prstGeom prst="wedgeRoundRectCallout">
            <a:avLst>
              <a:gd name="adj1" fmla="val -66373"/>
              <a:gd name="adj2" fmla="val 21145"/>
              <a:gd name="adj3" fmla="val 16667"/>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02060"/>
                </a:solidFill>
              </a:rPr>
              <a:t>2.</a:t>
            </a:r>
            <a:r>
              <a:rPr lang="zh-CN" altLang="en-US" b="1" dirty="0">
                <a:solidFill>
                  <a:srgbClr val="002060"/>
                </a:solidFill>
              </a:rPr>
              <a:t>规则部分</a:t>
            </a:r>
          </a:p>
        </p:txBody>
      </p:sp>
      <p:sp>
        <p:nvSpPr>
          <p:cNvPr id="8" name="对话气泡: 圆角矩形 7">
            <a:extLst>
              <a:ext uri="{FF2B5EF4-FFF2-40B4-BE49-F238E27FC236}">
                <a16:creationId xmlns:a16="http://schemas.microsoft.com/office/drawing/2014/main" id="{9C7F3216-988D-4D29-AB2C-77475391210F}"/>
              </a:ext>
            </a:extLst>
          </p:cNvPr>
          <p:cNvSpPr/>
          <p:nvPr/>
        </p:nvSpPr>
        <p:spPr>
          <a:xfrm>
            <a:off x="6107615" y="976665"/>
            <a:ext cx="1800200" cy="432048"/>
          </a:xfrm>
          <a:prstGeom prst="wedgeRoundRectCallout">
            <a:avLst>
              <a:gd name="adj1" fmla="val -66373"/>
              <a:gd name="adj2" fmla="val 21145"/>
              <a:gd name="adj3" fmla="val 16667"/>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02060"/>
                </a:solidFill>
              </a:rPr>
              <a:t>1.</a:t>
            </a:r>
            <a:r>
              <a:rPr lang="zh-CN" altLang="en-US" b="1" dirty="0">
                <a:solidFill>
                  <a:srgbClr val="002060"/>
                </a:solidFill>
              </a:rPr>
              <a:t>定义部分</a:t>
            </a:r>
          </a:p>
        </p:txBody>
      </p:sp>
      <p:sp>
        <p:nvSpPr>
          <p:cNvPr id="5" name="对话气泡: 椭圆形 4">
            <a:extLst>
              <a:ext uri="{FF2B5EF4-FFF2-40B4-BE49-F238E27FC236}">
                <a16:creationId xmlns:a16="http://schemas.microsoft.com/office/drawing/2014/main" id="{03827ACC-96C6-47D7-A6B4-DC761087913A}"/>
              </a:ext>
            </a:extLst>
          </p:cNvPr>
          <p:cNvSpPr/>
          <p:nvPr/>
        </p:nvSpPr>
        <p:spPr>
          <a:xfrm>
            <a:off x="4211960" y="3579862"/>
            <a:ext cx="1584176" cy="396044"/>
          </a:xfrm>
          <a:prstGeom prst="wedgeEllipseCallout">
            <a:avLst>
              <a:gd name="adj1" fmla="val -48464"/>
              <a:gd name="adj2" fmla="val 80723"/>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rPr>
              <a:t>语义动作</a:t>
            </a:r>
          </a:p>
        </p:txBody>
      </p:sp>
      <p:sp>
        <p:nvSpPr>
          <p:cNvPr id="12" name="对话气泡: 圆角矩形 11">
            <a:extLst>
              <a:ext uri="{FF2B5EF4-FFF2-40B4-BE49-F238E27FC236}">
                <a16:creationId xmlns:a16="http://schemas.microsoft.com/office/drawing/2014/main" id="{6F519ED4-3E15-4D90-ADD9-EC609BFB0A06}"/>
              </a:ext>
            </a:extLst>
          </p:cNvPr>
          <p:cNvSpPr/>
          <p:nvPr/>
        </p:nvSpPr>
        <p:spPr>
          <a:xfrm>
            <a:off x="6300192" y="4587974"/>
            <a:ext cx="1800200" cy="437732"/>
          </a:xfrm>
          <a:prstGeom prst="wedgeRoundRectCallout">
            <a:avLst>
              <a:gd name="adj1" fmla="val -73963"/>
              <a:gd name="adj2" fmla="val -32374"/>
              <a:gd name="adj3" fmla="val 16667"/>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02060"/>
                </a:solidFill>
              </a:rPr>
              <a:t>3.</a:t>
            </a:r>
            <a:r>
              <a:rPr lang="zh-CN" altLang="en-US" b="1" dirty="0">
                <a:solidFill>
                  <a:srgbClr val="002060"/>
                </a:solidFill>
              </a:rPr>
              <a:t>用户函数部分</a:t>
            </a:r>
          </a:p>
        </p:txBody>
      </p:sp>
      <p:grpSp>
        <p:nvGrpSpPr>
          <p:cNvPr id="7" name="组合 6">
            <a:extLst>
              <a:ext uri="{FF2B5EF4-FFF2-40B4-BE49-F238E27FC236}">
                <a16:creationId xmlns:a16="http://schemas.microsoft.com/office/drawing/2014/main" id="{6C6D8A19-37EB-4E52-975A-04FF796D12DB}"/>
              </a:ext>
            </a:extLst>
          </p:cNvPr>
          <p:cNvGrpSpPr/>
          <p:nvPr/>
        </p:nvGrpSpPr>
        <p:grpSpPr>
          <a:xfrm>
            <a:off x="5580112" y="1347614"/>
            <a:ext cx="1872208" cy="1728192"/>
            <a:chOff x="5580112" y="1347614"/>
            <a:chExt cx="1872208" cy="1728192"/>
          </a:xfrm>
        </p:grpSpPr>
        <p:sp>
          <p:nvSpPr>
            <p:cNvPr id="2" name="右大括号 1">
              <a:extLst>
                <a:ext uri="{FF2B5EF4-FFF2-40B4-BE49-F238E27FC236}">
                  <a16:creationId xmlns:a16="http://schemas.microsoft.com/office/drawing/2014/main" id="{68EC949C-88E6-4FE7-BEA1-38ED629F43E5}"/>
                </a:ext>
              </a:extLst>
            </p:cNvPr>
            <p:cNvSpPr/>
            <p:nvPr/>
          </p:nvSpPr>
          <p:spPr>
            <a:xfrm>
              <a:off x="5580112" y="1347614"/>
              <a:ext cx="216024" cy="1728192"/>
            </a:xfrm>
            <a:prstGeom prst="rightBrace">
              <a:avLst/>
            </a:prstGeom>
            <a:ln w="19050">
              <a:solidFill>
                <a:srgbClr val="0070C0"/>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204B7878-08DC-42A2-8F40-9439A5BA2F0D}"/>
                </a:ext>
              </a:extLst>
            </p:cNvPr>
            <p:cNvSpPr/>
            <p:nvPr/>
          </p:nvSpPr>
          <p:spPr>
            <a:xfrm>
              <a:off x="5688124" y="1974389"/>
              <a:ext cx="1764196" cy="5253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rPr>
                <a:t>定义词法单元属性值类型</a:t>
              </a:r>
            </a:p>
          </p:txBody>
        </p:sp>
      </p:grpSp>
    </p:spTree>
    <p:extLst>
      <p:ext uri="{BB962C8B-B14F-4D97-AF65-F5344CB8AC3E}">
        <p14:creationId xmlns:p14="http://schemas.microsoft.com/office/powerpoint/2010/main" val="206649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down)">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down)">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114693">
                                            <p:txEl>
                                              <p:pRg st="0" end="0"/>
                                            </p:txEl>
                                          </p:spTgt>
                                        </p:tgtEl>
                                        <p:attrNameLst>
                                          <p:attrName>style.visibility</p:attrName>
                                        </p:attrNameLst>
                                      </p:cBhvr>
                                      <p:to>
                                        <p:strVal val="visible"/>
                                      </p:to>
                                    </p:set>
                                    <p:animEffect transition="in" filter="wipe(down)">
                                      <p:cBhvr>
                                        <p:cTn id="20" dur="500"/>
                                        <p:tgtEl>
                                          <p:spTgt spid="114693">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114693">
                                            <p:txEl>
                                              <p:pRg st="1" end="1"/>
                                            </p:txEl>
                                          </p:spTgt>
                                        </p:tgtEl>
                                        <p:attrNameLst>
                                          <p:attrName>style.visibility</p:attrName>
                                        </p:attrNameLst>
                                      </p:cBhvr>
                                      <p:to>
                                        <p:strVal val="visible"/>
                                      </p:to>
                                    </p:set>
                                    <p:animEffect transition="in" filter="wipe(down)">
                                      <p:cBhvr>
                                        <p:cTn id="25" dur="500"/>
                                        <p:tgtEl>
                                          <p:spTgt spid="114693">
                                            <p:txEl>
                                              <p:pRg st="1" end="1"/>
                                            </p:txEl>
                                          </p:spTgt>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114693">
                                            <p:txEl>
                                              <p:pRg st="2" end="2"/>
                                            </p:txEl>
                                          </p:spTgt>
                                        </p:tgtEl>
                                        <p:attrNameLst>
                                          <p:attrName>style.visibility</p:attrName>
                                        </p:attrNameLst>
                                      </p:cBhvr>
                                      <p:to>
                                        <p:strVal val="visible"/>
                                      </p:to>
                                    </p:set>
                                    <p:animEffect transition="in" filter="wipe(down)">
                                      <p:cBhvr>
                                        <p:cTn id="28" dur="500"/>
                                        <p:tgtEl>
                                          <p:spTgt spid="114693">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114693">
                                            <p:txEl>
                                              <p:pRg st="3" end="3"/>
                                            </p:txEl>
                                          </p:spTgt>
                                        </p:tgtEl>
                                        <p:attrNameLst>
                                          <p:attrName>style.visibility</p:attrName>
                                        </p:attrNameLst>
                                      </p:cBhvr>
                                      <p:to>
                                        <p:strVal val="visible"/>
                                      </p:to>
                                    </p:set>
                                    <p:animEffect transition="in" filter="wipe(down)">
                                      <p:cBhvr>
                                        <p:cTn id="33" dur="500"/>
                                        <p:tgtEl>
                                          <p:spTgt spid="114693">
                                            <p:txEl>
                                              <p:pRg st="3" end="3"/>
                                            </p:txEl>
                                          </p:spTgt>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114693">
                                            <p:txEl>
                                              <p:pRg st="4" end="4"/>
                                            </p:txEl>
                                          </p:spTgt>
                                        </p:tgtEl>
                                        <p:attrNameLst>
                                          <p:attrName>style.visibility</p:attrName>
                                        </p:attrNameLst>
                                      </p:cBhvr>
                                      <p:to>
                                        <p:strVal val="visible"/>
                                      </p:to>
                                    </p:set>
                                    <p:animEffect transition="in" filter="wipe(down)">
                                      <p:cBhvr>
                                        <p:cTn id="36" dur="500"/>
                                        <p:tgtEl>
                                          <p:spTgt spid="114693">
                                            <p:txEl>
                                              <p:pRg st="4" end="4"/>
                                            </p:txEl>
                                          </p:spTgt>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114693">
                                            <p:txEl>
                                              <p:pRg st="5" end="5"/>
                                            </p:txEl>
                                          </p:spTgt>
                                        </p:tgtEl>
                                        <p:attrNameLst>
                                          <p:attrName>style.visibility</p:attrName>
                                        </p:attrNameLst>
                                      </p:cBhvr>
                                      <p:to>
                                        <p:strVal val="visible"/>
                                      </p:to>
                                    </p:set>
                                    <p:animEffect transition="in" filter="wipe(down)">
                                      <p:cBhvr>
                                        <p:cTn id="39" dur="500"/>
                                        <p:tgtEl>
                                          <p:spTgt spid="114693">
                                            <p:txEl>
                                              <p:pRg st="5" end="5"/>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114693">
                                            <p:txEl>
                                              <p:pRg st="6" end="6"/>
                                            </p:txEl>
                                          </p:spTgt>
                                        </p:tgtEl>
                                        <p:attrNameLst>
                                          <p:attrName>style.visibility</p:attrName>
                                        </p:attrNameLst>
                                      </p:cBhvr>
                                      <p:to>
                                        <p:strVal val="visible"/>
                                      </p:to>
                                    </p:set>
                                    <p:animEffect transition="in" filter="wipe(down)">
                                      <p:cBhvr>
                                        <p:cTn id="44" dur="500"/>
                                        <p:tgtEl>
                                          <p:spTgt spid="114693">
                                            <p:txEl>
                                              <p:pRg st="6" end="6"/>
                                            </p:txEl>
                                          </p:spTgt>
                                        </p:tgtEl>
                                      </p:cBhvr>
                                    </p:animEffect>
                                  </p:childTnLst>
                                </p:cTn>
                              </p:par>
                              <p:par>
                                <p:cTn id="45" presetID="22" presetClass="entr" presetSubtype="4" fill="hold" grpId="0" nodeType="withEffect">
                                  <p:stCondLst>
                                    <p:cond delay="0"/>
                                  </p:stCondLst>
                                  <p:childTnLst>
                                    <p:set>
                                      <p:cBhvr>
                                        <p:cTn id="46" dur="1" fill="hold">
                                          <p:stCondLst>
                                            <p:cond delay="0"/>
                                          </p:stCondLst>
                                        </p:cTn>
                                        <p:tgtEl>
                                          <p:spTgt spid="114693">
                                            <p:txEl>
                                              <p:pRg st="7" end="7"/>
                                            </p:txEl>
                                          </p:spTgt>
                                        </p:tgtEl>
                                        <p:attrNameLst>
                                          <p:attrName>style.visibility</p:attrName>
                                        </p:attrNameLst>
                                      </p:cBhvr>
                                      <p:to>
                                        <p:strVal val="visible"/>
                                      </p:to>
                                    </p:set>
                                    <p:animEffect transition="in" filter="wipe(down)">
                                      <p:cBhvr>
                                        <p:cTn id="47" dur="500"/>
                                        <p:tgtEl>
                                          <p:spTgt spid="114693">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114693">
                                            <p:txEl>
                                              <p:pRg st="8" end="8"/>
                                            </p:txEl>
                                          </p:spTgt>
                                        </p:tgtEl>
                                        <p:attrNameLst>
                                          <p:attrName>style.visibility</p:attrName>
                                        </p:attrNameLst>
                                      </p:cBhvr>
                                      <p:to>
                                        <p:strVal val="visible"/>
                                      </p:to>
                                    </p:set>
                                    <p:animEffect transition="in" filter="wipe(down)">
                                      <p:cBhvr>
                                        <p:cTn id="52" dur="500"/>
                                        <p:tgtEl>
                                          <p:spTgt spid="114693">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3"/>
                                        </p:tgtEl>
                                        <p:attrNameLst>
                                          <p:attrName>style.visibility</p:attrName>
                                        </p:attrNameLst>
                                      </p:cBhvr>
                                      <p:to>
                                        <p:strVal val="visible"/>
                                      </p:to>
                                    </p:set>
                                    <p:animEffect transition="in" filter="wipe(down)">
                                      <p:cBhvr>
                                        <p:cTn id="57" dur="500"/>
                                        <p:tgtEl>
                                          <p:spTgt spid="3"/>
                                        </p:tgtEl>
                                      </p:cBhvr>
                                    </p:animEffect>
                                  </p:childTnLst>
                                </p:cTn>
                              </p:par>
                              <p:par>
                                <p:cTn id="58" presetID="22" presetClass="entr" presetSubtype="4" fill="hold" grpId="0" nodeType="withEffect">
                                  <p:stCondLst>
                                    <p:cond delay="0"/>
                                  </p:stCondLst>
                                  <p:childTnLst>
                                    <p:set>
                                      <p:cBhvr>
                                        <p:cTn id="59" dur="1" fill="hold">
                                          <p:stCondLst>
                                            <p:cond delay="0"/>
                                          </p:stCondLst>
                                        </p:cTn>
                                        <p:tgtEl>
                                          <p:spTgt spid="10"/>
                                        </p:tgtEl>
                                        <p:attrNameLst>
                                          <p:attrName>style.visibility</p:attrName>
                                        </p:attrNameLst>
                                      </p:cBhvr>
                                      <p:to>
                                        <p:strVal val="visible"/>
                                      </p:to>
                                    </p:set>
                                    <p:animEffect transition="in" filter="wipe(down)">
                                      <p:cBhvr>
                                        <p:cTn id="60" dur="500"/>
                                        <p:tgtEl>
                                          <p:spTgt spid="10"/>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4" fill="hold" grpId="0" nodeType="clickEffect">
                                  <p:stCondLst>
                                    <p:cond delay="0"/>
                                  </p:stCondLst>
                                  <p:childTnLst>
                                    <p:set>
                                      <p:cBhvr>
                                        <p:cTn id="64" dur="1" fill="hold">
                                          <p:stCondLst>
                                            <p:cond delay="0"/>
                                          </p:stCondLst>
                                        </p:cTn>
                                        <p:tgtEl>
                                          <p:spTgt spid="114693">
                                            <p:txEl>
                                              <p:pRg st="9" end="9"/>
                                            </p:txEl>
                                          </p:spTgt>
                                        </p:tgtEl>
                                        <p:attrNameLst>
                                          <p:attrName>style.visibility</p:attrName>
                                        </p:attrNameLst>
                                      </p:cBhvr>
                                      <p:to>
                                        <p:strVal val="visible"/>
                                      </p:to>
                                    </p:set>
                                    <p:animEffect transition="in" filter="wipe(down)">
                                      <p:cBhvr>
                                        <p:cTn id="65" dur="500"/>
                                        <p:tgtEl>
                                          <p:spTgt spid="114693">
                                            <p:txEl>
                                              <p:pRg st="9" end="9"/>
                                            </p:txEl>
                                          </p:spTgt>
                                        </p:tgtEl>
                                      </p:cBhvr>
                                    </p:animEffect>
                                  </p:childTnLst>
                                </p:cTn>
                              </p:par>
                              <p:par>
                                <p:cTn id="66" presetID="22" presetClass="entr" presetSubtype="4" fill="hold" grpId="0" nodeType="withEffect">
                                  <p:stCondLst>
                                    <p:cond delay="0"/>
                                  </p:stCondLst>
                                  <p:childTnLst>
                                    <p:set>
                                      <p:cBhvr>
                                        <p:cTn id="67" dur="1" fill="hold">
                                          <p:stCondLst>
                                            <p:cond delay="0"/>
                                          </p:stCondLst>
                                        </p:cTn>
                                        <p:tgtEl>
                                          <p:spTgt spid="114693">
                                            <p:txEl>
                                              <p:pRg st="10" end="10"/>
                                            </p:txEl>
                                          </p:spTgt>
                                        </p:tgtEl>
                                        <p:attrNameLst>
                                          <p:attrName>style.visibility</p:attrName>
                                        </p:attrNameLst>
                                      </p:cBhvr>
                                      <p:to>
                                        <p:strVal val="visible"/>
                                      </p:to>
                                    </p:set>
                                    <p:animEffect transition="in" filter="wipe(down)">
                                      <p:cBhvr>
                                        <p:cTn id="68" dur="500"/>
                                        <p:tgtEl>
                                          <p:spTgt spid="114693">
                                            <p:txEl>
                                              <p:pRg st="10" end="10"/>
                                            </p:txEl>
                                          </p:spTgt>
                                        </p:tgtEl>
                                      </p:cBhvr>
                                    </p:animEffect>
                                  </p:childTnLst>
                                </p:cTn>
                              </p:par>
                              <p:par>
                                <p:cTn id="69" presetID="22" presetClass="entr" presetSubtype="4" fill="hold" grpId="0" nodeType="withEffect">
                                  <p:stCondLst>
                                    <p:cond delay="0"/>
                                  </p:stCondLst>
                                  <p:childTnLst>
                                    <p:set>
                                      <p:cBhvr>
                                        <p:cTn id="70" dur="1" fill="hold">
                                          <p:stCondLst>
                                            <p:cond delay="0"/>
                                          </p:stCondLst>
                                        </p:cTn>
                                        <p:tgtEl>
                                          <p:spTgt spid="114693">
                                            <p:txEl>
                                              <p:pRg st="11" end="11"/>
                                            </p:txEl>
                                          </p:spTgt>
                                        </p:tgtEl>
                                        <p:attrNameLst>
                                          <p:attrName>style.visibility</p:attrName>
                                        </p:attrNameLst>
                                      </p:cBhvr>
                                      <p:to>
                                        <p:strVal val="visible"/>
                                      </p:to>
                                    </p:set>
                                    <p:animEffect transition="in" filter="wipe(down)">
                                      <p:cBhvr>
                                        <p:cTn id="71" dur="500"/>
                                        <p:tgtEl>
                                          <p:spTgt spid="114693">
                                            <p:txEl>
                                              <p:pRg st="11" end="11"/>
                                            </p:txEl>
                                          </p:spTgt>
                                        </p:tgtEl>
                                      </p:cBhvr>
                                    </p:animEffect>
                                  </p:childTnLst>
                                </p:cTn>
                              </p:par>
                              <p:par>
                                <p:cTn id="72" presetID="22" presetClass="entr" presetSubtype="4" fill="hold" grpId="0" nodeType="withEffect">
                                  <p:stCondLst>
                                    <p:cond delay="0"/>
                                  </p:stCondLst>
                                  <p:childTnLst>
                                    <p:set>
                                      <p:cBhvr>
                                        <p:cTn id="73" dur="1" fill="hold">
                                          <p:stCondLst>
                                            <p:cond delay="0"/>
                                          </p:stCondLst>
                                        </p:cTn>
                                        <p:tgtEl>
                                          <p:spTgt spid="114693">
                                            <p:txEl>
                                              <p:pRg st="12" end="12"/>
                                            </p:txEl>
                                          </p:spTgt>
                                        </p:tgtEl>
                                        <p:attrNameLst>
                                          <p:attrName>style.visibility</p:attrName>
                                        </p:attrNameLst>
                                      </p:cBhvr>
                                      <p:to>
                                        <p:strVal val="visible"/>
                                      </p:to>
                                    </p:set>
                                    <p:animEffect transition="in" filter="wipe(down)">
                                      <p:cBhvr>
                                        <p:cTn id="74" dur="500"/>
                                        <p:tgtEl>
                                          <p:spTgt spid="114693">
                                            <p:txEl>
                                              <p:pRg st="12" end="12"/>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4" fill="hold" grpId="0" nodeType="clickEffect">
                                  <p:stCondLst>
                                    <p:cond delay="0"/>
                                  </p:stCondLst>
                                  <p:childTnLst>
                                    <p:set>
                                      <p:cBhvr>
                                        <p:cTn id="78" dur="1" fill="hold">
                                          <p:stCondLst>
                                            <p:cond delay="0"/>
                                          </p:stCondLst>
                                        </p:cTn>
                                        <p:tgtEl>
                                          <p:spTgt spid="5"/>
                                        </p:tgtEl>
                                        <p:attrNameLst>
                                          <p:attrName>style.visibility</p:attrName>
                                        </p:attrNameLst>
                                      </p:cBhvr>
                                      <p:to>
                                        <p:strVal val="visible"/>
                                      </p:to>
                                    </p:set>
                                    <p:animEffect transition="in" filter="wipe(down)">
                                      <p:cBhvr>
                                        <p:cTn id="79" dur="500"/>
                                        <p:tgtEl>
                                          <p:spTgt spid="5"/>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4" fill="hold" grpId="0" nodeType="clickEffect">
                                  <p:stCondLst>
                                    <p:cond delay="0"/>
                                  </p:stCondLst>
                                  <p:childTnLst>
                                    <p:set>
                                      <p:cBhvr>
                                        <p:cTn id="83" dur="1" fill="hold">
                                          <p:stCondLst>
                                            <p:cond delay="0"/>
                                          </p:stCondLst>
                                        </p:cTn>
                                        <p:tgtEl>
                                          <p:spTgt spid="114693">
                                            <p:txEl>
                                              <p:pRg st="13" end="13"/>
                                            </p:txEl>
                                          </p:spTgt>
                                        </p:tgtEl>
                                        <p:attrNameLst>
                                          <p:attrName>style.visibility</p:attrName>
                                        </p:attrNameLst>
                                      </p:cBhvr>
                                      <p:to>
                                        <p:strVal val="visible"/>
                                      </p:to>
                                    </p:set>
                                    <p:animEffect transition="in" filter="wipe(down)">
                                      <p:cBhvr>
                                        <p:cTn id="84" dur="500"/>
                                        <p:tgtEl>
                                          <p:spTgt spid="114693">
                                            <p:txEl>
                                              <p:pRg st="13" end="13"/>
                                            </p:txEl>
                                          </p:spTgt>
                                        </p:tgtEl>
                                      </p:cBhvr>
                                    </p:animEffect>
                                  </p:childTnLst>
                                </p:cTn>
                              </p:par>
                              <p:par>
                                <p:cTn id="85" presetID="22" presetClass="entr" presetSubtype="4" fill="hold" grpId="0" nodeType="withEffect">
                                  <p:stCondLst>
                                    <p:cond delay="0"/>
                                  </p:stCondLst>
                                  <p:childTnLst>
                                    <p:set>
                                      <p:cBhvr>
                                        <p:cTn id="86" dur="1" fill="hold">
                                          <p:stCondLst>
                                            <p:cond delay="0"/>
                                          </p:stCondLst>
                                        </p:cTn>
                                        <p:tgtEl>
                                          <p:spTgt spid="11"/>
                                        </p:tgtEl>
                                        <p:attrNameLst>
                                          <p:attrName>style.visibility</p:attrName>
                                        </p:attrNameLst>
                                      </p:cBhvr>
                                      <p:to>
                                        <p:strVal val="visible"/>
                                      </p:to>
                                    </p:set>
                                    <p:animEffect transition="in" filter="wipe(down)">
                                      <p:cBhvr>
                                        <p:cTn id="87" dur="500"/>
                                        <p:tgtEl>
                                          <p:spTgt spid="11"/>
                                        </p:tgtEl>
                                      </p:cBhvr>
                                    </p:animEffect>
                                  </p:childTnLst>
                                </p:cTn>
                              </p:par>
                              <p:par>
                                <p:cTn id="88" presetID="22" presetClass="entr" presetSubtype="4" fill="hold" grpId="0" nodeType="withEffect">
                                  <p:stCondLst>
                                    <p:cond delay="0"/>
                                  </p:stCondLst>
                                  <p:childTnLst>
                                    <p:set>
                                      <p:cBhvr>
                                        <p:cTn id="89" dur="1" fill="hold">
                                          <p:stCondLst>
                                            <p:cond delay="0"/>
                                          </p:stCondLst>
                                        </p:cTn>
                                        <p:tgtEl>
                                          <p:spTgt spid="12"/>
                                        </p:tgtEl>
                                        <p:attrNameLst>
                                          <p:attrName>style.visibility</p:attrName>
                                        </p:attrNameLst>
                                      </p:cBhvr>
                                      <p:to>
                                        <p:strVal val="visible"/>
                                      </p:to>
                                    </p:set>
                                    <p:animEffect transition="in" filter="wipe(down)">
                                      <p:cBhvr>
                                        <p:cTn id="9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0" grpId="0" animBg="1"/>
      <p:bldP spid="4" grpId="0" animBg="1"/>
      <p:bldP spid="114693" grpId="0" uiExpand="1" build="p"/>
      <p:bldP spid="3" grpId="0" animBg="1"/>
      <p:bldP spid="8" grpId="0" animBg="1"/>
      <p:bldP spid="5" grpId="0" animBg="1"/>
      <p:bldP spid="12"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4693" name="Rectangle 3"/>
              <p:cNvSpPr>
                <a:spLocks noGrp="1" noChangeArrowheads="1"/>
              </p:cNvSpPr>
              <p:nvPr>
                <p:ph idx="1"/>
              </p:nvPr>
            </p:nvSpPr>
            <p:spPr>
              <a:noFill/>
            </p:spPr>
            <p:txBody>
              <a:bodyPr/>
              <a:lstStyle/>
              <a:p>
                <a:pPr eaLnBrk="1" hangingPunct="1"/>
                <a:r>
                  <a:rPr lang="en-US" altLang="zh-CN" b="1" dirty="0">
                    <a:latin typeface="Times New Roman" panose="02020603050405020304" pitchFamily="18" charset="0"/>
                  </a:rPr>
                  <a:t>Yacc</a:t>
                </a:r>
                <a:r>
                  <a:rPr lang="zh-CN" altLang="en-US" b="1" dirty="0">
                    <a:latin typeface="Times New Roman" panose="02020603050405020304" pitchFamily="18" charset="0"/>
                  </a:rPr>
                  <a:t>源程序的</a:t>
                </a:r>
                <a:r>
                  <a:rPr lang="zh-CN" altLang="en-US" b="1" dirty="0">
                    <a:solidFill>
                      <a:srgbClr val="0070C0"/>
                    </a:solidFill>
                    <a:latin typeface="Times New Roman" panose="02020603050405020304" pitchFamily="18" charset="0"/>
                  </a:rPr>
                  <a:t>规则部分</a:t>
                </a:r>
                <a:endParaRPr lang="en-US" altLang="zh-CN" b="1" dirty="0">
                  <a:solidFill>
                    <a:srgbClr val="0070C0"/>
                  </a:solidFill>
                  <a:latin typeface="Times New Roman" panose="02020603050405020304" pitchFamily="18" charset="0"/>
                </a:endParaRPr>
              </a:p>
              <a:p>
                <a:pPr lvl="1" eaLnBrk="1" hangingPunct="1"/>
                <a:r>
                  <a:rPr lang="zh-CN" altLang="en-US" b="1" dirty="0">
                    <a:latin typeface="Times New Roman" panose="02020603050405020304" pitchFamily="18" charset="0"/>
                  </a:rPr>
                  <a:t>用于放置翻译规则，每条规则由</a:t>
                </a:r>
                <a:r>
                  <a:rPr lang="zh-CN" altLang="en-US" b="1" dirty="0">
                    <a:solidFill>
                      <a:srgbClr val="0070C0"/>
                    </a:solidFill>
                    <a:latin typeface="Times New Roman" panose="02020603050405020304" pitchFamily="18" charset="0"/>
                  </a:rPr>
                  <a:t>文法产生式 和 语义动作 </a:t>
                </a:r>
                <a:r>
                  <a:rPr lang="zh-CN" altLang="en-US" b="1" dirty="0">
                    <a:latin typeface="Times New Roman" panose="02020603050405020304" pitchFamily="18" charset="0"/>
                  </a:rPr>
                  <a:t>组成</a:t>
                </a:r>
                <a:endParaRPr lang="en-US" altLang="zh-CN" b="1" dirty="0">
                  <a:latin typeface="Times New Roman" panose="02020603050405020304" pitchFamily="18" charset="0"/>
                </a:endParaRPr>
              </a:p>
              <a:p>
                <a:pPr marL="0" indent="0" eaLnBrk="1" hangingPunct="1">
                  <a:buNone/>
                </a:pPr>
                <a:r>
                  <a:rPr lang="en-US" altLang="zh-CN" sz="2100" b="1" dirty="0">
                    <a:latin typeface="Times New Roman" panose="02020603050405020304" pitchFamily="18" charset="0"/>
                  </a:rPr>
                  <a:t>     </a:t>
                </a:r>
                <a:r>
                  <a:rPr lang="zh-CN" altLang="en-US" sz="2100" b="1" dirty="0">
                    <a:latin typeface="Times New Roman" panose="02020603050405020304" pitchFamily="18" charset="0"/>
                  </a:rPr>
                  <a:t>例：</a:t>
                </a:r>
                <a:r>
                  <a:rPr lang="en-US" altLang="zh-CN" sz="2100" b="1" dirty="0">
                    <a:latin typeface="Times New Roman" panose="02020603050405020304" pitchFamily="18" charset="0"/>
                  </a:rPr>
                  <a:t>A</a:t>
                </a:r>
                <a:r>
                  <a:rPr kumimoji="1" lang="en-US" altLang="zh-CN" sz="2100" b="1" dirty="0">
                    <a:effectLst>
                      <a:outerShdw blurRad="38100" dist="38100" dir="2700000" algn="tl">
                        <a:srgbClr val="FFFFFF"/>
                      </a:outerShdw>
                    </a:effectLst>
                    <a:latin typeface="Times New Roman" pitchFamily="18" charset="0"/>
                  </a:rPr>
                  <a:t> → </a:t>
                </a:r>
                <a14:m>
                  <m:oMath xmlns:m="http://schemas.openxmlformats.org/officeDocument/2006/math">
                    <m:sSub>
                      <m:sSubPr>
                        <m:ctrlPr>
                          <a:rPr kumimoji="1" lang="en-US" altLang="zh-CN" sz="2100" b="1" i="1">
                            <a:effectLst>
                              <a:outerShdw blurRad="38100" dist="38100" dir="2700000" algn="tl">
                                <a:srgbClr val="FFFFFF"/>
                              </a:outerShdw>
                            </a:effectLst>
                            <a:latin typeface="Cambria Math" panose="02040503050406030204" pitchFamily="18" charset="0"/>
                          </a:rPr>
                        </m:ctrlPr>
                      </m:sSubPr>
                      <m:e>
                        <m:r>
                          <a:rPr kumimoji="1" lang="zh-CN" altLang="en-US" sz="2100" b="1" i="1" smtClean="0">
                            <a:effectLst>
                              <a:outerShdw blurRad="38100" dist="38100" dir="2700000" algn="tl">
                                <a:srgbClr val="FFFFFF"/>
                              </a:outerShdw>
                            </a:effectLst>
                            <a:latin typeface="Cambria Math" panose="02040503050406030204" pitchFamily="18" charset="0"/>
                          </a:rPr>
                          <m:t>𝜶</m:t>
                        </m:r>
                      </m:e>
                      <m:sub>
                        <m:r>
                          <a:rPr kumimoji="1" lang="en-US" altLang="zh-CN" sz="2100" b="1" i="1" smtClean="0">
                            <a:effectLst>
                              <a:outerShdw blurRad="38100" dist="38100" dir="2700000" algn="tl">
                                <a:srgbClr val="FFFFFF"/>
                              </a:outerShdw>
                            </a:effectLst>
                            <a:latin typeface="Cambria Math" panose="02040503050406030204" pitchFamily="18" charset="0"/>
                          </a:rPr>
                          <m:t>𝟏</m:t>
                        </m:r>
                      </m:sub>
                    </m:sSub>
                  </m:oMath>
                </a14:m>
                <a:r>
                  <a:rPr lang="en-US" altLang="zh-CN" sz="2100" b="1" dirty="0">
                    <a:latin typeface="Times New Roman" panose="02020603050405020304" pitchFamily="18" charset="0"/>
                  </a:rPr>
                  <a:t>|</a:t>
                </a:r>
                <a14:m>
                  <m:oMath xmlns:m="http://schemas.openxmlformats.org/officeDocument/2006/math">
                    <m:sSub>
                      <m:sSubPr>
                        <m:ctrlPr>
                          <a:rPr kumimoji="1" lang="en-US" altLang="zh-CN" sz="2100" b="1" i="1">
                            <a:effectLst>
                              <a:outerShdw blurRad="38100" dist="38100" dir="2700000" algn="tl">
                                <a:srgbClr val="FFFFFF"/>
                              </a:outerShdw>
                            </a:effectLst>
                            <a:latin typeface="Cambria Math" panose="02040503050406030204" pitchFamily="18" charset="0"/>
                          </a:rPr>
                        </m:ctrlPr>
                      </m:sSubPr>
                      <m:e>
                        <m:r>
                          <a:rPr kumimoji="1" lang="zh-CN" altLang="en-US" sz="2100" b="1" i="1" smtClean="0">
                            <a:effectLst>
                              <a:outerShdw blurRad="38100" dist="38100" dir="2700000" algn="tl">
                                <a:srgbClr val="FFFFFF"/>
                              </a:outerShdw>
                            </a:effectLst>
                            <a:latin typeface="Cambria Math" panose="02040503050406030204" pitchFamily="18" charset="0"/>
                          </a:rPr>
                          <m:t>𝜶</m:t>
                        </m:r>
                      </m:e>
                      <m:sub>
                        <m:r>
                          <a:rPr kumimoji="1" lang="en-US" altLang="zh-CN" sz="2100" b="1" i="1" smtClean="0">
                            <a:effectLst>
                              <a:outerShdw blurRad="38100" dist="38100" dir="2700000" algn="tl">
                                <a:srgbClr val="FFFFFF"/>
                              </a:outerShdw>
                            </a:effectLst>
                            <a:latin typeface="Cambria Math" panose="02040503050406030204" pitchFamily="18" charset="0"/>
                          </a:rPr>
                          <m:t>𝟐</m:t>
                        </m:r>
                      </m:sub>
                    </m:sSub>
                    <m:r>
                      <m:rPr>
                        <m:nor/>
                      </m:rPr>
                      <a:rPr lang="en-US" altLang="zh-CN" sz="2100" b="1" dirty="0">
                        <a:latin typeface="Times New Roman" panose="02020603050405020304" pitchFamily="18" charset="0"/>
                      </a:rPr>
                      <m:t>|</m:t>
                    </m:r>
                  </m:oMath>
                </a14:m>
                <a:r>
                  <a:rPr lang="en-US" altLang="zh-CN" sz="2100" b="1" dirty="0">
                    <a:latin typeface="Times New Roman" panose="02020603050405020304" pitchFamily="18" charset="0"/>
                  </a:rPr>
                  <a:t>…|</a:t>
                </a:r>
                <a14:m>
                  <m:oMath xmlns:m="http://schemas.openxmlformats.org/officeDocument/2006/math">
                    <m:sSub>
                      <m:sSubPr>
                        <m:ctrlPr>
                          <a:rPr kumimoji="1" lang="en-US" altLang="zh-CN" sz="2100" b="1" i="1">
                            <a:effectLst>
                              <a:outerShdw blurRad="38100" dist="38100" dir="2700000" algn="tl">
                                <a:srgbClr val="FFFFFF"/>
                              </a:outerShdw>
                            </a:effectLst>
                            <a:latin typeface="Cambria Math" panose="02040503050406030204" pitchFamily="18" charset="0"/>
                          </a:rPr>
                        </m:ctrlPr>
                      </m:sSubPr>
                      <m:e>
                        <m:r>
                          <a:rPr kumimoji="1" lang="zh-CN" altLang="en-US" sz="2100" b="1" i="1" smtClean="0">
                            <a:effectLst>
                              <a:outerShdw blurRad="38100" dist="38100" dir="2700000" algn="tl">
                                <a:srgbClr val="FFFFFF"/>
                              </a:outerShdw>
                            </a:effectLst>
                            <a:latin typeface="Cambria Math" panose="02040503050406030204" pitchFamily="18" charset="0"/>
                          </a:rPr>
                          <m:t>𝜶</m:t>
                        </m:r>
                      </m:e>
                      <m:sub>
                        <m:r>
                          <a:rPr kumimoji="1" lang="en-US" altLang="zh-CN" sz="2100" b="1" i="1" smtClean="0">
                            <a:effectLst>
                              <a:outerShdw blurRad="38100" dist="38100" dir="2700000" algn="tl">
                                <a:srgbClr val="FFFFFF"/>
                              </a:outerShdw>
                            </a:effectLst>
                            <a:latin typeface="Cambria Math" panose="02040503050406030204" pitchFamily="18" charset="0"/>
                          </a:rPr>
                          <m:t>𝒏</m:t>
                        </m:r>
                      </m:sub>
                    </m:sSub>
                  </m:oMath>
                </a14:m>
                <a:endParaRPr lang="en-US" altLang="zh-CN" sz="2100" b="1" dirty="0">
                  <a:latin typeface="Times New Roman" panose="02020603050405020304" pitchFamily="18" charset="0"/>
                </a:endParaRPr>
              </a:p>
              <a:p>
                <a:pPr marL="0" indent="0" eaLnBrk="1" hangingPunct="1">
                  <a:buNone/>
                </a:pPr>
                <a:r>
                  <a:rPr lang="en-US" altLang="zh-CN" sz="2100" b="1" dirty="0">
                    <a:latin typeface="Times New Roman" panose="02020603050405020304" pitchFamily="18" charset="0"/>
                  </a:rPr>
                  <a:t>       A   </a:t>
                </a:r>
                <a:r>
                  <a:rPr lang="zh-CN" altLang="en-US" sz="2100" b="1" dirty="0">
                    <a:latin typeface="Times New Roman" panose="02020603050405020304" pitchFamily="18" charset="0"/>
                  </a:rPr>
                  <a:t>：</a:t>
                </a:r>
                <a14:m>
                  <m:oMath xmlns:m="http://schemas.openxmlformats.org/officeDocument/2006/math">
                    <m:sSub>
                      <m:sSubPr>
                        <m:ctrlPr>
                          <a:rPr kumimoji="1" lang="en-US" altLang="zh-CN" sz="2100" b="1" i="1">
                            <a:effectLst>
                              <a:outerShdw blurRad="38100" dist="38100" dir="2700000" algn="tl">
                                <a:srgbClr val="FFFFFF"/>
                              </a:outerShdw>
                            </a:effectLst>
                            <a:latin typeface="Cambria Math" panose="02040503050406030204" pitchFamily="18" charset="0"/>
                          </a:rPr>
                        </m:ctrlPr>
                      </m:sSubPr>
                      <m:e>
                        <m:r>
                          <a:rPr kumimoji="1" lang="zh-CN" altLang="en-US" sz="2100" b="1" i="1" smtClean="0">
                            <a:effectLst>
                              <a:outerShdw blurRad="38100" dist="38100" dir="2700000" algn="tl">
                                <a:srgbClr val="FFFFFF"/>
                              </a:outerShdw>
                            </a:effectLst>
                            <a:latin typeface="Cambria Math" panose="02040503050406030204" pitchFamily="18" charset="0"/>
                          </a:rPr>
                          <m:t>𝜶</m:t>
                        </m:r>
                      </m:e>
                      <m:sub>
                        <m:r>
                          <a:rPr kumimoji="1" lang="en-US" altLang="zh-CN" sz="2100" b="1" i="1" smtClean="0">
                            <a:effectLst>
                              <a:outerShdw blurRad="38100" dist="38100" dir="2700000" algn="tl">
                                <a:srgbClr val="FFFFFF"/>
                              </a:outerShdw>
                            </a:effectLst>
                            <a:latin typeface="Cambria Math" panose="02040503050406030204" pitchFamily="18" charset="0"/>
                          </a:rPr>
                          <m:t>𝟏</m:t>
                        </m:r>
                      </m:sub>
                    </m:sSub>
                  </m:oMath>
                </a14:m>
                <a:r>
                  <a:rPr lang="en-US" altLang="zh-CN" sz="2100" b="1" dirty="0">
                    <a:latin typeface="Times New Roman" panose="02020603050405020304" pitchFamily="18" charset="0"/>
                  </a:rPr>
                  <a:t>   { </a:t>
                </a:r>
                <a:r>
                  <a:rPr lang="zh-CN" altLang="en-US" sz="2100" b="1" dirty="0">
                    <a:solidFill>
                      <a:srgbClr val="0000FF"/>
                    </a:solidFill>
                    <a:latin typeface="Times New Roman" panose="02020603050405020304" pitchFamily="18" charset="0"/>
                  </a:rPr>
                  <a:t>语义动作 </a:t>
                </a:r>
                <a:r>
                  <a:rPr lang="en-US" altLang="zh-CN" sz="2100" b="1" dirty="0">
                    <a:solidFill>
                      <a:srgbClr val="0000FF"/>
                    </a:solidFill>
                    <a:latin typeface="Times New Roman" panose="02020603050405020304" pitchFamily="18" charset="0"/>
                  </a:rPr>
                  <a:t>1 </a:t>
                </a:r>
                <a:r>
                  <a:rPr lang="en-US" altLang="zh-CN" sz="2100" b="1" dirty="0">
                    <a:latin typeface="Times New Roman" panose="02020603050405020304" pitchFamily="18" charset="0"/>
                  </a:rPr>
                  <a:t>}</a:t>
                </a:r>
              </a:p>
              <a:p>
                <a:pPr marL="0" indent="0" eaLnBrk="1" hangingPunct="1">
                  <a:buNone/>
                </a:pPr>
                <a:r>
                  <a:rPr lang="en-US" altLang="zh-CN" sz="2100" b="1" dirty="0">
                    <a:latin typeface="Times New Roman" panose="02020603050405020304" pitchFamily="18" charset="0"/>
                  </a:rPr>
                  <a:t>             |</a:t>
                </a:r>
                <a14:m>
                  <m:oMath xmlns:m="http://schemas.openxmlformats.org/officeDocument/2006/math">
                    <m:r>
                      <a:rPr kumimoji="1" lang="en-US" altLang="zh-CN" sz="2100" b="1" smtClean="0">
                        <a:effectLst>
                          <a:outerShdw blurRad="38100" dist="38100" dir="2700000" algn="tl">
                            <a:srgbClr val="FFFFFF"/>
                          </a:outerShdw>
                        </a:effectLst>
                        <a:latin typeface="Cambria Math" panose="02040503050406030204" pitchFamily="18" charset="0"/>
                      </a:rPr>
                      <m:t>    </m:t>
                    </m:r>
                    <m:sSub>
                      <m:sSubPr>
                        <m:ctrlPr>
                          <a:rPr kumimoji="1" lang="en-US" altLang="zh-CN" sz="2100" b="1" i="1">
                            <a:effectLst>
                              <a:outerShdw blurRad="38100" dist="38100" dir="2700000" algn="tl">
                                <a:srgbClr val="FFFFFF"/>
                              </a:outerShdw>
                            </a:effectLst>
                            <a:latin typeface="Cambria Math" panose="02040503050406030204" pitchFamily="18" charset="0"/>
                          </a:rPr>
                        </m:ctrlPr>
                      </m:sSubPr>
                      <m:e>
                        <m:r>
                          <a:rPr kumimoji="1" lang="zh-CN" altLang="en-US" sz="2100" b="1" i="1" smtClean="0">
                            <a:effectLst>
                              <a:outerShdw blurRad="38100" dist="38100" dir="2700000" algn="tl">
                                <a:srgbClr val="FFFFFF"/>
                              </a:outerShdw>
                            </a:effectLst>
                            <a:latin typeface="Cambria Math" panose="02040503050406030204" pitchFamily="18" charset="0"/>
                          </a:rPr>
                          <m:t>𝜶</m:t>
                        </m:r>
                      </m:e>
                      <m:sub>
                        <m:r>
                          <a:rPr kumimoji="1" lang="en-US" altLang="zh-CN" sz="2100" b="1" i="1" smtClean="0">
                            <a:effectLst>
                              <a:outerShdw blurRad="38100" dist="38100" dir="2700000" algn="tl">
                                <a:srgbClr val="FFFFFF"/>
                              </a:outerShdw>
                            </a:effectLst>
                            <a:latin typeface="Cambria Math" panose="02040503050406030204" pitchFamily="18" charset="0"/>
                          </a:rPr>
                          <m:t>𝟏</m:t>
                        </m:r>
                      </m:sub>
                    </m:sSub>
                  </m:oMath>
                </a14:m>
                <a:r>
                  <a:rPr lang="en-US" altLang="zh-CN" sz="2100" b="1" dirty="0">
                    <a:latin typeface="Times New Roman" panose="02020603050405020304" pitchFamily="18" charset="0"/>
                  </a:rPr>
                  <a:t>   { </a:t>
                </a:r>
                <a:r>
                  <a:rPr lang="zh-CN" altLang="en-US" sz="2100" b="1" dirty="0">
                    <a:solidFill>
                      <a:srgbClr val="0000FF"/>
                    </a:solidFill>
                    <a:latin typeface="Times New Roman" panose="02020603050405020304" pitchFamily="18" charset="0"/>
                  </a:rPr>
                  <a:t>语义动作</a:t>
                </a:r>
                <a:r>
                  <a:rPr lang="en-US" altLang="zh-CN" sz="2100" b="1" dirty="0">
                    <a:solidFill>
                      <a:srgbClr val="0000FF"/>
                    </a:solidFill>
                    <a:latin typeface="Times New Roman" panose="02020603050405020304" pitchFamily="18" charset="0"/>
                  </a:rPr>
                  <a:t>2 </a:t>
                </a:r>
                <a:r>
                  <a:rPr lang="en-US" altLang="zh-CN" sz="2100" b="1" dirty="0">
                    <a:latin typeface="Times New Roman" panose="02020603050405020304" pitchFamily="18" charset="0"/>
                  </a:rPr>
                  <a:t>}</a:t>
                </a:r>
              </a:p>
              <a:p>
                <a:pPr marL="0" indent="0" eaLnBrk="1" hangingPunct="1">
                  <a:buNone/>
                </a:pPr>
                <a:r>
                  <a:rPr lang="en-US" altLang="zh-CN" sz="2100" b="1" dirty="0">
                    <a:latin typeface="Times New Roman" panose="02020603050405020304" pitchFamily="18" charset="0"/>
                  </a:rPr>
                  <a:t>              …</a:t>
                </a:r>
              </a:p>
              <a:p>
                <a:pPr marL="0" indent="0" eaLnBrk="1" hangingPunct="1">
                  <a:buNone/>
                </a:pPr>
                <a:r>
                  <a:rPr lang="en-US" altLang="zh-CN" sz="2100" b="1" dirty="0">
                    <a:latin typeface="Times New Roman" panose="02020603050405020304" pitchFamily="18" charset="0"/>
                  </a:rPr>
                  <a:t>             |   </a:t>
                </a:r>
                <a14:m>
                  <m:oMath xmlns:m="http://schemas.openxmlformats.org/officeDocument/2006/math">
                    <m:sSub>
                      <m:sSubPr>
                        <m:ctrlPr>
                          <a:rPr kumimoji="1" lang="en-US" altLang="zh-CN" sz="2100" b="1" i="1">
                            <a:effectLst>
                              <a:outerShdw blurRad="38100" dist="38100" dir="2700000" algn="tl">
                                <a:srgbClr val="FFFFFF"/>
                              </a:outerShdw>
                            </a:effectLst>
                            <a:latin typeface="Cambria Math" panose="02040503050406030204" pitchFamily="18" charset="0"/>
                          </a:rPr>
                        </m:ctrlPr>
                      </m:sSubPr>
                      <m:e>
                        <m:r>
                          <a:rPr kumimoji="1" lang="zh-CN" altLang="en-US" sz="2100" b="1" i="1" smtClean="0">
                            <a:effectLst>
                              <a:outerShdw blurRad="38100" dist="38100" dir="2700000" algn="tl">
                                <a:srgbClr val="FFFFFF"/>
                              </a:outerShdw>
                            </a:effectLst>
                            <a:latin typeface="Cambria Math" panose="02040503050406030204" pitchFamily="18" charset="0"/>
                          </a:rPr>
                          <m:t>𝜶</m:t>
                        </m:r>
                      </m:e>
                      <m:sub>
                        <m:r>
                          <a:rPr kumimoji="1" lang="en-US" altLang="zh-CN" sz="2100" b="1" i="1" smtClean="0">
                            <a:effectLst>
                              <a:outerShdw blurRad="38100" dist="38100" dir="2700000" algn="tl">
                                <a:srgbClr val="FFFFFF"/>
                              </a:outerShdw>
                            </a:effectLst>
                            <a:latin typeface="Cambria Math" panose="02040503050406030204" pitchFamily="18" charset="0"/>
                          </a:rPr>
                          <m:t>𝒏</m:t>
                        </m:r>
                      </m:sub>
                    </m:sSub>
                  </m:oMath>
                </a14:m>
                <a:r>
                  <a:rPr lang="en-US" altLang="zh-CN" sz="2100" b="1" dirty="0">
                    <a:latin typeface="Times New Roman" panose="02020603050405020304" pitchFamily="18" charset="0"/>
                  </a:rPr>
                  <a:t>   { </a:t>
                </a:r>
                <a:r>
                  <a:rPr lang="zh-CN" altLang="en-US" sz="2100" b="1" dirty="0">
                    <a:solidFill>
                      <a:srgbClr val="0000FF"/>
                    </a:solidFill>
                    <a:latin typeface="Times New Roman" panose="02020603050405020304" pitchFamily="18" charset="0"/>
                  </a:rPr>
                  <a:t>语义动作</a:t>
                </a:r>
                <a:r>
                  <a:rPr lang="en-US" altLang="zh-CN" sz="2100" b="1" dirty="0">
                    <a:solidFill>
                      <a:srgbClr val="0000FF"/>
                    </a:solidFill>
                    <a:latin typeface="Times New Roman" panose="02020603050405020304" pitchFamily="18" charset="0"/>
                  </a:rPr>
                  <a:t>n  </a:t>
                </a:r>
                <a:r>
                  <a:rPr lang="en-US" altLang="zh-CN" sz="2100" b="1" dirty="0">
                    <a:latin typeface="Times New Roman" panose="02020603050405020304" pitchFamily="18" charset="0"/>
                  </a:rPr>
                  <a:t>}</a:t>
                </a:r>
              </a:p>
            </p:txBody>
          </p:sp>
        </mc:Choice>
        <mc:Fallback xmlns="">
          <p:sp>
            <p:nvSpPr>
              <p:cNvPr id="114693" name="Rectangle 3"/>
              <p:cNvSpPr>
                <a:spLocks noGrp="1" noRot="1" noChangeAspect="1" noMove="1" noResize="1" noEditPoints="1" noAdjustHandles="1" noChangeArrowheads="1" noChangeShapeType="1" noTextEdit="1"/>
              </p:cNvSpPr>
              <p:nvPr>
                <p:ph idx="1"/>
              </p:nvPr>
            </p:nvSpPr>
            <p:spPr>
              <a:blipFill>
                <a:blip r:embed="rId3"/>
                <a:stretch>
                  <a:fillRect l="-1118" t="-1701" r="-958" b="-189"/>
                </a:stretch>
              </a:blipFill>
            </p:spPr>
            <p:txBody>
              <a:bodyPr/>
              <a:lstStyle/>
              <a:p>
                <a:r>
                  <a:rPr lang="zh-CN" altLang="en-US">
                    <a:noFill/>
                  </a:rPr>
                  <a:t> </a:t>
                </a:r>
              </a:p>
            </p:txBody>
          </p:sp>
        </mc:Fallback>
      </mc:AlternateContent>
      <p:sp>
        <p:nvSpPr>
          <p:cNvPr id="114692" name="Rectangle 2"/>
          <p:cNvSpPr>
            <a:spLocks noGrp="1" noChangeArrowheads="1"/>
          </p:cNvSpPr>
          <p:nvPr>
            <p:ph type="title"/>
          </p:nvPr>
        </p:nvSpPr>
        <p:spPr>
          <a:noFill/>
        </p:spPr>
        <p:txBody>
          <a:bodyPr anchor="ctr"/>
          <a:lstStyle/>
          <a:p>
            <a:pPr eaLnBrk="1" hangingPunct="1"/>
            <a:r>
              <a:rPr lang="en-US" altLang="zh-CN" sz="3000" dirty="0">
                <a:latin typeface="Times New Roman" panose="02020603050405020304" pitchFamily="18" charset="0"/>
              </a:rPr>
              <a:t>4.6 </a:t>
            </a:r>
            <a:r>
              <a:rPr lang="zh-CN" altLang="en-US" sz="3000" dirty="0">
                <a:latin typeface="Times New Roman" panose="02020603050405020304" pitchFamily="18" charset="0"/>
              </a:rPr>
              <a:t>语法分析程序的自动生成工具</a:t>
            </a:r>
            <a:r>
              <a:rPr lang="en-US" altLang="zh-CN" sz="3000" dirty="0" err="1">
                <a:latin typeface="Times New Roman" panose="02020603050405020304" pitchFamily="18" charset="0"/>
              </a:rPr>
              <a:t>Yacc</a:t>
            </a:r>
            <a:r>
              <a:rPr lang="en-US" altLang="zh-CN" sz="3000" dirty="0">
                <a:latin typeface="Times New Roman" panose="02020603050405020304" pitchFamily="18" charset="0"/>
              </a:rPr>
              <a:t> </a:t>
            </a:r>
          </a:p>
        </p:txBody>
      </p:sp>
      <p:sp>
        <p:nvSpPr>
          <p:cNvPr id="114691" name="灯片编号占位符 5"/>
          <p:cNvSpPr>
            <a:spLocks noGrp="1"/>
          </p:cNvSpPr>
          <p:nvPr>
            <p:ph type="sldNum" sz="quarter" idx="12"/>
          </p:nvPr>
        </p:nvSpPr>
        <p:spPr>
          <a:noFill/>
        </p:spPr>
        <p:txBody>
          <a:bodyPr anchor="t"/>
          <a:lstStyle>
            <a:lvl1pPr>
              <a:spcBef>
                <a:spcPct val="20000"/>
              </a:spcBef>
              <a:buClr>
                <a:schemeClr val="folHlink"/>
              </a:buClr>
              <a:buSzPct val="60000"/>
              <a:buFont typeface="Wingdings" panose="05000000000000000000" pitchFamily="2" charset="2"/>
              <a:buChar char="n"/>
              <a:defRPr sz="2400" b="1">
                <a:solidFill>
                  <a:schemeClr val="tx1"/>
                </a:solidFill>
                <a:latin typeface="Tahoma" panose="020B0604030504040204" pitchFamily="34" charset="0"/>
                <a:ea typeface="楷体_GB2312" panose="02010609030101010101" pitchFamily="49" charset="-122"/>
              </a:defRPr>
            </a:lvl1pPr>
            <a:lvl2pPr marL="557213" indent="-214313">
              <a:spcBef>
                <a:spcPct val="20000"/>
              </a:spcBef>
              <a:buClr>
                <a:schemeClr val="hlink"/>
              </a:buClr>
              <a:buSzPct val="55000"/>
              <a:buFont typeface="Wingdings" panose="05000000000000000000" pitchFamily="2" charset="2"/>
              <a:buChar char="n"/>
              <a:defRPr sz="2100" b="1">
                <a:solidFill>
                  <a:schemeClr val="tx1"/>
                </a:solidFill>
                <a:latin typeface="Tahoma" panose="020B0604030504040204" pitchFamily="34" charset="0"/>
                <a:ea typeface="楷体_GB2312" panose="02010609030101010101" pitchFamily="49" charset="-122"/>
              </a:defRPr>
            </a:lvl2pPr>
            <a:lvl3pPr marL="857250" indent="-171450">
              <a:spcBef>
                <a:spcPct val="20000"/>
              </a:spcBef>
              <a:buClr>
                <a:schemeClr val="folHlink"/>
              </a:buClr>
              <a:buSzPct val="50000"/>
              <a:buFont typeface="Wingdings" panose="05000000000000000000" pitchFamily="2" charset="2"/>
              <a:buChar char="n"/>
              <a:defRPr sz="1800" b="1">
                <a:solidFill>
                  <a:schemeClr val="tx1"/>
                </a:solidFill>
                <a:latin typeface="Tahoma" panose="020B0604030504040204" pitchFamily="34" charset="0"/>
                <a:ea typeface="楷体_GB2312" panose="02010609030101010101" pitchFamily="49" charset="-122"/>
              </a:defRPr>
            </a:lvl3pPr>
            <a:lvl4pPr marL="1200150" indent="-171450">
              <a:spcBef>
                <a:spcPct val="20000"/>
              </a:spcBef>
              <a:buClr>
                <a:schemeClr val="accent2"/>
              </a:buClr>
              <a:buSzPct val="55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4pPr>
            <a:lvl5pPr marL="1543050" indent="-171450">
              <a:spcBef>
                <a:spcPct val="20000"/>
              </a:spcBef>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5pPr>
            <a:lvl6pPr marL="18859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6pPr>
            <a:lvl7pPr marL="22288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7pPr>
            <a:lvl8pPr marL="25717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8pPr>
            <a:lvl9pPr marL="29146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9pPr>
          </a:lstStyle>
          <a:p>
            <a:pPr>
              <a:spcBef>
                <a:spcPct val="0"/>
              </a:spcBef>
              <a:buClrTx/>
              <a:buSzTx/>
              <a:buFontTx/>
              <a:buNone/>
            </a:pPr>
            <a:fld id="{2797CC92-6AD7-4361-B059-7D189C3CF7D7}" type="slidenum">
              <a:rPr lang="en-US" altLang="zh-CN" sz="1050" b="0">
                <a:latin typeface="Arial" panose="020B0604020202020204" pitchFamily="34" charset="0"/>
                <a:ea typeface="宋体" panose="02010600030101010101" pitchFamily="2" charset="-122"/>
              </a:rPr>
              <a:pPr>
                <a:spcBef>
                  <a:spcPct val="0"/>
                </a:spcBef>
                <a:buClrTx/>
                <a:buSzTx/>
                <a:buFontTx/>
                <a:buNone/>
              </a:pPr>
              <a:t>52</a:t>
            </a:fld>
            <a:endParaRPr lang="en-US" altLang="zh-CN" sz="1050" b="0">
              <a:latin typeface="Arial" panose="020B0604020202020204" pitchFamily="34" charset="0"/>
              <a:ea typeface="宋体" panose="02010600030101010101" pitchFamily="2" charset="-122"/>
            </a:endParaRPr>
          </a:p>
        </p:txBody>
      </p:sp>
      <p:sp>
        <p:nvSpPr>
          <p:cNvPr id="5" name="对话气泡: 圆角矩形 4">
            <a:extLst>
              <a:ext uri="{FF2B5EF4-FFF2-40B4-BE49-F238E27FC236}">
                <a16:creationId xmlns:a16="http://schemas.microsoft.com/office/drawing/2014/main" id="{41D1FDF4-6881-438B-8008-301F2D90E820}"/>
              </a:ext>
            </a:extLst>
          </p:cNvPr>
          <p:cNvSpPr/>
          <p:nvPr/>
        </p:nvSpPr>
        <p:spPr>
          <a:xfrm>
            <a:off x="4572000" y="2211710"/>
            <a:ext cx="2880320" cy="1008112"/>
          </a:xfrm>
          <a:prstGeom prst="wedgeRoundRectCallout">
            <a:avLst>
              <a:gd name="adj1" fmla="val -72014"/>
              <a:gd name="adj2" fmla="val 58313"/>
              <a:gd name="adj3" fmla="val 16667"/>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FF0000"/>
                </a:solidFill>
              </a:rPr>
              <a:t>归约时</a:t>
            </a:r>
            <a:r>
              <a:rPr lang="zh-CN" altLang="en-US" sz="2000" b="1" dirty="0">
                <a:solidFill>
                  <a:srgbClr val="002060"/>
                </a:solidFill>
              </a:rPr>
              <a:t>调用</a:t>
            </a:r>
            <a:endParaRPr lang="en-US" altLang="zh-CN" sz="2000" b="1" dirty="0">
              <a:solidFill>
                <a:srgbClr val="002060"/>
              </a:solidFill>
            </a:endParaRPr>
          </a:p>
          <a:p>
            <a:pPr algn="ctr"/>
            <a:r>
              <a:rPr lang="zh-CN" altLang="en-US" sz="2000" b="1" dirty="0">
                <a:solidFill>
                  <a:srgbClr val="002060"/>
                </a:solidFill>
              </a:rPr>
              <a:t>用户自定义函数，创建树的若干结点</a:t>
            </a:r>
          </a:p>
        </p:txBody>
      </p:sp>
    </p:spTree>
    <p:extLst>
      <p:ext uri="{BB962C8B-B14F-4D97-AF65-F5344CB8AC3E}">
        <p14:creationId xmlns:p14="http://schemas.microsoft.com/office/powerpoint/2010/main" val="1546503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3" name="Rectangle 3"/>
          <p:cNvSpPr>
            <a:spLocks noGrp="1" noChangeArrowheads="1"/>
          </p:cNvSpPr>
          <p:nvPr>
            <p:ph idx="1"/>
          </p:nvPr>
        </p:nvSpPr>
        <p:spPr>
          <a:xfrm>
            <a:off x="755576" y="1041165"/>
            <a:ext cx="7848872" cy="3225800"/>
          </a:xfrm>
          <a:noFill/>
        </p:spPr>
        <p:txBody>
          <a:bodyPr/>
          <a:lstStyle/>
          <a:p>
            <a:pPr eaLnBrk="1" hangingPunct="1">
              <a:spcBef>
                <a:spcPts val="1200"/>
              </a:spcBef>
            </a:pPr>
            <a:r>
              <a:rPr lang="en-US" altLang="zh-CN" b="1" dirty="0" err="1">
                <a:latin typeface="Times New Roman" panose="02020603050405020304" pitchFamily="18" charset="0"/>
              </a:rPr>
              <a:t>Yacc</a:t>
            </a:r>
            <a:r>
              <a:rPr lang="zh-CN" altLang="en-US" b="1" dirty="0">
                <a:latin typeface="Times New Roman" panose="02020603050405020304" pitchFamily="18" charset="0"/>
              </a:rPr>
              <a:t>源程序的</a:t>
            </a:r>
            <a:r>
              <a:rPr lang="zh-CN" altLang="en-US" b="1" dirty="0">
                <a:solidFill>
                  <a:srgbClr val="0070C0"/>
                </a:solidFill>
                <a:latin typeface="Times New Roman" panose="02020603050405020304" pitchFamily="18" charset="0"/>
              </a:rPr>
              <a:t>用户函数部分</a:t>
            </a:r>
            <a:endParaRPr lang="en-US" altLang="zh-CN" b="1" dirty="0">
              <a:solidFill>
                <a:srgbClr val="0070C0"/>
              </a:solidFill>
              <a:latin typeface="Times New Roman" panose="02020603050405020304" pitchFamily="18" charset="0"/>
            </a:endParaRPr>
          </a:p>
          <a:p>
            <a:pPr lvl="1" eaLnBrk="1" hangingPunct="1">
              <a:spcBef>
                <a:spcPts val="1200"/>
              </a:spcBef>
            </a:pPr>
            <a:r>
              <a:rPr lang="zh-CN" altLang="en-US" b="1" dirty="0">
                <a:latin typeface="Times New Roman" panose="02020603050405020304" pitchFamily="18" charset="0"/>
              </a:rPr>
              <a:t>可选的，由一些例行的</a:t>
            </a:r>
            <a:r>
              <a:rPr lang="en-US" altLang="zh-CN" b="1" dirty="0">
                <a:latin typeface="Times New Roman" panose="02020603050405020304" pitchFamily="18" charset="0"/>
              </a:rPr>
              <a:t>C</a:t>
            </a:r>
            <a:r>
              <a:rPr lang="zh-CN" altLang="en-US" b="1" dirty="0">
                <a:latin typeface="Times New Roman" panose="02020603050405020304" pitchFamily="18" charset="0"/>
              </a:rPr>
              <a:t>语言程序组成，主要包括</a:t>
            </a:r>
            <a:r>
              <a:rPr lang="en-US" altLang="zh-CN" b="1" dirty="0">
                <a:latin typeface="Times New Roman" panose="02020603050405020304" pitchFamily="18" charset="0"/>
              </a:rPr>
              <a:t>:</a:t>
            </a:r>
          </a:p>
          <a:p>
            <a:pPr lvl="2" eaLnBrk="1" hangingPunct="1">
              <a:spcBef>
                <a:spcPts val="1200"/>
              </a:spcBef>
            </a:pPr>
            <a:r>
              <a:rPr lang="zh-CN" altLang="en-US" b="1" dirty="0">
                <a:latin typeface="Times New Roman" panose="02020603050405020304" pitchFamily="18" charset="0"/>
              </a:rPr>
              <a:t>主程序</a:t>
            </a:r>
            <a:r>
              <a:rPr lang="en-US" altLang="zh-CN" b="1" dirty="0">
                <a:latin typeface="Times New Roman" panose="02020603050405020304" pitchFamily="18" charset="0"/>
              </a:rPr>
              <a:t>main( )</a:t>
            </a:r>
          </a:p>
          <a:p>
            <a:pPr lvl="2" eaLnBrk="1" hangingPunct="1">
              <a:spcBef>
                <a:spcPts val="1200"/>
              </a:spcBef>
            </a:pPr>
            <a:r>
              <a:rPr lang="zh-CN" altLang="en-US" b="1" dirty="0">
                <a:latin typeface="Times New Roman" panose="02020603050405020304" pitchFamily="18" charset="0"/>
              </a:rPr>
              <a:t>词法分析程序</a:t>
            </a:r>
            <a:r>
              <a:rPr lang="en-US" altLang="zh-CN" b="1" dirty="0" err="1">
                <a:latin typeface="Times New Roman" panose="02020603050405020304" pitchFamily="18" charset="0"/>
              </a:rPr>
              <a:t>yylex</a:t>
            </a:r>
            <a:r>
              <a:rPr lang="en-US" altLang="zh-CN" b="1" dirty="0">
                <a:latin typeface="Times New Roman" panose="02020603050405020304" pitchFamily="18" charset="0"/>
              </a:rPr>
              <a:t>( )         </a:t>
            </a:r>
            <a:r>
              <a:rPr lang="en-US" altLang="zh-CN" b="1" dirty="0">
                <a:solidFill>
                  <a:srgbClr val="0070C0"/>
                </a:solidFill>
                <a:latin typeface="Times New Roman" panose="02020603050405020304" pitchFamily="18" charset="0"/>
              </a:rPr>
              <a:t>/*Flex</a:t>
            </a:r>
            <a:r>
              <a:rPr lang="zh-CN" altLang="en-US" b="1" dirty="0">
                <a:solidFill>
                  <a:srgbClr val="0070C0"/>
                </a:solidFill>
                <a:latin typeface="Times New Roman" panose="02020603050405020304" pitchFamily="18" charset="0"/>
              </a:rPr>
              <a:t>自动生成不需要自定义</a:t>
            </a:r>
            <a:r>
              <a:rPr lang="en-US" altLang="zh-CN" b="1" dirty="0">
                <a:solidFill>
                  <a:srgbClr val="0070C0"/>
                </a:solidFill>
                <a:latin typeface="Times New Roman" panose="02020603050405020304" pitchFamily="18" charset="0"/>
              </a:rPr>
              <a:t>*/</a:t>
            </a:r>
          </a:p>
          <a:p>
            <a:pPr lvl="2" eaLnBrk="1" hangingPunct="1">
              <a:spcBef>
                <a:spcPts val="1200"/>
              </a:spcBef>
            </a:pPr>
            <a:r>
              <a:rPr lang="zh-CN" altLang="en-US" b="1" dirty="0">
                <a:latin typeface="Times New Roman" panose="02020603050405020304" pitchFamily="18" charset="0"/>
              </a:rPr>
              <a:t>出错处理子程序</a:t>
            </a:r>
            <a:r>
              <a:rPr lang="en-US" altLang="zh-CN" b="1" dirty="0" err="1">
                <a:latin typeface="Times New Roman" panose="02020603050405020304" pitchFamily="18" charset="0"/>
              </a:rPr>
              <a:t>yyerror</a:t>
            </a:r>
            <a:r>
              <a:rPr lang="en-US" altLang="zh-CN" b="1" dirty="0">
                <a:latin typeface="Times New Roman" panose="02020603050405020304" pitchFamily="18" charset="0"/>
              </a:rPr>
              <a:t>( )  </a:t>
            </a:r>
            <a:r>
              <a:rPr lang="en-US" altLang="zh-CN" b="1" dirty="0">
                <a:solidFill>
                  <a:srgbClr val="0070C0"/>
                </a:solidFill>
                <a:latin typeface="Times New Roman" panose="02020603050405020304" pitchFamily="18" charset="0"/>
              </a:rPr>
              <a:t>/* </a:t>
            </a:r>
            <a:r>
              <a:rPr lang="zh-CN" altLang="en-US" b="1" dirty="0">
                <a:solidFill>
                  <a:srgbClr val="0070C0"/>
                </a:solidFill>
                <a:latin typeface="Times New Roman" panose="02020603050405020304" pitchFamily="18" charset="0"/>
              </a:rPr>
              <a:t>不使用需重定义为空</a:t>
            </a:r>
            <a:r>
              <a:rPr lang="en-US" altLang="zh-CN" b="1" dirty="0">
                <a:solidFill>
                  <a:srgbClr val="0070C0"/>
                </a:solidFill>
                <a:latin typeface="Times New Roman" panose="02020603050405020304" pitchFamily="18" charset="0"/>
              </a:rPr>
              <a:t>*/</a:t>
            </a:r>
          </a:p>
          <a:p>
            <a:pPr lvl="2" eaLnBrk="1" hangingPunct="1">
              <a:spcBef>
                <a:spcPts val="1200"/>
              </a:spcBef>
            </a:pPr>
            <a:r>
              <a:rPr lang="zh-CN" altLang="en-US" b="1" dirty="0">
                <a:latin typeface="Times New Roman" panose="02020603050405020304" pitchFamily="18" charset="0"/>
              </a:rPr>
              <a:t>语义动作所调用的用户自定义函数及其他辅助函数等。</a:t>
            </a:r>
            <a:endParaRPr lang="en-US" altLang="zh-CN" b="1" dirty="0">
              <a:latin typeface="Times New Roman" panose="02020603050405020304" pitchFamily="18" charset="0"/>
            </a:endParaRPr>
          </a:p>
        </p:txBody>
      </p:sp>
      <p:sp>
        <p:nvSpPr>
          <p:cNvPr id="114692" name="Rectangle 2"/>
          <p:cNvSpPr>
            <a:spLocks noGrp="1" noChangeArrowheads="1"/>
          </p:cNvSpPr>
          <p:nvPr>
            <p:ph type="title"/>
          </p:nvPr>
        </p:nvSpPr>
        <p:spPr>
          <a:noFill/>
        </p:spPr>
        <p:txBody>
          <a:bodyPr anchor="ctr"/>
          <a:lstStyle/>
          <a:p>
            <a:pPr eaLnBrk="1" hangingPunct="1"/>
            <a:r>
              <a:rPr lang="en-US" altLang="zh-CN" sz="3000" dirty="0">
                <a:latin typeface="Times New Roman" panose="02020603050405020304" pitchFamily="18" charset="0"/>
              </a:rPr>
              <a:t>4.6 </a:t>
            </a:r>
            <a:r>
              <a:rPr lang="zh-CN" altLang="en-US" sz="3000" dirty="0">
                <a:latin typeface="Times New Roman" panose="02020603050405020304" pitchFamily="18" charset="0"/>
              </a:rPr>
              <a:t>语法分析程序的自动生成工具</a:t>
            </a:r>
            <a:r>
              <a:rPr lang="en-US" altLang="zh-CN" sz="3000" dirty="0" err="1">
                <a:latin typeface="Times New Roman" panose="02020603050405020304" pitchFamily="18" charset="0"/>
              </a:rPr>
              <a:t>Yacc</a:t>
            </a:r>
            <a:r>
              <a:rPr lang="en-US" altLang="zh-CN" sz="3000" dirty="0">
                <a:latin typeface="Times New Roman" panose="02020603050405020304" pitchFamily="18" charset="0"/>
              </a:rPr>
              <a:t> </a:t>
            </a:r>
          </a:p>
        </p:txBody>
      </p:sp>
      <p:sp>
        <p:nvSpPr>
          <p:cNvPr id="114691" name="灯片编号占位符 5"/>
          <p:cNvSpPr>
            <a:spLocks noGrp="1"/>
          </p:cNvSpPr>
          <p:nvPr>
            <p:ph type="sldNum" sz="quarter" idx="12"/>
          </p:nvPr>
        </p:nvSpPr>
        <p:spPr>
          <a:noFill/>
        </p:spPr>
        <p:txBody>
          <a:bodyPr anchor="t"/>
          <a:lstStyle>
            <a:lvl1pPr>
              <a:spcBef>
                <a:spcPct val="20000"/>
              </a:spcBef>
              <a:buClr>
                <a:schemeClr val="folHlink"/>
              </a:buClr>
              <a:buSzPct val="60000"/>
              <a:buFont typeface="Wingdings" panose="05000000000000000000" pitchFamily="2" charset="2"/>
              <a:buChar char="n"/>
              <a:defRPr sz="2400" b="1">
                <a:solidFill>
                  <a:schemeClr val="tx1"/>
                </a:solidFill>
                <a:latin typeface="Tahoma" panose="020B0604030504040204" pitchFamily="34" charset="0"/>
                <a:ea typeface="楷体_GB2312" panose="02010609030101010101" pitchFamily="49" charset="-122"/>
              </a:defRPr>
            </a:lvl1pPr>
            <a:lvl2pPr marL="557213" indent="-214313">
              <a:spcBef>
                <a:spcPct val="20000"/>
              </a:spcBef>
              <a:buClr>
                <a:schemeClr val="hlink"/>
              </a:buClr>
              <a:buSzPct val="55000"/>
              <a:buFont typeface="Wingdings" panose="05000000000000000000" pitchFamily="2" charset="2"/>
              <a:buChar char="n"/>
              <a:defRPr sz="2100" b="1">
                <a:solidFill>
                  <a:schemeClr val="tx1"/>
                </a:solidFill>
                <a:latin typeface="Tahoma" panose="020B0604030504040204" pitchFamily="34" charset="0"/>
                <a:ea typeface="楷体_GB2312" panose="02010609030101010101" pitchFamily="49" charset="-122"/>
              </a:defRPr>
            </a:lvl2pPr>
            <a:lvl3pPr marL="857250" indent="-171450">
              <a:spcBef>
                <a:spcPct val="20000"/>
              </a:spcBef>
              <a:buClr>
                <a:schemeClr val="folHlink"/>
              </a:buClr>
              <a:buSzPct val="50000"/>
              <a:buFont typeface="Wingdings" panose="05000000000000000000" pitchFamily="2" charset="2"/>
              <a:buChar char="n"/>
              <a:defRPr sz="1800" b="1">
                <a:solidFill>
                  <a:schemeClr val="tx1"/>
                </a:solidFill>
                <a:latin typeface="Tahoma" panose="020B0604030504040204" pitchFamily="34" charset="0"/>
                <a:ea typeface="楷体_GB2312" panose="02010609030101010101" pitchFamily="49" charset="-122"/>
              </a:defRPr>
            </a:lvl3pPr>
            <a:lvl4pPr marL="1200150" indent="-171450">
              <a:spcBef>
                <a:spcPct val="20000"/>
              </a:spcBef>
              <a:buClr>
                <a:schemeClr val="accent2"/>
              </a:buClr>
              <a:buSzPct val="55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4pPr>
            <a:lvl5pPr marL="1543050" indent="-171450">
              <a:spcBef>
                <a:spcPct val="20000"/>
              </a:spcBef>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5pPr>
            <a:lvl6pPr marL="18859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6pPr>
            <a:lvl7pPr marL="22288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7pPr>
            <a:lvl8pPr marL="25717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8pPr>
            <a:lvl9pPr marL="29146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9pPr>
          </a:lstStyle>
          <a:p>
            <a:pPr>
              <a:spcBef>
                <a:spcPct val="0"/>
              </a:spcBef>
              <a:buClrTx/>
              <a:buSzTx/>
              <a:buFontTx/>
              <a:buNone/>
            </a:pPr>
            <a:fld id="{2797CC92-6AD7-4361-B059-7D189C3CF7D7}" type="slidenum">
              <a:rPr lang="en-US" altLang="zh-CN" sz="1050" b="0">
                <a:latin typeface="Arial" panose="020B0604020202020204" pitchFamily="34" charset="0"/>
                <a:ea typeface="宋体" panose="02010600030101010101" pitchFamily="2" charset="-122"/>
              </a:rPr>
              <a:pPr>
                <a:spcBef>
                  <a:spcPct val="0"/>
                </a:spcBef>
                <a:buClrTx/>
                <a:buSzTx/>
                <a:buFontTx/>
                <a:buNone/>
              </a:pPr>
              <a:t>53</a:t>
            </a:fld>
            <a:endParaRPr lang="en-US" altLang="zh-CN" sz="1050" b="0">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2730412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6" name="Rectangle 2"/>
          <p:cNvSpPr>
            <a:spLocks noGrp="1" noChangeArrowheads="1"/>
          </p:cNvSpPr>
          <p:nvPr>
            <p:ph type="title"/>
          </p:nvPr>
        </p:nvSpPr>
        <p:spPr/>
        <p:txBody>
          <a:bodyPr anchor="ctr"/>
          <a:lstStyle/>
          <a:p>
            <a:pPr eaLnBrk="1" hangingPunct="1"/>
            <a:r>
              <a:rPr lang="zh-CN" altLang="en-US">
                <a:latin typeface="Times New Roman" panose="02020603050405020304" pitchFamily="18" charset="0"/>
              </a:rPr>
              <a:t>用</a:t>
            </a:r>
            <a:r>
              <a:rPr lang="en-US" altLang="zh-CN">
                <a:latin typeface="Times New Roman" panose="02020603050405020304" pitchFamily="18" charset="0"/>
              </a:rPr>
              <a:t>Yacc</a:t>
            </a:r>
            <a:r>
              <a:rPr lang="zh-CN" altLang="en-US">
                <a:latin typeface="Times New Roman" panose="02020603050405020304" pitchFamily="18" charset="0"/>
              </a:rPr>
              <a:t>和</a:t>
            </a:r>
            <a:r>
              <a:rPr lang="en-US" altLang="zh-CN">
                <a:latin typeface="Times New Roman" panose="02020603050405020304" pitchFamily="18" charset="0"/>
              </a:rPr>
              <a:t>Lex</a:t>
            </a:r>
            <a:r>
              <a:rPr lang="zh-CN" altLang="en-US">
                <a:latin typeface="Times New Roman" panose="02020603050405020304" pitchFamily="18" charset="0"/>
              </a:rPr>
              <a:t>合建编译程序</a:t>
            </a:r>
          </a:p>
        </p:txBody>
      </p:sp>
      <p:sp>
        <p:nvSpPr>
          <p:cNvPr id="115715" name="灯片编号占位符 5"/>
          <p:cNvSpPr>
            <a:spLocks noGrp="1"/>
          </p:cNvSpPr>
          <p:nvPr>
            <p:ph type="sldNum" sz="quarter" idx="12"/>
          </p:nvPr>
        </p:nvSpPr>
        <p:spPr>
          <a:noFill/>
        </p:spPr>
        <p:txBody>
          <a:bodyPr anchor="t"/>
          <a:lstStyle>
            <a:lvl1pPr>
              <a:spcBef>
                <a:spcPct val="20000"/>
              </a:spcBef>
              <a:buClr>
                <a:schemeClr val="folHlink"/>
              </a:buClr>
              <a:buSzPct val="60000"/>
              <a:buFont typeface="Wingdings" panose="05000000000000000000" pitchFamily="2" charset="2"/>
              <a:buChar char="n"/>
              <a:defRPr sz="2400" b="1">
                <a:solidFill>
                  <a:schemeClr val="tx1"/>
                </a:solidFill>
                <a:latin typeface="Tahoma" panose="020B0604030504040204" pitchFamily="34" charset="0"/>
                <a:ea typeface="楷体_GB2312" panose="02010609030101010101" pitchFamily="49" charset="-122"/>
              </a:defRPr>
            </a:lvl1pPr>
            <a:lvl2pPr marL="557213" indent="-214313">
              <a:spcBef>
                <a:spcPct val="20000"/>
              </a:spcBef>
              <a:buClr>
                <a:schemeClr val="hlink"/>
              </a:buClr>
              <a:buSzPct val="55000"/>
              <a:buFont typeface="Wingdings" panose="05000000000000000000" pitchFamily="2" charset="2"/>
              <a:buChar char="n"/>
              <a:defRPr sz="2100" b="1">
                <a:solidFill>
                  <a:schemeClr val="tx1"/>
                </a:solidFill>
                <a:latin typeface="Tahoma" panose="020B0604030504040204" pitchFamily="34" charset="0"/>
                <a:ea typeface="楷体_GB2312" panose="02010609030101010101" pitchFamily="49" charset="-122"/>
              </a:defRPr>
            </a:lvl2pPr>
            <a:lvl3pPr marL="857250" indent="-171450">
              <a:spcBef>
                <a:spcPct val="20000"/>
              </a:spcBef>
              <a:buClr>
                <a:schemeClr val="folHlink"/>
              </a:buClr>
              <a:buSzPct val="50000"/>
              <a:buFont typeface="Wingdings" panose="05000000000000000000" pitchFamily="2" charset="2"/>
              <a:buChar char="n"/>
              <a:defRPr sz="1800" b="1">
                <a:solidFill>
                  <a:schemeClr val="tx1"/>
                </a:solidFill>
                <a:latin typeface="Tahoma" panose="020B0604030504040204" pitchFamily="34" charset="0"/>
                <a:ea typeface="楷体_GB2312" panose="02010609030101010101" pitchFamily="49" charset="-122"/>
              </a:defRPr>
            </a:lvl3pPr>
            <a:lvl4pPr marL="1200150" indent="-171450">
              <a:spcBef>
                <a:spcPct val="20000"/>
              </a:spcBef>
              <a:buClr>
                <a:schemeClr val="accent2"/>
              </a:buClr>
              <a:buSzPct val="55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4pPr>
            <a:lvl5pPr marL="1543050" indent="-171450">
              <a:spcBef>
                <a:spcPct val="20000"/>
              </a:spcBef>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5pPr>
            <a:lvl6pPr marL="18859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6pPr>
            <a:lvl7pPr marL="22288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7pPr>
            <a:lvl8pPr marL="25717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8pPr>
            <a:lvl9pPr marL="29146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9pPr>
          </a:lstStyle>
          <a:p>
            <a:pPr>
              <a:spcBef>
                <a:spcPct val="0"/>
              </a:spcBef>
              <a:buClrTx/>
              <a:buSzTx/>
              <a:buFontTx/>
              <a:buNone/>
            </a:pPr>
            <a:fld id="{2EB3DA32-6F6B-4255-85F6-DBE68EEA93DD}" type="slidenum">
              <a:rPr lang="en-US" altLang="zh-CN" sz="1050" b="0">
                <a:latin typeface="Arial" panose="020B0604020202020204" pitchFamily="34" charset="0"/>
                <a:ea typeface="宋体" panose="02010600030101010101" pitchFamily="2" charset="-122"/>
              </a:rPr>
              <a:pPr>
                <a:spcBef>
                  <a:spcPct val="0"/>
                </a:spcBef>
                <a:buClrTx/>
                <a:buSzTx/>
                <a:buFontTx/>
                <a:buNone/>
              </a:pPr>
              <a:t>54</a:t>
            </a:fld>
            <a:endParaRPr lang="en-US" altLang="zh-CN" sz="1050" b="0">
              <a:latin typeface="Arial" panose="020B0604020202020204" pitchFamily="34" charset="0"/>
              <a:ea typeface="宋体" panose="02010600030101010101" pitchFamily="2" charset="-122"/>
            </a:endParaRPr>
          </a:p>
        </p:txBody>
      </p:sp>
      <p:sp>
        <p:nvSpPr>
          <p:cNvPr id="115717" name="Rectangle 3"/>
          <p:cNvSpPr>
            <a:spLocks noChangeArrowheads="1"/>
          </p:cNvSpPr>
          <p:nvPr/>
        </p:nvSpPr>
        <p:spPr bwMode="auto">
          <a:xfrm>
            <a:off x="1143004" y="1504835"/>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anose="02010609030101010101"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anose="02010609030101010101"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anose="02010609030101010101"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anose="02010609030101010101"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anose="0201060903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anose="0201060903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anose="0201060903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anose="0201060903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anose="02010609030101010101" pitchFamily="49" charset="-122"/>
              </a:defRPr>
            </a:lvl9pPr>
          </a:lstStyle>
          <a:p>
            <a:pPr eaLnBrk="1" hangingPunct="1">
              <a:spcBef>
                <a:spcPct val="0"/>
              </a:spcBef>
              <a:buClrTx/>
              <a:buSzTx/>
              <a:buFontTx/>
              <a:buNone/>
            </a:pPr>
            <a:endParaRPr lang="zh-CN" altLang="en-US" sz="1800" b="0">
              <a:latin typeface="Times New Roman" panose="02020603050405020304" pitchFamily="18" charset="0"/>
              <a:ea typeface="宋体" panose="02010600030101010101" pitchFamily="2" charset="-122"/>
            </a:endParaRPr>
          </a:p>
        </p:txBody>
      </p:sp>
      <p:graphicFrame>
        <p:nvGraphicFramePr>
          <p:cNvPr id="115718" name="Object 4"/>
          <p:cNvGraphicFramePr>
            <a:graphicFrameLocks noChangeAspect="1"/>
          </p:cNvGraphicFramePr>
          <p:nvPr/>
        </p:nvGraphicFramePr>
        <p:xfrm>
          <a:off x="1547813" y="735810"/>
          <a:ext cx="6182916" cy="4126706"/>
        </p:xfrm>
        <a:graphic>
          <a:graphicData uri="http://schemas.openxmlformats.org/presentationml/2006/ole">
            <mc:AlternateContent xmlns:mc="http://schemas.openxmlformats.org/markup-compatibility/2006">
              <mc:Choice xmlns:v="urn:schemas-microsoft-com:vml" Requires="v">
                <p:oleObj spid="_x0000_s2645" name="Visio" r:id="rId3" imgW="3526830" imgH="2356720" progId="Visio.Drawing.11">
                  <p:embed/>
                </p:oleObj>
              </mc:Choice>
              <mc:Fallback>
                <p:oleObj name="Visio" r:id="rId3" imgW="3526830" imgH="2356720" progId="Visio.Drawing.11">
                  <p:embed/>
                  <p:pic>
                    <p:nvPicPr>
                      <p:cNvPr id="11571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813" y="735810"/>
                        <a:ext cx="6182916" cy="4126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文本框 7">
            <a:extLst>
              <a:ext uri="{FF2B5EF4-FFF2-40B4-BE49-F238E27FC236}">
                <a16:creationId xmlns:a16="http://schemas.microsoft.com/office/drawing/2014/main" id="{D2D9FF0B-21A6-4ED3-A4E3-EEA19F009EAE}"/>
              </a:ext>
            </a:extLst>
          </p:cNvPr>
          <p:cNvSpPr txBox="1"/>
          <p:nvPr/>
        </p:nvSpPr>
        <p:spPr>
          <a:xfrm>
            <a:off x="3641068" y="881518"/>
            <a:ext cx="2160240" cy="369332"/>
          </a:xfrm>
          <a:prstGeom prst="rect">
            <a:avLst/>
          </a:prstGeom>
          <a:solidFill>
            <a:schemeClr val="accent5">
              <a:lumMod val="20000"/>
              <a:lumOff val="80000"/>
            </a:schemeClr>
          </a:solidFill>
          <a:ln>
            <a:solidFill>
              <a:schemeClr val="tx1"/>
            </a:solidFill>
          </a:ln>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LALR</a:t>
            </a:r>
            <a:r>
              <a:rPr lang="zh-CN" altLang="en-US" dirty="0">
                <a:latin typeface="Times New Roman" panose="02020603050405020304" pitchFamily="18" charset="0"/>
                <a:cs typeface="Times New Roman" panose="02020603050405020304" pitchFamily="18" charset="0"/>
              </a:rPr>
              <a:t>分析</a:t>
            </a:r>
          </a:p>
        </p:txBody>
      </p:sp>
      <p:sp>
        <p:nvSpPr>
          <p:cNvPr id="2" name="文本框 1">
            <a:extLst>
              <a:ext uri="{FF2B5EF4-FFF2-40B4-BE49-F238E27FC236}">
                <a16:creationId xmlns:a16="http://schemas.microsoft.com/office/drawing/2014/main" id="{8122EACD-F02C-472B-8974-62CE14DA8D52}"/>
              </a:ext>
            </a:extLst>
          </p:cNvPr>
          <p:cNvSpPr txBox="1"/>
          <p:nvPr/>
        </p:nvSpPr>
        <p:spPr>
          <a:xfrm>
            <a:off x="7730729" y="773910"/>
            <a:ext cx="657695" cy="369332"/>
          </a:xfrm>
          <a:prstGeom prst="rect">
            <a:avLst/>
          </a:prstGeom>
          <a:noFill/>
        </p:spPr>
        <p:txBody>
          <a:bodyPr wrap="square" rtlCol="0">
            <a:spAutoFit/>
          </a:bodyPr>
          <a:lstStyle/>
          <a:p>
            <a:pPr algn="ctr"/>
            <a:r>
              <a:rPr lang="en-US" altLang="zh-CN" b="1" dirty="0">
                <a:latin typeface="Times New Roman" panose="02020603050405020304" pitchFamily="18" charset="0"/>
                <a:cs typeface="Times New Roman" panose="02020603050405020304" pitchFamily="18" charset="0"/>
              </a:rPr>
              <a:t>*.y</a:t>
            </a:r>
            <a:endParaRPr lang="zh-CN" altLang="en-US" b="1" dirty="0">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6D4A247D-1179-40ED-9DA2-72AC8D730867}"/>
              </a:ext>
            </a:extLst>
          </p:cNvPr>
          <p:cNvSpPr txBox="1"/>
          <p:nvPr/>
        </p:nvSpPr>
        <p:spPr>
          <a:xfrm>
            <a:off x="961977" y="762258"/>
            <a:ext cx="657695" cy="369332"/>
          </a:xfrm>
          <a:prstGeom prst="rect">
            <a:avLst/>
          </a:prstGeom>
          <a:noFill/>
        </p:spPr>
        <p:txBody>
          <a:bodyPr wrap="square" rtlCol="0">
            <a:spAutoFit/>
          </a:bodyPr>
          <a:lstStyle/>
          <a:p>
            <a:pPr algn="ctr"/>
            <a:r>
              <a:rPr lang="en-US" altLang="zh-CN" b="1" dirty="0">
                <a:latin typeface="Times New Roman" panose="02020603050405020304" pitchFamily="18" charset="0"/>
                <a:cs typeface="Times New Roman" panose="02020603050405020304" pitchFamily="18" charset="0"/>
              </a:rPr>
              <a:t>*.l</a:t>
            </a:r>
            <a:endParaRPr lang="zh-CN" altLang="en-US" b="1" dirty="0">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2DD865C4-C2C1-4FEF-8F6D-A5026FB9133A}"/>
              </a:ext>
            </a:extLst>
          </p:cNvPr>
          <p:cNvSpPr txBox="1"/>
          <p:nvPr/>
        </p:nvSpPr>
        <p:spPr>
          <a:xfrm>
            <a:off x="287449" y="2069005"/>
            <a:ext cx="1332223" cy="1231106"/>
          </a:xfrm>
          <a:prstGeom prst="rect">
            <a:avLst/>
          </a:prstGeom>
          <a:noFill/>
        </p:spPr>
        <p:txBody>
          <a:bodyPr wrap="square" rtlCol="0">
            <a:spAutoFit/>
          </a:bodyPr>
          <a:lstStyle/>
          <a:p>
            <a:pPr algn="ctr"/>
            <a:r>
              <a:rPr lang="en-US" altLang="zh-CN" sz="2000" b="1" dirty="0" err="1">
                <a:latin typeface="Times New Roman" panose="02020603050405020304" pitchFamily="18" charset="0"/>
                <a:ea typeface="+mn-ea"/>
                <a:cs typeface="Times New Roman" panose="02020603050405020304" pitchFamily="18" charset="0"/>
              </a:rPr>
              <a:t>yylval</a:t>
            </a:r>
            <a:endParaRPr lang="en-US" altLang="zh-CN" sz="2000" b="1" dirty="0">
              <a:latin typeface="Times New Roman" panose="02020603050405020304" pitchFamily="18" charset="0"/>
              <a:ea typeface="+mn-ea"/>
              <a:cs typeface="Times New Roman" panose="02020603050405020304" pitchFamily="18" charset="0"/>
            </a:endParaRPr>
          </a:p>
          <a:p>
            <a:pPr algn="ctr"/>
            <a:r>
              <a:rPr lang="zh-CN" altLang="en-US" b="1" dirty="0">
                <a:latin typeface="+mn-ea"/>
                <a:ea typeface="+mn-ea"/>
                <a:cs typeface="Times New Roman" panose="02020603050405020304" pitchFamily="18" charset="0"/>
              </a:rPr>
              <a:t>当前词法单元对应的属性值</a:t>
            </a:r>
          </a:p>
        </p:txBody>
      </p:sp>
    </p:spTree>
    <p:extLst>
      <p:ext uri="{BB962C8B-B14F-4D97-AF65-F5344CB8AC3E}">
        <p14:creationId xmlns:p14="http://schemas.microsoft.com/office/powerpoint/2010/main" val="120115350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6">
            <a:extLst>
              <a:ext uri="{FF2B5EF4-FFF2-40B4-BE49-F238E27FC236}">
                <a16:creationId xmlns:a16="http://schemas.microsoft.com/office/drawing/2014/main" id="{A8B1502A-E565-4F8F-BEFB-399DDF6179E1}"/>
              </a:ext>
            </a:extLst>
          </p:cNvPr>
          <p:cNvSpPr>
            <a:spLocks noGrp="1"/>
          </p:cNvSpPr>
          <p:nvPr>
            <p:ph idx="1"/>
          </p:nvPr>
        </p:nvSpPr>
        <p:spPr>
          <a:xfrm>
            <a:off x="251520" y="873126"/>
            <a:ext cx="7128792" cy="4002880"/>
          </a:xfrm>
        </p:spPr>
        <p:txBody>
          <a:bodyPr/>
          <a:lstStyle/>
          <a:p>
            <a:r>
              <a:rPr lang="zh-CN" altLang="en-US" b="1" dirty="0"/>
              <a:t>熟读文法</a:t>
            </a:r>
            <a:endParaRPr lang="en-US" altLang="zh-CN" b="1" dirty="0"/>
          </a:p>
          <a:p>
            <a:pPr lvl="1"/>
            <a:r>
              <a:rPr lang="zh-CN" altLang="en-US" b="1" dirty="0"/>
              <a:t>附录</a:t>
            </a:r>
            <a:r>
              <a:rPr lang="en-US" altLang="zh-CN" b="1" dirty="0"/>
              <a:t>A</a:t>
            </a:r>
            <a:r>
              <a:rPr lang="zh-CN" altLang="en-US" b="1" dirty="0"/>
              <a:t>：</a:t>
            </a:r>
            <a:r>
              <a:rPr lang="en-US" altLang="zh-CN" b="1" dirty="0"/>
              <a:t>C—</a:t>
            </a:r>
            <a:r>
              <a:rPr lang="zh-CN" altLang="en-US" b="1" dirty="0"/>
              <a:t>语言文法</a:t>
            </a:r>
            <a:endParaRPr lang="en-US" altLang="zh-CN" b="1" dirty="0"/>
          </a:p>
          <a:p>
            <a:r>
              <a:rPr lang="zh-CN" altLang="en-US" b="1" dirty="0"/>
              <a:t>二义性与冲突处理</a:t>
            </a:r>
            <a:endParaRPr lang="en-US" altLang="zh-CN" b="1" dirty="0"/>
          </a:p>
          <a:p>
            <a:pPr lvl="1"/>
            <a:r>
              <a:rPr lang="en-US" altLang="zh-CN" b="1" dirty="0"/>
              <a:t>2.2.12 Bison</a:t>
            </a:r>
            <a:r>
              <a:rPr lang="zh-CN" altLang="en-US" b="1" dirty="0"/>
              <a:t>：二义性与冲突处理</a:t>
            </a:r>
            <a:endParaRPr lang="en-US" altLang="zh-CN" b="1" dirty="0"/>
          </a:p>
          <a:p>
            <a:r>
              <a:rPr lang="zh-CN" altLang="en-US" b="1" dirty="0"/>
              <a:t>错误处理与恢复</a:t>
            </a:r>
            <a:endParaRPr lang="en-US" altLang="zh-CN" b="1" dirty="0"/>
          </a:p>
          <a:p>
            <a:pPr lvl="1"/>
            <a:r>
              <a:rPr lang="zh-CN" altLang="en-US" b="1" dirty="0"/>
              <a:t> </a:t>
            </a:r>
            <a:r>
              <a:rPr lang="en-US" altLang="zh-CN" b="1" dirty="0"/>
              <a:t>2.2.14 Bison</a:t>
            </a:r>
            <a:r>
              <a:rPr lang="zh-CN" altLang="en-US" b="1" dirty="0"/>
              <a:t>：错误恢复</a:t>
            </a:r>
            <a:endParaRPr lang="en-US" altLang="zh-CN" b="1" dirty="0"/>
          </a:p>
          <a:p>
            <a:pPr lvl="1"/>
            <a:r>
              <a:rPr lang="en-US" altLang="zh-CN" b="1" dirty="0"/>
              <a:t>error</a:t>
            </a:r>
            <a:r>
              <a:rPr lang="zh-CN" altLang="en-US" b="1" dirty="0"/>
              <a:t>产生式、错误信息的输出</a:t>
            </a:r>
            <a:endParaRPr lang="en-US" altLang="zh-CN" b="1" dirty="0"/>
          </a:p>
          <a:p>
            <a:r>
              <a:rPr lang="zh-CN" altLang="en-US" b="1" dirty="0"/>
              <a:t>管理和输出词法单元的位置</a:t>
            </a:r>
            <a:endParaRPr lang="en-US" altLang="zh-CN" b="1" dirty="0"/>
          </a:p>
          <a:p>
            <a:pPr lvl="1"/>
            <a:r>
              <a:rPr lang="en-US" altLang="zh-CN" b="1" dirty="0"/>
              <a:t>2.2.11 Bison</a:t>
            </a:r>
            <a:r>
              <a:rPr lang="zh-CN" altLang="en-US" b="1" dirty="0"/>
              <a:t>：语法单元的位置</a:t>
            </a:r>
            <a:endParaRPr lang="en-US" altLang="zh-CN" b="1" dirty="0"/>
          </a:p>
          <a:p>
            <a:endParaRPr lang="en-US" altLang="zh-CN" b="1" dirty="0"/>
          </a:p>
        </p:txBody>
      </p:sp>
      <p:sp>
        <p:nvSpPr>
          <p:cNvPr id="6" name="标题 5">
            <a:extLst>
              <a:ext uri="{FF2B5EF4-FFF2-40B4-BE49-F238E27FC236}">
                <a16:creationId xmlns:a16="http://schemas.microsoft.com/office/drawing/2014/main" id="{F27806F8-250E-45B9-9CE8-BA4BAC4998DE}"/>
              </a:ext>
            </a:extLst>
          </p:cNvPr>
          <p:cNvSpPr>
            <a:spLocks noGrp="1"/>
          </p:cNvSpPr>
          <p:nvPr>
            <p:ph type="title"/>
          </p:nvPr>
        </p:nvSpPr>
        <p:spPr/>
        <p:txBody>
          <a:bodyPr/>
          <a:lstStyle/>
          <a:p>
            <a:r>
              <a:rPr lang="zh-CN" altLang="en-US" dirty="0"/>
              <a:t>实验一 实验指导</a:t>
            </a:r>
          </a:p>
        </p:txBody>
      </p:sp>
    </p:spTree>
    <p:extLst>
      <p:ext uri="{BB962C8B-B14F-4D97-AF65-F5344CB8AC3E}">
        <p14:creationId xmlns:p14="http://schemas.microsoft.com/office/powerpoint/2010/main" val="1580691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down)">
                                      <p:cBhvr>
                                        <p:cTn id="7" dur="500"/>
                                        <p:tgtEl>
                                          <p:spTgt spid="7">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7">
                                            <p:txEl>
                                              <p:pRg st="1" end="1"/>
                                            </p:txEl>
                                          </p:spTgt>
                                        </p:tgtEl>
                                        <p:attrNameLst>
                                          <p:attrName>style.visibility</p:attrName>
                                        </p:attrNameLst>
                                      </p:cBhvr>
                                      <p:to>
                                        <p:strVal val="visible"/>
                                      </p:to>
                                    </p:set>
                                    <p:animEffect transition="in" filter="wipe(down)">
                                      <p:cBhvr>
                                        <p:cTn id="10" dur="500"/>
                                        <p:tgtEl>
                                          <p:spTgt spid="7">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Effect transition="in" filter="wipe(down)">
                                      <p:cBhvr>
                                        <p:cTn id="15" dur="500"/>
                                        <p:tgtEl>
                                          <p:spTgt spid="7">
                                            <p:txEl>
                                              <p:pRg st="2" end="2"/>
                                            </p:txEl>
                                          </p:spTgt>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7">
                                            <p:txEl>
                                              <p:pRg st="3" end="3"/>
                                            </p:txEl>
                                          </p:spTgt>
                                        </p:tgtEl>
                                        <p:attrNameLst>
                                          <p:attrName>style.visibility</p:attrName>
                                        </p:attrNameLst>
                                      </p:cBhvr>
                                      <p:to>
                                        <p:strVal val="visible"/>
                                      </p:to>
                                    </p:set>
                                    <p:animEffect transition="in" filter="wipe(down)">
                                      <p:cBhvr>
                                        <p:cTn id="18" dur="500"/>
                                        <p:tgtEl>
                                          <p:spTgt spid="7">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animEffect transition="in" filter="wipe(down)">
                                      <p:cBhvr>
                                        <p:cTn id="23" dur="500"/>
                                        <p:tgtEl>
                                          <p:spTgt spid="7">
                                            <p:txEl>
                                              <p:pRg st="4" end="4"/>
                                            </p:txEl>
                                          </p:spTgt>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7">
                                            <p:txEl>
                                              <p:pRg st="5" end="5"/>
                                            </p:txEl>
                                          </p:spTgt>
                                        </p:tgtEl>
                                        <p:attrNameLst>
                                          <p:attrName>style.visibility</p:attrName>
                                        </p:attrNameLst>
                                      </p:cBhvr>
                                      <p:to>
                                        <p:strVal val="visible"/>
                                      </p:to>
                                    </p:set>
                                    <p:animEffect transition="in" filter="wipe(down)">
                                      <p:cBhvr>
                                        <p:cTn id="26" dur="500"/>
                                        <p:tgtEl>
                                          <p:spTgt spid="7">
                                            <p:txEl>
                                              <p:pRg st="5" end="5"/>
                                            </p:txEl>
                                          </p:spTgt>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7">
                                            <p:txEl>
                                              <p:pRg st="6" end="6"/>
                                            </p:txEl>
                                          </p:spTgt>
                                        </p:tgtEl>
                                        <p:attrNameLst>
                                          <p:attrName>style.visibility</p:attrName>
                                        </p:attrNameLst>
                                      </p:cBhvr>
                                      <p:to>
                                        <p:strVal val="visible"/>
                                      </p:to>
                                    </p:set>
                                    <p:animEffect transition="in" filter="wipe(down)">
                                      <p:cBhvr>
                                        <p:cTn id="29" dur="500"/>
                                        <p:tgtEl>
                                          <p:spTgt spid="7">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7">
                                            <p:txEl>
                                              <p:pRg st="7" end="7"/>
                                            </p:txEl>
                                          </p:spTgt>
                                        </p:tgtEl>
                                        <p:attrNameLst>
                                          <p:attrName>style.visibility</p:attrName>
                                        </p:attrNameLst>
                                      </p:cBhvr>
                                      <p:to>
                                        <p:strVal val="visible"/>
                                      </p:to>
                                    </p:set>
                                    <p:animEffect transition="in" filter="wipe(down)">
                                      <p:cBhvr>
                                        <p:cTn id="34" dur="500"/>
                                        <p:tgtEl>
                                          <p:spTgt spid="7">
                                            <p:txEl>
                                              <p:pRg st="7" end="7"/>
                                            </p:txEl>
                                          </p:spTgt>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7">
                                            <p:txEl>
                                              <p:pRg st="8" end="8"/>
                                            </p:txEl>
                                          </p:spTgt>
                                        </p:tgtEl>
                                        <p:attrNameLst>
                                          <p:attrName>style.visibility</p:attrName>
                                        </p:attrNameLst>
                                      </p:cBhvr>
                                      <p:to>
                                        <p:strVal val="visible"/>
                                      </p:to>
                                    </p:set>
                                    <p:animEffect transition="in" filter="wipe(down)">
                                      <p:cBhvr>
                                        <p:cTn id="37" dur="500"/>
                                        <p:tgtEl>
                                          <p:spTgt spid="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6">
            <a:extLst>
              <a:ext uri="{FF2B5EF4-FFF2-40B4-BE49-F238E27FC236}">
                <a16:creationId xmlns:a16="http://schemas.microsoft.com/office/drawing/2014/main" id="{A8B1502A-E565-4F8F-BEFB-399DDF6179E1}"/>
              </a:ext>
            </a:extLst>
          </p:cNvPr>
          <p:cNvSpPr>
            <a:spLocks noGrp="1"/>
          </p:cNvSpPr>
          <p:nvPr>
            <p:ph idx="1"/>
          </p:nvPr>
        </p:nvSpPr>
        <p:spPr>
          <a:xfrm>
            <a:off x="251520" y="873126"/>
            <a:ext cx="7128792" cy="4002880"/>
          </a:xfrm>
        </p:spPr>
        <p:txBody>
          <a:bodyPr/>
          <a:lstStyle/>
          <a:p>
            <a:r>
              <a:rPr lang="zh-CN" altLang="en-US" b="1" dirty="0"/>
              <a:t>语法树的创建</a:t>
            </a:r>
            <a:endParaRPr lang="en-US" altLang="zh-CN" b="1" dirty="0"/>
          </a:p>
          <a:p>
            <a:pPr lvl="1"/>
            <a:r>
              <a:rPr lang="zh-CN" altLang="en-US" b="1" dirty="0"/>
              <a:t>与产生式关联的语义动作创建语法树</a:t>
            </a:r>
            <a:endParaRPr lang="en-US" altLang="zh-CN" b="1" dirty="0"/>
          </a:p>
          <a:p>
            <a:pPr lvl="2"/>
            <a:r>
              <a:rPr lang="zh-CN" altLang="en-US" b="1" dirty="0"/>
              <a:t>引用每个词法单元的属性值：</a:t>
            </a:r>
            <a:r>
              <a:rPr lang="en-US" altLang="zh-CN" b="1" dirty="0"/>
              <a:t>$$ </a:t>
            </a:r>
            <a:r>
              <a:rPr lang="zh-CN" altLang="en-US" b="1" dirty="0"/>
              <a:t>、</a:t>
            </a:r>
            <a:r>
              <a:rPr lang="en-US" altLang="zh-CN" b="1" dirty="0"/>
              <a:t>$1</a:t>
            </a:r>
            <a:r>
              <a:rPr lang="zh-CN" altLang="en-US" b="1" dirty="0"/>
              <a:t>、</a:t>
            </a:r>
            <a:r>
              <a:rPr lang="en-US" altLang="zh-CN" b="1" dirty="0"/>
              <a:t>$2</a:t>
            </a:r>
            <a:r>
              <a:rPr lang="zh-CN" altLang="en-US" b="1" dirty="0"/>
              <a:t> </a:t>
            </a:r>
            <a:endParaRPr lang="en-US" altLang="zh-CN" b="1" dirty="0"/>
          </a:p>
          <a:p>
            <a:pPr lvl="1"/>
            <a:r>
              <a:rPr lang="zh-CN" altLang="en-US" b="1" dirty="0"/>
              <a:t>确定多叉树的存储结构</a:t>
            </a:r>
            <a:endParaRPr lang="en-US" altLang="zh-CN" b="1" dirty="0"/>
          </a:p>
          <a:p>
            <a:pPr lvl="2"/>
            <a:r>
              <a:rPr lang="zh-CN" altLang="en-US" b="1" dirty="0"/>
              <a:t>为不同文法符号定义不同的属性值类型</a:t>
            </a:r>
            <a:endParaRPr lang="en-US" altLang="zh-CN" b="1" dirty="0"/>
          </a:p>
          <a:p>
            <a:pPr lvl="3"/>
            <a:r>
              <a:rPr lang="en-US" altLang="zh-CN" b="1" dirty="0"/>
              <a:t>2.2.10 Bison</a:t>
            </a:r>
            <a:r>
              <a:rPr lang="zh-CN" altLang="en-US" b="1" dirty="0"/>
              <a:t>：属性值的类型</a:t>
            </a:r>
            <a:endParaRPr lang="en-US" altLang="zh-CN" b="1" dirty="0"/>
          </a:p>
          <a:p>
            <a:pPr lvl="1"/>
            <a:r>
              <a:rPr lang="zh-CN" altLang="en-US" b="1" dirty="0"/>
              <a:t>独立</a:t>
            </a:r>
            <a:r>
              <a:rPr lang="en-US" altLang="zh-CN" b="1" dirty="0"/>
              <a:t>C</a:t>
            </a:r>
            <a:r>
              <a:rPr lang="zh-CN" altLang="en-US" b="1" dirty="0"/>
              <a:t>文件管理自定义代码</a:t>
            </a:r>
            <a:endParaRPr lang="en-US" altLang="zh-CN" b="1" dirty="0"/>
          </a:p>
          <a:p>
            <a:pPr lvl="2"/>
            <a:r>
              <a:rPr lang="zh-CN" altLang="en-US" b="1" dirty="0"/>
              <a:t>将产生式右部符号作为节点插入多叉树的函数 </a:t>
            </a:r>
            <a:endParaRPr lang="en-US" altLang="zh-CN" b="1" dirty="0"/>
          </a:p>
          <a:p>
            <a:pPr lvl="2"/>
            <a:r>
              <a:rPr lang="zh-CN" altLang="en-US" b="1" dirty="0"/>
              <a:t>遍历并输出语法分析树的函数</a:t>
            </a:r>
          </a:p>
        </p:txBody>
      </p:sp>
      <p:sp>
        <p:nvSpPr>
          <p:cNvPr id="6" name="标题 5">
            <a:extLst>
              <a:ext uri="{FF2B5EF4-FFF2-40B4-BE49-F238E27FC236}">
                <a16:creationId xmlns:a16="http://schemas.microsoft.com/office/drawing/2014/main" id="{F27806F8-250E-45B9-9CE8-BA4BAC4998DE}"/>
              </a:ext>
            </a:extLst>
          </p:cNvPr>
          <p:cNvSpPr>
            <a:spLocks noGrp="1"/>
          </p:cNvSpPr>
          <p:nvPr>
            <p:ph type="title"/>
          </p:nvPr>
        </p:nvSpPr>
        <p:spPr/>
        <p:txBody>
          <a:bodyPr/>
          <a:lstStyle/>
          <a:p>
            <a:r>
              <a:rPr lang="zh-CN" altLang="en-US" dirty="0"/>
              <a:t>实验一 实验指导</a:t>
            </a:r>
          </a:p>
        </p:txBody>
      </p:sp>
    </p:spTree>
    <p:extLst>
      <p:ext uri="{BB962C8B-B14F-4D97-AF65-F5344CB8AC3E}">
        <p14:creationId xmlns:p14="http://schemas.microsoft.com/office/powerpoint/2010/main" val="4074249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down)">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wipe(down)">
                                      <p:cBhvr>
                                        <p:cTn id="12" dur="500"/>
                                        <p:tgtEl>
                                          <p:spTgt spid="7">
                                            <p:txEl>
                                              <p:pRg st="1" end="1"/>
                                            </p:txEl>
                                          </p:spTgt>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Effect transition="in" filter="wipe(down)">
                                      <p:cBhvr>
                                        <p:cTn id="15" dur="500"/>
                                        <p:tgtEl>
                                          <p:spTgt spid="7">
                                            <p:txEl>
                                              <p:pRg st="2" end="2"/>
                                            </p:txEl>
                                          </p:spTgt>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7">
                                            <p:txEl>
                                              <p:pRg st="3" end="3"/>
                                            </p:txEl>
                                          </p:spTgt>
                                        </p:tgtEl>
                                        <p:attrNameLst>
                                          <p:attrName>style.visibility</p:attrName>
                                        </p:attrNameLst>
                                      </p:cBhvr>
                                      <p:to>
                                        <p:strVal val="visible"/>
                                      </p:to>
                                    </p:set>
                                    <p:animEffect transition="in" filter="wipe(down)">
                                      <p:cBhvr>
                                        <p:cTn id="18" dur="500"/>
                                        <p:tgtEl>
                                          <p:spTgt spid="7">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animEffect transition="in" filter="wipe(down)">
                                      <p:cBhvr>
                                        <p:cTn id="23" dur="500"/>
                                        <p:tgtEl>
                                          <p:spTgt spid="7">
                                            <p:txEl>
                                              <p:pRg st="4" end="4"/>
                                            </p:txEl>
                                          </p:spTgt>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7">
                                            <p:txEl>
                                              <p:pRg st="5" end="5"/>
                                            </p:txEl>
                                          </p:spTgt>
                                        </p:tgtEl>
                                        <p:attrNameLst>
                                          <p:attrName>style.visibility</p:attrName>
                                        </p:attrNameLst>
                                      </p:cBhvr>
                                      <p:to>
                                        <p:strVal val="visible"/>
                                      </p:to>
                                    </p:set>
                                    <p:animEffect transition="in" filter="wipe(down)">
                                      <p:cBhvr>
                                        <p:cTn id="26" dur="500"/>
                                        <p:tgtEl>
                                          <p:spTgt spid="7">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animEffect transition="in" filter="wipe(down)">
                                      <p:cBhvr>
                                        <p:cTn id="31" dur="500"/>
                                        <p:tgtEl>
                                          <p:spTgt spid="7">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7">
                                            <p:txEl>
                                              <p:pRg st="7" end="7"/>
                                            </p:txEl>
                                          </p:spTgt>
                                        </p:tgtEl>
                                        <p:attrNameLst>
                                          <p:attrName>style.visibility</p:attrName>
                                        </p:attrNameLst>
                                      </p:cBhvr>
                                      <p:to>
                                        <p:strVal val="visible"/>
                                      </p:to>
                                    </p:set>
                                    <p:animEffect transition="in" filter="wipe(down)">
                                      <p:cBhvr>
                                        <p:cTn id="36" dur="500"/>
                                        <p:tgtEl>
                                          <p:spTgt spid="7">
                                            <p:txEl>
                                              <p:pRg st="7" end="7"/>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7">
                                            <p:txEl>
                                              <p:pRg st="8" end="8"/>
                                            </p:txEl>
                                          </p:spTgt>
                                        </p:tgtEl>
                                        <p:attrNameLst>
                                          <p:attrName>style.visibility</p:attrName>
                                        </p:attrNameLst>
                                      </p:cBhvr>
                                      <p:to>
                                        <p:strVal val="visible"/>
                                      </p:to>
                                    </p:set>
                                    <p:animEffect transition="in" filter="wipe(down)">
                                      <p:cBhvr>
                                        <p:cTn id="41" dur="500"/>
                                        <p:tgtEl>
                                          <p:spTgt spid="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6E4D1BCC-B90B-4C4E-B757-A60403AA2D29}"/>
              </a:ext>
            </a:extLst>
          </p:cNvPr>
          <p:cNvSpPr>
            <a:spLocks noGrp="1"/>
          </p:cNvSpPr>
          <p:nvPr>
            <p:ph type="title"/>
          </p:nvPr>
        </p:nvSpPr>
        <p:spPr/>
        <p:txBody>
          <a:bodyPr/>
          <a:lstStyle/>
          <a:p>
            <a:r>
              <a:rPr lang="zh-CN" altLang="en-US" dirty="0"/>
              <a:t>语法分析小结</a:t>
            </a:r>
          </a:p>
        </p:txBody>
      </p:sp>
      <p:sp>
        <p:nvSpPr>
          <p:cNvPr id="4" name="灯片编号占位符 3">
            <a:extLst>
              <a:ext uri="{FF2B5EF4-FFF2-40B4-BE49-F238E27FC236}">
                <a16:creationId xmlns:a16="http://schemas.microsoft.com/office/drawing/2014/main" id="{C302A50F-713A-4D62-BF1B-BEC5F8E4025A}"/>
              </a:ext>
            </a:extLst>
          </p:cNvPr>
          <p:cNvSpPr>
            <a:spLocks noGrp="1"/>
          </p:cNvSpPr>
          <p:nvPr>
            <p:ph type="sldNum" sz="quarter" idx="12"/>
          </p:nvPr>
        </p:nvSpPr>
        <p:spPr/>
        <p:txBody>
          <a:bodyPr/>
          <a:lstStyle/>
          <a:p>
            <a:pPr>
              <a:defRPr/>
            </a:pPr>
            <a:fld id="{76D20AB1-C80E-44EB-B890-88EEF3B3DC08}" type="slidenum">
              <a:rPr lang="zh-CN" altLang="en-US" smtClean="0"/>
              <a:pPr>
                <a:defRPr/>
              </a:pPr>
              <a:t>57</a:t>
            </a:fld>
            <a:endParaRPr lang="en-US" altLang="zh-CN"/>
          </a:p>
        </p:txBody>
      </p:sp>
      <p:pic>
        <p:nvPicPr>
          <p:cNvPr id="5" name="图片 4">
            <a:extLst>
              <a:ext uri="{FF2B5EF4-FFF2-40B4-BE49-F238E27FC236}">
                <a16:creationId xmlns:a16="http://schemas.microsoft.com/office/drawing/2014/main" id="{4A2201A1-893A-49D1-8C70-64712D373D3B}"/>
              </a:ext>
            </a:extLst>
          </p:cNvPr>
          <p:cNvPicPr>
            <a:picLocks noChangeAspect="1"/>
          </p:cNvPicPr>
          <p:nvPr/>
        </p:nvPicPr>
        <p:blipFill>
          <a:blip r:embed="rId3"/>
          <a:stretch>
            <a:fillRect/>
          </a:stretch>
        </p:blipFill>
        <p:spPr>
          <a:xfrm>
            <a:off x="2051720" y="816556"/>
            <a:ext cx="4453775" cy="3627402"/>
          </a:xfrm>
          <a:prstGeom prst="rect">
            <a:avLst/>
          </a:prstGeom>
        </p:spPr>
      </p:pic>
      <p:sp>
        <p:nvSpPr>
          <p:cNvPr id="6" name="文本框 5">
            <a:extLst>
              <a:ext uri="{FF2B5EF4-FFF2-40B4-BE49-F238E27FC236}">
                <a16:creationId xmlns:a16="http://schemas.microsoft.com/office/drawing/2014/main" id="{065CA08E-2A96-47EF-AFD5-7283ACB43497}"/>
              </a:ext>
            </a:extLst>
          </p:cNvPr>
          <p:cNvSpPr txBox="1"/>
          <p:nvPr/>
        </p:nvSpPr>
        <p:spPr>
          <a:xfrm>
            <a:off x="2771800" y="4443958"/>
            <a:ext cx="2520280" cy="369332"/>
          </a:xfrm>
          <a:prstGeom prst="rect">
            <a:avLst/>
          </a:prstGeom>
          <a:noFill/>
        </p:spPr>
        <p:txBody>
          <a:bodyPr wrap="square" rtlCol="0">
            <a:spAutoFit/>
          </a:bodyPr>
          <a:lstStyle/>
          <a:p>
            <a:pPr algn="ctr"/>
            <a:r>
              <a:rPr lang="zh-CN" altLang="en-US" dirty="0"/>
              <a:t>各类文法的层次</a:t>
            </a:r>
          </a:p>
        </p:txBody>
      </p:sp>
    </p:spTree>
    <p:extLst>
      <p:ext uri="{BB962C8B-B14F-4D97-AF65-F5344CB8AC3E}">
        <p14:creationId xmlns:p14="http://schemas.microsoft.com/office/powerpoint/2010/main" val="171128560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语法分析小结</a:t>
            </a:r>
          </a:p>
        </p:txBody>
      </p:sp>
      <p:sp>
        <p:nvSpPr>
          <p:cNvPr id="3" name="内容占位符 2"/>
          <p:cNvSpPr>
            <a:spLocks noGrp="1"/>
          </p:cNvSpPr>
          <p:nvPr>
            <p:ph idx="1"/>
          </p:nvPr>
        </p:nvSpPr>
        <p:spPr>
          <a:xfrm>
            <a:off x="611560" y="771550"/>
            <a:ext cx="8075238" cy="4104456"/>
          </a:xfrm>
        </p:spPr>
        <p:txBody>
          <a:bodyPr/>
          <a:lstStyle/>
          <a:p>
            <a:pPr marL="0">
              <a:spcBef>
                <a:spcPts val="600"/>
              </a:spcBef>
            </a:pPr>
            <a:r>
              <a:rPr lang="zh-CN" altLang="en-US" sz="2800" b="1" dirty="0">
                <a:latin typeface="Times New Roman" panose="02020603050405020304" pitchFamily="18" charset="0"/>
                <a:cs typeface="Times New Roman" panose="02020603050405020304" pitchFamily="18" charset="0"/>
              </a:rPr>
              <a:t>自顶向下分析</a:t>
            </a:r>
            <a:endParaRPr lang="en-US" altLang="zh-CN" sz="2800" b="1" dirty="0">
              <a:latin typeface="Times New Roman" panose="02020603050405020304" pitchFamily="18" charset="0"/>
              <a:cs typeface="Times New Roman" panose="02020603050405020304" pitchFamily="18" charset="0"/>
            </a:endParaRPr>
          </a:p>
          <a:p>
            <a:pPr marL="623888" lvl="1">
              <a:spcBef>
                <a:spcPts val="600"/>
              </a:spcBef>
            </a:pPr>
            <a:r>
              <a:rPr lang="zh-CN" altLang="en-US" sz="2400" b="1" dirty="0">
                <a:latin typeface="Times New Roman" panose="02020603050405020304" pitchFamily="18" charset="0"/>
                <a:cs typeface="Times New Roman" panose="02020603050405020304" pitchFamily="18" charset="0"/>
              </a:rPr>
              <a:t>核心问题：产生式的选择</a:t>
            </a:r>
            <a:endParaRPr lang="en-US" altLang="zh-CN" sz="2400" b="1" dirty="0">
              <a:latin typeface="Times New Roman" panose="02020603050405020304" pitchFamily="18" charset="0"/>
              <a:cs typeface="Times New Roman" panose="02020603050405020304" pitchFamily="18" charset="0"/>
            </a:endParaRPr>
          </a:p>
          <a:p>
            <a:pPr marL="623888" lvl="1">
              <a:spcBef>
                <a:spcPts val="600"/>
              </a:spcBef>
            </a:pPr>
            <a:r>
              <a:rPr lang="zh-CN" altLang="en-US" sz="2400" b="1" dirty="0">
                <a:latin typeface="Times New Roman" panose="02020603050405020304" pitchFamily="18" charset="0"/>
                <a:cs typeface="Times New Roman" panose="02020603050405020304" pitchFamily="18" charset="0"/>
              </a:rPr>
              <a:t>目标：无回溯的确定分析，每一步都选择唯一确定的产生式进行扩展</a:t>
            </a:r>
            <a:endParaRPr lang="en-US" altLang="zh-CN" sz="2400" b="1" dirty="0">
              <a:latin typeface="Times New Roman" panose="02020603050405020304" pitchFamily="18" charset="0"/>
              <a:cs typeface="Times New Roman" panose="02020603050405020304" pitchFamily="18" charset="0"/>
            </a:endParaRPr>
          </a:p>
          <a:p>
            <a:pPr marL="623888" lvl="1">
              <a:spcBef>
                <a:spcPts val="600"/>
              </a:spcBef>
            </a:pPr>
            <a:r>
              <a:rPr lang="zh-CN" altLang="en-US" sz="2400" b="1" dirty="0">
                <a:latin typeface="Times New Roman" panose="02020603050405020304" pitchFamily="18" charset="0"/>
                <a:cs typeface="Times New Roman" panose="02020603050405020304" pitchFamily="18" charset="0"/>
              </a:rPr>
              <a:t>解决办法：</a:t>
            </a:r>
            <a:endParaRPr lang="en-US" altLang="zh-CN" sz="2400" b="1" dirty="0">
              <a:latin typeface="Times New Roman" panose="02020603050405020304" pitchFamily="18" charset="0"/>
              <a:cs typeface="Times New Roman" panose="02020603050405020304" pitchFamily="18" charset="0"/>
            </a:endParaRPr>
          </a:p>
          <a:p>
            <a:pPr marL="1081088" lvl="2">
              <a:spcBef>
                <a:spcPts val="600"/>
              </a:spcBef>
            </a:pPr>
            <a:r>
              <a:rPr lang="zh-CN" altLang="en-US" sz="2400" b="1" dirty="0">
                <a:latin typeface="Times New Roman" panose="02020603050405020304" pitchFamily="18" charset="0"/>
                <a:cs typeface="Times New Roman" panose="02020603050405020304" pitchFamily="18" charset="0"/>
              </a:rPr>
              <a:t>预测分析法：使用最左推导，并参考当前输入符号，唯一确定推导产生式。</a:t>
            </a:r>
            <a:endParaRPr lang="en-US" altLang="zh-CN" sz="2400" b="1" dirty="0">
              <a:latin typeface="Times New Roman" panose="02020603050405020304" pitchFamily="18" charset="0"/>
              <a:cs typeface="Times New Roman" panose="02020603050405020304" pitchFamily="18" charset="0"/>
            </a:endParaRPr>
          </a:p>
          <a:p>
            <a:pPr marL="1081088" lvl="2">
              <a:spcBef>
                <a:spcPts val="600"/>
              </a:spcBef>
            </a:pPr>
            <a:r>
              <a:rPr lang="en-US" altLang="zh-CN" sz="2400" b="1" dirty="0">
                <a:latin typeface="Times New Roman" panose="02020603050405020304" pitchFamily="18" charset="0"/>
                <a:cs typeface="Times New Roman" panose="02020603050405020304" pitchFamily="18" charset="0"/>
              </a:rPr>
              <a:t> LL(1)</a:t>
            </a:r>
            <a:r>
              <a:rPr lang="zh-CN" altLang="en-US" sz="2400" b="1" dirty="0">
                <a:latin typeface="Times New Roman" panose="02020603050405020304" pitchFamily="18" charset="0"/>
                <a:cs typeface="Times New Roman" panose="02020603050405020304" pitchFamily="18" charset="0"/>
              </a:rPr>
              <a:t>文法 的判定（</a:t>
            </a:r>
            <a:r>
              <a:rPr lang="en-US" altLang="zh-CN" sz="2800" b="1" dirty="0">
                <a:latin typeface="Times New Roman" panose="02020603050405020304" pitchFamily="18" charset="0"/>
                <a:cs typeface="Times New Roman" panose="02020603050405020304" pitchFamily="18" charset="0"/>
              </a:rPr>
              <a:t>FIRST</a:t>
            </a:r>
            <a:r>
              <a:rPr lang="zh-CN" altLang="en-US" sz="2400" b="1" dirty="0">
                <a:latin typeface="Times New Roman" panose="02020603050405020304" pitchFamily="18" charset="0"/>
                <a:cs typeface="Times New Roman" panose="02020603050405020304" pitchFamily="18" charset="0"/>
              </a:rPr>
              <a:t>集，</a:t>
            </a:r>
            <a:r>
              <a:rPr lang="en-US" altLang="zh-CN" sz="2400" b="1" dirty="0">
                <a:latin typeface="Times New Roman" panose="02020603050405020304" pitchFamily="18" charset="0"/>
                <a:cs typeface="Times New Roman" panose="02020603050405020304" pitchFamily="18" charset="0"/>
              </a:rPr>
              <a:t>FOLLOW</a:t>
            </a:r>
            <a:r>
              <a:rPr lang="zh-CN" altLang="en-US" sz="2400" b="1" dirty="0">
                <a:latin typeface="Times New Roman" panose="02020603050405020304" pitchFamily="18" charset="0"/>
                <a:cs typeface="Times New Roman" panose="02020603050405020304" pitchFamily="18" charset="0"/>
              </a:rPr>
              <a:t>集，</a:t>
            </a:r>
            <a:r>
              <a:rPr lang="en-US" altLang="zh-CN" sz="2400" b="1" dirty="0">
                <a:latin typeface="Times New Roman" panose="02020603050405020304" pitchFamily="18" charset="0"/>
                <a:cs typeface="Times New Roman" panose="02020603050405020304" pitchFamily="18" charset="0"/>
              </a:rPr>
              <a:t>SELECT</a:t>
            </a:r>
            <a:r>
              <a:rPr lang="zh-CN" altLang="en-US" sz="2400" b="1" dirty="0">
                <a:latin typeface="Times New Roman" panose="02020603050405020304" pitchFamily="18" charset="0"/>
                <a:cs typeface="Times New Roman" panose="02020603050405020304" pitchFamily="18" charset="0"/>
              </a:rPr>
              <a:t>集 ）</a:t>
            </a:r>
            <a:endParaRPr lang="en-US" altLang="zh-CN" sz="2400" b="1" dirty="0">
              <a:latin typeface="Times New Roman" panose="02020603050405020304" pitchFamily="18" charset="0"/>
              <a:cs typeface="Times New Roman" panose="02020603050405020304" pitchFamily="18" charset="0"/>
            </a:endParaRPr>
          </a:p>
          <a:p>
            <a:pPr marL="0" lvl="1">
              <a:spcBef>
                <a:spcPts val="600"/>
              </a:spcBef>
            </a:pPr>
            <a:endParaRPr lang="en-US" altLang="zh-CN" sz="2400" b="1"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pPr>
              <a:defRPr/>
            </a:pPr>
            <a:fld id="{A04675F6-6543-4816-BA20-7325C3CFBD0C}" type="slidenum">
              <a:rPr lang="zh-CN" altLang="en-US" smtClean="0"/>
              <a:pPr>
                <a:defRPr/>
              </a:pPr>
              <a:t>58</a:t>
            </a:fld>
            <a:endParaRPr lang="en-US" altLang="zh-CN" dirty="0"/>
          </a:p>
        </p:txBody>
      </p:sp>
    </p:spTree>
    <p:extLst>
      <p:ext uri="{BB962C8B-B14F-4D97-AF65-F5344CB8AC3E}">
        <p14:creationId xmlns:p14="http://schemas.microsoft.com/office/powerpoint/2010/main" val="1012319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语法分析小结</a:t>
            </a:r>
          </a:p>
        </p:txBody>
      </p:sp>
      <p:sp>
        <p:nvSpPr>
          <p:cNvPr id="3" name="内容占位符 2"/>
          <p:cNvSpPr>
            <a:spLocks noGrp="1"/>
          </p:cNvSpPr>
          <p:nvPr>
            <p:ph idx="1"/>
          </p:nvPr>
        </p:nvSpPr>
        <p:spPr>
          <a:xfrm>
            <a:off x="457199" y="771550"/>
            <a:ext cx="8229599" cy="4104456"/>
          </a:xfrm>
        </p:spPr>
        <p:txBody>
          <a:bodyPr/>
          <a:lstStyle/>
          <a:p>
            <a:pPr>
              <a:spcBef>
                <a:spcPts val="600"/>
              </a:spcBef>
            </a:pPr>
            <a:r>
              <a:rPr lang="zh-CN" altLang="en-US" sz="3200" b="1" dirty="0">
                <a:latin typeface="Times New Roman" panose="02020603050405020304" pitchFamily="18" charset="0"/>
                <a:cs typeface="Times New Roman" panose="02020603050405020304" pitchFamily="18" charset="0"/>
              </a:rPr>
              <a:t>自顶向下分析</a:t>
            </a:r>
            <a:endParaRPr lang="en-US" altLang="zh-CN" sz="3200" b="1" dirty="0">
              <a:latin typeface="Times New Roman" panose="02020603050405020304" pitchFamily="18" charset="0"/>
              <a:cs typeface="Times New Roman" panose="02020603050405020304" pitchFamily="18" charset="0"/>
            </a:endParaRPr>
          </a:p>
          <a:p>
            <a:pPr lvl="1">
              <a:spcBef>
                <a:spcPts val="600"/>
              </a:spcBef>
            </a:pPr>
            <a:r>
              <a:rPr lang="zh-CN" altLang="en-US" sz="2800" b="1" dirty="0">
                <a:latin typeface="Times New Roman" panose="02020603050405020304" pitchFamily="18" charset="0"/>
                <a:cs typeface="Times New Roman" panose="02020603050405020304" pitchFamily="18" charset="0"/>
              </a:rPr>
              <a:t>方法：</a:t>
            </a:r>
            <a:endParaRPr lang="en-US" altLang="zh-CN" sz="2800" b="1" dirty="0">
              <a:latin typeface="Times New Roman" panose="02020603050405020304" pitchFamily="18" charset="0"/>
              <a:cs typeface="Times New Roman" panose="02020603050405020304" pitchFamily="18" charset="0"/>
            </a:endParaRPr>
          </a:p>
          <a:p>
            <a:pPr lvl="2">
              <a:spcBef>
                <a:spcPts val="600"/>
              </a:spcBef>
            </a:pPr>
            <a:r>
              <a:rPr lang="zh-CN" altLang="en-US" sz="2800" b="1" dirty="0">
                <a:latin typeface="Times New Roman" panose="02020603050405020304" pitchFamily="18" charset="0"/>
                <a:cs typeface="Times New Roman" panose="02020603050405020304" pitchFamily="18" charset="0"/>
              </a:rPr>
              <a:t>前提：无左递归、无左公因子</a:t>
            </a:r>
            <a:endParaRPr lang="en-US" altLang="zh-CN" sz="2800" b="1" dirty="0">
              <a:latin typeface="Times New Roman" panose="02020603050405020304" pitchFamily="18" charset="0"/>
              <a:cs typeface="Times New Roman" panose="02020603050405020304" pitchFamily="18" charset="0"/>
            </a:endParaRPr>
          </a:p>
          <a:p>
            <a:pPr lvl="2">
              <a:spcBef>
                <a:spcPts val="600"/>
              </a:spcBef>
            </a:pPr>
            <a:r>
              <a:rPr lang="zh-CN" altLang="en-US" sz="2800" b="1" dirty="0">
                <a:latin typeface="Times New Roman" panose="02020603050405020304" pitchFamily="18" charset="0"/>
                <a:cs typeface="Times New Roman" panose="02020603050405020304" pitchFamily="18" charset="0"/>
              </a:rPr>
              <a:t>递归的预测分析法</a:t>
            </a:r>
            <a:endParaRPr lang="en-US" altLang="zh-CN" sz="2800" b="1" dirty="0">
              <a:latin typeface="Times New Roman" panose="02020603050405020304" pitchFamily="18" charset="0"/>
              <a:cs typeface="Times New Roman" panose="02020603050405020304" pitchFamily="18" charset="0"/>
            </a:endParaRPr>
          </a:p>
          <a:p>
            <a:pPr lvl="2">
              <a:spcBef>
                <a:spcPts val="600"/>
              </a:spcBef>
            </a:pPr>
            <a:r>
              <a:rPr lang="zh-CN" altLang="en-US" sz="2800" b="1" dirty="0">
                <a:latin typeface="Times New Roman" panose="02020603050405020304" pitchFamily="18" charset="0"/>
                <a:cs typeface="Times New Roman" panose="02020603050405020304" pitchFamily="18" charset="0"/>
              </a:rPr>
              <a:t>非递归的</a:t>
            </a:r>
            <a:r>
              <a:rPr lang="en-US" altLang="zh-CN" sz="2800" b="1" dirty="0">
                <a:latin typeface="Times New Roman" panose="02020603050405020304" pitchFamily="18" charset="0"/>
                <a:cs typeface="Times New Roman" panose="02020603050405020304" pitchFamily="18" charset="0"/>
              </a:rPr>
              <a:t>LL(1)</a:t>
            </a:r>
            <a:r>
              <a:rPr lang="zh-CN" altLang="en-US" sz="2800" b="1" dirty="0">
                <a:latin typeface="Times New Roman" panose="02020603050405020304" pitchFamily="18" charset="0"/>
                <a:cs typeface="Times New Roman" panose="02020603050405020304" pitchFamily="18" charset="0"/>
              </a:rPr>
              <a:t>分析法</a:t>
            </a:r>
            <a:endParaRPr lang="en-US" altLang="zh-CN" sz="2800" b="1" dirty="0">
              <a:latin typeface="Times New Roman" panose="02020603050405020304" pitchFamily="18" charset="0"/>
              <a:cs typeface="Times New Roman" panose="02020603050405020304" pitchFamily="18" charset="0"/>
            </a:endParaRPr>
          </a:p>
          <a:p>
            <a:pPr lvl="2">
              <a:spcBef>
                <a:spcPts val="600"/>
              </a:spcBef>
            </a:pPr>
            <a:r>
              <a:rPr lang="en-US" altLang="zh-CN" sz="2800" b="1" dirty="0">
                <a:latin typeface="Times New Roman" panose="02020603050405020304" pitchFamily="18" charset="0"/>
                <a:cs typeface="Times New Roman" panose="02020603050405020304" pitchFamily="18" charset="0"/>
              </a:rPr>
              <a:t> </a:t>
            </a:r>
            <a:r>
              <a:rPr lang="zh-CN" altLang="en-US" sz="2800" b="1" dirty="0">
                <a:latin typeface="Times New Roman" panose="02020603050405020304" pitchFamily="18" charset="0"/>
                <a:cs typeface="Times New Roman" panose="02020603050405020304" pitchFamily="18" charset="0"/>
              </a:rPr>
              <a:t>表驱动的预测分析器构成与分析过程</a:t>
            </a:r>
            <a:endParaRPr lang="en-US" altLang="zh-CN" sz="2800" b="1" dirty="0">
              <a:latin typeface="Times New Roman" panose="02020603050405020304" pitchFamily="18" charset="0"/>
              <a:cs typeface="Times New Roman" panose="02020603050405020304" pitchFamily="18" charset="0"/>
            </a:endParaRPr>
          </a:p>
          <a:p>
            <a:pPr lvl="1">
              <a:spcBef>
                <a:spcPts val="600"/>
              </a:spcBef>
            </a:pPr>
            <a:r>
              <a:rPr lang="zh-CN" altLang="en-US" sz="2800" b="1" dirty="0">
                <a:latin typeface="Times New Roman" panose="02020603050405020304" pitchFamily="18" charset="0"/>
                <a:cs typeface="Times New Roman" panose="02020603050405020304" pitchFamily="18" charset="0"/>
              </a:rPr>
              <a:t>对分析树的先根深度优化遍历。（出栈顺序）</a:t>
            </a:r>
            <a:endParaRPr lang="en-US" altLang="zh-CN" sz="2800" b="1"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pPr>
              <a:defRPr/>
            </a:pPr>
            <a:fld id="{A04675F6-6543-4816-BA20-7325C3CFBD0C}" type="slidenum">
              <a:rPr lang="zh-CN" altLang="en-US" smtClean="0"/>
              <a:pPr>
                <a:defRPr/>
              </a:pPr>
              <a:t>59</a:t>
            </a:fld>
            <a:endParaRPr lang="en-US" altLang="zh-CN" dirty="0"/>
          </a:p>
        </p:txBody>
      </p:sp>
      <p:grpSp>
        <p:nvGrpSpPr>
          <p:cNvPr id="7" name="组合 6">
            <a:extLst>
              <a:ext uri="{FF2B5EF4-FFF2-40B4-BE49-F238E27FC236}">
                <a16:creationId xmlns:a16="http://schemas.microsoft.com/office/drawing/2014/main" id="{AFA5E781-0559-4EC3-B7FE-02E1BDFA720F}"/>
              </a:ext>
            </a:extLst>
          </p:cNvPr>
          <p:cNvGrpSpPr/>
          <p:nvPr/>
        </p:nvGrpSpPr>
        <p:grpSpPr>
          <a:xfrm>
            <a:off x="5076056" y="2447769"/>
            <a:ext cx="3610741" cy="700045"/>
            <a:chOff x="4788024" y="3671905"/>
            <a:chExt cx="3094921" cy="700045"/>
          </a:xfrm>
        </p:grpSpPr>
        <p:sp>
          <p:nvSpPr>
            <p:cNvPr id="5" name="右大括号 4">
              <a:extLst>
                <a:ext uri="{FF2B5EF4-FFF2-40B4-BE49-F238E27FC236}">
                  <a16:creationId xmlns:a16="http://schemas.microsoft.com/office/drawing/2014/main" id="{302B8006-02C9-4A84-8B7C-9D019DECE191}"/>
                </a:ext>
              </a:extLst>
            </p:cNvPr>
            <p:cNvSpPr/>
            <p:nvPr/>
          </p:nvSpPr>
          <p:spPr>
            <a:xfrm>
              <a:off x="4788024" y="3671905"/>
              <a:ext cx="144016" cy="700045"/>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000"/>
            </a:p>
          </p:txBody>
        </p:sp>
        <p:sp>
          <p:nvSpPr>
            <p:cNvPr id="6" name="文本框 5">
              <a:extLst>
                <a:ext uri="{FF2B5EF4-FFF2-40B4-BE49-F238E27FC236}">
                  <a16:creationId xmlns:a16="http://schemas.microsoft.com/office/drawing/2014/main" id="{C42DBF33-D3CD-4391-827E-8C97A9EBE37C}"/>
                </a:ext>
              </a:extLst>
            </p:cNvPr>
            <p:cNvSpPr txBox="1"/>
            <p:nvPr/>
          </p:nvSpPr>
          <p:spPr>
            <a:xfrm>
              <a:off x="4932040" y="3828985"/>
              <a:ext cx="2950905" cy="461665"/>
            </a:xfrm>
            <a:prstGeom prst="rect">
              <a:avLst/>
            </a:prstGeom>
            <a:noFill/>
          </p:spPr>
          <p:txBody>
            <a:bodyPr wrap="square" rtlCol="0">
              <a:spAutoFit/>
            </a:bodyPr>
            <a:lstStyle/>
            <a:p>
              <a:r>
                <a:rPr lang="zh-CN" altLang="en-US" sz="2400" b="1" dirty="0">
                  <a:solidFill>
                    <a:srgbClr val="0000FF"/>
                  </a:solidFill>
                  <a:latin typeface="华文楷体" panose="02010600040101010101" pitchFamily="2" charset="-122"/>
                  <a:ea typeface="华文楷体" panose="02010600040101010101" pitchFamily="2" charset="-122"/>
                </a:rPr>
                <a:t>核心：预测分析表构造</a:t>
              </a:r>
              <a:endParaRPr lang="en-US" altLang="zh-CN" sz="2400" b="1" dirty="0">
                <a:solidFill>
                  <a:srgbClr val="0000FF"/>
                </a:solidFill>
                <a:latin typeface="华文楷体" panose="02010600040101010101" pitchFamily="2" charset="-122"/>
                <a:ea typeface="华文楷体" panose="02010600040101010101" pitchFamily="2" charset="-122"/>
              </a:endParaRPr>
            </a:p>
          </p:txBody>
        </p:sp>
      </p:grpSp>
    </p:spTree>
    <p:extLst>
      <p:ext uri="{BB962C8B-B14F-4D97-AF65-F5344CB8AC3E}">
        <p14:creationId xmlns:p14="http://schemas.microsoft.com/office/powerpoint/2010/main" val="3514191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down)">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wipe(down)">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wipe(down)">
                                      <p:cBhvr>
                                        <p:cTn id="25" dur="500"/>
                                        <p:tgtEl>
                                          <p:spTgt spid="3">
                                            <p:txEl>
                                              <p:pRg st="4" end="4"/>
                                            </p:txEl>
                                          </p:spTgt>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wipe(down)">
                                      <p:cBhvr>
                                        <p:cTn id="28" dur="500"/>
                                        <p:tgtEl>
                                          <p:spTgt spid="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wipe(down)">
                                      <p:cBhvr>
                                        <p:cTn id="33" dur="500"/>
                                        <p:tgtEl>
                                          <p:spTgt spid="7"/>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3">
                                            <p:txEl>
                                              <p:pRg st="6" end="6"/>
                                            </p:txEl>
                                          </p:spTgt>
                                        </p:tgtEl>
                                        <p:attrNameLst>
                                          <p:attrName>style.visibility</p:attrName>
                                        </p:attrNameLst>
                                      </p:cBhvr>
                                      <p:to>
                                        <p:strVal val="visible"/>
                                      </p:to>
                                    </p:set>
                                    <p:animEffect transition="in" filter="wipe(down)">
                                      <p:cBhvr>
                                        <p:cTn id="38"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语法分析小结</a:t>
            </a:r>
          </a:p>
        </p:txBody>
      </p:sp>
      <p:sp>
        <p:nvSpPr>
          <p:cNvPr id="3" name="内容占位符 2"/>
          <p:cNvSpPr>
            <a:spLocks noGrp="1"/>
          </p:cNvSpPr>
          <p:nvPr>
            <p:ph idx="1"/>
          </p:nvPr>
        </p:nvSpPr>
        <p:spPr>
          <a:xfrm>
            <a:off x="741575" y="803051"/>
            <a:ext cx="7737607" cy="3856931"/>
          </a:xfrm>
        </p:spPr>
        <p:txBody>
          <a:bodyPr/>
          <a:lstStyle/>
          <a:p>
            <a:pPr>
              <a:spcBef>
                <a:spcPts val="600"/>
              </a:spcBef>
            </a:pPr>
            <a:r>
              <a:rPr lang="zh-CN" altLang="en-US" sz="2800" b="1" dirty="0">
                <a:latin typeface="Times New Roman" panose="02020603050405020304" pitchFamily="18" charset="0"/>
                <a:cs typeface="Times New Roman" panose="02020603050405020304" pitchFamily="18" charset="0"/>
              </a:rPr>
              <a:t>自底向上分析</a:t>
            </a:r>
            <a:endParaRPr lang="en-US" altLang="zh-CN" sz="2800" b="1" dirty="0">
              <a:latin typeface="Times New Roman" panose="02020603050405020304" pitchFamily="18" charset="0"/>
              <a:cs typeface="Times New Roman" panose="02020603050405020304" pitchFamily="18" charset="0"/>
            </a:endParaRPr>
          </a:p>
          <a:p>
            <a:pPr lvl="1">
              <a:spcBef>
                <a:spcPts val="600"/>
              </a:spcBef>
            </a:pPr>
            <a:r>
              <a:rPr lang="zh-CN" altLang="en-US" sz="2800" b="1" dirty="0">
                <a:latin typeface="Times New Roman" panose="02020603050405020304" pitchFamily="18" charset="0"/>
                <a:cs typeface="Times New Roman" panose="02020603050405020304" pitchFamily="18" charset="0"/>
              </a:rPr>
              <a:t>核心问题：如何寻找正确的句柄进行归约？</a:t>
            </a:r>
            <a:endParaRPr lang="en-US" altLang="zh-CN" sz="2800" b="1" dirty="0">
              <a:latin typeface="Times New Roman" panose="02020603050405020304" pitchFamily="18" charset="0"/>
              <a:cs typeface="Times New Roman" panose="02020603050405020304" pitchFamily="18" charset="0"/>
            </a:endParaRPr>
          </a:p>
          <a:p>
            <a:pPr lvl="1">
              <a:spcBef>
                <a:spcPts val="600"/>
              </a:spcBef>
            </a:pPr>
            <a:r>
              <a:rPr lang="zh-CN" altLang="en-US" sz="2800" b="1" dirty="0">
                <a:latin typeface="Times New Roman" panose="02020603050405020304" pitchFamily="18" charset="0"/>
                <a:cs typeface="Times New Roman" panose="02020603050405020304" pitchFamily="18" charset="0"/>
              </a:rPr>
              <a:t>目标：每一步都正确地选择句柄进行归约</a:t>
            </a:r>
            <a:endParaRPr lang="en-US" altLang="zh-CN" sz="2800" b="1" dirty="0">
              <a:latin typeface="Times New Roman" panose="02020603050405020304" pitchFamily="18" charset="0"/>
              <a:cs typeface="Times New Roman" panose="02020603050405020304" pitchFamily="18" charset="0"/>
            </a:endParaRPr>
          </a:p>
          <a:p>
            <a:pPr lvl="1">
              <a:spcBef>
                <a:spcPts val="600"/>
              </a:spcBef>
            </a:pPr>
            <a:r>
              <a:rPr lang="zh-CN" altLang="en-US" sz="2800" b="1" dirty="0">
                <a:latin typeface="Times New Roman" panose="02020603050405020304" pitchFamily="18" charset="0"/>
                <a:cs typeface="Times New Roman" panose="02020603050405020304" pitchFamily="18" charset="0"/>
              </a:rPr>
              <a:t>解决办法：</a:t>
            </a:r>
            <a:endParaRPr lang="en-US" altLang="zh-CN" sz="2800" b="1" dirty="0">
              <a:latin typeface="Times New Roman" panose="02020603050405020304" pitchFamily="18" charset="0"/>
              <a:cs typeface="Times New Roman" panose="02020603050405020304" pitchFamily="18" charset="0"/>
            </a:endParaRPr>
          </a:p>
          <a:p>
            <a:pPr lvl="2">
              <a:spcBef>
                <a:spcPts val="600"/>
              </a:spcBef>
            </a:pPr>
            <a:r>
              <a:rPr lang="zh-CN" altLang="en-US" sz="2800" b="1" dirty="0">
                <a:latin typeface="Times New Roman" panose="02020603050405020304" pitchFamily="18" charset="0"/>
                <a:cs typeface="Times New Roman" panose="02020603050405020304" pitchFamily="18" charset="0"/>
              </a:rPr>
              <a:t>优先法：预定义文法符号之间的归约优先级</a:t>
            </a:r>
            <a:endParaRPr lang="en-US" altLang="zh-CN" sz="2800" b="1" dirty="0">
              <a:latin typeface="Times New Roman" panose="02020603050405020304" pitchFamily="18" charset="0"/>
              <a:cs typeface="Times New Roman" panose="02020603050405020304" pitchFamily="18" charset="0"/>
            </a:endParaRPr>
          </a:p>
          <a:p>
            <a:pPr lvl="2">
              <a:spcBef>
                <a:spcPts val="600"/>
              </a:spcBef>
            </a:pPr>
            <a:r>
              <a:rPr lang="zh-CN" altLang="en-US" sz="2800" b="1" dirty="0">
                <a:latin typeface="Times New Roman" panose="02020603050405020304" pitchFamily="18" charset="0"/>
                <a:cs typeface="Times New Roman" panose="02020603050405020304" pitchFamily="18" charset="0"/>
              </a:rPr>
              <a:t>状态法：使用状态追踪句柄的识别进度</a:t>
            </a:r>
            <a:endParaRPr lang="en-US" altLang="zh-CN" sz="2800" b="1" dirty="0">
              <a:latin typeface="Times New Roman" panose="02020603050405020304" pitchFamily="18" charset="0"/>
              <a:cs typeface="Times New Roman" panose="02020603050405020304" pitchFamily="18" charset="0"/>
            </a:endParaRPr>
          </a:p>
          <a:p>
            <a:pPr lvl="3">
              <a:spcBef>
                <a:spcPts val="600"/>
              </a:spcBef>
            </a:pPr>
            <a:r>
              <a:rPr lang="en-US" altLang="zh-CN" sz="2800" b="1" dirty="0">
                <a:latin typeface="Times New Roman" panose="02020603050405020304" pitchFamily="18" charset="0"/>
                <a:cs typeface="Times New Roman" panose="02020603050405020304" pitchFamily="18" charset="0"/>
              </a:rPr>
              <a:t> LR(0) </a:t>
            </a:r>
            <a:r>
              <a:rPr lang="zh-CN" altLang="en-US" sz="2800" b="1" dirty="0">
                <a:latin typeface="Times New Roman" panose="02020603050405020304" pitchFamily="18" charset="0"/>
                <a:cs typeface="Times New Roman" panose="02020603050405020304" pitchFamily="18" charset="0"/>
              </a:rPr>
              <a:t>项、</a:t>
            </a:r>
            <a:r>
              <a:rPr lang="en-US" altLang="zh-CN" sz="2800" b="1" dirty="0">
                <a:latin typeface="Times New Roman" panose="02020603050405020304" pitchFamily="18" charset="0"/>
                <a:cs typeface="Times New Roman" panose="02020603050405020304" pitchFamily="18" charset="0"/>
              </a:rPr>
              <a:t>LR(1) </a:t>
            </a:r>
            <a:r>
              <a:rPr lang="zh-CN" altLang="en-US" sz="2800" b="1" dirty="0">
                <a:latin typeface="Times New Roman" panose="02020603050405020304" pitchFamily="18" charset="0"/>
                <a:cs typeface="Times New Roman" panose="02020603050405020304" pitchFamily="18" charset="0"/>
              </a:rPr>
              <a:t>项</a:t>
            </a:r>
            <a:endParaRPr lang="en-US" altLang="zh-CN" sz="2800" b="1"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pPr>
              <a:defRPr/>
            </a:pPr>
            <a:fld id="{A04675F6-6543-4816-BA20-7325C3CFBD0C}" type="slidenum">
              <a:rPr lang="zh-CN" altLang="en-US" smtClean="0"/>
              <a:pPr>
                <a:defRPr/>
              </a:pPr>
              <a:t>60</a:t>
            </a:fld>
            <a:endParaRPr lang="en-US" altLang="zh-CN"/>
          </a:p>
        </p:txBody>
      </p:sp>
    </p:spTree>
    <p:extLst>
      <p:ext uri="{BB962C8B-B14F-4D97-AF65-F5344CB8AC3E}">
        <p14:creationId xmlns:p14="http://schemas.microsoft.com/office/powerpoint/2010/main" val="895341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wipe(down)">
                                      <p:cBhvr>
                                        <p:cTn id="35"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语法分析小结</a:t>
            </a:r>
          </a:p>
        </p:txBody>
      </p:sp>
      <p:sp>
        <p:nvSpPr>
          <p:cNvPr id="3" name="内容占位符 2"/>
          <p:cNvSpPr>
            <a:spLocks noGrp="1"/>
          </p:cNvSpPr>
          <p:nvPr>
            <p:ph idx="1"/>
          </p:nvPr>
        </p:nvSpPr>
        <p:spPr>
          <a:xfrm>
            <a:off x="395536" y="803051"/>
            <a:ext cx="8291263" cy="3784923"/>
          </a:xfrm>
        </p:spPr>
        <p:txBody>
          <a:bodyPr/>
          <a:lstStyle/>
          <a:p>
            <a:pPr>
              <a:spcBef>
                <a:spcPts val="600"/>
              </a:spcBef>
            </a:pPr>
            <a:r>
              <a:rPr lang="zh-CN" altLang="en-US" sz="2800" b="1" dirty="0">
                <a:latin typeface="Times New Roman" panose="02020603050405020304" pitchFamily="18" charset="0"/>
                <a:cs typeface="Times New Roman" panose="02020603050405020304" pitchFamily="18" charset="0"/>
              </a:rPr>
              <a:t>自底向上分析</a:t>
            </a:r>
            <a:endParaRPr lang="en-US" altLang="zh-CN" sz="2800" b="1" dirty="0">
              <a:latin typeface="Times New Roman" panose="02020603050405020304" pitchFamily="18" charset="0"/>
              <a:cs typeface="Times New Roman" panose="02020603050405020304" pitchFamily="18" charset="0"/>
            </a:endParaRPr>
          </a:p>
          <a:p>
            <a:pPr lvl="1">
              <a:spcBef>
                <a:spcPts val="600"/>
              </a:spcBef>
            </a:pPr>
            <a:r>
              <a:rPr lang="zh-CN" altLang="en-US" sz="2400" b="1" dirty="0">
                <a:latin typeface="Times New Roman" panose="02020603050405020304" pitchFamily="18" charset="0"/>
                <a:cs typeface="Times New Roman" panose="02020603050405020304" pitchFamily="18" charset="0"/>
              </a:rPr>
              <a:t>方法：</a:t>
            </a:r>
            <a:endParaRPr lang="en-US" altLang="zh-CN" sz="2400" b="1" dirty="0">
              <a:latin typeface="Times New Roman" panose="02020603050405020304" pitchFamily="18" charset="0"/>
              <a:cs typeface="Times New Roman" panose="02020603050405020304" pitchFamily="18" charset="0"/>
            </a:endParaRPr>
          </a:p>
          <a:p>
            <a:pPr lvl="2">
              <a:spcBef>
                <a:spcPts val="600"/>
              </a:spcBef>
            </a:pPr>
            <a:r>
              <a:rPr lang="zh-CN" altLang="en-US" sz="2400" b="1" dirty="0">
                <a:latin typeface="Times New Roman" panose="02020603050405020304" pitchFamily="18" charset="0"/>
                <a:cs typeface="Times New Roman" panose="02020603050405020304" pitchFamily="18" charset="0"/>
              </a:rPr>
              <a:t>算符优先法</a:t>
            </a:r>
            <a:endParaRPr lang="en-US" altLang="zh-CN" sz="2400" b="1" dirty="0">
              <a:latin typeface="Times New Roman" panose="02020603050405020304" pitchFamily="18" charset="0"/>
              <a:cs typeface="Times New Roman" panose="02020603050405020304" pitchFamily="18" charset="0"/>
            </a:endParaRPr>
          </a:p>
          <a:p>
            <a:pPr lvl="2">
              <a:spcBef>
                <a:spcPts val="600"/>
              </a:spcBef>
            </a:pPr>
            <a:r>
              <a:rPr lang="en-US" altLang="zh-CN" sz="2400" b="1" dirty="0">
                <a:latin typeface="Times New Roman" panose="02020603050405020304" pitchFamily="18" charset="0"/>
                <a:cs typeface="Times New Roman" panose="02020603050405020304" pitchFamily="18" charset="0"/>
              </a:rPr>
              <a:t>LR</a:t>
            </a:r>
            <a:r>
              <a:rPr lang="zh-CN" altLang="en-US" sz="2400" b="1" dirty="0">
                <a:latin typeface="Times New Roman" panose="02020603050405020304" pitchFamily="18" charset="0"/>
                <a:cs typeface="Times New Roman" panose="02020603050405020304" pitchFamily="18" charset="0"/>
              </a:rPr>
              <a:t>分析法：</a:t>
            </a:r>
            <a:r>
              <a:rPr lang="en-US" altLang="zh-CN" sz="2400" b="1" dirty="0">
                <a:latin typeface="Times New Roman" panose="02020603050405020304" pitchFamily="18" charset="0"/>
                <a:cs typeface="Times New Roman" panose="02020603050405020304" pitchFamily="18" charset="0"/>
              </a:rPr>
              <a:t>LR(0) SLR(1) LR(1) LALR(1)</a:t>
            </a:r>
          </a:p>
          <a:p>
            <a:pPr lvl="3">
              <a:spcBef>
                <a:spcPts val="600"/>
              </a:spcBef>
            </a:pPr>
            <a:r>
              <a:rPr lang="en-US" altLang="zh-CN" sz="2400" b="1" dirty="0">
                <a:latin typeface="Times New Roman" panose="02020603050405020304" pitchFamily="18" charset="0"/>
                <a:cs typeface="Times New Roman" panose="02020603050405020304" pitchFamily="18" charset="0"/>
              </a:rPr>
              <a:t> LR</a:t>
            </a:r>
            <a:r>
              <a:rPr lang="zh-CN" altLang="en-US" sz="2400" b="1" dirty="0">
                <a:latin typeface="Times New Roman" panose="02020603050405020304" pitchFamily="18" charset="0"/>
                <a:cs typeface="Times New Roman" panose="02020603050405020304" pitchFamily="18" charset="0"/>
              </a:rPr>
              <a:t>分析器模型与分析过程</a:t>
            </a:r>
            <a:endParaRPr lang="en-US" altLang="zh-CN" sz="2400" b="1" dirty="0">
              <a:latin typeface="Times New Roman" panose="02020603050405020304" pitchFamily="18" charset="0"/>
              <a:cs typeface="Times New Roman" panose="02020603050405020304" pitchFamily="18" charset="0"/>
            </a:endParaRPr>
          </a:p>
          <a:p>
            <a:pPr lvl="3">
              <a:spcBef>
                <a:spcPts val="600"/>
              </a:spcBef>
            </a:pPr>
            <a:r>
              <a:rPr lang="zh-CN" altLang="en-US" sz="2400" b="1" dirty="0">
                <a:latin typeface="Times New Roman" panose="02020603050405020304" pitchFamily="18" charset="0"/>
                <a:cs typeface="Times New Roman" panose="02020603050405020304" pitchFamily="18" charset="0"/>
              </a:rPr>
              <a:t>构造</a:t>
            </a:r>
            <a:r>
              <a:rPr lang="en-US" altLang="zh-CN" sz="2400" b="1" dirty="0">
                <a:latin typeface="Times New Roman" panose="02020603050405020304" pitchFamily="18" charset="0"/>
                <a:cs typeface="Times New Roman" panose="02020603050405020304" pitchFamily="18" charset="0"/>
              </a:rPr>
              <a:t>LR</a:t>
            </a:r>
            <a:r>
              <a:rPr lang="zh-CN" altLang="en-US" sz="2400" b="1" dirty="0">
                <a:latin typeface="Times New Roman" panose="02020603050405020304" pitchFamily="18" charset="0"/>
                <a:cs typeface="Times New Roman" panose="02020603050405020304" pitchFamily="18" charset="0"/>
              </a:rPr>
              <a:t>自动机，</a:t>
            </a:r>
            <a:r>
              <a:rPr lang="zh-CN" altLang="en-US" sz="2400" b="1" dirty="0">
                <a:solidFill>
                  <a:srgbClr val="0000FF"/>
                </a:solidFill>
                <a:latin typeface="Times New Roman" panose="02020603050405020304" pitchFamily="18" charset="0"/>
                <a:cs typeface="Times New Roman" panose="02020603050405020304" pitchFamily="18" charset="0"/>
              </a:rPr>
              <a:t>构造</a:t>
            </a:r>
            <a:r>
              <a:rPr lang="en-US" altLang="zh-CN" sz="2400" b="1" dirty="0">
                <a:solidFill>
                  <a:srgbClr val="0000FF"/>
                </a:solidFill>
                <a:latin typeface="Times New Roman" panose="02020603050405020304" pitchFamily="18" charset="0"/>
                <a:cs typeface="Times New Roman" panose="02020603050405020304" pitchFamily="18" charset="0"/>
              </a:rPr>
              <a:t>LR</a:t>
            </a:r>
            <a:r>
              <a:rPr lang="zh-CN" altLang="en-US" sz="2400" b="1" dirty="0">
                <a:solidFill>
                  <a:srgbClr val="0000FF"/>
                </a:solidFill>
                <a:latin typeface="Times New Roman" panose="02020603050405020304" pitchFamily="18" charset="0"/>
                <a:cs typeface="Times New Roman" panose="02020603050405020304" pitchFamily="18" charset="0"/>
              </a:rPr>
              <a:t>分析表（动作表和转移表）</a:t>
            </a:r>
            <a:endParaRPr lang="en-US" altLang="zh-CN" sz="2400" b="1" dirty="0">
              <a:solidFill>
                <a:srgbClr val="0000FF"/>
              </a:solidFill>
              <a:latin typeface="Times New Roman" panose="02020603050405020304" pitchFamily="18" charset="0"/>
              <a:cs typeface="Times New Roman" panose="02020603050405020304" pitchFamily="18" charset="0"/>
            </a:endParaRPr>
          </a:p>
          <a:p>
            <a:pPr lvl="3">
              <a:spcBef>
                <a:spcPts val="600"/>
              </a:spcBef>
            </a:pPr>
            <a:r>
              <a:rPr lang="en-US" altLang="zh-CN" sz="2400" b="1" dirty="0">
                <a:latin typeface="Times New Roman" panose="02020603050405020304" pitchFamily="18" charset="0"/>
                <a:cs typeface="Times New Roman" panose="02020603050405020304" pitchFamily="18" charset="0"/>
              </a:rPr>
              <a:t>LR(0)</a:t>
            </a:r>
            <a:r>
              <a:rPr lang="zh-CN" altLang="en-US" sz="2400" b="1" dirty="0">
                <a:latin typeface="Times New Roman" panose="02020603050405020304" pitchFamily="18" charset="0"/>
                <a:cs typeface="Times New Roman" panose="02020603050405020304" pitchFamily="18" charset="0"/>
              </a:rPr>
              <a:t>项集、</a:t>
            </a:r>
            <a:r>
              <a:rPr lang="en-US" altLang="zh-CN" sz="2400" b="1" dirty="0">
                <a:latin typeface="Times New Roman" panose="02020603050405020304" pitchFamily="18" charset="0"/>
                <a:cs typeface="Times New Roman" panose="02020603050405020304" pitchFamily="18" charset="0"/>
              </a:rPr>
              <a:t>LR(1)</a:t>
            </a:r>
            <a:r>
              <a:rPr lang="zh-CN" altLang="en-US" sz="2400" b="1" dirty="0">
                <a:latin typeface="Times New Roman" panose="02020603050405020304" pitchFamily="18" charset="0"/>
                <a:cs typeface="Times New Roman" panose="02020603050405020304" pitchFamily="18" charset="0"/>
              </a:rPr>
              <a:t>项集、闭包函数和</a:t>
            </a:r>
            <a:r>
              <a:rPr lang="en-US" altLang="zh-CN" sz="2400" b="1" dirty="0">
                <a:latin typeface="Times New Roman" panose="02020603050405020304" pitchFamily="18" charset="0"/>
                <a:cs typeface="Times New Roman" panose="02020603050405020304" pitchFamily="18" charset="0"/>
              </a:rPr>
              <a:t>GOTO</a:t>
            </a:r>
            <a:r>
              <a:rPr lang="zh-CN" altLang="en-US" sz="2400" b="1" dirty="0">
                <a:latin typeface="Times New Roman" panose="02020603050405020304" pitchFamily="18" charset="0"/>
                <a:cs typeface="Times New Roman" panose="02020603050405020304" pitchFamily="18" charset="0"/>
              </a:rPr>
              <a:t>函数</a:t>
            </a:r>
            <a:endParaRPr lang="en-US" altLang="zh-CN" sz="2400" b="1" dirty="0">
              <a:latin typeface="Times New Roman" panose="02020603050405020304" pitchFamily="18" charset="0"/>
              <a:cs typeface="Times New Roman" panose="02020603050405020304" pitchFamily="18" charset="0"/>
            </a:endParaRPr>
          </a:p>
          <a:p>
            <a:pPr lvl="3">
              <a:spcBef>
                <a:spcPts val="600"/>
              </a:spcBef>
            </a:pPr>
            <a:r>
              <a:rPr lang="zh-CN" altLang="en-US" sz="2400" b="1" dirty="0">
                <a:latin typeface="Times New Roman" panose="02020603050405020304" pitchFamily="18" charset="0"/>
                <a:cs typeface="Times New Roman" panose="02020603050405020304" pitchFamily="18" charset="0"/>
              </a:rPr>
              <a:t>规范句型、句柄、活前缀、有效项</a:t>
            </a:r>
            <a:endParaRPr lang="en-US" altLang="zh-CN" sz="2400" b="1" dirty="0">
              <a:latin typeface="Times New Roman" panose="02020603050405020304" pitchFamily="18" charset="0"/>
              <a:cs typeface="Times New Roman" panose="02020603050405020304" pitchFamily="18" charset="0"/>
            </a:endParaRPr>
          </a:p>
          <a:p>
            <a:pPr lvl="1">
              <a:spcBef>
                <a:spcPts val="600"/>
              </a:spcBef>
            </a:pPr>
            <a:r>
              <a:rPr lang="zh-CN" altLang="en-US" sz="2400" b="1" dirty="0">
                <a:latin typeface="Times New Roman" panose="02020603050405020304" pitchFamily="18" charset="0"/>
                <a:cs typeface="Times New Roman" panose="02020603050405020304" pitchFamily="18" charset="0"/>
              </a:rPr>
              <a:t>对分析树的后根深度优化遍历。（进栈顺序）</a:t>
            </a:r>
            <a:endParaRPr lang="en-US" altLang="zh-CN" sz="2400" b="1"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pPr>
              <a:defRPr/>
            </a:pPr>
            <a:fld id="{A04675F6-6543-4816-BA20-7325C3CFBD0C}" type="slidenum">
              <a:rPr lang="zh-CN" altLang="en-US" smtClean="0"/>
              <a:pPr>
                <a:defRPr/>
              </a:pPr>
              <a:t>61</a:t>
            </a:fld>
            <a:endParaRPr lang="en-US" altLang="zh-CN"/>
          </a:p>
        </p:txBody>
      </p:sp>
    </p:spTree>
    <p:extLst>
      <p:ext uri="{BB962C8B-B14F-4D97-AF65-F5344CB8AC3E}">
        <p14:creationId xmlns:p14="http://schemas.microsoft.com/office/powerpoint/2010/main" val="1237532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wipe(down)">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wipe(down)">
                                      <p:cBhvr>
                                        <p:cTn id="30" dur="500"/>
                                        <p:tgtEl>
                                          <p:spTgt spid="3">
                                            <p:txEl>
                                              <p:pRg st="5" end="5"/>
                                            </p:txEl>
                                          </p:spTgt>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wipe(down)">
                                      <p:cBhvr>
                                        <p:cTn id="33" dur="500"/>
                                        <p:tgtEl>
                                          <p:spTgt spid="3">
                                            <p:txEl>
                                              <p:pRg st="6" end="6"/>
                                            </p:txEl>
                                          </p:spTgt>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wipe(down)">
                                      <p:cBhvr>
                                        <p:cTn id="36" dur="500"/>
                                        <p:tgtEl>
                                          <p:spTgt spid="3">
                                            <p:txEl>
                                              <p:pRg st="7" end="7"/>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Effect transition="in" filter="wipe(down)">
                                      <p:cBhvr>
                                        <p:cTn id="41"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7762" name="Picture 3" descr="G:\QQ截图201607142012副本.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5151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2"/>
          <p:cNvSpPr txBox="1">
            <a:spLocks noChangeArrowheads="1"/>
          </p:cNvSpPr>
          <p:nvPr/>
        </p:nvSpPr>
        <p:spPr>
          <a:xfrm>
            <a:off x="5148263" y="1714500"/>
            <a:ext cx="2952750" cy="939800"/>
          </a:xfrm>
          <a:prstGeom prst="rect">
            <a:avLst/>
          </a:prstGeom>
        </p:spPr>
        <p:txBody>
          <a:bodyPr anchor="ctr"/>
          <a:lstStyle/>
          <a:p>
            <a:pPr fontAlgn="auto">
              <a:spcAft>
                <a:spcPts val="0"/>
              </a:spcAft>
              <a:defRPr/>
            </a:pPr>
            <a:r>
              <a:rPr lang="zh-CN" altLang="en-US" sz="3500" spc="600" dirty="0">
                <a:solidFill>
                  <a:schemeClr val="bg1"/>
                </a:solidFill>
                <a:latin typeface="微软雅黑" pitchFamily="34" charset="-122"/>
                <a:ea typeface="微软雅黑" pitchFamily="34" charset="-122"/>
                <a:cs typeface="+mj-cs"/>
              </a:rPr>
              <a:t>结束</a:t>
            </a:r>
            <a:endParaRPr lang="en-US" altLang="zh-CN" sz="3500" spc="600" dirty="0">
              <a:solidFill>
                <a:schemeClr val="bg1"/>
              </a:solidFill>
              <a:latin typeface="微软雅黑" pitchFamily="34" charset="-122"/>
              <a:ea typeface="微软雅黑" pitchFamily="34" charset="-122"/>
              <a:cs typeface="+mj-cs"/>
            </a:endParaRPr>
          </a:p>
        </p:txBody>
      </p:sp>
    </p:spTree>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_rels/theme4.xml.rels><?xml version="1.0" encoding="UTF-8" standalone="yes"?>
<Relationships xmlns="http://schemas.openxmlformats.org/package/2006/relationships"><Relationship Id="rId1" Type="http://schemas.openxmlformats.org/officeDocument/2006/relationships/image" Target="../media/image1.jpeg"/></Relationships>
</file>

<file path=ppt/theme/_rels/theme5.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自定义设计方案">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4.xml><?xml version="1.0" encoding="utf-8"?>
<a:theme xmlns:a="http://schemas.openxmlformats.org/drawingml/2006/main" name="3_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5.xml><?xml version="1.0" encoding="utf-8"?>
<a:theme xmlns:a="http://schemas.openxmlformats.org/drawingml/2006/main" name="4_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lnDef>
      <a:spPr bwMode="auto">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6.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8752</TotalTime>
  <Pages>0</Pages>
  <Words>8761</Words>
  <Characters>0</Characters>
  <Application>Microsoft Office PowerPoint</Application>
  <DocSecurity>0</DocSecurity>
  <PresentationFormat>全屏显示(16:9)</PresentationFormat>
  <Lines>0</Lines>
  <Paragraphs>2108</Paragraphs>
  <Slides>62</Slides>
  <Notes>50</Notes>
  <HiddenSlides>0</HiddenSlides>
  <MMClips>0</MMClips>
  <ScaleCrop>false</ScaleCrop>
  <HeadingPairs>
    <vt:vector size="8" baseType="variant">
      <vt:variant>
        <vt:lpstr>已用的字体</vt:lpstr>
      </vt:variant>
      <vt:variant>
        <vt:i4>15</vt:i4>
      </vt:variant>
      <vt:variant>
        <vt:lpstr>主题</vt:lpstr>
      </vt:variant>
      <vt:variant>
        <vt:i4>5</vt:i4>
      </vt:variant>
      <vt:variant>
        <vt:lpstr>嵌入 OLE 服务器</vt:lpstr>
      </vt:variant>
      <vt:variant>
        <vt:i4>1</vt:i4>
      </vt:variant>
      <vt:variant>
        <vt:lpstr>幻灯片标题</vt:lpstr>
      </vt:variant>
      <vt:variant>
        <vt:i4>62</vt:i4>
      </vt:variant>
    </vt:vector>
  </HeadingPairs>
  <TitlesOfParts>
    <vt:vector size="83" baseType="lpstr">
      <vt:lpstr>Monotype Sorts</vt:lpstr>
      <vt:lpstr>黑体</vt:lpstr>
      <vt:lpstr>华文楷体</vt:lpstr>
      <vt:lpstr>楷体</vt:lpstr>
      <vt:lpstr>楷体_GB2312</vt:lpstr>
      <vt:lpstr>宋体</vt:lpstr>
      <vt:lpstr>微软雅黑</vt:lpstr>
      <vt:lpstr>Arial</vt:lpstr>
      <vt:lpstr>Calibri</vt:lpstr>
      <vt:lpstr>Cambria Math</vt:lpstr>
      <vt:lpstr>Candara</vt:lpstr>
      <vt:lpstr>Symbol</vt:lpstr>
      <vt:lpstr>Tahoma</vt:lpstr>
      <vt:lpstr>Times New Roman</vt:lpstr>
      <vt:lpstr>Wingdings</vt:lpstr>
      <vt:lpstr>自定义设计方案</vt:lpstr>
      <vt:lpstr>1_波形</vt:lpstr>
      <vt:lpstr>2_波形</vt:lpstr>
      <vt:lpstr>3_波形</vt:lpstr>
      <vt:lpstr>4_波形</vt:lpstr>
      <vt:lpstr>Visio</vt:lpstr>
      <vt:lpstr>4.4.2 SLR 分析</vt:lpstr>
      <vt:lpstr>SLR 分析</vt:lpstr>
      <vt:lpstr>例：LR(0) 分析过程中的冲突</vt:lpstr>
      <vt:lpstr>表达式文法的SLR分析表</vt:lpstr>
      <vt:lpstr>例</vt:lpstr>
      <vt:lpstr>SLR 分析表构造算法</vt:lpstr>
      <vt:lpstr>课后练习</vt:lpstr>
      <vt:lpstr>SLR 分析中的冲突</vt:lpstr>
      <vt:lpstr>4.4.3 LR(1)分析</vt:lpstr>
      <vt:lpstr>LR(1)分析法的提出</vt:lpstr>
      <vt:lpstr>例：LR(1)自动机</vt:lpstr>
      <vt:lpstr>规范LR(1)项目</vt:lpstr>
      <vt:lpstr>LR(1)项目展望符的确定</vt:lpstr>
      <vt:lpstr>赋值语句文法的 LR(1)分析表</vt:lpstr>
      <vt:lpstr>例：LR(1)自动机</vt:lpstr>
      <vt:lpstr>LR分析法与LL(1)分析法</vt:lpstr>
      <vt:lpstr>LR分析表构造算法——LR(1)项目集闭包</vt:lpstr>
      <vt:lpstr>LR分析表构造算法——GOTO 函数</vt:lpstr>
      <vt:lpstr>为文法G' 构造LR(1)项集族</vt:lpstr>
      <vt:lpstr>LR(1)分析表构造算法</vt:lpstr>
      <vt:lpstr>LR(1)自动机的形式化定义</vt:lpstr>
      <vt:lpstr>课后练习</vt:lpstr>
      <vt:lpstr>4.4.4 LALR分析</vt:lpstr>
      <vt:lpstr>4.4.4 LALR分析</vt:lpstr>
      <vt:lpstr>LALR ( lookahead-LR )分析的基本思想</vt:lpstr>
      <vt:lpstr>例：合并同心项集</vt:lpstr>
      <vt:lpstr>例：合并同心项集</vt:lpstr>
      <vt:lpstr>合并同心项集时产生归约-归约冲突的例子</vt:lpstr>
      <vt:lpstr>合并同心项集后，虽然不产生冲突，但可能会 推迟错误的发现</vt:lpstr>
      <vt:lpstr>合并同心项集后，虽然不产生冲突，但可能会 推迟错误的发现</vt:lpstr>
      <vt:lpstr>LALR(1)的特点</vt:lpstr>
      <vt:lpstr>LALR(1)的特点</vt:lpstr>
      <vt:lpstr>LALR(1)的特点</vt:lpstr>
      <vt:lpstr>4.4.5 二义性文法的LR分析</vt:lpstr>
      <vt:lpstr>二义性算术表达式文法的SLR分析器</vt:lpstr>
      <vt:lpstr>二义性算术表达式文法的SLR分析表</vt:lpstr>
      <vt:lpstr>例：二义性if 语句文法的LR分析</vt:lpstr>
      <vt:lpstr>S  i Si S e Sa</vt:lpstr>
      <vt:lpstr>PowerPoint 演示文稿</vt:lpstr>
      <vt:lpstr>二义性文法的使用</vt:lpstr>
      <vt:lpstr>4.4.6 LR分析中的错误处理</vt:lpstr>
      <vt:lpstr>恐慌模式错误恢复</vt:lpstr>
      <vt:lpstr>短语层次错误恢复</vt:lpstr>
      <vt:lpstr>例：算数表达式文法的LR分析器</vt:lpstr>
      <vt:lpstr>带有错误处理子程序的算术表达式文法LR分析表</vt:lpstr>
      <vt:lpstr>带有错误处理子程序的算术表达式文法LR分析表</vt:lpstr>
      <vt:lpstr>PowerPoint 演示文稿</vt:lpstr>
      <vt:lpstr>LR分析的基本步骤</vt:lpstr>
      <vt:lpstr>课后练习</vt:lpstr>
      <vt:lpstr>PowerPoint 演示文稿</vt:lpstr>
      <vt:lpstr>4.6 语法分析程序的自动生成工具Yacc </vt:lpstr>
      <vt:lpstr>4.6 语法分析程序的自动生成工具Yacc </vt:lpstr>
      <vt:lpstr>4.6 语法分析程序的自动生成工具Yacc </vt:lpstr>
      <vt:lpstr>用Yacc和Lex合建编译程序</vt:lpstr>
      <vt:lpstr>实验一 实验指导</vt:lpstr>
      <vt:lpstr>实验一 实验指导</vt:lpstr>
      <vt:lpstr>语法分析小结</vt:lpstr>
      <vt:lpstr>语法分析小结</vt:lpstr>
      <vt:lpstr>语法分析小结</vt:lpstr>
      <vt:lpstr>语法分析小结</vt:lpstr>
      <vt:lpstr>语法分析小结</vt:lpstr>
      <vt:lpstr>PowerPoint 演示文稿</vt:lpstr>
    </vt:vector>
  </TitlesOfParts>
  <Manager/>
  <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Microsoft Office 用户</dc:creator>
  <cp:keywords/>
  <dc:description/>
  <cp:lastModifiedBy>Shanlili</cp:lastModifiedBy>
  <cp:revision>850</cp:revision>
  <cp:lastPrinted>2020-01-09T09:16:51Z</cp:lastPrinted>
  <dcterms:created xsi:type="dcterms:W3CDTF">2016-10-12T06:42:57Z</dcterms:created>
  <dcterms:modified xsi:type="dcterms:W3CDTF">2025-03-17T12:01:02Z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5</vt:r8>
  </property>
  <property fmtid="{D5CDD505-2E9C-101B-9397-08002B2CF9AE}" pid="3" name="KSOProductBuildVer">
    <vt:lpwstr>2052-10.1.0.5975</vt:lpwstr>
  </property>
</Properties>
</file>