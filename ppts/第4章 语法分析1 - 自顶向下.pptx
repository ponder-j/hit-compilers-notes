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4.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5.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tags/tag18.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2"/>
    <p:sldMasterId id="2147483666" r:id="rId3"/>
    <p:sldMasterId id="2147483670" r:id="rId4"/>
    <p:sldMasterId id="2147483673" r:id="rId5"/>
    <p:sldMasterId id="2147483676" r:id="rId6"/>
  </p:sldMasterIdLst>
  <p:notesMasterIdLst>
    <p:notesMasterId r:id="rId79"/>
  </p:notesMasterIdLst>
  <p:handoutMasterIdLst>
    <p:handoutMasterId r:id="rId80"/>
  </p:handoutMasterIdLst>
  <p:sldIdLst>
    <p:sldId id="1114" r:id="rId7"/>
    <p:sldId id="805" r:id="rId8"/>
    <p:sldId id="2653" r:id="rId9"/>
    <p:sldId id="582" r:id="rId10"/>
    <p:sldId id="1027" r:id="rId11"/>
    <p:sldId id="1115" r:id="rId12"/>
    <p:sldId id="583" r:id="rId13"/>
    <p:sldId id="2685" r:id="rId14"/>
    <p:sldId id="893" r:id="rId15"/>
    <p:sldId id="512" r:id="rId16"/>
    <p:sldId id="597" r:id="rId17"/>
    <p:sldId id="2092" r:id="rId18"/>
    <p:sldId id="1098" r:id="rId19"/>
    <p:sldId id="491" r:id="rId20"/>
    <p:sldId id="942" r:id="rId21"/>
    <p:sldId id="1099" r:id="rId22"/>
    <p:sldId id="899" r:id="rId23"/>
    <p:sldId id="2652" r:id="rId24"/>
    <p:sldId id="933" r:id="rId25"/>
    <p:sldId id="1069" r:id="rId26"/>
    <p:sldId id="2677" r:id="rId27"/>
    <p:sldId id="2684" r:id="rId28"/>
    <p:sldId id="941" r:id="rId29"/>
    <p:sldId id="2682" r:id="rId30"/>
    <p:sldId id="1120" r:id="rId31"/>
    <p:sldId id="1119" r:id="rId32"/>
    <p:sldId id="1089" r:id="rId33"/>
    <p:sldId id="1116" r:id="rId34"/>
    <p:sldId id="903" r:id="rId35"/>
    <p:sldId id="945" r:id="rId36"/>
    <p:sldId id="836" r:id="rId37"/>
    <p:sldId id="1029" r:id="rId38"/>
    <p:sldId id="1081" r:id="rId39"/>
    <p:sldId id="2655" r:id="rId40"/>
    <p:sldId id="1019" r:id="rId41"/>
    <p:sldId id="2678" r:id="rId42"/>
    <p:sldId id="948" r:id="rId43"/>
    <p:sldId id="1118" r:id="rId44"/>
    <p:sldId id="2656" r:id="rId45"/>
    <p:sldId id="2673" r:id="rId46"/>
    <p:sldId id="2686" r:id="rId47"/>
    <p:sldId id="949" r:id="rId48"/>
    <p:sldId id="611" r:id="rId49"/>
    <p:sldId id="850" r:id="rId50"/>
    <p:sldId id="2671" r:id="rId51"/>
    <p:sldId id="2670" r:id="rId52"/>
    <p:sldId id="951" r:id="rId53"/>
    <p:sldId id="952" r:id="rId54"/>
    <p:sldId id="839" r:id="rId55"/>
    <p:sldId id="1113" r:id="rId56"/>
    <p:sldId id="841" r:id="rId57"/>
    <p:sldId id="842" r:id="rId58"/>
    <p:sldId id="843" r:id="rId59"/>
    <p:sldId id="844" r:id="rId60"/>
    <p:sldId id="845" r:id="rId61"/>
    <p:sldId id="1104" r:id="rId62"/>
    <p:sldId id="954" r:id="rId63"/>
    <p:sldId id="956" r:id="rId64"/>
    <p:sldId id="2687" r:id="rId65"/>
    <p:sldId id="369" r:id="rId66"/>
    <p:sldId id="370" r:id="rId67"/>
    <p:sldId id="1355" r:id="rId68"/>
    <p:sldId id="2680" r:id="rId69"/>
    <p:sldId id="2681" r:id="rId70"/>
    <p:sldId id="1107" r:id="rId71"/>
    <p:sldId id="1108" r:id="rId72"/>
    <p:sldId id="1109" r:id="rId73"/>
    <p:sldId id="1110" r:id="rId74"/>
    <p:sldId id="2121" r:id="rId75"/>
    <p:sldId id="2587" r:id="rId76"/>
    <p:sldId id="710" r:id="rId77"/>
    <p:sldId id="1117" r:id="rId78"/>
  </p:sldIdLst>
  <p:sldSz cx="9144000" cy="5143500" type="screen16x9"/>
  <p:notesSz cx="6875463" cy="9656763"/>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01" userDrawn="1">
          <p15:clr>
            <a:srgbClr val="A4A3A4"/>
          </p15:clr>
        </p15:guide>
        <p15:guide id="2" pos="292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70C0"/>
    <a:srgbClr val="008000"/>
    <a:srgbClr val="3333FF"/>
    <a:srgbClr val="B5CEED"/>
    <a:srgbClr val="FF6600"/>
    <a:srgbClr val="FF00FF"/>
    <a:srgbClr val="FFCCCC"/>
    <a:srgbClr val="00AB7E"/>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80" autoAdjust="0"/>
    <p:restoredTop sz="96327" autoAdjust="0"/>
  </p:normalViewPr>
  <p:slideViewPr>
    <p:cSldViewPr showGuides="1">
      <p:cViewPr varScale="1">
        <p:scale>
          <a:sx n="155" d="100"/>
          <a:sy n="155" d="100"/>
        </p:scale>
        <p:origin x="464" y="176"/>
      </p:cViewPr>
      <p:guideLst>
        <p:guide orient="horz" pos="1601"/>
        <p:guide pos="292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tableStyles" Target="tableStyles.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55.xml"/><Relationship Id="rId82" Type="http://schemas.openxmlformats.org/officeDocument/2006/relationships/viewProps" Target="viewProps.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7074" name="Rectangle 2"/>
          <p:cNvSpPr>
            <a:spLocks noGrp="1" noChangeArrowheads="1"/>
          </p:cNvSpPr>
          <p:nvPr>
            <p:ph type="hdr" sz="quarter"/>
          </p:nvPr>
        </p:nvSpPr>
        <p:spPr bwMode="auto">
          <a:xfrm>
            <a:off x="0" y="0"/>
            <a:ext cx="2980067" cy="482607"/>
          </a:xfrm>
          <a:prstGeom prst="rect">
            <a:avLst/>
          </a:prstGeom>
          <a:noFill/>
          <a:ln>
            <a:noFill/>
          </a:ln>
          <a:effectLst/>
        </p:spPr>
        <p:txBody>
          <a:bodyPr vert="horz" wrap="square" lIns="88087" tIns="44044" rIns="88087" bIns="44044" numCol="1" anchor="t" anchorCtr="0" compatLnSpc="1"/>
          <a:lstStyle>
            <a:lvl1pPr>
              <a:defRPr sz="1200"/>
            </a:lvl1pPr>
          </a:lstStyle>
          <a:p>
            <a:pPr>
              <a:defRPr/>
            </a:pPr>
            <a:endParaRPr lang="zh-CN" altLang="en-US"/>
          </a:p>
        </p:txBody>
      </p:sp>
      <p:sp>
        <p:nvSpPr>
          <p:cNvPr id="387075" name="Rectangle 3"/>
          <p:cNvSpPr>
            <a:spLocks noGrp="1" noChangeArrowheads="1"/>
          </p:cNvSpPr>
          <p:nvPr>
            <p:ph type="dt" sz="quarter" idx="1"/>
          </p:nvPr>
        </p:nvSpPr>
        <p:spPr bwMode="auto">
          <a:xfrm>
            <a:off x="3893782" y="0"/>
            <a:ext cx="2980067" cy="482607"/>
          </a:xfrm>
          <a:prstGeom prst="rect">
            <a:avLst/>
          </a:prstGeom>
          <a:noFill/>
          <a:ln>
            <a:noFill/>
          </a:ln>
          <a:effectLst/>
        </p:spPr>
        <p:txBody>
          <a:bodyPr vert="horz" wrap="square" lIns="88087" tIns="44044" rIns="88087" bIns="44044" numCol="1" anchor="t" anchorCtr="0" compatLnSpc="1"/>
          <a:lstStyle>
            <a:lvl1pPr algn="r">
              <a:defRPr sz="1200"/>
            </a:lvl1pPr>
          </a:lstStyle>
          <a:p>
            <a:pPr>
              <a:defRPr/>
            </a:pPr>
            <a:fld id="{302F7B31-8570-4E27-AC6B-75C4032C9534}" type="datetimeFigureOut">
              <a:rPr lang="zh-CN" altLang="en-US"/>
              <a:t>2026/3/26</a:t>
            </a:fld>
            <a:endParaRPr lang="en-US" altLang="zh-CN"/>
          </a:p>
        </p:txBody>
      </p:sp>
      <p:sp>
        <p:nvSpPr>
          <p:cNvPr id="387076" name="Rectangle 4"/>
          <p:cNvSpPr>
            <a:spLocks noGrp="1" noChangeArrowheads="1"/>
          </p:cNvSpPr>
          <p:nvPr>
            <p:ph type="ftr" sz="quarter" idx="2"/>
          </p:nvPr>
        </p:nvSpPr>
        <p:spPr bwMode="auto">
          <a:xfrm>
            <a:off x="0" y="9172615"/>
            <a:ext cx="2980067" cy="482606"/>
          </a:xfrm>
          <a:prstGeom prst="rect">
            <a:avLst/>
          </a:prstGeom>
          <a:noFill/>
          <a:ln>
            <a:noFill/>
          </a:ln>
          <a:effectLst/>
        </p:spPr>
        <p:txBody>
          <a:bodyPr vert="horz" wrap="square" lIns="88087" tIns="44044" rIns="88087" bIns="44044" numCol="1" anchor="b" anchorCtr="0" compatLnSpc="1"/>
          <a:lstStyle>
            <a:lvl1pPr>
              <a:defRPr sz="1200"/>
            </a:lvl1pPr>
          </a:lstStyle>
          <a:p>
            <a:pPr>
              <a:defRPr/>
            </a:pPr>
            <a:endParaRPr lang="en-US" altLang="zh-CN"/>
          </a:p>
        </p:txBody>
      </p:sp>
      <p:sp>
        <p:nvSpPr>
          <p:cNvPr id="387077" name="Rectangle 5"/>
          <p:cNvSpPr>
            <a:spLocks noGrp="1" noChangeArrowheads="1"/>
          </p:cNvSpPr>
          <p:nvPr>
            <p:ph type="sldNum" sz="quarter" idx="3"/>
          </p:nvPr>
        </p:nvSpPr>
        <p:spPr bwMode="auto">
          <a:xfrm>
            <a:off x="3893782" y="9172615"/>
            <a:ext cx="2980067" cy="482606"/>
          </a:xfrm>
          <a:prstGeom prst="rect">
            <a:avLst/>
          </a:prstGeom>
          <a:noFill/>
          <a:ln>
            <a:noFill/>
          </a:ln>
          <a:effectLst/>
        </p:spPr>
        <p:txBody>
          <a:bodyPr vert="horz" wrap="square" lIns="88087" tIns="44044" rIns="88087" bIns="44044" numCol="1" anchor="b" anchorCtr="0" compatLnSpc="1"/>
          <a:lstStyle>
            <a:lvl1pPr algn="r">
              <a:defRPr sz="1200"/>
            </a:lvl1pPr>
          </a:lstStyle>
          <a:p>
            <a:pPr>
              <a:defRPr/>
            </a:pPr>
            <a:fld id="{A829A3BA-9744-4413-96DA-CBDCF59F66C1}"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682" name="Rectangle 2"/>
          <p:cNvSpPr>
            <a:spLocks noGrp="1" noChangeArrowheads="1"/>
          </p:cNvSpPr>
          <p:nvPr>
            <p:ph type="hdr" sz="quarter"/>
          </p:nvPr>
        </p:nvSpPr>
        <p:spPr bwMode="auto">
          <a:xfrm>
            <a:off x="0" y="0"/>
            <a:ext cx="2980067" cy="482607"/>
          </a:xfrm>
          <a:prstGeom prst="rect">
            <a:avLst/>
          </a:prstGeom>
          <a:noFill/>
          <a:ln>
            <a:noFill/>
          </a:ln>
        </p:spPr>
        <p:txBody>
          <a:bodyPr vert="horz" wrap="square" lIns="95415" tIns="47708" rIns="95415" bIns="47708" numCol="1" anchor="t" anchorCtr="0" compatLnSpc="1"/>
          <a:lstStyle>
            <a:lvl1pPr defTabSz="952500" eaLnBrk="1" hangingPunct="1">
              <a:defRPr sz="1300"/>
            </a:lvl1pPr>
          </a:lstStyle>
          <a:p>
            <a:pPr>
              <a:defRPr/>
            </a:pPr>
            <a:endParaRPr lang="zh-CN" altLang="en-US"/>
          </a:p>
        </p:txBody>
      </p:sp>
      <p:sp>
        <p:nvSpPr>
          <p:cNvPr id="327683" name="Rectangle 3"/>
          <p:cNvSpPr>
            <a:spLocks noGrp="1" noChangeArrowheads="1"/>
          </p:cNvSpPr>
          <p:nvPr>
            <p:ph type="dt" idx="1"/>
          </p:nvPr>
        </p:nvSpPr>
        <p:spPr bwMode="auto">
          <a:xfrm>
            <a:off x="3895397" y="0"/>
            <a:ext cx="2980067" cy="482607"/>
          </a:xfrm>
          <a:prstGeom prst="rect">
            <a:avLst/>
          </a:prstGeom>
          <a:noFill/>
          <a:ln>
            <a:noFill/>
          </a:ln>
        </p:spPr>
        <p:txBody>
          <a:bodyPr vert="horz" wrap="square" lIns="95415" tIns="47708" rIns="95415" bIns="47708" numCol="1" anchor="t" anchorCtr="0" compatLnSpc="1"/>
          <a:lstStyle>
            <a:lvl1pPr algn="r" defTabSz="952500" eaLnBrk="1" hangingPunct="1">
              <a:defRPr sz="1300"/>
            </a:lvl1pPr>
          </a:lstStyle>
          <a:p>
            <a:pPr>
              <a:defRPr/>
            </a:pPr>
            <a:endParaRPr lang="en-US" altLang="zh-CN"/>
          </a:p>
        </p:txBody>
      </p:sp>
      <p:sp>
        <p:nvSpPr>
          <p:cNvPr id="12292" name="Rectangle 4"/>
          <p:cNvSpPr>
            <a:spLocks noGrp="1" noRot="1" noChangeAspect="1" noChangeArrowheads="1" noTextEdit="1"/>
          </p:cNvSpPr>
          <p:nvPr>
            <p:ph type="sldImg" idx="2"/>
          </p:nvPr>
        </p:nvSpPr>
        <p:spPr bwMode="auto">
          <a:xfrm>
            <a:off x="219075" y="723900"/>
            <a:ext cx="6438900" cy="36210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27685" name="Rectangle 5"/>
          <p:cNvSpPr>
            <a:spLocks noGrp="1" noChangeArrowheads="1"/>
          </p:cNvSpPr>
          <p:nvPr>
            <p:ph type="body" sz="quarter" idx="3"/>
          </p:nvPr>
        </p:nvSpPr>
        <p:spPr bwMode="auto">
          <a:xfrm>
            <a:off x="916944" y="4587079"/>
            <a:ext cx="5041576" cy="4345003"/>
          </a:xfrm>
          <a:prstGeom prst="rect">
            <a:avLst/>
          </a:prstGeom>
          <a:noFill/>
          <a:ln>
            <a:noFill/>
          </a:ln>
        </p:spPr>
        <p:txBody>
          <a:bodyPr vert="horz" wrap="square" lIns="95415" tIns="47708" rIns="95415" bIns="47708"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27686" name="Rectangle 6"/>
          <p:cNvSpPr>
            <a:spLocks noGrp="1" noChangeArrowheads="1"/>
          </p:cNvSpPr>
          <p:nvPr>
            <p:ph type="ftr" sz="quarter" idx="4"/>
          </p:nvPr>
        </p:nvSpPr>
        <p:spPr bwMode="auto">
          <a:xfrm>
            <a:off x="0" y="9174156"/>
            <a:ext cx="2980067" cy="482607"/>
          </a:xfrm>
          <a:prstGeom prst="rect">
            <a:avLst/>
          </a:prstGeom>
          <a:noFill/>
          <a:ln>
            <a:noFill/>
          </a:ln>
        </p:spPr>
        <p:txBody>
          <a:bodyPr vert="horz" wrap="square" lIns="95415" tIns="47708" rIns="95415" bIns="47708" numCol="1" anchor="b" anchorCtr="0" compatLnSpc="1"/>
          <a:lstStyle>
            <a:lvl1pPr defTabSz="952500" eaLnBrk="1" hangingPunct="1">
              <a:defRPr sz="1300"/>
            </a:lvl1pPr>
          </a:lstStyle>
          <a:p>
            <a:pPr>
              <a:defRPr/>
            </a:pPr>
            <a:endParaRPr lang="en-US" altLang="zh-CN"/>
          </a:p>
        </p:txBody>
      </p:sp>
      <p:sp>
        <p:nvSpPr>
          <p:cNvPr id="327687" name="Rectangle 7"/>
          <p:cNvSpPr>
            <a:spLocks noGrp="1" noChangeArrowheads="1"/>
          </p:cNvSpPr>
          <p:nvPr>
            <p:ph type="sldNum" sz="quarter" idx="5"/>
          </p:nvPr>
        </p:nvSpPr>
        <p:spPr bwMode="auto">
          <a:xfrm>
            <a:off x="3895397" y="9174156"/>
            <a:ext cx="2980067" cy="482607"/>
          </a:xfrm>
          <a:prstGeom prst="rect">
            <a:avLst/>
          </a:prstGeom>
          <a:noFill/>
          <a:ln>
            <a:noFill/>
          </a:ln>
        </p:spPr>
        <p:txBody>
          <a:bodyPr vert="horz" wrap="square" lIns="95415" tIns="47708" rIns="95415" bIns="47708" numCol="1" anchor="b" anchorCtr="0" compatLnSpc="1"/>
          <a:lstStyle>
            <a:lvl1pPr algn="r" defTabSz="952500" eaLnBrk="1" hangingPunct="1">
              <a:defRPr sz="1300"/>
            </a:lvl1pPr>
          </a:lstStyle>
          <a:p>
            <a:pPr>
              <a:defRPr/>
            </a:pPr>
            <a:fld id="{27A40216-6006-43D5-9101-E5761534D214}"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1DC4CFE-5AB9-453E-9DF7-5118B6C2BF8A}" type="slidenum">
              <a:rPr lang="zh-CN" altLang="en-US" smtClean="0">
                <a:solidFill>
                  <a:srgbClr val="000000"/>
                </a:solidFill>
                <a:latin typeface="Arial" panose="020B0604020202020204" pitchFamily="34" charset="0"/>
                <a:ea typeface="楷体_GB2312"/>
                <a:cs typeface="楷体_GB2312"/>
              </a:rPr>
              <a:t>1</a:t>
            </a:fld>
            <a:endParaRPr lang="zh-CN" altLang="en-US">
              <a:solidFill>
                <a:srgbClr val="000000"/>
              </a:solidFill>
              <a:latin typeface="Arial" panose="020B0604020202020204" pitchFamily="34" charset="0"/>
              <a:ea typeface="楷体_GB2312"/>
              <a:cs typeface="楷体_GB231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399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1C55B98-EE30-48B2-9C6B-48F899C0E654}" type="slidenum">
              <a:rPr lang="zh-CN" altLang="en-US" smtClean="0"/>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399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1C55B98-EE30-48B2-9C6B-48F899C0E654}" type="slidenum">
              <a:rPr lang="zh-CN" altLang="en-US" smtClean="0"/>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8F0CA79-DE94-4263-AACE-C0314E4DE846}" type="slidenum">
              <a:rPr lang="zh-CN" altLang="en-US" smtClean="0"/>
              <a:t>4</a:t>
            </a:fld>
            <a:endParaRPr lang="en-US" altLang="zh-CN"/>
          </a:p>
        </p:txBody>
      </p:sp>
      <p:sp>
        <p:nvSpPr>
          <p:cNvPr id="41987" name="Rectangle 2"/>
          <p:cNvSpPr>
            <a:spLocks noGrp="1" noRot="1" noChangeAspect="1" noChangeArrowheads="1" noTextEdit="1"/>
          </p:cNvSpPr>
          <p:nvPr>
            <p:ph type="sldImg"/>
          </p:nvPr>
        </p:nvSpPr>
        <p:spPr/>
      </p:sp>
      <p:sp>
        <p:nvSpPr>
          <p:cNvPr id="419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A40216-6006-43D5-9101-E5761534D214}" type="slidenum">
              <a:rPr lang="zh-CN" altLang="en-US" smtClean="0"/>
              <a:t>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p:sp>
      <p:sp>
        <p:nvSpPr>
          <p:cNvPr id="450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450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8C9261E-7836-4750-8A13-E7A96F31348C}" type="slidenum">
              <a:rPr lang="zh-CN" altLang="en-US" smtClean="0">
                <a:solidFill>
                  <a:srgbClr val="000000"/>
                </a:solidFill>
                <a:latin typeface="Arial" panose="020B0604020202020204" pitchFamily="34" charset="0"/>
              </a:rPr>
              <a:t>6</a:t>
            </a:fld>
            <a:endParaRPr lang="en-US" altLang="zh-CN">
              <a:solidFill>
                <a:srgbClr val="000000"/>
              </a:solidFill>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76B5DFB-BE17-40F8-8EE0-906EF521697B}" type="slidenum">
              <a:rPr lang="zh-CN" altLang="en-US" smtClean="0"/>
              <a:t>7</a:t>
            </a:fld>
            <a:endParaRPr lang="en-US" altLang="zh-CN"/>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p:sp>
      <p:sp>
        <p:nvSpPr>
          <p:cNvPr id="491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491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CA25D7F-A2A4-4FE2-B75E-94FEF95547AD}" type="slidenum">
              <a:rPr lang="zh-CN" altLang="en-US" smtClean="0"/>
              <a:t>8</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336AA53-5149-4C77-AE89-4780EA67D386}" type="slidenum">
              <a:rPr lang="zh-CN" altLang="en-US" smtClean="0"/>
              <a:t>9</a:t>
            </a:fld>
            <a:endParaRPr lang="en-US" altLang="zh-CN"/>
          </a:p>
        </p:txBody>
      </p:sp>
      <p:sp>
        <p:nvSpPr>
          <p:cNvPr id="53251" name="Rectangle 2"/>
          <p:cNvSpPr>
            <a:spLocks noGrp="1" noRot="1" noChangeAspect="1" noChangeArrowheads="1" noTextEdit="1"/>
          </p:cNvSpPr>
          <p:nvPr>
            <p:ph type="sldImg"/>
          </p:nvPr>
        </p:nvSpPr>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楷体_GB2312"/>
              <a:ea typeface="楷体_GB2312"/>
              <a:cs typeface="楷体_GB231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B63A6A0-6498-492C-9466-1090DCC27A3B}" type="slidenum">
              <a:rPr lang="zh-CN" altLang="en-US" smtClean="0"/>
              <a:t>10</a:t>
            </a:fld>
            <a:endParaRPr lang="en-US" altLang="zh-CN"/>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solidFill>
                <a:srgbClr val="333333"/>
              </a:solidFill>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97E2FA6-F9DF-4EB4-9B26-19219CB3F73B}" type="slidenum">
              <a:rPr lang="zh-CN" altLang="en-US" smtClean="0"/>
              <a:t>11</a:t>
            </a:fld>
            <a:endParaRPr lang="en-US" altLang="zh-CN"/>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endParaRPr lang="zh-CN" altLang="en-US" b="1" dirty="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p:sp>
      <p:sp>
        <p:nvSpPr>
          <p:cNvPr id="143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43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ahoma" panose="020B0604030504040204" pitchFamily="34" charset="0"/>
                <a:ea typeface="宋体" panose="02010600030101010101" pitchFamily="2" charset="-122"/>
              </a:defRPr>
            </a:lvl1pPr>
            <a:lvl2pPr marL="742950" indent="-285750">
              <a:defRPr sz="2600">
                <a:solidFill>
                  <a:schemeClr val="tx1"/>
                </a:solidFill>
                <a:latin typeface="Tahoma" panose="020B0604030504040204" pitchFamily="34" charset="0"/>
                <a:ea typeface="宋体" panose="02010600030101010101" pitchFamily="2" charset="-122"/>
              </a:defRPr>
            </a:lvl2pPr>
            <a:lvl3pPr marL="1143000" indent="-228600">
              <a:defRPr sz="2600">
                <a:solidFill>
                  <a:schemeClr val="tx1"/>
                </a:solidFill>
                <a:latin typeface="Tahoma" panose="020B0604030504040204" pitchFamily="34" charset="0"/>
                <a:ea typeface="宋体" panose="02010600030101010101" pitchFamily="2" charset="-122"/>
              </a:defRPr>
            </a:lvl3pPr>
            <a:lvl4pPr marL="1600200" indent="-228600">
              <a:defRPr sz="2600">
                <a:solidFill>
                  <a:schemeClr val="tx1"/>
                </a:solidFill>
                <a:latin typeface="Tahoma" panose="020B0604030504040204" pitchFamily="34" charset="0"/>
                <a:ea typeface="宋体" panose="02010600030101010101" pitchFamily="2" charset="-122"/>
              </a:defRPr>
            </a:lvl4pPr>
            <a:lvl5pPr marL="2057400" indent="-228600">
              <a:defRPr sz="2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9pPr>
          </a:lstStyle>
          <a:p>
            <a:fld id="{5A71A9F7-053A-4B19-ABB2-E6EE0C0D7F06}" type="slidenum">
              <a:rPr lang="en-US" altLang="zh-CN" sz="1200" smtClean="0">
                <a:latin typeface="Times New Roman" panose="02020603050405020304" pitchFamily="18" charset="0"/>
              </a:rPr>
              <a:t>12</a:t>
            </a:fld>
            <a:endParaRPr lang="en-US" altLang="zh-CN" sz="120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p:sp>
      <p:sp>
        <p:nvSpPr>
          <p:cNvPr id="614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p:txBody>
      </p:sp>
      <p:sp>
        <p:nvSpPr>
          <p:cNvPr id="614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230">
              <a:defRPr>
                <a:solidFill>
                  <a:schemeClr val="tx1"/>
                </a:solidFill>
                <a:latin typeface="Tahoma" panose="020B0604030504040204" pitchFamily="34" charset="0"/>
                <a:ea typeface="宋体" panose="02010600030101010101" pitchFamily="2" charset="-122"/>
              </a:defRPr>
            </a:lvl1pPr>
            <a:lvl2pPr marL="741680" indent="-284480" defTabSz="951230">
              <a:defRPr>
                <a:solidFill>
                  <a:schemeClr val="tx1"/>
                </a:solidFill>
                <a:latin typeface="Tahoma" panose="020B0604030504040204" pitchFamily="34" charset="0"/>
                <a:ea typeface="宋体" panose="02010600030101010101" pitchFamily="2" charset="-122"/>
              </a:defRPr>
            </a:lvl2pPr>
            <a:lvl3pPr marL="1141730" indent="-227330" defTabSz="951230">
              <a:defRPr>
                <a:solidFill>
                  <a:schemeClr val="tx1"/>
                </a:solidFill>
                <a:latin typeface="Tahoma" panose="020B0604030504040204" pitchFamily="34" charset="0"/>
                <a:ea typeface="宋体" panose="02010600030101010101" pitchFamily="2" charset="-122"/>
              </a:defRPr>
            </a:lvl3pPr>
            <a:lvl4pPr marL="1598930" indent="-227330" defTabSz="951230">
              <a:defRPr>
                <a:solidFill>
                  <a:schemeClr val="tx1"/>
                </a:solidFill>
                <a:latin typeface="Tahoma" panose="020B0604030504040204" pitchFamily="34" charset="0"/>
                <a:ea typeface="宋体" panose="02010600030101010101" pitchFamily="2" charset="-122"/>
              </a:defRPr>
            </a:lvl4pPr>
            <a:lvl5pPr marL="2056130" indent="-227330" defTabSz="951230">
              <a:defRPr>
                <a:solidFill>
                  <a:schemeClr val="tx1"/>
                </a:solidFill>
                <a:latin typeface="Tahoma" panose="020B0604030504040204" pitchFamily="34" charset="0"/>
                <a:ea typeface="宋体" panose="02010600030101010101" pitchFamily="2" charset="-122"/>
              </a:defRPr>
            </a:lvl5pPr>
            <a:lvl6pPr marL="25133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7FC9B240-326C-44A0-953D-3C73641B5DBF}" type="slidenum">
              <a:rPr lang="zh-CN" altLang="en-US" smtClean="0">
                <a:solidFill>
                  <a:srgbClr val="000000"/>
                </a:solidFill>
              </a:rPr>
              <a:t>13</a:t>
            </a:fld>
            <a:endParaRPr lang="en-US" altLang="zh-CN">
              <a:solidFill>
                <a:srgbClr val="000000"/>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p:sp>
      <p:sp>
        <p:nvSpPr>
          <p:cNvPr id="737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37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A2D3EEB-D535-4D2F-9B77-D21ECCEF96A6}" type="slidenum">
              <a:rPr lang="zh-CN" altLang="en-US" smtClean="0"/>
              <a:t>14</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p:sp>
      <p:sp>
        <p:nvSpPr>
          <p:cNvPr id="634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p:txBody>
      </p:sp>
      <p:sp>
        <p:nvSpPr>
          <p:cNvPr id="634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230">
              <a:defRPr>
                <a:solidFill>
                  <a:schemeClr val="tx1"/>
                </a:solidFill>
                <a:latin typeface="Tahoma" panose="020B0604030504040204" pitchFamily="34" charset="0"/>
                <a:ea typeface="宋体" panose="02010600030101010101" pitchFamily="2" charset="-122"/>
              </a:defRPr>
            </a:lvl1pPr>
            <a:lvl2pPr marL="741680" indent="-284480" defTabSz="951230">
              <a:defRPr>
                <a:solidFill>
                  <a:schemeClr val="tx1"/>
                </a:solidFill>
                <a:latin typeface="Tahoma" panose="020B0604030504040204" pitchFamily="34" charset="0"/>
                <a:ea typeface="宋体" panose="02010600030101010101" pitchFamily="2" charset="-122"/>
              </a:defRPr>
            </a:lvl2pPr>
            <a:lvl3pPr marL="1141730" indent="-227330" defTabSz="951230">
              <a:defRPr>
                <a:solidFill>
                  <a:schemeClr val="tx1"/>
                </a:solidFill>
                <a:latin typeface="Tahoma" panose="020B0604030504040204" pitchFamily="34" charset="0"/>
                <a:ea typeface="宋体" panose="02010600030101010101" pitchFamily="2" charset="-122"/>
              </a:defRPr>
            </a:lvl3pPr>
            <a:lvl4pPr marL="1598930" indent="-227330" defTabSz="951230">
              <a:defRPr>
                <a:solidFill>
                  <a:schemeClr val="tx1"/>
                </a:solidFill>
                <a:latin typeface="Tahoma" panose="020B0604030504040204" pitchFamily="34" charset="0"/>
                <a:ea typeface="宋体" panose="02010600030101010101" pitchFamily="2" charset="-122"/>
              </a:defRPr>
            </a:lvl4pPr>
            <a:lvl5pPr marL="2056130" indent="-227330" defTabSz="951230">
              <a:defRPr>
                <a:solidFill>
                  <a:schemeClr val="tx1"/>
                </a:solidFill>
                <a:latin typeface="Tahoma" panose="020B0604030504040204" pitchFamily="34" charset="0"/>
                <a:ea typeface="宋体" panose="02010600030101010101" pitchFamily="2" charset="-122"/>
              </a:defRPr>
            </a:lvl5pPr>
            <a:lvl6pPr marL="25133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D11E1D0-D7B6-40C6-83AC-842C9803C9F6}" type="slidenum">
              <a:rPr lang="zh-CN" altLang="en-US" smtClean="0">
                <a:solidFill>
                  <a:srgbClr val="000000"/>
                </a:solidFill>
              </a:rPr>
              <a:t>16</a:t>
            </a:fld>
            <a:endParaRPr lang="en-US" altLang="zh-CN">
              <a:solidFill>
                <a:srgbClr val="000000"/>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p:sp>
      <p:sp>
        <p:nvSpPr>
          <p:cNvPr id="655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655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230">
              <a:defRPr>
                <a:solidFill>
                  <a:schemeClr val="tx1"/>
                </a:solidFill>
                <a:latin typeface="Tahoma" panose="020B0604030504040204" pitchFamily="34" charset="0"/>
                <a:ea typeface="宋体" panose="02010600030101010101" pitchFamily="2" charset="-122"/>
              </a:defRPr>
            </a:lvl1pPr>
            <a:lvl2pPr marL="741680" indent="-284480" defTabSz="951230">
              <a:defRPr>
                <a:solidFill>
                  <a:schemeClr val="tx1"/>
                </a:solidFill>
                <a:latin typeface="Tahoma" panose="020B0604030504040204" pitchFamily="34" charset="0"/>
                <a:ea typeface="宋体" panose="02010600030101010101" pitchFamily="2" charset="-122"/>
              </a:defRPr>
            </a:lvl2pPr>
            <a:lvl3pPr marL="1141730" indent="-227330" defTabSz="951230">
              <a:defRPr>
                <a:solidFill>
                  <a:schemeClr val="tx1"/>
                </a:solidFill>
                <a:latin typeface="Tahoma" panose="020B0604030504040204" pitchFamily="34" charset="0"/>
                <a:ea typeface="宋体" panose="02010600030101010101" pitchFamily="2" charset="-122"/>
              </a:defRPr>
            </a:lvl3pPr>
            <a:lvl4pPr marL="1598930" indent="-227330" defTabSz="951230">
              <a:defRPr>
                <a:solidFill>
                  <a:schemeClr val="tx1"/>
                </a:solidFill>
                <a:latin typeface="Tahoma" panose="020B0604030504040204" pitchFamily="34" charset="0"/>
                <a:ea typeface="宋体" panose="02010600030101010101" pitchFamily="2" charset="-122"/>
              </a:defRPr>
            </a:lvl4pPr>
            <a:lvl5pPr marL="2056130" indent="-227330" defTabSz="951230">
              <a:defRPr>
                <a:solidFill>
                  <a:schemeClr val="tx1"/>
                </a:solidFill>
                <a:latin typeface="Tahoma" panose="020B0604030504040204" pitchFamily="34" charset="0"/>
                <a:ea typeface="宋体" panose="02010600030101010101" pitchFamily="2" charset="-122"/>
              </a:defRPr>
            </a:lvl5pPr>
            <a:lvl6pPr marL="25133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78D5CDC-E666-48CA-AFE9-14C342157CE8}" type="slidenum">
              <a:rPr lang="zh-CN" altLang="en-US" smtClean="0"/>
              <a:t>17</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p:sp>
      <p:sp>
        <p:nvSpPr>
          <p:cNvPr id="655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655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230">
              <a:defRPr>
                <a:solidFill>
                  <a:schemeClr val="tx1"/>
                </a:solidFill>
                <a:latin typeface="Tahoma" panose="020B0604030504040204" pitchFamily="34" charset="0"/>
                <a:ea typeface="宋体" panose="02010600030101010101" pitchFamily="2" charset="-122"/>
              </a:defRPr>
            </a:lvl1pPr>
            <a:lvl2pPr marL="741680" indent="-284480" defTabSz="951230">
              <a:defRPr>
                <a:solidFill>
                  <a:schemeClr val="tx1"/>
                </a:solidFill>
                <a:latin typeface="Tahoma" panose="020B0604030504040204" pitchFamily="34" charset="0"/>
                <a:ea typeface="宋体" panose="02010600030101010101" pitchFamily="2" charset="-122"/>
              </a:defRPr>
            </a:lvl2pPr>
            <a:lvl3pPr marL="1141730" indent="-227330" defTabSz="951230">
              <a:defRPr>
                <a:solidFill>
                  <a:schemeClr val="tx1"/>
                </a:solidFill>
                <a:latin typeface="Tahoma" panose="020B0604030504040204" pitchFamily="34" charset="0"/>
                <a:ea typeface="宋体" panose="02010600030101010101" pitchFamily="2" charset="-122"/>
              </a:defRPr>
            </a:lvl3pPr>
            <a:lvl4pPr marL="1598930" indent="-227330" defTabSz="951230">
              <a:defRPr>
                <a:solidFill>
                  <a:schemeClr val="tx1"/>
                </a:solidFill>
                <a:latin typeface="Tahoma" panose="020B0604030504040204" pitchFamily="34" charset="0"/>
                <a:ea typeface="宋体" panose="02010600030101010101" pitchFamily="2" charset="-122"/>
              </a:defRPr>
            </a:lvl4pPr>
            <a:lvl5pPr marL="2056130" indent="-227330" defTabSz="951230">
              <a:defRPr>
                <a:solidFill>
                  <a:schemeClr val="tx1"/>
                </a:solidFill>
                <a:latin typeface="Tahoma" panose="020B0604030504040204" pitchFamily="34" charset="0"/>
                <a:ea typeface="宋体" panose="02010600030101010101" pitchFamily="2" charset="-122"/>
              </a:defRPr>
            </a:lvl5pPr>
            <a:lvl6pPr marL="25133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78D5CDC-E666-48CA-AFE9-14C342157CE8}" type="slidenum">
              <a:rPr lang="zh-CN" altLang="en-US" smtClean="0"/>
              <a:t>18</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p:sp>
      <p:sp>
        <p:nvSpPr>
          <p:cNvPr id="675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675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230">
              <a:defRPr>
                <a:solidFill>
                  <a:schemeClr val="tx1"/>
                </a:solidFill>
                <a:latin typeface="Tahoma" panose="020B0604030504040204" pitchFamily="34" charset="0"/>
                <a:ea typeface="宋体" panose="02010600030101010101" pitchFamily="2" charset="-122"/>
              </a:defRPr>
            </a:lvl1pPr>
            <a:lvl2pPr marL="741680" indent="-284480" defTabSz="951230">
              <a:defRPr>
                <a:solidFill>
                  <a:schemeClr val="tx1"/>
                </a:solidFill>
                <a:latin typeface="Tahoma" panose="020B0604030504040204" pitchFamily="34" charset="0"/>
                <a:ea typeface="宋体" panose="02010600030101010101" pitchFamily="2" charset="-122"/>
              </a:defRPr>
            </a:lvl2pPr>
            <a:lvl3pPr marL="1141730" indent="-227330" defTabSz="951230">
              <a:defRPr>
                <a:solidFill>
                  <a:schemeClr val="tx1"/>
                </a:solidFill>
                <a:latin typeface="Tahoma" panose="020B0604030504040204" pitchFamily="34" charset="0"/>
                <a:ea typeface="宋体" panose="02010600030101010101" pitchFamily="2" charset="-122"/>
              </a:defRPr>
            </a:lvl3pPr>
            <a:lvl4pPr marL="1598930" indent="-227330" defTabSz="951230">
              <a:defRPr>
                <a:solidFill>
                  <a:schemeClr val="tx1"/>
                </a:solidFill>
                <a:latin typeface="Tahoma" panose="020B0604030504040204" pitchFamily="34" charset="0"/>
                <a:ea typeface="宋体" panose="02010600030101010101" pitchFamily="2" charset="-122"/>
              </a:defRPr>
            </a:lvl4pPr>
            <a:lvl5pPr marL="2056130" indent="-227330" defTabSz="951230">
              <a:defRPr>
                <a:solidFill>
                  <a:schemeClr val="tx1"/>
                </a:solidFill>
                <a:latin typeface="Tahoma" panose="020B0604030504040204" pitchFamily="34" charset="0"/>
                <a:ea typeface="宋体" panose="02010600030101010101" pitchFamily="2" charset="-122"/>
              </a:defRPr>
            </a:lvl5pPr>
            <a:lvl6pPr marL="25133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686A485-958D-4CC3-AA51-2A020EA09436}" type="slidenum">
              <a:rPr lang="zh-CN" altLang="en-US" smtClean="0"/>
              <a:t>19</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p:sp>
      <p:sp>
        <p:nvSpPr>
          <p:cNvPr id="696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696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230">
              <a:defRPr>
                <a:solidFill>
                  <a:schemeClr val="tx1"/>
                </a:solidFill>
                <a:latin typeface="Tahoma" panose="020B0604030504040204" pitchFamily="34" charset="0"/>
                <a:ea typeface="宋体" panose="02010600030101010101" pitchFamily="2" charset="-122"/>
              </a:defRPr>
            </a:lvl1pPr>
            <a:lvl2pPr marL="741680" indent="-284480" defTabSz="951230">
              <a:defRPr>
                <a:solidFill>
                  <a:schemeClr val="tx1"/>
                </a:solidFill>
                <a:latin typeface="Tahoma" panose="020B0604030504040204" pitchFamily="34" charset="0"/>
                <a:ea typeface="宋体" panose="02010600030101010101" pitchFamily="2" charset="-122"/>
              </a:defRPr>
            </a:lvl2pPr>
            <a:lvl3pPr marL="1141730" indent="-227330" defTabSz="951230">
              <a:defRPr>
                <a:solidFill>
                  <a:schemeClr val="tx1"/>
                </a:solidFill>
                <a:latin typeface="Tahoma" panose="020B0604030504040204" pitchFamily="34" charset="0"/>
                <a:ea typeface="宋体" panose="02010600030101010101" pitchFamily="2" charset="-122"/>
              </a:defRPr>
            </a:lvl3pPr>
            <a:lvl4pPr marL="1598930" indent="-227330" defTabSz="951230">
              <a:defRPr>
                <a:solidFill>
                  <a:schemeClr val="tx1"/>
                </a:solidFill>
                <a:latin typeface="Tahoma" panose="020B0604030504040204" pitchFamily="34" charset="0"/>
                <a:ea typeface="宋体" panose="02010600030101010101" pitchFamily="2" charset="-122"/>
              </a:defRPr>
            </a:lvl4pPr>
            <a:lvl5pPr marL="2056130" indent="-227330" defTabSz="951230">
              <a:defRPr>
                <a:solidFill>
                  <a:schemeClr val="tx1"/>
                </a:solidFill>
                <a:latin typeface="Tahoma" panose="020B0604030504040204" pitchFamily="34" charset="0"/>
                <a:ea typeface="宋体" panose="02010600030101010101" pitchFamily="2" charset="-122"/>
              </a:defRPr>
            </a:lvl5pPr>
            <a:lvl6pPr marL="25133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F8B4EF7-C9D1-4A17-879B-E33D51F97E2E}" type="slidenum">
              <a:rPr lang="zh-CN" altLang="en-US" smtClean="0"/>
              <a:t>20</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A40216-6006-43D5-9101-E5761534D214}" type="slidenum">
              <a:rPr lang="zh-CN" altLang="en-US" smtClean="0"/>
              <a:t>21</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A40216-6006-43D5-9101-E5761534D214}" type="slidenum">
              <a:rPr lang="zh-CN" altLang="en-US" smtClean="0"/>
              <a:t>22</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endParaRPr lang="zh-CN" altLang="en-US" dirty="0">
              <a:latin typeface="Arial" panose="020B0604020202020204" pitchFamily="34" charset="0"/>
            </a:endParaRPr>
          </a:p>
        </p:txBody>
      </p:sp>
      <p:sp>
        <p:nvSpPr>
          <p:cNvPr id="7168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EBBD134-5BCE-4D9D-820D-52BA1E17FA7F}" type="slidenum">
              <a:rPr lang="zh-CN" altLang="en-US" smtClean="0"/>
              <a:t>23</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A40216-6006-43D5-9101-E5761534D214}" type="slidenum">
              <a:rPr lang="zh-CN" altLang="en-US" smtClean="0"/>
              <a:t>24</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p:sp>
      <p:sp>
        <p:nvSpPr>
          <p:cNvPr id="768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楷体" panose="02010609060101010101" pitchFamily="49" charset="-122"/>
              <a:ea typeface="楷体" panose="02010609060101010101" pitchFamily="49" charset="-122"/>
            </a:endParaRPr>
          </a:p>
        </p:txBody>
      </p:sp>
      <p:sp>
        <p:nvSpPr>
          <p:cNvPr id="768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8ABE72E-F5EF-4F6C-9F01-431A1E75D3F0}" type="slidenum">
              <a:rPr lang="zh-CN" altLang="en-US" smtClean="0"/>
              <a:t>25</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p:sp>
      <p:sp>
        <p:nvSpPr>
          <p:cNvPr id="788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788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D00230B-7EF5-43A5-9578-525B5AC89554}" type="slidenum">
              <a:rPr lang="zh-CN" altLang="en-US" smtClean="0"/>
              <a:t>26</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p:sp>
      <p:sp>
        <p:nvSpPr>
          <p:cNvPr id="819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819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1D0D378-7454-49EF-8E5A-C6BA88CC0665}" type="slidenum">
              <a:rPr lang="zh-CN" altLang="en-US" smtClean="0">
                <a:solidFill>
                  <a:srgbClr val="000000"/>
                </a:solidFill>
              </a:rPr>
              <a:t>28</a:t>
            </a:fld>
            <a:endParaRPr lang="en-US" altLang="zh-CN">
              <a:solidFill>
                <a:srgbClr val="000000"/>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4815CAC-A729-4621-BAD2-50ECE619FCAD}" type="slidenum">
              <a:rPr lang="zh-CN" altLang="en-US" smtClean="0">
                <a:solidFill>
                  <a:srgbClr val="000000"/>
                </a:solidFill>
              </a:rPr>
              <a:t>29</a:t>
            </a:fld>
            <a:endParaRPr lang="en-US" altLang="zh-CN">
              <a:solidFill>
                <a:srgbClr val="000000"/>
              </a:solidFill>
            </a:endParaRPr>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3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60D0BFF-D948-41A8-ABD4-99302DE41FAF}" type="slidenum">
              <a:rPr lang="zh-CN" altLang="en-US" smtClean="0"/>
              <a:t>30</a:t>
            </a:fld>
            <a:endParaRPr lang="en-US" altLang="zh-CN"/>
          </a:p>
        </p:txBody>
      </p:sp>
      <p:sp>
        <p:nvSpPr>
          <p:cNvPr id="86019" name="Rectangle 2"/>
          <p:cNvSpPr>
            <a:spLocks noGrp="1" noRot="1" noChangeAspect="1" noChangeArrowheads="1" noTextEdit="1"/>
          </p:cNvSpPr>
          <p:nvPr>
            <p:ph type="sldImg"/>
          </p:nvPr>
        </p:nvSpPr>
        <p:spPr/>
      </p:sp>
      <p:sp>
        <p:nvSpPr>
          <p:cNvPr id="860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p:sp>
      <p:sp>
        <p:nvSpPr>
          <p:cNvPr id="880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880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8B0B90F9-D69C-4143-BC37-9080E1029814}" type="slidenum">
              <a:rPr lang="zh-CN" altLang="en-US" smtClean="0"/>
              <a:t>31</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a:defRPr>
                <a:solidFill>
                  <a:schemeClr val="tx1"/>
                </a:solidFill>
                <a:latin typeface="Tahoma" panose="020B0604030504040204" pitchFamily="34" charset="0"/>
                <a:ea typeface="宋体" panose="02010600030101010101" pitchFamily="2" charset="-122"/>
              </a:defRPr>
            </a:lvl1pPr>
            <a:lvl2pPr marL="741680" indent="-284480" defTabSz="952500">
              <a:defRPr>
                <a:solidFill>
                  <a:schemeClr val="tx1"/>
                </a:solidFill>
                <a:latin typeface="Tahoma" panose="020B0604030504040204" pitchFamily="34" charset="0"/>
                <a:ea typeface="宋体" panose="02010600030101010101" pitchFamily="2" charset="-122"/>
              </a:defRPr>
            </a:lvl2pPr>
            <a:lvl3pPr marL="1141730" indent="-227330" defTabSz="952500">
              <a:defRPr>
                <a:solidFill>
                  <a:schemeClr val="tx1"/>
                </a:solidFill>
                <a:latin typeface="Tahoma" panose="020B0604030504040204" pitchFamily="34" charset="0"/>
                <a:ea typeface="宋体" panose="02010600030101010101" pitchFamily="2" charset="-122"/>
              </a:defRPr>
            </a:lvl3pPr>
            <a:lvl4pPr marL="1598930" indent="-227330" defTabSz="952500">
              <a:defRPr>
                <a:solidFill>
                  <a:schemeClr val="tx1"/>
                </a:solidFill>
                <a:latin typeface="Tahoma" panose="020B0604030504040204" pitchFamily="34" charset="0"/>
                <a:ea typeface="宋体" panose="02010600030101010101" pitchFamily="2" charset="-122"/>
              </a:defRPr>
            </a:lvl4pPr>
            <a:lvl5pPr marL="2056130" indent="-227330" defTabSz="952500">
              <a:defRPr>
                <a:solidFill>
                  <a:schemeClr val="tx1"/>
                </a:solidFill>
                <a:latin typeface="Tahoma" panose="020B0604030504040204" pitchFamily="34" charset="0"/>
                <a:ea typeface="宋体" panose="02010600030101010101" pitchFamily="2" charset="-122"/>
              </a:defRPr>
            </a:lvl5pPr>
            <a:lvl6pPr marL="2513330" indent="-22733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AEC9CCD-BAB4-4CD5-869F-73270D3CCD46}" type="slidenum">
              <a:rPr lang="zh-CN" altLang="en-US" smtClean="0"/>
              <a:t>32</a:t>
            </a:fld>
            <a:endParaRPr lang="en-US" altLang="zh-CN"/>
          </a:p>
        </p:txBody>
      </p:sp>
      <p:sp>
        <p:nvSpPr>
          <p:cNvPr id="90115" name="Rectangle 2"/>
          <p:cNvSpPr>
            <a:spLocks noGrp="1" noRot="1" noChangeAspect="1" noChangeArrowheads="1" noTextEdit="1"/>
          </p:cNvSpPr>
          <p:nvPr>
            <p:ph type="sldImg"/>
          </p:nvPr>
        </p:nvSpPr>
        <p:spPr/>
      </p:sp>
      <p:sp>
        <p:nvSpPr>
          <p:cNvPr id="901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67587" name="备注占位符 2"/>
          <p:cNvSpPr>
            <a:spLocks noGrp="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ltLang="zh-CN" dirty="0">
              <a:latin typeface="楷体" panose="02010609060101010101" pitchFamily="49" charset="-122"/>
              <a:cs typeface="Times New Roman" panose="02020603050405020304" pitchFamily="18" charset="0"/>
            </a:endParaRPr>
          </a:p>
        </p:txBody>
      </p:sp>
      <p:sp>
        <p:nvSpPr>
          <p:cNvPr id="921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898FF01-2EF9-4BE5-B091-DD11420397D1}" type="slidenum">
              <a:rPr lang="zh-CN" altLang="en-US" smtClean="0">
                <a:solidFill>
                  <a:srgbClr val="000000"/>
                </a:solidFill>
              </a:rPr>
              <a:t>33</a:t>
            </a:fld>
            <a:endParaRPr lang="en-US" altLang="zh-CN">
              <a:solidFill>
                <a:srgbClr val="000000"/>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p:sp>
      <p:sp>
        <p:nvSpPr>
          <p:cNvPr id="942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z="2800" i="0" dirty="0">
              <a:latin typeface="Arial" panose="020B0604020202020204" pitchFamily="34" charset="0"/>
              <a:cs typeface="Times New Roman" panose="02020603050405020304" pitchFamily="18" charset="0"/>
            </a:endParaRPr>
          </a:p>
        </p:txBody>
      </p:sp>
      <p:sp>
        <p:nvSpPr>
          <p:cNvPr id="942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0E7C1DE-7080-4928-B1F9-8CDCC4A6FD3A}" type="slidenum">
              <a:rPr lang="zh-CN" altLang="en-US" smtClean="0"/>
              <a:t>34</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p:sp>
      <p:sp>
        <p:nvSpPr>
          <p:cNvPr id="962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a typeface="楷体_GB2312"/>
              <a:cs typeface="楷体_GB2312"/>
            </a:endParaRPr>
          </a:p>
        </p:txBody>
      </p:sp>
      <p:sp>
        <p:nvSpPr>
          <p:cNvPr id="962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3076D9A-B3C7-4AEE-936C-9F6EAF87B10B}" type="slidenum">
              <a:rPr lang="zh-CN" altLang="en-US" smtClean="0"/>
              <a:t>35</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p:sp>
      <p:sp>
        <p:nvSpPr>
          <p:cNvPr id="942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z="2800" i="0" dirty="0">
              <a:latin typeface="Arial" panose="020B0604020202020204" pitchFamily="34" charset="0"/>
              <a:cs typeface="Times New Roman" panose="02020603050405020304" pitchFamily="18" charset="0"/>
            </a:endParaRPr>
          </a:p>
        </p:txBody>
      </p:sp>
      <p:sp>
        <p:nvSpPr>
          <p:cNvPr id="942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0E7C1DE-7080-4928-B1F9-8CDCC4A6FD3A}" type="slidenum">
              <a:rPr lang="zh-CN" altLang="en-US" smtClean="0"/>
              <a:t>36</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p:sp>
      <p:sp>
        <p:nvSpPr>
          <p:cNvPr id="983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983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6B7D6DC-0C80-4691-8E84-35EC76B75B3E}" type="slidenum">
              <a:rPr lang="zh-CN" altLang="en-US" smtClean="0"/>
              <a:t>37</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a:defRPr>
                <a:solidFill>
                  <a:schemeClr val="tx1"/>
                </a:solidFill>
                <a:latin typeface="Tahoma" panose="020B0604030504040204" pitchFamily="34" charset="0"/>
                <a:ea typeface="宋体" panose="02010600030101010101" pitchFamily="2" charset="-122"/>
              </a:defRPr>
            </a:lvl1pPr>
            <a:lvl2pPr marL="741680" indent="-284480" defTabSz="952500">
              <a:defRPr>
                <a:solidFill>
                  <a:schemeClr val="tx1"/>
                </a:solidFill>
                <a:latin typeface="Tahoma" panose="020B0604030504040204" pitchFamily="34" charset="0"/>
                <a:ea typeface="宋体" panose="02010600030101010101" pitchFamily="2" charset="-122"/>
              </a:defRPr>
            </a:lvl2pPr>
            <a:lvl3pPr marL="1141730" indent="-227330" defTabSz="952500">
              <a:defRPr>
                <a:solidFill>
                  <a:schemeClr val="tx1"/>
                </a:solidFill>
                <a:latin typeface="Tahoma" panose="020B0604030504040204" pitchFamily="34" charset="0"/>
                <a:ea typeface="宋体" panose="02010600030101010101" pitchFamily="2" charset="-122"/>
              </a:defRPr>
            </a:lvl3pPr>
            <a:lvl4pPr marL="1598930" indent="-227330" defTabSz="952500">
              <a:defRPr>
                <a:solidFill>
                  <a:schemeClr val="tx1"/>
                </a:solidFill>
                <a:latin typeface="Tahoma" panose="020B0604030504040204" pitchFamily="34" charset="0"/>
                <a:ea typeface="宋体" panose="02010600030101010101" pitchFamily="2" charset="-122"/>
              </a:defRPr>
            </a:lvl4pPr>
            <a:lvl5pPr marL="2056130" indent="-227330" defTabSz="952500">
              <a:defRPr>
                <a:solidFill>
                  <a:schemeClr val="tx1"/>
                </a:solidFill>
                <a:latin typeface="Tahoma" panose="020B0604030504040204" pitchFamily="34" charset="0"/>
                <a:ea typeface="宋体" panose="02010600030101010101" pitchFamily="2" charset="-122"/>
              </a:defRPr>
            </a:lvl5pPr>
            <a:lvl6pPr marL="2513330" indent="-22733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8C34F63-A600-48B4-9CD0-78F0284C7611}" type="slidenum">
              <a:rPr lang="zh-CN" altLang="en-US" smtClean="0">
                <a:solidFill>
                  <a:srgbClr val="000000"/>
                </a:solidFill>
              </a:rPr>
              <a:t>38</a:t>
            </a:fld>
            <a:endParaRPr lang="en-US" altLang="zh-CN">
              <a:solidFill>
                <a:srgbClr val="000000"/>
              </a:solidFill>
            </a:endParaRPr>
          </a:p>
        </p:txBody>
      </p:sp>
      <p:sp>
        <p:nvSpPr>
          <p:cNvPr id="100355" name="Rectangle 2"/>
          <p:cNvSpPr>
            <a:spLocks noGrp="1" noRot="1" noChangeAspect="1" noChangeArrowheads="1" noTextEdit="1"/>
          </p:cNvSpPr>
          <p:nvPr>
            <p:ph type="sldImg"/>
          </p:nvPr>
        </p:nvSpPr>
        <p:spPr/>
      </p:sp>
      <p:sp>
        <p:nvSpPr>
          <p:cNvPr id="1003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p:sp>
      <p:sp>
        <p:nvSpPr>
          <p:cNvPr id="1024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endParaRPr lang="en-US" altLang="zh-CN" sz="1800" b="1" dirty="0">
              <a:latin typeface="Arial" panose="020B0604020202020204" pitchFamily="34" charset="0"/>
            </a:endParaRPr>
          </a:p>
        </p:txBody>
      </p:sp>
      <p:sp>
        <p:nvSpPr>
          <p:cNvPr id="1024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795AC8C-ED61-491B-9790-5384D6CD1A3F}" type="slidenum">
              <a:rPr lang="zh-CN" altLang="en-US" smtClean="0"/>
              <a:t>39</a:t>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p:sp>
      <p:sp>
        <p:nvSpPr>
          <p:cNvPr id="1064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b="1" dirty="0">
              <a:latin typeface="Arial" panose="020B0604020202020204" pitchFamily="34" charset="0"/>
            </a:endParaRPr>
          </a:p>
        </p:txBody>
      </p:sp>
      <p:sp>
        <p:nvSpPr>
          <p:cNvPr id="1065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6080302-128C-43D1-BBC8-3DF47AE2860E}" type="slidenum">
              <a:rPr lang="zh-CN" altLang="en-US" smtClean="0"/>
              <a:t>41</a:t>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p:sp>
      <p:sp>
        <p:nvSpPr>
          <p:cNvPr id="1085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085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F944B4B-9F7A-4109-A5C0-2EAD61F82F27}" type="slidenum">
              <a:rPr lang="zh-CN" altLang="en-US" smtClean="0"/>
              <a:t>42</a:t>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48AB59C-3772-4528-BD06-3987598F9920}" type="slidenum">
              <a:rPr lang="zh-CN" altLang="en-US" smtClean="0"/>
              <a:t>43</a:t>
            </a:fld>
            <a:endParaRPr lang="en-US" altLang="zh-CN"/>
          </a:p>
        </p:txBody>
      </p:sp>
      <p:sp>
        <p:nvSpPr>
          <p:cNvPr id="110595" name="Rectangle 2"/>
          <p:cNvSpPr>
            <a:spLocks noGrp="1" noRot="1" noChangeAspect="1" noChangeArrowheads="1" noTextEdit="1"/>
          </p:cNvSpPr>
          <p:nvPr>
            <p:ph type="sldImg"/>
          </p:nvPr>
        </p:nvSpPr>
        <p:spPr/>
      </p:sp>
      <p:sp>
        <p:nvSpPr>
          <p:cNvPr id="1105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FCF1069-BC89-4788-AE93-2457C7FE3EC2}" type="slidenum">
              <a:rPr lang="zh-CN" altLang="en-US" smtClean="0"/>
              <a:t>44</a:t>
            </a:fld>
            <a:endParaRPr lang="en-US" altLang="zh-CN"/>
          </a:p>
        </p:txBody>
      </p:sp>
      <p:sp>
        <p:nvSpPr>
          <p:cNvPr id="112643" name="Rectangle 2"/>
          <p:cNvSpPr>
            <a:spLocks noGrp="1" noRot="1" noChangeAspect="1" noChangeArrowheads="1" noTextEdit="1"/>
          </p:cNvSpPr>
          <p:nvPr>
            <p:ph type="sldImg"/>
          </p:nvPr>
        </p:nvSpPr>
        <p:spPr>
          <a:xfrm>
            <a:off x="233363" y="730250"/>
            <a:ext cx="6415087" cy="3608388"/>
          </a:xfrm>
          <a:ln w="12700" cap="flat">
            <a:solidFill>
              <a:schemeClr val="tx1"/>
            </a:solidFill>
          </a:ln>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078" tIns="48038" rIns="96078" bIns="48038"/>
          <a:lstStyle/>
          <a:p>
            <a:pPr eaLnBrk="1" hangingPunct="1"/>
            <a:endParaRPr lang="en-US" altLang="zh-CN" dirty="0">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DBDCD45-2180-488E-BD8B-7E77F8002A4C}" type="slidenum">
              <a:rPr lang="zh-CN" altLang="en-US" smtClean="0"/>
              <a:t>47</a:t>
            </a:fld>
            <a:endParaRPr lang="en-US" altLang="zh-CN"/>
          </a:p>
        </p:txBody>
      </p:sp>
      <p:sp>
        <p:nvSpPr>
          <p:cNvPr id="114691" name="Rectangle 2"/>
          <p:cNvSpPr>
            <a:spLocks noGrp="1" noRot="1" noChangeAspect="1" noChangeArrowheads="1" noTextEdit="1"/>
          </p:cNvSpPr>
          <p:nvPr>
            <p:ph type="sldImg"/>
          </p:nvPr>
        </p:nvSpPr>
        <p:spPr/>
      </p:sp>
      <p:sp>
        <p:nvSpPr>
          <p:cNvPr id="1146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latin typeface="楷体_GB2312"/>
              <a:ea typeface="楷体_GB2312"/>
              <a:cs typeface="楷体_GB231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p:sp>
      <p:sp>
        <p:nvSpPr>
          <p:cNvPr id="1167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167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8B6B75D-B6CA-4D25-B80E-FAE8C08A876F}" type="slidenum">
              <a:rPr lang="zh-CN" altLang="en-US" smtClean="0"/>
              <a:t>48</a:t>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p:sp>
      <p:sp>
        <p:nvSpPr>
          <p:cNvPr id="1187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187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230">
              <a:defRPr>
                <a:solidFill>
                  <a:schemeClr val="tx1"/>
                </a:solidFill>
                <a:latin typeface="Tahoma" panose="020B0604030504040204" pitchFamily="34" charset="0"/>
                <a:ea typeface="宋体" panose="02010600030101010101" pitchFamily="2" charset="-122"/>
              </a:defRPr>
            </a:lvl1pPr>
            <a:lvl2pPr marL="741680" indent="-284480" defTabSz="951230">
              <a:defRPr>
                <a:solidFill>
                  <a:schemeClr val="tx1"/>
                </a:solidFill>
                <a:latin typeface="Tahoma" panose="020B0604030504040204" pitchFamily="34" charset="0"/>
                <a:ea typeface="宋体" panose="02010600030101010101" pitchFamily="2" charset="-122"/>
              </a:defRPr>
            </a:lvl2pPr>
            <a:lvl3pPr marL="1141730" indent="-227330" defTabSz="951230">
              <a:defRPr>
                <a:solidFill>
                  <a:schemeClr val="tx1"/>
                </a:solidFill>
                <a:latin typeface="Tahoma" panose="020B0604030504040204" pitchFamily="34" charset="0"/>
                <a:ea typeface="宋体" panose="02010600030101010101" pitchFamily="2" charset="-122"/>
              </a:defRPr>
            </a:lvl3pPr>
            <a:lvl4pPr marL="1598930" indent="-227330" defTabSz="951230">
              <a:defRPr>
                <a:solidFill>
                  <a:schemeClr val="tx1"/>
                </a:solidFill>
                <a:latin typeface="Tahoma" panose="020B0604030504040204" pitchFamily="34" charset="0"/>
                <a:ea typeface="宋体" panose="02010600030101010101" pitchFamily="2" charset="-122"/>
              </a:defRPr>
            </a:lvl4pPr>
            <a:lvl5pPr marL="2056130" indent="-227330" defTabSz="951230">
              <a:defRPr>
                <a:solidFill>
                  <a:schemeClr val="tx1"/>
                </a:solidFill>
                <a:latin typeface="Tahoma" panose="020B0604030504040204" pitchFamily="34" charset="0"/>
                <a:ea typeface="宋体" panose="02010600030101010101" pitchFamily="2" charset="-122"/>
              </a:defRPr>
            </a:lvl5pPr>
            <a:lvl6pPr marL="25133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7DC7988-FC79-475F-96C5-793E48AD2A49}" type="slidenum">
              <a:rPr lang="zh-CN" altLang="en-US" smtClean="0"/>
              <a:t>49</a:t>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p:sp>
      <p:sp>
        <p:nvSpPr>
          <p:cNvPr id="1208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dirty="0">
              <a:latin typeface="Arial" panose="020B0604020202020204" pitchFamily="34" charset="0"/>
            </a:endParaRPr>
          </a:p>
        </p:txBody>
      </p:sp>
      <p:sp>
        <p:nvSpPr>
          <p:cNvPr id="1208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230">
              <a:defRPr>
                <a:solidFill>
                  <a:schemeClr val="tx1"/>
                </a:solidFill>
                <a:latin typeface="Tahoma" panose="020B0604030504040204" pitchFamily="34" charset="0"/>
                <a:ea typeface="宋体" panose="02010600030101010101" pitchFamily="2" charset="-122"/>
              </a:defRPr>
            </a:lvl1pPr>
            <a:lvl2pPr marL="741680" indent="-284480" defTabSz="951230">
              <a:defRPr>
                <a:solidFill>
                  <a:schemeClr val="tx1"/>
                </a:solidFill>
                <a:latin typeface="Tahoma" panose="020B0604030504040204" pitchFamily="34" charset="0"/>
                <a:ea typeface="宋体" panose="02010600030101010101" pitchFamily="2" charset="-122"/>
              </a:defRPr>
            </a:lvl2pPr>
            <a:lvl3pPr marL="1141730" indent="-227330" defTabSz="951230">
              <a:defRPr>
                <a:solidFill>
                  <a:schemeClr val="tx1"/>
                </a:solidFill>
                <a:latin typeface="Tahoma" panose="020B0604030504040204" pitchFamily="34" charset="0"/>
                <a:ea typeface="宋体" panose="02010600030101010101" pitchFamily="2" charset="-122"/>
              </a:defRPr>
            </a:lvl3pPr>
            <a:lvl4pPr marL="1598930" indent="-227330" defTabSz="951230">
              <a:defRPr>
                <a:solidFill>
                  <a:schemeClr val="tx1"/>
                </a:solidFill>
                <a:latin typeface="Tahoma" panose="020B0604030504040204" pitchFamily="34" charset="0"/>
                <a:ea typeface="宋体" panose="02010600030101010101" pitchFamily="2" charset="-122"/>
              </a:defRPr>
            </a:lvl4pPr>
            <a:lvl5pPr marL="2056130" indent="-227330" defTabSz="951230">
              <a:defRPr>
                <a:solidFill>
                  <a:schemeClr val="tx1"/>
                </a:solidFill>
                <a:latin typeface="Tahoma" panose="020B0604030504040204" pitchFamily="34" charset="0"/>
                <a:ea typeface="宋体" panose="02010600030101010101" pitchFamily="2" charset="-122"/>
              </a:defRPr>
            </a:lvl5pPr>
            <a:lvl6pPr marL="25133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6ABFA6F-AC13-455A-BBE3-D4B295049E07}" type="slidenum">
              <a:rPr lang="zh-CN" altLang="en-US" smtClean="0">
                <a:solidFill>
                  <a:srgbClr val="000000"/>
                </a:solidFill>
              </a:rPr>
              <a:t>50</a:t>
            </a:fld>
            <a:endParaRPr lang="en-US" altLang="zh-CN">
              <a:solidFill>
                <a:srgbClr val="000000"/>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p:sp>
      <p:sp>
        <p:nvSpPr>
          <p:cNvPr id="1228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2288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230">
              <a:defRPr>
                <a:solidFill>
                  <a:schemeClr val="tx1"/>
                </a:solidFill>
                <a:latin typeface="Tahoma" panose="020B0604030504040204" pitchFamily="34" charset="0"/>
                <a:ea typeface="宋体" panose="02010600030101010101" pitchFamily="2" charset="-122"/>
              </a:defRPr>
            </a:lvl1pPr>
            <a:lvl2pPr marL="741680" indent="-284480" defTabSz="951230">
              <a:defRPr>
                <a:solidFill>
                  <a:schemeClr val="tx1"/>
                </a:solidFill>
                <a:latin typeface="Tahoma" panose="020B0604030504040204" pitchFamily="34" charset="0"/>
                <a:ea typeface="宋体" panose="02010600030101010101" pitchFamily="2" charset="-122"/>
              </a:defRPr>
            </a:lvl2pPr>
            <a:lvl3pPr marL="1141730" indent="-227330" defTabSz="951230">
              <a:defRPr>
                <a:solidFill>
                  <a:schemeClr val="tx1"/>
                </a:solidFill>
                <a:latin typeface="Tahoma" panose="020B0604030504040204" pitchFamily="34" charset="0"/>
                <a:ea typeface="宋体" panose="02010600030101010101" pitchFamily="2" charset="-122"/>
              </a:defRPr>
            </a:lvl3pPr>
            <a:lvl4pPr marL="1598930" indent="-227330" defTabSz="951230">
              <a:defRPr>
                <a:solidFill>
                  <a:schemeClr val="tx1"/>
                </a:solidFill>
                <a:latin typeface="Tahoma" panose="020B0604030504040204" pitchFamily="34" charset="0"/>
                <a:ea typeface="宋体" panose="02010600030101010101" pitchFamily="2" charset="-122"/>
              </a:defRPr>
            </a:lvl4pPr>
            <a:lvl5pPr marL="2056130" indent="-227330" defTabSz="951230">
              <a:defRPr>
                <a:solidFill>
                  <a:schemeClr val="tx1"/>
                </a:solidFill>
                <a:latin typeface="Tahoma" panose="020B0604030504040204" pitchFamily="34" charset="0"/>
                <a:ea typeface="宋体" panose="02010600030101010101" pitchFamily="2" charset="-122"/>
              </a:defRPr>
            </a:lvl5pPr>
            <a:lvl6pPr marL="25133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9671FDD-6F7A-4A37-8FF0-204BF054216B}" type="slidenum">
              <a:rPr lang="zh-CN" altLang="en-US" smtClean="0"/>
              <a:t>51</a:t>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p:sp>
      <p:sp>
        <p:nvSpPr>
          <p:cNvPr id="1249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dirty="0">
              <a:latin typeface="Arial" panose="020B0604020202020204" pitchFamily="34" charset="0"/>
            </a:endParaRPr>
          </a:p>
        </p:txBody>
      </p:sp>
      <p:sp>
        <p:nvSpPr>
          <p:cNvPr id="1249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230">
              <a:defRPr>
                <a:solidFill>
                  <a:schemeClr val="tx1"/>
                </a:solidFill>
                <a:latin typeface="Tahoma" panose="020B0604030504040204" pitchFamily="34" charset="0"/>
                <a:ea typeface="宋体" panose="02010600030101010101" pitchFamily="2" charset="-122"/>
              </a:defRPr>
            </a:lvl1pPr>
            <a:lvl2pPr marL="742950" indent="-285750" defTabSz="951230">
              <a:defRPr>
                <a:solidFill>
                  <a:schemeClr val="tx1"/>
                </a:solidFill>
                <a:latin typeface="Tahoma" panose="020B0604030504040204" pitchFamily="34" charset="0"/>
                <a:ea typeface="宋体" panose="02010600030101010101" pitchFamily="2" charset="-122"/>
              </a:defRPr>
            </a:lvl2pPr>
            <a:lvl3pPr marL="1143000" indent="-228600" defTabSz="951230">
              <a:defRPr>
                <a:solidFill>
                  <a:schemeClr val="tx1"/>
                </a:solidFill>
                <a:latin typeface="Tahoma" panose="020B0604030504040204" pitchFamily="34" charset="0"/>
                <a:ea typeface="宋体" panose="02010600030101010101" pitchFamily="2" charset="-122"/>
              </a:defRPr>
            </a:lvl3pPr>
            <a:lvl4pPr marL="1600200" indent="-228600" defTabSz="951230">
              <a:defRPr>
                <a:solidFill>
                  <a:schemeClr val="tx1"/>
                </a:solidFill>
                <a:latin typeface="Tahoma" panose="020B0604030504040204" pitchFamily="34" charset="0"/>
                <a:ea typeface="宋体" panose="02010600030101010101" pitchFamily="2" charset="-122"/>
              </a:defRPr>
            </a:lvl4pPr>
            <a:lvl5pPr marL="2057400" indent="-228600" defTabSz="951230">
              <a:defRPr>
                <a:solidFill>
                  <a:schemeClr val="tx1"/>
                </a:solidFill>
                <a:latin typeface="Tahoma" panose="020B0604030504040204" pitchFamily="34" charset="0"/>
                <a:ea typeface="宋体" panose="02010600030101010101" pitchFamily="2" charset="-122"/>
              </a:defRPr>
            </a:lvl5pPr>
            <a:lvl6pPr marL="2514600" indent="-22860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830CCE6-5A03-4644-875A-C268BC865AAF}" type="slidenum">
              <a:rPr lang="zh-CN" altLang="en-US" smtClean="0"/>
              <a:t>52</a:t>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p:sp>
      <p:sp>
        <p:nvSpPr>
          <p:cNvPr id="1300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spcBef>
                <a:spcPct val="30000"/>
              </a:spcBef>
              <a:defRPr/>
            </a:pPr>
            <a:endParaRPr lang="zh-CN" altLang="en-US" dirty="0">
              <a:latin typeface="楷体_GB2312"/>
              <a:ea typeface="楷体_GB2312"/>
              <a:cs typeface="楷体_GB2312"/>
            </a:endParaRPr>
          </a:p>
        </p:txBody>
      </p:sp>
      <p:sp>
        <p:nvSpPr>
          <p:cNvPr id="1300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0D9B80D-6706-47B0-9992-4992A31E26C8}" type="slidenum">
              <a:rPr lang="zh-CN" altLang="en-US" smtClean="0"/>
              <a:t>56</a:t>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p:sp>
      <p:sp>
        <p:nvSpPr>
          <p:cNvPr id="1320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endParaRPr lang="zh-CN" altLang="en-US" b="1" dirty="0">
              <a:latin typeface="楷体_GB2312"/>
              <a:ea typeface="楷体_GB2312"/>
              <a:cs typeface="楷体_GB231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p:sp>
      <p:sp>
        <p:nvSpPr>
          <p:cNvPr id="1341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341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230">
              <a:defRPr>
                <a:solidFill>
                  <a:schemeClr val="tx1"/>
                </a:solidFill>
                <a:latin typeface="Tahoma" panose="020B0604030504040204" pitchFamily="34" charset="0"/>
                <a:ea typeface="宋体" panose="02010600030101010101" pitchFamily="2" charset="-122"/>
              </a:defRPr>
            </a:lvl1pPr>
            <a:lvl2pPr marL="741680" indent="-284480" defTabSz="951230">
              <a:defRPr>
                <a:solidFill>
                  <a:schemeClr val="tx1"/>
                </a:solidFill>
                <a:latin typeface="Tahoma" panose="020B0604030504040204" pitchFamily="34" charset="0"/>
                <a:ea typeface="宋体" panose="02010600030101010101" pitchFamily="2" charset="-122"/>
              </a:defRPr>
            </a:lvl2pPr>
            <a:lvl3pPr marL="1141730" indent="-227330" defTabSz="951230">
              <a:defRPr>
                <a:solidFill>
                  <a:schemeClr val="tx1"/>
                </a:solidFill>
                <a:latin typeface="Tahoma" panose="020B0604030504040204" pitchFamily="34" charset="0"/>
                <a:ea typeface="宋体" panose="02010600030101010101" pitchFamily="2" charset="-122"/>
              </a:defRPr>
            </a:lvl3pPr>
            <a:lvl4pPr marL="1598930" indent="-227330" defTabSz="951230">
              <a:defRPr>
                <a:solidFill>
                  <a:schemeClr val="tx1"/>
                </a:solidFill>
                <a:latin typeface="Tahoma" panose="020B0604030504040204" pitchFamily="34" charset="0"/>
                <a:ea typeface="宋体" panose="02010600030101010101" pitchFamily="2" charset="-122"/>
              </a:defRPr>
            </a:lvl4pPr>
            <a:lvl5pPr marL="2056130" indent="-227330" defTabSz="951230">
              <a:defRPr>
                <a:solidFill>
                  <a:schemeClr val="tx1"/>
                </a:solidFill>
                <a:latin typeface="Tahoma" panose="020B0604030504040204" pitchFamily="34" charset="0"/>
                <a:ea typeface="宋体" panose="02010600030101010101" pitchFamily="2" charset="-122"/>
              </a:defRPr>
            </a:lvl5pPr>
            <a:lvl6pPr marL="25133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893972D-EC1F-473B-A7FA-9391802DD348}" type="slidenum">
              <a:rPr lang="zh-CN" altLang="en-US" smtClean="0"/>
              <a:t>58</a:t>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a:defRPr>
                <a:solidFill>
                  <a:schemeClr val="tx1"/>
                </a:solidFill>
                <a:latin typeface="Tahoma" panose="020B0604030504040204" pitchFamily="34" charset="0"/>
                <a:ea typeface="宋体" panose="02010600030101010101" pitchFamily="2" charset="-122"/>
              </a:defRPr>
            </a:lvl1pPr>
            <a:lvl2pPr marL="741680" indent="-284480" defTabSz="952500">
              <a:defRPr>
                <a:solidFill>
                  <a:schemeClr val="tx1"/>
                </a:solidFill>
                <a:latin typeface="Tahoma" panose="020B0604030504040204" pitchFamily="34" charset="0"/>
                <a:ea typeface="宋体" panose="02010600030101010101" pitchFamily="2" charset="-122"/>
              </a:defRPr>
            </a:lvl2pPr>
            <a:lvl3pPr marL="1141730" indent="-227330" defTabSz="952500">
              <a:defRPr>
                <a:solidFill>
                  <a:schemeClr val="tx1"/>
                </a:solidFill>
                <a:latin typeface="Tahoma" panose="020B0604030504040204" pitchFamily="34" charset="0"/>
                <a:ea typeface="宋体" panose="02010600030101010101" pitchFamily="2" charset="-122"/>
              </a:defRPr>
            </a:lvl3pPr>
            <a:lvl4pPr marL="1598930" indent="-227330" defTabSz="952500">
              <a:defRPr>
                <a:solidFill>
                  <a:schemeClr val="tx1"/>
                </a:solidFill>
                <a:latin typeface="Tahoma" panose="020B0604030504040204" pitchFamily="34" charset="0"/>
                <a:ea typeface="宋体" panose="02010600030101010101" pitchFamily="2" charset="-122"/>
              </a:defRPr>
            </a:lvl4pPr>
            <a:lvl5pPr marL="2056130" indent="-227330" defTabSz="952500">
              <a:defRPr>
                <a:solidFill>
                  <a:schemeClr val="tx1"/>
                </a:solidFill>
                <a:latin typeface="Tahoma" panose="020B0604030504040204" pitchFamily="34" charset="0"/>
                <a:ea typeface="宋体" panose="02010600030101010101" pitchFamily="2" charset="-122"/>
              </a:defRPr>
            </a:lvl5pPr>
            <a:lvl6pPr marL="2513330" indent="-22733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F1CEE56-28C0-4B7A-A9B0-1092DBCA285A}" type="slidenum">
              <a:rPr lang="zh-CN" altLang="en-US" smtClean="0"/>
              <a:t>59</a:t>
            </a:fld>
            <a:endParaRPr lang="en-US" altLang="zh-CN"/>
          </a:p>
        </p:txBody>
      </p:sp>
      <p:sp>
        <p:nvSpPr>
          <p:cNvPr id="136195" name="Rectangle 2"/>
          <p:cNvSpPr>
            <a:spLocks noGrp="1" noRot="1" noChangeAspect="1" noChangeArrowheads="1" noTextEdit="1"/>
          </p:cNvSpPr>
          <p:nvPr>
            <p:ph type="sldImg"/>
          </p:nvPr>
        </p:nvSpPr>
        <p:spPr/>
      </p:sp>
      <p:sp>
        <p:nvSpPr>
          <p:cNvPr id="136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zh-CN" altLang="en-US" b="1">
              <a:latin typeface="楷体_GB2312"/>
              <a:ea typeface="楷体_GB2312"/>
              <a:cs typeface="楷体_GB231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5510">
              <a:spcBef>
                <a:spcPct val="30000"/>
              </a:spcBef>
              <a:defRPr sz="1100">
                <a:solidFill>
                  <a:schemeClr val="tx1"/>
                </a:solidFill>
                <a:latin typeface="Times New Roman" panose="02020603050405020304" pitchFamily="18" charset="0"/>
                <a:ea typeface="宋体" panose="02010600030101010101" pitchFamily="2" charset="-122"/>
              </a:defRPr>
            </a:lvl1pPr>
            <a:lvl2pPr marL="700405" indent="-269240" defTabSz="905510">
              <a:spcBef>
                <a:spcPct val="30000"/>
              </a:spcBef>
              <a:defRPr sz="1100">
                <a:solidFill>
                  <a:schemeClr val="tx1"/>
                </a:solidFill>
                <a:latin typeface="Times New Roman" panose="02020603050405020304" pitchFamily="18" charset="0"/>
                <a:ea typeface="宋体" panose="02010600030101010101" pitchFamily="2" charset="-122"/>
              </a:defRPr>
            </a:lvl2pPr>
            <a:lvl3pPr marL="1077595" indent="-215265" defTabSz="905510">
              <a:spcBef>
                <a:spcPct val="30000"/>
              </a:spcBef>
              <a:defRPr sz="1100">
                <a:solidFill>
                  <a:schemeClr val="tx1"/>
                </a:solidFill>
                <a:latin typeface="Times New Roman" panose="02020603050405020304" pitchFamily="18" charset="0"/>
                <a:ea typeface="宋体" panose="02010600030101010101" pitchFamily="2" charset="-122"/>
              </a:defRPr>
            </a:lvl3pPr>
            <a:lvl4pPr marL="1508760" indent="-215265" defTabSz="905510">
              <a:spcBef>
                <a:spcPct val="30000"/>
              </a:spcBef>
              <a:defRPr sz="1100">
                <a:solidFill>
                  <a:schemeClr val="tx1"/>
                </a:solidFill>
                <a:latin typeface="Times New Roman" panose="02020603050405020304" pitchFamily="18" charset="0"/>
                <a:ea typeface="宋体" panose="02010600030101010101" pitchFamily="2" charset="-122"/>
              </a:defRPr>
            </a:lvl4pPr>
            <a:lvl5pPr marL="1939925" indent="-215265" defTabSz="905510">
              <a:spcBef>
                <a:spcPct val="30000"/>
              </a:spcBef>
              <a:defRPr sz="1100">
                <a:solidFill>
                  <a:schemeClr val="tx1"/>
                </a:solidFill>
                <a:latin typeface="Times New Roman" panose="02020603050405020304" pitchFamily="18" charset="0"/>
                <a:ea typeface="宋体" panose="02010600030101010101" pitchFamily="2" charset="-122"/>
              </a:defRPr>
            </a:lvl5pPr>
            <a:lvl6pPr marL="2371090" indent="-215265" defTabSz="905510"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620" indent="-215265" defTabSz="905510"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785" indent="-215265" defTabSz="905510"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50" indent="-215265" defTabSz="905510"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pPr>
            <a:fld id="{1AEB0BA7-F3DA-4C48-8345-8CB9F319CFC3}" type="slidenum">
              <a:rPr lang="en-US" altLang="zh-CN" sz="1200"/>
              <a:t>60</a:t>
            </a:fld>
            <a:endParaRPr lang="en-US" altLang="zh-CN" sz="1200"/>
          </a:p>
        </p:txBody>
      </p:sp>
      <p:sp>
        <p:nvSpPr>
          <p:cNvPr id="177155" name="Rectangle 2"/>
          <p:cNvSpPr>
            <a:spLocks noGrp="1" noRot="1" noChangeAspect="1" noChangeArrowheads="1" noTextEdit="1"/>
          </p:cNvSpPr>
          <p:nvPr>
            <p:ph type="sldImg"/>
          </p:nvPr>
        </p:nvSpPr>
        <p:spPr/>
      </p:sp>
      <p:sp>
        <p:nvSpPr>
          <p:cNvPr id="1771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sym typeface="Symbol" panose="05050102010706020507" pitchFamily="18" charset="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5510">
              <a:spcBef>
                <a:spcPct val="30000"/>
              </a:spcBef>
              <a:defRPr sz="1100">
                <a:solidFill>
                  <a:schemeClr val="tx1"/>
                </a:solidFill>
                <a:latin typeface="Times New Roman" panose="02020603050405020304" pitchFamily="18" charset="0"/>
                <a:ea typeface="宋体" panose="02010600030101010101" pitchFamily="2" charset="-122"/>
              </a:defRPr>
            </a:lvl1pPr>
            <a:lvl2pPr marL="700405" indent="-269240" defTabSz="905510">
              <a:spcBef>
                <a:spcPct val="30000"/>
              </a:spcBef>
              <a:defRPr sz="1100">
                <a:solidFill>
                  <a:schemeClr val="tx1"/>
                </a:solidFill>
                <a:latin typeface="Times New Roman" panose="02020603050405020304" pitchFamily="18" charset="0"/>
                <a:ea typeface="宋体" panose="02010600030101010101" pitchFamily="2" charset="-122"/>
              </a:defRPr>
            </a:lvl2pPr>
            <a:lvl3pPr marL="1077595" indent="-215265" defTabSz="905510">
              <a:spcBef>
                <a:spcPct val="30000"/>
              </a:spcBef>
              <a:defRPr sz="1100">
                <a:solidFill>
                  <a:schemeClr val="tx1"/>
                </a:solidFill>
                <a:latin typeface="Times New Roman" panose="02020603050405020304" pitchFamily="18" charset="0"/>
                <a:ea typeface="宋体" panose="02010600030101010101" pitchFamily="2" charset="-122"/>
              </a:defRPr>
            </a:lvl3pPr>
            <a:lvl4pPr marL="1508760" indent="-215265" defTabSz="905510">
              <a:spcBef>
                <a:spcPct val="30000"/>
              </a:spcBef>
              <a:defRPr sz="1100">
                <a:solidFill>
                  <a:schemeClr val="tx1"/>
                </a:solidFill>
                <a:latin typeface="Times New Roman" panose="02020603050405020304" pitchFamily="18" charset="0"/>
                <a:ea typeface="宋体" panose="02010600030101010101" pitchFamily="2" charset="-122"/>
              </a:defRPr>
            </a:lvl4pPr>
            <a:lvl5pPr marL="1939925" indent="-215265" defTabSz="905510">
              <a:spcBef>
                <a:spcPct val="30000"/>
              </a:spcBef>
              <a:defRPr sz="1100">
                <a:solidFill>
                  <a:schemeClr val="tx1"/>
                </a:solidFill>
                <a:latin typeface="Times New Roman" panose="02020603050405020304" pitchFamily="18" charset="0"/>
                <a:ea typeface="宋体" panose="02010600030101010101" pitchFamily="2" charset="-122"/>
              </a:defRPr>
            </a:lvl5pPr>
            <a:lvl6pPr marL="2371090" indent="-215265" defTabSz="905510"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620" indent="-215265" defTabSz="905510"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785" indent="-215265" defTabSz="905510"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50" indent="-215265" defTabSz="905510"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pPr>
            <a:fld id="{1AEB0BA7-F3DA-4C48-8345-8CB9F319CFC3}" type="slidenum">
              <a:rPr lang="en-US" altLang="zh-CN" sz="1200"/>
              <a:t>61</a:t>
            </a:fld>
            <a:endParaRPr lang="en-US" altLang="zh-CN" sz="1200"/>
          </a:p>
        </p:txBody>
      </p:sp>
      <p:sp>
        <p:nvSpPr>
          <p:cNvPr id="177155" name="Rectangle 2"/>
          <p:cNvSpPr>
            <a:spLocks noGrp="1" noRot="1" noChangeAspect="1" noChangeArrowheads="1" noTextEdit="1"/>
          </p:cNvSpPr>
          <p:nvPr>
            <p:ph type="sldImg"/>
          </p:nvPr>
        </p:nvSpPr>
        <p:spPr/>
      </p:sp>
      <p:sp>
        <p:nvSpPr>
          <p:cNvPr id="1771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A40216-6006-43D5-9101-E5761534D214}" type="slidenum">
              <a:rPr lang="zh-CN" altLang="en-US" smtClean="0"/>
              <a:t>62</a:t>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A40216-6006-43D5-9101-E5761534D214}" type="slidenum">
              <a:rPr lang="zh-CN" altLang="en-US" smtClean="0"/>
              <a:t>63</a:t>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p:sp>
      <p:sp>
        <p:nvSpPr>
          <p:cNvPr id="1402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402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230">
              <a:defRPr>
                <a:solidFill>
                  <a:schemeClr val="tx1"/>
                </a:solidFill>
                <a:latin typeface="Tahoma" panose="020B0604030504040204" pitchFamily="34" charset="0"/>
                <a:ea typeface="宋体" panose="02010600030101010101" pitchFamily="2" charset="-122"/>
              </a:defRPr>
            </a:lvl1pPr>
            <a:lvl2pPr marL="741680" indent="-284480" defTabSz="951230">
              <a:defRPr>
                <a:solidFill>
                  <a:schemeClr val="tx1"/>
                </a:solidFill>
                <a:latin typeface="Tahoma" panose="020B0604030504040204" pitchFamily="34" charset="0"/>
                <a:ea typeface="宋体" panose="02010600030101010101" pitchFamily="2" charset="-122"/>
              </a:defRPr>
            </a:lvl2pPr>
            <a:lvl3pPr marL="1141730" indent="-227330" defTabSz="951230">
              <a:defRPr>
                <a:solidFill>
                  <a:schemeClr val="tx1"/>
                </a:solidFill>
                <a:latin typeface="Tahoma" panose="020B0604030504040204" pitchFamily="34" charset="0"/>
                <a:ea typeface="宋体" panose="02010600030101010101" pitchFamily="2" charset="-122"/>
              </a:defRPr>
            </a:lvl3pPr>
            <a:lvl4pPr marL="1598930" indent="-227330" defTabSz="951230">
              <a:defRPr>
                <a:solidFill>
                  <a:schemeClr val="tx1"/>
                </a:solidFill>
                <a:latin typeface="Tahoma" panose="020B0604030504040204" pitchFamily="34" charset="0"/>
                <a:ea typeface="宋体" panose="02010600030101010101" pitchFamily="2" charset="-122"/>
              </a:defRPr>
            </a:lvl4pPr>
            <a:lvl5pPr marL="2056130" indent="-227330" defTabSz="951230">
              <a:defRPr>
                <a:solidFill>
                  <a:schemeClr val="tx1"/>
                </a:solidFill>
                <a:latin typeface="Tahoma" panose="020B0604030504040204" pitchFamily="34" charset="0"/>
                <a:ea typeface="宋体" panose="02010600030101010101" pitchFamily="2" charset="-122"/>
              </a:defRPr>
            </a:lvl5pPr>
            <a:lvl6pPr marL="25133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9F1C105-F2EA-4B3E-AE48-24F8D9946393}" type="slidenum">
              <a:rPr lang="zh-CN" altLang="en-US" smtClean="0"/>
              <a:t>65</a:t>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p:sp>
      <p:sp>
        <p:nvSpPr>
          <p:cNvPr id="1423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endParaRPr lang="zh-CN" altLang="en-US" dirty="0">
              <a:latin typeface="Arial" panose="020B0604020202020204" pitchFamily="34" charset="0"/>
            </a:endParaRPr>
          </a:p>
        </p:txBody>
      </p:sp>
      <p:sp>
        <p:nvSpPr>
          <p:cNvPr id="1423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230">
              <a:defRPr>
                <a:solidFill>
                  <a:schemeClr val="tx1"/>
                </a:solidFill>
                <a:latin typeface="Tahoma" panose="020B0604030504040204" pitchFamily="34" charset="0"/>
                <a:ea typeface="宋体" panose="02010600030101010101" pitchFamily="2" charset="-122"/>
              </a:defRPr>
            </a:lvl1pPr>
            <a:lvl2pPr marL="741680" indent="-284480" defTabSz="951230">
              <a:defRPr>
                <a:solidFill>
                  <a:schemeClr val="tx1"/>
                </a:solidFill>
                <a:latin typeface="Tahoma" panose="020B0604030504040204" pitchFamily="34" charset="0"/>
                <a:ea typeface="宋体" panose="02010600030101010101" pitchFamily="2" charset="-122"/>
              </a:defRPr>
            </a:lvl2pPr>
            <a:lvl3pPr marL="1141730" indent="-227330" defTabSz="951230">
              <a:defRPr>
                <a:solidFill>
                  <a:schemeClr val="tx1"/>
                </a:solidFill>
                <a:latin typeface="Tahoma" panose="020B0604030504040204" pitchFamily="34" charset="0"/>
                <a:ea typeface="宋体" panose="02010600030101010101" pitchFamily="2" charset="-122"/>
              </a:defRPr>
            </a:lvl3pPr>
            <a:lvl4pPr marL="1598930" indent="-227330" defTabSz="951230">
              <a:defRPr>
                <a:solidFill>
                  <a:schemeClr val="tx1"/>
                </a:solidFill>
                <a:latin typeface="Tahoma" panose="020B0604030504040204" pitchFamily="34" charset="0"/>
                <a:ea typeface="宋体" panose="02010600030101010101" pitchFamily="2" charset="-122"/>
              </a:defRPr>
            </a:lvl4pPr>
            <a:lvl5pPr marL="2056130" indent="-227330" defTabSz="951230">
              <a:defRPr>
                <a:solidFill>
                  <a:schemeClr val="tx1"/>
                </a:solidFill>
                <a:latin typeface="Tahoma" panose="020B0604030504040204" pitchFamily="34" charset="0"/>
                <a:ea typeface="宋体" panose="02010600030101010101" pitchFamily="2" charset="-122"/>
              </a:defRPr>
            </a:lvl5pPr>
            <a:lvl6pPr marL="25133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01DA480-84C7-4378-907E-627B5347B72A}" type="slidenum">
              <a:rPr lang="zh-CN" altLang="en-US" smtClean="0"/>
              <a:t>66</a:t>
            </a:fld>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TextEdit="1"/>
          </p:cNvSpPr>
          <p:nvPr>
            <p:ph type="sldImg"/>
          </p:nvPr>
        </p:nvSpPr>
        <p:spPr/>
      </p:sp>
      <p:sp>
        <p:nvSpPr>
          <p:cNvPr id="140291" name="备注占位符 2"/>
          <p:cNvSpPr>
            <a:spLocks noGrp="1"/>
          </p:cNvSpPr>
          <p:nvPr>
            <p:ph type="body" idx="1"/>
          </p:nvPr>
        </p:nvSpPr>
        <p:spPr/>
        <p:txBody>
          <a:bodyPr/>
          <a:lstStyle/>
          <a:p>
            <a:pPr>
              <a:defRPr/>
            </a:pPr>
            <a:endParaRPr lang="zh-CN" altLang="en-US" dirty="0">
              <a:latin typeface="Arial" panose="020B0604020202020204" pitchFamily="34" charset="0"/>
            </a:endParaRPr>
          </a:p>
        </p:txBody>
      </p:sp>
      <p:sp>
        <p:nvSpPr>
          <p:cNvPr id="1443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680" indent="-284480" defTabSz="949325">
              <a:defRPr>
                <a:solidFill>
                  <a:schemeClr val="tx1"/>
                </a:solidFill>
                <a:latin typeface="Tahoma" panose="020B0604030504040204" pitchFamily="34" charset="0"/>
                <a:ea typeface="宋体" panose="02010600030101010101" pitchFamily="2" charset="-122"/>
              </a:defRPr>
            </a:lvl2pPr>
            <a:lvl3pPr marL="1141730" indent="-227330" defTabSz="949325">
              <a:defRPr>
                <a:solidFill>
                  <a:schemeClr val="tx1"/>
                </a:solidFill>
                <a:latin typeface="Tahoma" panose="020B0604030504040204" pitchFamily="34" charset="0"/>
                <a:ea typeface="宋体" panose="02010600030101010101" pitchFamily="2" charset="-122"/>
              </a:defRPr>
            </a:lvl3pPr>
            <a:lvl4pPr marL="1598930" indent="-227330" defTabSz="949325">
              <a:defRPr>
                <a:solidFill>
                  <a:schemeClr val="tx1"/>
                </a:solidFill>
                <a:latin typeface="Tahoma" panose="020B0604030504040204" pitchFamily="34" charset="0"/>
                <a:ea typeface="宋体" panose="02010600030101010101" pitchFamily="2" charset="-122"/>
              </a:defRPr>
            </a:lvl4pPr>
            <a:lvl5pPr marL="2056130" indent="-227330" defTabSz="949325">
              <a:defRPr>
                <a:solidFill>
                  <a:schemeClr val="tx1"/>
                </a:solidFill>
                <a:latin typeface="Tahoma" panose="020B0604030504040204" pitchFamily="34" charset="0"/>
                <a:ea typeface="宋体" panose="02010600030101010101" pitchFamily="2" charset="-122"/>
              </a:defRPr>
            </a:lvl5pPr>
            <a:lvl6pPr marL="25133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43F2B4F-105A-42DD-BA69-AA1D6D65D972}" type="slidenum">
              <a:rPr lang="zh-CN" altLang="en-US" smtClean="0"/>
              <a:t>67</a:t>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TextEdit="1"/>
          </p:cNvSpPr>
          <p:nvPr>
            <p:ph type="sldImg"/>
          </p:nvPr>
        </p:nvSpPr>
        <p:spPr/>
      </p:sp>
      <p:sp>
        <p:nvSpPr>
          <p:cNvPr id="1464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464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230">
              <a:defRPr>
                <a:solidFill>
                  <a:schemeClr val="tx1"/>
                </a:solidFill>
                <a:latin typeface="Tahoma" panose="020B0604030504040204" pitchFamily="34" charset="0"/>
                <a:ea typeface="宋体" panose="02010600030101010101" pitchFamily="2" charset="-122"/>
              </a:defRPr>
            </a:lvl1pPr>
            <a:lvl2pPr marL="741680" indent="-284480" defTabSz="951230">
              <a:defRPr>
                <a:solidFill>
                  <a:schemeClr val="tx1"/>
                </a:solidFill>
                <a:latin typeface="Tahoma" panose="020B0604030504040204" pitchFamily="34" charset="0"/>
                <a:ea typeface="宋体" panose="02010600030101010101" pitchFamily="2" charset="-122"/>
              </a:defRPr>
            </a:lvl2pPr>
            <a:lvl3pPr marL="1141730" indent="-227330" defTabSz="951230">
              <a:defRPr>
                <a:solidFill>
                  <a:schemeClr val="tx1"/>
                </a:solidFill>
                <a:latin typeface="Tahoma" panose="020B0604030504040204" pitchFamily="34" charset="0"/>
                <a:ea typeface="宋体" panose="02010600030101010101" pitchFamily="2" charset="-122"/>
              </a:defRPr>
            </a:lvl3pPr>
            <a:lvl4pPr marL="1598930" indent="-227330" defTabSz="951230">
              <a:defRPr>
                <a:solidFill>
                  <a:schemeClr val="tx1"/>
                </a:solidFill>
                <a:latin typeface="Tahoma" panose="020B0604030504040204" pitchFamily="34" charset="0"/>
                <a:ea typeface="宋体" panose="02010600030101010101" pitchFamily="2" charset="-122"/>
              </a:defRPr>
            </a:lvl4pPr>
            <a:lvl5pPr marL="2056130" indent="-227330" defTabSz="951230">
              <a:defRPr>
                <a:solidFill>
                  <a:schemeClr val="tx1"/>
                </a:solidFill>
                <a:latin typeface="Tahoma" panose="020B0604030504040204" pitchFamily="34" charset="0"/>
                <a:ea typeface="宋体" panose="02010600030101010101" pitchFamily="2" charset="-122"/>
              </a:defRPr>
            </a:lvl5pPr>
            <a:lvl6pPr marL="25133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5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7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930" indent="-227330" defTabSz="95123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8B7771D-2A22-4A04-B28B-E50EFAE83203}" type="slidenum">
              <a:rPr lang="zh-CN" altLang="en-US" smtClean="0"/>
              <a:t>68</a:t>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56DB9E6-024D-4E83-BE1E-4E4E2E8FA44D}" type="slidenum">
              <a:rPr lang="en-US" altLang="zh-CN" smtClean="0"/>
              <a:t>69</a:t>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xfrm>
            <a:off x="139700" y="768350"/>
            <a:ext cx="6821488" cy="3836988"/>
          </a:xfrm>
        </p:spPr>
      </p:sp>
      <p:sp>
        <p:nvSpPr>
          <p:cNvPr id="116739" name="备注占位符 2"/>
          <p:cNvSpPr>
            <a:spLocks noGrp="1"/>
          </p:cNvSpPr>
          <p:nvPr>
            <p:ph type="body" idx="1"/>
          </p:nvPr>
        </p:nvSpPr>
        <p:spPr>
          <a:noFill/>
        </p:spPr>
        <p:txBody>
          <a:bodyPr/>
          <a:lstStyle/>
          <a:p>
            <a:pPr eaLnBrk="1" hangingPunct="1"/>
            <a:endParaRPr kumimoji="1" lang="zh-CN" altLang="en-US" dirty="0">
              <a:latin typeface="Arial" panose="020B0604020202020204" pitchFamily="34" charset="0"/>
            </a:endParaRPr>
          </a:p>
        </p:txBody>
      </p:sp>
      <p:sp>
        <p:nvSpPr>
          <p:cNvPr id="116740"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1CF6401E-EA17-4D07-B855-28725AEF3B1F}" type="slidenum">
              <a:rPr lang="zh-CN" altLang="en-US">
                <a:latin typeface="Arial" panose="020B0604020202020204" pitchFamily="34" charset="0"/>
              </a:rPr>
              <a:t>71</a:t>
            </a:fld>
            <a:endParaRPr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C2CBB4EC-E121-4AD6-B8D9-A5869AF4FCF6}" type="slidenum">
              <a:rPr lang="zh-CN" altLang="en-US"/>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AD0F655-871B-43B8-8DBD-80AA3B1CAD87}"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50582CA-8801-46D1-80A9-E79B5DF3579D}"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82E791EA-3ED0-4B24-AF62-863A31929343}"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A24FAC38-0DB6-4E15-BBA3-B2A94D6B63B3}"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57E62A5F-683F-499E-9231-3A124FCBFA17}"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61071028-B46A-49A0-9E56-CBFCACBF1F28}"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B6480AC-86F2-423E-8E9A-DBF3FC47B508}"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9807D558-364C-465A-8A21-C5FEE2BB5E22}"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93493BB5-62D2-4B34-90B2-7D0C6736ABF4}"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DDC955F-C10A-4532-B2CE-55FAA8B8ED61}"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1"/>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D343F422-A3AF-42B0-A1DA-0A9B4980E1DE}" type="slidenum">
              <a:rPr lang="zh-CN" altLang="en-US"/>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Title 6"/>
          <p:cNvSpPr>
            <a:spLocks noGrp="1"/>
          </p:cNvSpPr>
          <p:nvPr>
            <p:ph type="title"/>
          </p:nvPr>
        </p:nvSpPr>
        <p:spPr/>
        <p:txBody>
          <a:bodyPr/>
          <a:lstStyle/>
          <a:p>
            <a:r>
              <a:rPr lang="zh-CN" altLang="en-US"/>
              <a:t>单击此处编辑母版标题样式</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ECB9F97E-05A3-4C5B-A0AF-D3DCCEFE8E8E}" type="slidenum">
              <a:rPr lang="zh-CN" altLang="en-US"/>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160735"/>
            <a:ext cx="7793037" cy="1096565"/>
          </a:xfrm>
        </p:spPr>
        <p:txBody>
          <a:bodyPr/>
          <a:lstStyle/>
          <a:p>
            <a:r>
              <a:rPr lang="zh-CN" altLang="en-US"/>
              <a:t>单击此处编辑母版标题样式</a:t>
            </a:r>
          </a:p>
        </p:txBody>
      </p:sp>
      <p:sp>
        <p:nvSpPr>
          <p:cNvPr id="3" name="内容占位符 2"/>
          <p:cNvSpPr>
            <a:spLocks noGrp="1"/>
          </p:cNvSpPr>
          <p:nvPr>
            <p:ph sz="half" idx="1"/>
          </p:nvPr>
        </p:nvSpPr>
        <p:spPr>
          <a:xfrm>
            <a:off x="1182688" y="1513285"/>
            <a:ext cx="3810000" cy="3086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145088" y="1513285"/>
            <a:ext cx="3810000" cy="1485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145088" y="3113485"/>
            <a:ext cx="3810000" cy="1485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Date Placeholder 3"/>
          <p:cNvSpPr>
            <a:spLocks noGrp="1"/>
          </p:cNvSpPr>
          <p:nvPr>
            <p:ph type="dt" sz="half" idx="10"/>
          </p:nvPr>
        </p:nvSpPr>
        <p:spPr/>
        <p:txBody>
          <a:bodyPr/>
          <a:lstStyle>
            <a:lvl1pPr>
              <a:defRPr/>
            </a:lvl1pPr>
          </a:lstStyle>
          <a:p>
            <a:pPr>
              <a:defRPr/>
            </a:pPr>
            <a:endParaRPr lang="en-US" altLang="zh-CN"/>
          </a:p>
        </p:txBody>
      </p:sp>
      <p:sp>
        <p:nvSpPr>
          <p:cNvPr id="7" name="Footer Placeholder 4"/>
          <p:cNvSpPr>
            <a:spLocks noGrp="1"/>
          </p:cNvSpPr>
          <p:nvPr>
            <p:ph type="ftr" sz="quarter" idx="11"/>
          </p:nvPr>
        </p:nvSpPr>
        <p:spPr/>
        <p:txBody>
          <a:bodyPr/>
          <a:lstStyle>
            <a:lvl1pPr>
              <a:defRPr/>
            </a:lvl1pPr>
          </a:lstStyle>
          <a:p>
            <a:pPr>
              <a:defRPr/>
            </a:pPr>
            <a:endParaRPr lang="en-US" altLang="zh-CN"/>
          </a:p>
        </p:txBody>
      </p:sp>
      <p:sp>
        <p:nvSpPr>
          <p:cNvPr id="8" name="Slide Number Placeholder 5"/>
          <p:cNvSpPr>
            <a:spLocks noGrp="1"/>
          </p:cNvSpPr>
          <p:nvPr>
            <p:ph type="sldNum" sz="quarter" idx="12"/>
          </p:nvPr>
        </p:nvSpPr>
        <p:spPr/>
        <p:txBody>
          <a:bodyPr/>
          <a:lstStyle>
            <a:lvl1pPr>
              <a:defRPr/>
            </a:lvl1pPr>
          </a:lstStyle>
          <a:p>
            <a:pPr>
              <a:defRPr/>
            </a:pPr>
            <a:fld id="{9D0F0358-4754-4A4C-A934-09201E657DBD}" type="slidenum">
              <a:rPr lang="zh-CN" altLang="en-US"/>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160735"/>
            <a:ext cx="7793037" cy="1096565"/>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1513285"/>
            <a:ext cx="3810000" cy="3086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145088" y="1513285"/>
            <a:ext cx="3810000" cy="1485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145088" y="3113485"/>
            <a:ext cx="3810000" cy="1485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Date Placeholder 3"/>
          <p:cNvSpPr>
            <a:spLocks noGrp="1"/>
          </p:cNvSpPr>
          <p:nvPr>
            <p:ph type="dt" sz="half" idx="10"/>
          </p:nvPr>
        </p:nvSpPr>
        <p:spPr/>
        <p:txBody>
          <a:bodyPr/>
          <a:lstStyle>
            <a:lvl1pPr>
              <a:defRPr/>
            </a:lvl1pPr>
          </a:lstStyle>
          <a:p>
            <a:pPr>
              <a:defRPr/>
            </a:pPr>
            <a:endParaRPr lang="en-US" altLang="zh-CN"/>
          </a:p>
        </p:txBody>
      </p:sp>
      <p:sp>
        <p:nvSpPr>
          <p:cNvPr id="7" name="Footer Placeholder 4"/>
          <p:cNvSpPr>
            <a:spLocks noGrp="1"/>
          </p:cNvSpPr>
          <p:nvPr>
            <p:ph type="ftr" sz="quarter" idx="11"/>
          </p:nvPr>
        </p:nvSpPr>
        <p:spPr/>
        <p:txBody>
          <a:bodyPr/>
          <a:lstStyle>
            <a:lvl1pPr>
              <a:defRPr/>
            </a:lvl1pPr>
          </a:lstStyle>
          <a:p>
            <a:pPr>
              <a:defRPr/>
            </a:pPr>
            <a:endParaRPr lang="en-US" altLang="zh-CN"/>
          </a:p>
        </p:txBody>
      </p:sp>
      <p:sp>
        <p:nvSpPr>
          <p:cNvPr id="8" name="Slide Number Placeholder 5"/>
          <p:cNvSpPr>
            <a:spLocks noGrp="1"/>
          </p:cNvSpPr>
          <p:nvPr>
            <p:ph type="sldNum" sz="quarter" idx="12"/>
          </p:nvPr>
        </p:nvSpPr>
        <p:spPr/>
        <p:txBody>
          <a:bodyPr/>
          <a:lstStyle>
            <a:lvl1pPr>
              <a:defRPr/>
            </a:lvl1pPr>
          </a:lstStyle>
          <a:p>
            <a:pPr>
              <a:defRPr/>
            </a:pPr>
            <a:fld id="{BEB92E98-8E04-485F-A4BE-D7BF2081EA2B}" type="slidenum">
              <a:rPr lang="zh-CN" altLang="en-US"/>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C803C068-57FF-465D-8480-AC7264A8A534}" type="slidenum">
              <a:rPr lang="zh-CN" altLang="en-US"/>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ea typeface="楷体_GB2312"/>
                <a:cs typeface="楷体_GB2312"/>
              </a:defRPr>
            </a:lvl1pPr>
          </a:lstStyle>
          <a:p>
            <a:pPr>
              <a:defRPr/>
            </a:pPr>
            <a:fld id="{64009E69-71E8-456A-969D-D19625B3D992}" type="slidenum">
              <a:rPr lang="zh-CN" altLang="en-US"/>
              <a:t>‹#›</a:t>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p:nvPr userDrawn="1"/>
        </p:nvGrpSpPr>
        <p:grpSpPr bwMode="auto">
          <a:xfrm>
            <a:off x="0" y="195263"/>
            <a:ext cx="755650" cy="431800"/>
            <a:chOff x="-786" y="195486"/>
            <a:chExt cx="756363" cy="432048"/>
          </a:xfrm>
        </p:grpSpPr>
        <p:sp>
          <p:nvSpPr>
            <p:cNvPr id="5" name="五边形 7"/>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6" name="五边形 8"/>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a:xfrm>
            <a:off x="755576" y="1131590"/>
            <a:ext cx="7560840" cy="3225800"/>
          </a:xfrm>
        </p:spPr>
        <p:txBody>
          <a:bodyPr/>
          <a:lstStyle>
            <a:lvl1pPr marL="273050" indent="-273050">
              <a:buClrTx/>
              <a:buFont typeface="Wingdings" panose="05000000000000000000" pitchFamily="2" charset="2"/>
              <a:buChar char="Ø"/>
              <a:defRPr b="1" baseline="0">
                <a:solidFill>
                  <a:schemeClr val="tx1"/>
                </a:solidFill>
                <a:latin typeface="Times New Roman" panose="02020603050405020304" pitchFamily="18" charset="0"/>
              </a:defRPr>
            </a:lvl1pPr>
            <a:lvl2pPr marL="576580" indent="-273050">
              <a:buClrTx/>
              <a:buFont typeface="Wingdings" panose="05000000000000000000" pitchFamily="2" charset="2"/>
              <a:buChar char="Ø"/>
              <a:defRPr b="1" baseline="0">
                <a:solidFill>
                  <a:schemeClr val="tx1"/>
                </a:solidFill>
                <a:latin typeface="Times New Roman" panose="02020603050405020304" pitchFamily="18" charset="0"/>
              </a:defRPr>
            </a:lvl2pPr>
            <a:lvl3pPr marL="855980" indent="-228600">
              <a:buClrTx/>
              <a:buFont typeface="Wingdings" panose="05000000000000000000" pitchFamily="2" charset="2"/>
              <a:buChar char="Ø"/>
              <a:defRPr b="1" baseline="0">
                <a:solidFill>
                  <a:schemeClr val="tx1"/>
                </a:solidFill>
                <a:latin typeface="Times New Roman" panose="02020603050405020304" pitchFamily="18" charset="0"/>
              </a:defRPr>
            </a:lvl3pPr>
            <a:lvl4pPr marL="1143000" indent="-228600">
              <a:buClrTx/>
              <a:buFont typeface="Wingdings" panose="05000000000000000000" pitchFamily="2" charset="2"/>
              <a:buChar char="Ø"/>
              <a:defRPr b="1" baseline="0">
                <a:solidFill>
                  <a:schemeClr val="tx1"/>
                </a:solidFill>
                <a:latin typeface="Times New Roman" panose="02020603050405020304" pitchFamily="18" charset="0"/>
              </a:defRPr>
            </a:lvl4pPr>
            <a:lvl5pPr marL="1462405" indent="-228600">
              <a:buClrTx/>
              <a:buFont typeface="Wingdings" panose="05000000000000000000" pitchFamily="2" charset="2"/>
              <a:buChar char="Ø"/>
              <a:defRPr b="1" baseline="0">
                <a:solidFill>
                  <a:schemeClr val="tx1"/>
                </a:solidFill>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sz="3000" b="1" baseline="0">
                <a:solidFill>
                  <a:schemeClr val="tx1"/>
                </a:solidFill>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9"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10" name="Slide Number Placeholder 5"/>
          <p:cNvSpPr>
            <a:spLocks noGrp="1"/>
          </p:cNvSpPr>
          <p:nvPr>
            <p:ph type="sldNum" sz="quarter" idx="12"/>
          </p:nvPr>
        </p:nvSpPr>
        <p:spPr>
          <a:xfrm>
            <a:off x="8660893" y="4864717"/>
            <a:ext cx="487810" cy="288032"/>
          </a:xfrm>
        </p:spPr>
        <p:txBody>
          <a:bodyPr/>
          <a:lstStyle>
            <a:lvl1pPr>
              <a:defRPr b="1">
                <a:solidFill>
                  <a:schemeClr val="tx1"/>
                </a:solidFill>
                <a:ea typeface="楷体_GB2312"/>
                <a:cs typeface="楷体_GB2312"/>
              </a:defRPr>
            </a:lvl1pPr>
          </a:lstStyle>
          <a:p>
            <a:pPr>
              <a:defRPr/>
            </a:pPr>
            <a:fld id="{EA567855-7F13-4FC5-AD61-2B82F6443E16}" type="slidenum">
              <a:rPr lang="zh-CN" altLang="en-US" smtClean="0"/>
              <a:t>‹#›</a:t>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C803C068-57FF-465D-8480-AC7264A8A534}" type="slidenum">
              <a:rPr lang="zh-CN" altLang="en-US"/>
              <a:t>‹#›</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ounded Rectangle 15"/>
          <p:cNvSpPr/>
          <p:nvPr/>
        </p:nvSpPr>
        <p:spPr>
          <a:xfrm>
            <a:off x="228600" y="171450"/>
            <a:ext cx="8696325" cy="452596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prstClr val="white"/>
              </a:solidFill>
            </a:endParaRPr>
          </a:p>
        </p:txBody>
      </p:sp>
      <p:grpSp>
        <p:nvGrpSpPr>
          <p:cNvPr id="5" name="Group 9"/>
          <p:cNvGrpSpPr>
            <a:grpSpLocks noChangeAspect="1"/>
          </p:cNvGrpSpPr>
          <p:nvPr/>
        </p:nvGrpSpPr>
        <p:grpSpPr bwMode="auto">
          <a:xfrm>
            <a:off x="211138" y="4014788"/>
            <a:ext cx="8723312" cy="1000125"/>
            <a:chOff x="-3905250" y="4294188"/>
            <a:chExt cx="13011150" cy="1892300"/>
          </a:xfrm>
        </p:grpSpPr>
        <p:sp>
          <p:nvSpPr>
            <p:cNvPr id="6" name="Freeform 14"/>
            <p:cNvSpPr/>
            <p:nvPr/>
          </p:nvSpPr>
          <p:spPr bwMode="hidden">
            <a:xfrm>
              <a:off x="4810125" y="4500563"/>
              <a:ext cx="4295775" cy="1016000"/>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 name="Freeform 18"/>
            <p:cNvSpPr/>
            <p:nvPr/>
          </p:nvSpPr>
          <p:spPr bwMode="hidden">
            <a:xfrm>
              <a:off x="-309563" y="4318000"/>
              <a:ext cx="8280401" cy="120967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 name="Freeform 22"/>
            <p:cNvSpPr/>
            <p:nvPr/>
          </p:nvSpPr>
          <p:spPr bwMode="hidden">
            <a:xfrm>
              <a:off x="3175" y="4335463"/>
              <a:ext cx="8166100" cy="1101725"/>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 name="Freeform 26"/>
            <p:cNvSpPr/>
            <p:nvPr/>
          </p:nvSpPr>
          <p:spPr bwMode="hidden">
            <a:xfrm>
              <a:off x="4156075" y="4316413"/>
              <a:ext cx="4940300" cy="927100"/>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useBgFill="1">
          <p:nvSpPr>
            <p:cNvPr id="10" name="Freeform 10"/>
            <p:cNvSpPr/>
            <p:nvPr/>
          </p:nvSpPr>
          <p:spPr bwMode="hidden">
            <a:xfrm>
              <a:off x="-3905250" y="4294188"/>
              <a:ext cx="13011150"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11" name="Date Placeholder 3"/>
          <p:cNvSpPr>
            <a:spLocks noGrp="1"/>
          </p:cNvSpPr>
          <p:nvPr>
            <p:ph type="dt" sz="half" idx="10"/>
          </p:nvPr>
        </p:nvSpPr>
        <p:spPr/>
        <p:txBody>
          <a:bodyPr/>
          <a:lstStyle>
            <a:lvl1pPr eaLnBrk="0" hangingPunct="0">
              <a:defRPr>
                <a:ea typeface="楷体_GB2312"/>
                <a:cs typeface="楷体_GB2312"/>
              </a:defRPr>
            </a:lvl1pPr>
          </a:lstStyle>
          <a:p>
            <a:pPr>
              <a:defRPr/>
            </a:pPr>
            <a:endParaRPr lang="en-US" altLang="zh-CN"/>
          </a:p>
        </p:txBody>
      </p:sp>
      <p:sp>
        <p:nvSpPr>
          <p:cNvPr id="12" name="Footer Placeholder 4"/>
          <p:cNvSpPr>
            <a:spLocks noGrp="1"/>
          </p:cNvSpPr>
          <p:nvPr>
            <p:ph type="ftr" sz="quarter" idx="11"/>
          </p:nvPr>
        </p:nvSpPr>
        <p:spPr/>
        <p:txBody>
          <a:bodyPr/>
          <a:lstStyle>
            <a:lvl1pPr eaLnBrk="0" hangingPunct="0">
              <a:defRPr>
                <a:ea typeface="楷体_GB2312"/>
                <a:cs typeface="楷体_GB2312"/>
              </a:defRPr>
            </a:lvl1pPr>
          </a:lstStyle>
          <a:p>
            <a:pPr>
              <a:defRPr/>
            </a:pPr>
            <a:endParaRPr lang="en-US" altLang="zh-CN"/>
          </a:p>
        </p:txBody>
      </p:sp>
      <p:sp>
        <p:nvSpPr>
          <p:cNvPr id="13" name="Slide Number Placeholder 5"/>
          <p:cNvSpPr>
            <a:spLocks noGrp="1"/>
          </p:cNvSpPr>
          <p:nvPr>
            <p:ph type="sldNum" sz="quarter" idx="12"/>
          </p:nvPr>
        </p:nvSpPr>
        <p:spPr/>
        <p:txBody>
          <a:bodyPr/>
          <a:lstStyle>
            <a:lvl1pPr eaLnBrk="0" hangingPunct="0">
              <a:defRPr>
                <a:ea typeface="楷体_GB2312"/>
                <a:cs typeface="楷体_GB2312"/>
              </a:defRPr>
            </a:lvl1pPr>
          </a:lstStyle>
          <a:p>
            <a:pPr>
              <a:defRPr/>
            </a:pPr>
            <a:fld id="{087DE510-11C3-4DC2-8281-94FAA976A743}" type="slidenum">
              <a:rPr lang="zh-CN" altLang="en-US"/>
              <a:t>‹#›</a:t>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4" name="Date Placeholder 3"/>
          <p:cNvSpPr>
            <a:spLocks noGrp="1"/>
          </p:cNvSpPr>
          <p:nvPr>
            <p:ph type="dt" sz="half" idx="10"/>
          </p:nvPr>
        </p:nvSpPr>
        <p:spPr/>
        <p:txBody>
          <a:bodyPr/>
          <a:lstStyle>
            <a:lvl1pPr eaLnBrk="0" hangingPunct="0">
              <a:defRPr>
                <a:ea typeface="楷体_GB2312"/>
                <a:cs typeface="楷体_GB2312"/>
              </a:defRPr>
            </a:lvl1pPr>
          </a:lstStyle>
          <a:p>
            <a:pPr>
              <a:defRPr/>
            </a:pPr>
            <a:endParaRPr lang="en-US" altLang="zh-CN"/>
          </a:p>
        </p:txBody>
      </p:sp>
      <p:sp>
        <p:nvSpPr>
          <p:cNvPr id="5" name="Footer Placeholder 4"/>
          <p:cNvSpPr>
            <a:spLocks noGrp="1"/>
          </p:cNvSpPr>
          <p:nvPr>
            <p:ph type="ftr" sz="quarter" idx="11"/>
          </p:nvPr>
        </p:nvSpPr>
        <p:spPr/>
        <p:txBody>
          <a:bodyPr/>
          <a:lstStyle>
            <a:lvl1pPr eaLnBrk="0" hangingPunct="0">
              <a:defRPr>
                <a:ea typeface="楷体_GB2312"/>
                <a:cs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eaLnBrk="0" hangingPunct="0">
              <a:defRPr>
                <a:ea typeface="楷体_GB2312"/>
                <a:cs typeface="楷体_GB2312"/>
              </a:defRPr>
            </a:lvl1pPr>
          </a:lstStyle>
          <a:p>
            <a:pPr>
              <a:defRPr/>
            </a:pPr>
            <a:fld id="{D6C7ADC2-8A8D-47BC-ABC4-670B2FEB3FAE}" type="slidenum">
              <a:rPr lang="zh-CN" altLang="en-US"/>
              <a:t>‹#›</a:t>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ounded Rectangle 15"/>
          <p:cNvSpPr/>
          <p:nvPr/>
        </p:nvSpPr>
        <p:spPr>
          <a:xfrm>
            <a:off x="228600" y="171450"/>
            <a:ext cx="8696325" cy="452596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prstClr val="white"/>
              </a:solidFill>
            </a:endParaRPr>
          </a:p>
        </p:txBody>
      </p:sp>
      <p:grpSp>
        <p:nvGrpSpPr>
          <p:cNvPr id="5" name="Group 9"/>
          <p:cNvGrpSpPr>
            <a:grpSpLocks noChangeAspect="1"/>
          </p:cNvGrpSpPr>
          <p:nvPr/>
        </p:nvGrpSpPr>
        <p:grpSpPr bwMode="auto">
          <a:xfrm>
            <a:off x="211138" y="4014788"/>
            <a:ext cx="8723312" cy="1000125"/>
            <a:chOff x="-3905250" y="4294188"/>
            <a:chExt cx="13011150" cy="1892300"/>
          </a:xfrm>
        </p:grpSpPr>
        <p:sp>
          <p:nvSpPr>
            <p:cNvPr id="6" name="Freeform 14"/>
            <p:cNvSpPr/>
            <p:nvPr/>
          </p:nvSpPr>
          <p:spPr bwMode="hidden">
            <a:xfrm>
              <a:off x="4810125" y="4500563"/>
              <a:ext cx="4295775" cy="1016000"/>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 name="Freeform 18"/>
            <p:cNvSpPr/>
            <p:nvPr/>
          </p:nvSpPr>
          <p:spPr bwMode="hidden">
            <a:xfrm>
              <a:off x="-309563" y="4318000"/>
              <a:ext cx="8280401" cy="120967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 name="Freeform 22"/>
            <p:cNvSpPr/>
            <p:nvPr/>
          </p:nvSpPr>
          <p:spPr bwMode="hidden">
            <a:xfrm>
              <a:off x="3175" y="4335463"/>
              <a:ext cx="8166100" cy="1101725"/>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 name="Freeform 26"/>
            <p:cNvSpPr/>
            <p:nvPr/>
          </p:nvSpPr>
          <p:spPr bwMode="hidden">
            <a:xfrm>
              <a:off x="4156075" y="4316413"/>
              <a:ext cx="4940300" cy="927100"/>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useBgFill="1">
          <p:nvSpPr>
            <p:cNvPr id="10" name="Freeform 10"/>
            <p:cNvSpPr/>
            <p:nvPr/>
          </p:nvSpPr>
          <p:spPr bwMode="hidden">
            <a:xfrm>
              <a:off x="-3905250" y="4294188"/>
              <a:ext cx="13011150"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11" name="Date Placeholder 3"/>
          <p:cNvSpPr>
            <a:spLocks noGrp="1"/>
          </p:cNvSpPr>
          <p:nvPr>
            <p:ph type="dt" sz="half" idx="10"/>
          </p:nvPr>
        </p:nvSpPr>
        <p:spPr/>
        <p:txBody>
          <a:bodyPr/>
          <a:lstStyle>
            <a:lvl1pPr eaLnBrk="0" hangingPunct="0">
              <a:defRPr>
                <a:ea typeface="楷体_GB2312"/>
                <a:cs typeface="楷体_GB2312"/>
              </a:defRPr>
            </a:lvl1pPr>
          </a:lstStyle>
          <a:p>
            <a:pPr>
              <a:defRPr/>
            </a:pPr>
            <a:endParaRPr lang="en-US" altLang="zh-CN"/>
          </a:p>
        </p:txBody>
      </p:sp>
      <p:sp>
        <p:nvSpPr>
          <p:cNvPr id="12" name="Footer Placeholder 4"/>
          <p:cNvSpPr>
            <a:spLocks noGrp="1"/>
          </p:cNvSpPr>
          <p:nvPr>
            <p:ph type="ftr" sz="quarter" idx="11"/>
          </p:nvPr>
        </p:nvSpPr>
        <p:spPr/>
        <p:txBody>
          <a:bodyPr/>
          <a:lstStyle>
            <a:lvl1pPr eaLnBrk="0" hangingPunct="0">
              <a:defRPr>
                <a:ea typeface="楷体_GB2312"/>
                <a:cs typeface="楷体_GB2312"/>
              </a:defRPr>
            </a:lvl1pPr>
          </a:lstStyle>
          <a:p>
            <a:pPr>
              <a:defRPr/>
            </a:pPr>
            <a:endParaRPr lang="en-US" altLang="zh-CN"/>
          </a:p>
        </p:txBody>
      </p:sp>
      <p:sp>
        <p:nvSpPr>
          <p:cNvPr id="13" name="Slide Number Placeholder 5"/>
          <p:cNvSpPr>
            <a:spLocks noGrp="1"/>
          </p:cNvSpPr>
          <p:nvPr>
            <p:ph type="sldNum" sz="quarter" idx="12"/>
          </p:nvPr>
        </p:nvSpPr>
        <p:spPr/>
        <p:txBody>
          <a:bodyPr/>
          <a:lstStyle>
            <a:lvl1pPr eaLnBrk="0" hangingPunct="0">
              <a:defRPr>
                <a:ea typeface="楷体_GB2312"/>
                <a:cs typeface="楷体_GB2312"/>
              </a:defRPr>
            </a:lvl1pPr>
          </a:lstStyle>
          <a:p>
            <a:pPr>
              <a:defRPr/>
            </a:pPr>
            <a:fld id="{710B57BB-6B41-431D-9FC0-2FC250CA5493}" type="slidenum">
              <a:rPr lang="zh-CN" altLang="en-US"/>
              <a:t>‹#›</a:t>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4" name="Date Placeholder 3"/>
          <p:cNvSpPr>
            <a:spLocks noGrp="1"/>
          </p:cNvSpPr>
          <p:nvPr>
            <p:ph type="dt" sz="half" idx="10"/>
          </p:nvPr>
        </p:nvSpPr>
        <p:spPr/>
        <p:txBody>
          <a:bodyPr/>
          <a:lstStyle>
            <a:lvl1pPr eaLnBrk="0" hangingPunct="0">
              <a:defRPr>
                <a:ea typeface="楷体_GB2312"/>
                <a:cs typeface="楷体_GB2312"/>
              </a:defRPr>
            </a:lvl1pPr>
          </a:lstStyle>
          <a:p>
            <a:pPr>
              <a:defRPr/>
            </a:pPr>
            <a:endParaRPr lang="en-US" altLang="zh-CN"/>
          </a:p>
        </p:txBody>
      </p:sp>
      <p:sp>
        <p:nvSpPr>
          <p:cNvPr id="5" name="Footer Placeholder 4"/>
          <p:cNvSpPr>
            <a:spLocks noGrp="1"/>
          </p:cNvSpPr>
          <p:nvPr>
            <p:ph type="ftr" sz="quarter" idx="11"/>
          </p:nvPr>
        </p:nvSpPr>
        <p:spPr/>
        <p:txBody>
          <a:bodyPr/>
          <a:lstStyle>
            <a:lvl1pPr eaLnBrk="0" hangingPunct="0">
              <a:defRPr>
                <a:ea typeface="楷体_GB2312"/>
                <a:cs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eaLnBrk="0" hangingPunct="0">
              <a:defRPr>
                <a:ea typeface="楷体_GB2312"/>
                <a:cs typeface="楷体_GB2312"/>
              </a:defRPr>
            </a:lvl1pPr>
          </a:lstStyle>
          <a:p>
            <a:pPr>
              <a:defRPr/>
            </a:pPr>
            <a:fld id="{D2E128FE-65D9-4D08-BF45-51F2C7EE4F92}" type="slidenum">
              <a:rPr lang="zh-CN" altLang="en-US"/>
              <a:t>‹#›</a:t>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ea typeface="楷体_GB2312"/>
                <a:cs typeface="楷体_GB2312"/>
              </a:defRPr>
            </a:lvl1pPr>
          </a:lstStyle>
          <a:p>
            <a:pPr>
              <a:defRPr/>
            </a:pPr>
            <a:fld id="{64009E69-71E8-456A-969D-D19625B3D992}" type="slidenum">
              <a:rPr lang="zh-CN" altLang="en-US"/>
              <a:t>‹#›</a:t>
            </a:fld>
            <a:endParaRPr lang="en-US" alt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p:nvPr userDrawn="1"/>
        </p:nvGrpSpPr>
        <p:grpSpPr bwMode="auto">
          <a:xfrm>
            <a:off x="0" y="195263"/>
            <a:ext cx="755650" cy="431800"/>
            <a:chOff x="-786" y="195486"/>
            <a:chExt cx="756363" cy="432048"/>
          </a:xfrm>
        </p:grpSpPr>
        <p:sp>
          <p:nvSpPr>
            <p:cNvPr id="5" name="五边形 7"/>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1800">
                <a:solidFill>
                  <a:srgbClr val="FFFFFF"/>
                </a:solidFill>
                <a:latin typeface="Calibri" panose="020F0502020204030204" pitchFamily="34" charset="0"/>
                <a:ea typeface="楷体_GB2312"/>
                <a:cs typeface="楷体_GB2312"/>
              </a:endParaRPr>
            </a:p>
          </p:txBody>
        </p:sp>
        <p:sp>
          <p:nvSpPr>
            <p:cNvPr id="6" name="五边形 8"/>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1800">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a:xfrm>
            <a:off x="755576" y="1131590"/>
            <a:ext cx="7560840" cy="3225800"/>
          </a:xfrm>
        </p:spPr>
        <p:txBody>
          <a:bodyPr/>
          <a:lstStyle>
            <a:lvl1pPr marL="273050" indent="-273050">
              <a:buClrTx/>
              <a:buFont typeface="Wingdings" panose="05000000000000000000" pitchFamily="2" charset="2"/>
              <a:buChar char="Ø"/>
              <a:defRPr b="1" baseline="0">
                <a:solidFill>
                  <a:schemeClr val="tx1"/>
                </a:solidFill>
                <a:latin typeface="Times New Roman" panose="02020603050405020304" pitchFamily="18" charset="0"/>
              </a:defRPr>
            </a:lvl1pPr>
            <a:lvl2pPr marL="576580" indent="-273050">
              <a:buClrTx/>
              <a:buFont typeface="Wingdings" panose="05000000000000000000" pitchFamily="2" charset="2"/>
              <a:buChar char="Ø"/>
              <a:defRPr b="1" baseline="0">
                <a:solidFill>
                  <a:schemeClr val="tx1"/>
                </a:solidFill>
                <a:latin typeface="Times New Roman" panose="02020603050405020304" pitchFamily="18" charset="0"/>
              </a:defRPr>
            </a:lvl2pPr>
            <a:lvl3pPr marL="855980" indent="-228600">
              <a:buClrTx/>
              <a:buFont typeface="Wingdings" panose="05000000000000000000" pitchFamily="2" charset="2"/>
              <a:buChar char="Ø"/>
              <a:defRPr b="1" baseline="0">
                <a:solidFill>
                  <a:schemeClr val="tx1"/>
                </a:solidFill>
                <a:latin typeface="Times New Roman" panose="02020603050405020304" pitchFamily="18" charset="0"/>
              </a:defRPr>
            </a:lvl3pPr>
            <a:lvl4pPr marL="1143000" indent="-228600">
              <a:buClrTx/>
              <a:buFont typeface="Wingdings" panose="05000000000000000000" pitchFamily="2" charset="2"/>
              <a:buChar char="Ø"/>
              <a:defRPr b="1" baseline="0">
                <a:solidFill>
                  <a:schemeClr val="tx1"/>
                </a:solidFill>
                <a:latin typeface="Times New Roman" panose="02020603050405020304" pitchFamily="18" charset="0"/>
              </a:defRPr>
            </a:lvl4pPr>
            <a:lvl5pPr marL="1462405" indent="-228600">
              <a:buClrTx/>
              <a:buFont typeface="Wingdings" panose="05000000000000000000" pitchFamily="2" charset="2"/>
              <a:buChar char="Ø"/>
              <a:defRPr b="1" baseline="0">
                <a:solidFill>
                  <a:schemeClr val="tx1"/>
                </a:solidFill>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sz="3000" b="1" baseline="0">
                <a:solidFill>
                  <a:schemeClr val="tx1"/>
                </a:solidFill>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9"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10" name="Slide Number Placeholder 5"/>
          <p:cNvSpPr>
            <a:spLocks noGrp="1"/>
          </p:cNvSpPr>
          <p:nvPr>
            <p:ph type="sldNum" sz="quarter" idx="12"/>
          </p:nvPr>
        </p:nvSpPr>
        <p:spPr>
          <a:xfrm>
            <a:off x="8660893" y="4864717"/>
            <a:ext cx="487810" cy="288032"/>
          </a:xfrm>
        </p:spPr>
        <p:txBody>
          <a:bodyPr/>
          <a:lstStyle>
            <a:lvl1pPr>
              <a:defRPr b="1">
                <a:solidFill>
                  <a:schemeClr val="tx1"/>
                </a:solidFill>
                <a:ea typeface="楷体_GB2312"/>
                <a:cs typeface="楷体_GB2312"/>
              </a:defRPr>
            </a:lvl1pPr>
          </a:lstStyle>
          <a:p>
            <a:pPr>
              <a:defRPr/>
            </a:pPr>
            <a:fld id="{EA567855-7F13-4FC5-AD61-2B82F6443E16}" type="slidenum">
              <a:rPr lang="zh-CN" altLang="en-US" smtClean="0"/>
              <a:t>‹#›</a:t>
            </a:fld>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C803C068-57FF-465D-8480-AC7264A8A534}" type="slidenum">
              <a:rPr lang="zh-CN" altLang="en-US"/>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17860" name="Rectangle 4"/>
          <p:cNvSpPr>
            <a:spLocks noGrp="1" noChangeArrowheads="1"/>
          </p:cNvSpPr>
          <p:nvPr>
            <p:ph type="dt" sz="half" idx="2"/>
          </p:nvPr>
        </p:nvSpPr>
        <p:spPr bwMode="auto">
          <a:xfrm>
            <a:off x="457200" y="4684713"/>
            <a:ext cx="2133600" cy="357187"/>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defRPr>
            </a:lvl1pPr>
          </a:lstStyle>
          <a:p>
            <a:pPr>
              <a:defRPr/>
            </a:pPr>
            <a:endParaRPr lang="en-US" altLang="zh-CN"/>
          </a:p>
        </p:txBody>
      </p:sp>
      <p:sp>
        <p:nvSpPr>
          <p:cNvPr id="1017861" name="Rectangle 5"/>
          <p:cNvSpPr>
            <a:spLocks noGrp="1" noChangeArrowheads="1"/>
          </p:cNvSpPr>
          <p:nvPr>
            <p:ph type="ftr" sz="quarter" idx="3"/>
          </p:nvPr>
        </p:nvSpPr>
        <p:spPr bwMode="auto">
          <a:xfrm>
            <a:off x="3124200" y="4684713"/>
            <a:ext cx="2895600" cy="357187"/>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defRPr>
            </a:lvl1pPr>
          </a:lstStyle>
          <a:p>
            <a:pPr>
              <a:defRPr/>
            </a:pPr>
            <a:endParaRPr lang="en-US" altLang="zh-CN"/>
          </a:p>
        </p:txBody>
      </p:sp>
      <p:sp>
        <p:nvSpPr>
          <p:cNvPr id="1017862" name="Rectangle 6"/>
          <p:cNvSpPr>
            <a:spLocks noGrp="1" noChangeArrowheads="1"/>
          </p:cNvSpPr>
          <p:nvPr>
            <p:ph type="sldNum" sz="quarter" idx="4"/>
          </p:nvPr>
        </p:nvSpPr>
        <p:spPr bwMode="auto">
          <a:xfrm>
            <a:off x="6553200" y="4684713"/>
            <a:ext cx="2133600" cy="357187"/>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atin typeface="Arial" panose="020B0604020202020204" pitchFamily="34" charset="0"/>
              </a:defRPr>
            </a:lvl1pPr>
          </a:lstStyle>
          <a:p>
            <a:pPr>
              <a:defRPr/>
            </a:pPr>
            <a:fld id="{AD25BD99-1D71-4470-8C9E-1C6ABD69C6CF}"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a:solidFill>
            <a:schemeClr val="tx2"/>
          </a:solidFill>
          <a:latin typeface="+mj-lt"/>
          <a:ea typeface="宋体" panose="02010600030101010101" pitchFamily="2"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54000"/>
            <a:ext cx="82296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lstStyle>
            <a:lvl1pPr algn="r" eaLnBrk="1" hangingPunct="1">
              <a:defRPr sz="1000">
                <a:solidFill>
                  <a:schemeClr val="tx2"/>
                </a:solidFill>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lstStyle>
            <a:lvl1pPr eaLnBrk="1" hangingPunct="1">
              <a:defRPr sz="1000">
                <a:solidFill>
                  <a:schemeClr val="tx2"/>
                </a:solidFill>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lstStyle>
            <a:lvl1pPr algn="ctr" eaLnBrk="1" hangingPunct="1">
              <a:defRPr sz="1000">
                <a:solidFill>
                  <a:schemeClr val="tx2"/>
                </a:solidFill>
              </a:defRPr>
            </a:lvl1pPr>
          </a:lstStyle>
          <a:p>
            <a:pPr>
              <a:defRPr/>
            </a:pPr>
            <a:fld id="{470BF630-E7A2-421A-B8A7-E2A856C23E8A}" type="slidenum">
              <a:rPr lang="zh-CN" altLang="en-US"/>
              <a:t>‹#›</a:t>
            </a:fld>
            <a:endParaRPr lang="en-US" altLang="zh-CN"/>
          </a:p>
        </p:txBody>
      </p:sp>
      <p:sp>
        <p:nvSpPr>
          <p:cNvPr id="2054" name="Text Placeholder 2"/>
          <p:cNvSpPr>
            <a:spLocks noGrp="1"/>
          </p:cNvSpPr>
          <p:nvPr>
            <p:ph type="body" idx="1"/>
          </p:nvPr>
        </p:nvSpPr>
        <p:spPr bwMode="auto">
          <a:xfrm>
            <a:off x="250825" y="1347788"/>
            <a:ext cx="5976938" cy="324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lgn="ctr" rtl="0" eaLnBrk="0" fontAlgn="base" hangingPunct="0">
        <a:spcBef>
          <a:spcPct val="0"/>
        </a:spcBef>
        <a:spcAft>
          <a:spcPct val="0"/>
        </a:spcAft>
        <a:defRPr sz="4400" kern="1200">
          <a:solidFill>
            <a:srgbClr val="FFFFFF"/>
          </a:solidFill>
          <a:latin typeface="+mj-lt"/>
          <a:ea typeface="+mj-ea"/>
          <a:cs typeface="+mj-cs"/>
        </a:defRPr>
      </a:lvl1pPr>
      <a:lvl2pPr algn="ctr" rtl="0" eaLnBrk="0" fontAlgn="base" hangingPunct="0">
        <a:spcBef>
          <a:spcPct val="0"/>
        </a:spcBef>
        <a:spcAft>
          <a:spcPct val="0"/>
        </a:spcAft>
        <a:defRPr sz="4400">
          <a:solidFill>
            <a:srgbClr val="FFFFFF"/>
          </a:solidFill>
          <a:latin typeface="Candara" panose="020E0502030303020204" pitchFamily="34" charset="0"/>
        </a:defRPr>
      </a:lvl2pPr>
      <a:lvl3pPr algn="ctr" rtl="0" eaLnBrk="0" fontAlgn="base" hangingPunct="0">
        <a:spcBef>
          <a:spcPct val="0"/>
        </a:spcBef>
        <a:spcAft>
          <a:spcPct val="0"/>
        </a:spcAft>
        <a:defRPr sz="4400">
          <a:solidFill>
            <a:srgbClr val="FFFFFF"/>
          </a:solidFill>
          <a:latin typeface="Candara" panose="020E0502030303020204" pitchFamily="34" charset="0"/>
        </a:defRPr>
      </a:lvl3pPr>
      <a:lvl4pPr algn="ctr" rtl="0" eaLnBrk="0" fontAlgn="base" hangingPunct="0">
        <a:spcBef>
          <a:spcPct val="0"/>
        </a:spcBef>
        <a:spcAft>
          <a:spcPct val="0"/>
        </a:spcAft>
        <a:defRPr sz="4400">
          <a:solidFill>
            <a:srgbClr val="FFFFFF"/>
          </a:solidFill>
          <a:latin typeface="Candara" panose="020E0502030303020204" pitchFamily="34" charset="0"/>
        </a:defRPr>
      </a:lvl4pPr>
      <a:lvl5pPr algn="ctr" rtl="0" eaLnBrk="0" fontAlgn="base" hangingPunct="0">
        <a:spcBef>
          <a:spcPct val="0"/>
        </a:spcBef>
        <a:spcAft>
          <a:spcPct val="0"/>
        </a:spcAft>
        <a:defRPr sz="4400">
          <a:solidFill>
            <a:srgbClr val="FFFFFF"/>
          </a:solidFill>
          <a:latin typeface="Candara" panose="020E0502030303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lstStyle>
            <a:lvl1pPr algn="r" eaLnBrk="1" hangingPunct="1">
              <a:defRPr sz="1000">
                <a:solidFill>
                  <a:srgbClr val="073E87"/>
                </a:solidFill>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lstStyle>
            <a:lvl1pPr eaLnBrk="1" hangingPunct="1">
              <a:defRPr sz="1000">
                <a:solidFill>
                  <a:srgbClr val="073E87"/>
                </a:solidFill>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lstStyle>
            <a:lvl1pPr algn="ctr" eaLnBrk="1" hangingPunct="1">
              <a:defRPr sz="1000">
                <a:solidFill>
                  <a:srgbClr val="073E87"/>
                </a:solidFill>
              </a:defRPr>
            </a:lvl1pPr>
          </a:lstStyle>
          <a:p>
            <a:pPr>
              <a:defRPr/>
            </a:pPr>
            <a:fld id="{7452B4CE-76F8-4BEB-A709-8E5F56384099}" type="slidenum">
              <a:rPr lang="zh-CN" altLang="en-US"/>
              <a:t>‹#›</a:t>
            </a:fld>
            <a:endParaRPr lang="en-US" altLang="zh-CN"/>
          </a:p>
        </p:txBody>
      </p:sp>
      <p:sp>
        <p:nvSpPr>
          <p:cNvPr id="3078"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ounded Rectangle 13"/>
          <p:cNvSpPr/>
          <p:nvPr/>
        </p:nvSpPr>
        <p:spPr>
          <a:xfrm>
            <a:off x="228600" y="171450"/>
            <a:ext cx="8696325" cy="1404938"/>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prstClr val="white"/>
              </a:solidFill>
            </a:endParaRPr>
          </a:p>
        </p:txBody>
      </p:sp>
      <p:grpSp>
        <p:nvGrpSpPr>
          <p:cNvPr id="4099" name="Group 15"/>
          <p:cNvGrpSpPr>
            <a:grpSpLocks noChangeAspect="1"/>
          </p:cNvGrpSpPr>
          <p:nvPr/>
        </p:nvGrpSpPr>
        <p:grpSpPr bwMode="auto">
          <a:xfrm>
            <a:off x="211138" y="1058863"/>
            <a:ext cx="8824912" cy="576262"/>
            <a:chOff x="-3905251" y="4294188"/>
            <a:chExt cx="13027839" cy="1892300"/>
          </a:xfrm>
        </p:grpSpPr>
        <p:sp>
          <p:nvSpPr>
            <p:cNvPr id="4105" name="Freeform 14"/>
            <p:cNvSpPr/>
            <p:nvPr/>
          </p:nvSpPr>
          <p:spPr bwMode="hidden">
            <a:xfrm>
              <a:off x="4810125" y="4500563"/>
              <a:ext cx="4295775" cy="1016000"/>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106" name="Freeform 18"/>
            <p:cNvSpPr/>
            <p:nvPr/>
          </p:nvSpPr>
          <p:spPr bwMode="hidden">
            <a:xfrm>
              <a:off x="-309563" y="4318000"/>
              <a:ext cx="8280401" cy="120967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107" name="Freeform 22"/>
            <p:cNvSpPr/>
            <p:nvPr/>
          </p:nvSpPr>
          <p:spPr bwMode="hidden">
            <a:xfrm>
              <a:off x="3175" y="4335463"/>
              <a:ext cx="8166100" cy="1101725"/>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08" name="Freeform 26"/>
            <p:cNvSpPr/>
            <p:nvPr/>
          </p:nvSpPr>
          <p:spPr bwMode="hidden">
            <a:xfrm>
              <a:off x="4156075" y="4316413"/>
              <a:ext cx="4940300" cy="927100"/>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useBgFill="1">
          <p:nvSpPr>
            <p:cNvPr id="4109" name="Freeform 10"/>
            <p:cNvSpPr/>
            <p:nvPr/>
          </p:nvSpPr>
          <p:spPr bwMode="hidden">
            <a:xfrm>
              <a:off x="-3905251" y="4294188"/>
              <a:ext cx="13027839"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4100"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lIns="91440" tIns="45720" rIns="91440" bIns="45720" rtlCol="0" anchor="ctr"/>
          <a:lstStyle>
            <a:lvl1pPr algn="r" eaLnBrk="1" hangingPunct="1">
              <a:defRPr sz="1000">
                <a:solidFill>
                  <a:srgbClr val="073E87"/>
                </a:solidFill>
                <a:ea typeface="宋体" panose="02010600030101010101" pitchFamily="2" charset="-122"/>
                <a:cs typeface="+mn-cs"/>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lIns="91440" tIns="45720" rIns="91440" bIns="45720" rtlCol="0" anchor="ctr"/>
          <a:lstStyle>
            <a:lvl1pPr algn="l" eaLnBrk="1" hangingPunct="1">
              <a:defRPr sz="1000">
                <a:solidFill>
                  <a:srgbClr val="073E87"/>
                </a:solidFill>
                <a:ea typeface="宋体" panose="02010600030101010101" pitchFamily="2" charset="-122"/>
                <a:cs typeface="+mn-cs"/>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lIns="91440" tIns="45720" rIns="91440" bIns="45720" rtlCol="0" anchor="ctr"/>
          <a:lstStyle>
            <a:lvl1pPr algn="ctr" eaLnBrk="1" hangingPunct="1">
              <a:defRPr sz="1000">
                <a:solidFill>
                  <a:srgbClr val="073E87"/>
                </a:solidFill>
                <a:ea typeface="宋体" panose="02010600030101010101" pitchFamily="2" charset="-122"/>
                <a:cs typeface="+mn-cs"/>
              </a:defRPr>
            </a:lvl1pPr>
          </a:lstStyle>
          <a:p>
            <a:pPr>
              <a:defRPr/>
            </a:pPr>
            <a:fld id="{548097F9-AEBB-457A-869B-7123AC1EEF15}" type="slidenum">
              <a:rPr lang="zh-CN" altLang="en-US"/>
              <a:t>‹#›</a:t>
            </a:fld>
            <a:endParaRPr lang="en-US" altLang="zh-CN"/>
          </a:p>
        </p:txBody>
      </p:sp>
      <p:sp>
        <p:nvSpPr>
          <p:cNvPr id="4104"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ounded Rectangle 13"/>
          <p:cNvSpPr/>
          <p:nvPr/>
        </p:nvSpPr>
        <p:spPr>
          <a:xfrm>
            <a:off x="228600" y="171450"/>
            <a:ext cx="8696325" cy="1404938"/>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prstClr val="white"/>
              </a:solidFill>
            </a:endParaRPr>
          </a:p>
        </p:txBody>
      </p:sp>
      <p:grpSp>
        <p:nvGrpSpPr>
          <p:cNvPr id="5123" name="Group 15"/>
          <p:cNvGrpSpPr>
            <a:grpSpLocks noChangeAspect="1"/>
          </p:cNvGrpSpPr>
          <p:nvPr/>
        </p:nvGrpSpPr>
        <p:grpSpPr bwMode="auto">
          <a:xfrm>
            <a:off x="211138" y="1058863"/>
            <a:ext cx="8824912" cy="576262"/>
            <a:chOff x="-3905251" y="4294188"/>
            <a:chExt cx="13027839" cy="1892300"/>
          </a:xfrm>
        </p:grpSpPr>
        <p:sp>
          <p:nvSpPr>
            <p:cNvPr id="5129" name="Freeform 14"/>
            <p:cNvSpPr/>
            <p:nvPr/>
          </p:nvSpPr>
          <p:spPr bwMode="hidden">
            <a:xfrm>
              <a:off x="4810125" y="4500563"/>
              <a:ext cx="4295775" cy="1016000"/>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130" name="Freeform 18"/>
            <p:cNvSpPr/>
            <p:nvPr/>
          </p:nvSpPr>
          <p:spPr bwMode="hidden">
            <a:xfrm>
              <a:off x="-309563" y="4318000"/>
              <a:ext cx="8280401" cy="120967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131" name="Freeform 22"/>
            <p:cNvSpPr/>
            <p:nvPr/>
          </p:nvSpPr>
          <p:spPr bwMode="hidden">
            <a:xfrm>
              <a:off x="3175" y="4335463"/>
              <a:ext cx="8166100" cy="1101725"/>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32" name="Freeform 26"/>
            <p:cNvSpPr/>
            <p:nvPr/>
          </p:nvSpPr>
          <p:spPr bwMode="hidden">
            <a:xfrm>
              <a:off x="4156075" y="4316413"/>
              <a:ext cx="4940300" cy="927100"/>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useBgFill="1">
          <p:nvSpPr>
            <p:cNvPr id="5133" name="Freeform 10"/>
            <p:cNvSpPr/>
            <p:nvPr/>
          </p:nvSpPr>
          <p:spPr bwMode="hidden">
            <a:xfrm>
              <a:off x="-3905251" y="4294188"/>
              <a:ext cx="13027839"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124"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lIns="91440" tIns="45720" rIns="91440" bIns="45720" rtlCol="0" anchor="ctr"/>
          <a:lstStyle>
            <a:lvl1pPr algn="r" eaLnBrk="1" hangingPunct="1">
              <a:defRPr sz="1000">
                <a:solidFill>
                  <a:srgbClr val="073E87"/>
                </a:solidFill>
                <a:ea typeface="宋体" panose="02010600030101010101" pitchFamily="2" charset="-122"/>
                <a:cs typeface="+mn-cs"/>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lIns="91440" tIns="45720" rIns="91440" bIns="45720" rtlCol="0" anchor="ctr"/>
          <a:lstStyle>
            <a:lvl1pPr algn="l" eaLnBrk="1" hangingPunct="1">
              <a:defRPr sz="1000">
                <a:solidFill>
                  <a:srgbClr val="073E87"/>
                </a:solidFill>
                <a:ea typeface="宋体" panose="02010600030101010101" pitchFamily="2" charset="-122"/>
                <a:cs typeface="+mn-cs"/>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lIns="91440" tIns="45720" rIns="91440" bIns="45720" rtlCol="0" anchor="ctr"/>
          <a:lstStyle>
            <a:lvl1pPr algn="ctr" eaLnBrk="1" hangingPunct="1">
              <a:defRPr sz="1000">
                <a:solidFill>
                  <a:srgbClr val="073E87"/>
                </a:solidFill>
                <a:ea typeface="宋体" panose="02010600030101010101" pitchFamily="2" charset="-122"/>
                <a:cs typeface="+mn-cs"/>
              </a:defRPr>
            </a:lvl1pPr>
          </a:lstStyle>
          <a:p>
            <a:pPr>
              <a:defRPr/>
            </a:pPr>
            <a:fld id="{A4BDFD58-EFE6-4FD4-ACDB-30432B205E96}" type="slidenum">
              <a:rPr lang="zh-CN" altLang="en-US"/>
              <a:t>‹#›</a:t>
            </a:fld>
            <a:endParaRPr lang="en-US" altLang="zh-CN"/>
          </a:p>
        </p:txBody>
      </p:sp>
      <p:sp>
        <p:nvSpPr>
          <p:cNvPr id="5128"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lstStyle>
            <a:lvl1pPr algn="r" eaLnBrk="1" hangingPunct="1">
              <a:defRPr sz="1000">
                <a:solidFill>
                  <a:srgbClr val="073E87"/>
                </a:solidFill>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lstStyle>
            <a:lvl1pPr eaLnBrk="1" hangingPunct="1">
              <a:defRPr sz="1000">
                <a:solidFill>
                  <a:srgbClr val="073E87"/>
                </a:solidFill>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lstStyle>
            <a:lvl1pPr algn="ctr" eaLnBrk="1" hangingPunct="1">
              <a:defRPr sz="1000">
                <a:solidFill>
                  <a:srgbClr val="073E87"/>
                </a:solidFill>
              </a:defRPr>
            </a:lvl1pPr>
          </a:lstStyle>
          <a:p>
            <a:pPr>
              <a:defRPr/>
            </a:pPr>
            <a:fld id="{7452B4CE-76F8-4BEB-A709-8E5F56384099}" type="slidenum">
              <a:rPr lang="zh-CN" altLang="en-US"/>
              <a:t>‹#›</a:t>
            </a:fld>
            <a:endParaRPr lang="en-US" altLang="zh-CN"/>
          </a:p>
        </p:txBody>
      </p:sp>
      <p:sp>
        <p:nvSpPr>
          <p:cNvPr id="3078"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9.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6.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8.xml"/><Relationship Id="rId1" Type="http://schemas.openxmlformats.org/officeDocument/2006/relationships/tags" Target="../tags/tag1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4.xml"/><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0.xml"/><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3" descr="G:\QQ截图201607142012副本.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5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
          <p:cNvSpPr txBox="1">
            <a:spLocks noChangeArrowheads="1"/>
          </p:cNvSpPr>
          <p:nvPr/>
        </p:nvSpPr>
        <p:spPr>
          <a:xfrm>
            <a:off x="4500563" y="1489075"/>
            <a:ext cx="3443287" cy="939800"/>
          </a:xfrm>
          <a:prstGeom prst="rect">
            <a:avLst/>
          </a:prstGeom>
        </p:spPr>
        <p:txBody>
          <a:bodyPr anchor="ctr"/>
          <a:lstStyle/>
          <a:p>
            <a:pPr algn="ctr" eaLnBrk="1" fontAlgn="auto" hangingPunct="1">
              <a:spcAft>
                <a:spcPts val="0"/>
              </a:spcAft>
              <a:defRPr/>
            </a:pPr>
            <a:r>
              <a:rPr lang="zh-CN" altLang="en-US" sz="2400" spc="600" dirty="0">
                <a:solidFill>
                  <a:prstClr val="white"/>
                </a:solidFill>
                <a:latin typeface="微软雅黑" panose="020B0503020204020204" pitchFamily="34" charset="-122"/>
                <a:ea typeface="微软雅黑" panose="020B0503020204020204" pitchFamily="34" charset="-122"/>
              </a:rPr>
              <a:t>第四章 </a:t>
            </a:r>
            <a:endParaRPr lang="en-US" altLang="zh-CN" sz="2400" spc="600" dirty="0">
              <a:solidFill>
                <a:prstClr val="white"/>
              </a:solidFill>
              <a:latin typeface="微软雅黑" panose="020B0503020204020204" pitchFamily="34" charset="-122"/>
              <a:ea typeface="微软雅黑" panose="020B0503020204020204" pitchFamily="34" charset="-122"/>
            </a:endParaRPr>
          </a:p>
          <a:p>
            <a:pPr algn="ctr" eaLnBrk="1" fontAlgn="auto" hangingPunct="1">
              <a:spcAft>
                <a:spcPts val="0"/>
              </a:spcAft>
              <a:defRPr/>
            </a:pPr>
            <a:r>
              <a:rPr lang="zh-CN" altLang="en-US" sz="3500" spc="600" dirty="0">
                <a:solidFill>
                  <a:prstClr val="white"/>
                </a:solidFill>
                <a:latin typeface="微软雅黑" panose="020B0503020204020204" pitchFamily="34" charset="-122"/>
                <a:ea typeface="微软雅黑" panose="020B0503020204020204" pitchFamily="34" charset="-122"/>
              </a:rPr>
              <a:t>语法分析</a:t>
            </a:r>
            <a:endParaRPr lang="en-US" altLang="zh-CN" sz="3500" spc="600" dirty="0">
              <a:solidFill>
                <a:prstClr val="white"/>
              </a:solidFill>
              <a:latin typeface="微软雅黑" panose="020B0503020204020204" pitchFamily="34" charset="-122"/>
              <a:ea typeface="微软雅黑" panose="020B0503020204020204" pitchFamily="34" charset="-122"/>
            </a:endParaRPr>
          </a:p>
        </p:txBody>
      </p:sp>
      <p:sp>
        <p:nvSpPr>
          <p:cNvPr id="4" name="Rectangle 2"/>
          <p:cNvSpPr txBox="1">
            <a:spLocks noChangeArrowheads="1"/>
          </p:cNvSpPr>
          <p:nvPr/>
        </p:nvSpPr>
        <p:spPr>
          <a:xfrm>
            <a:off x="4500563" y="2428875"/>
            <a:ext cx="3800475" cy="939800"/>
          </a:xfrm>
          <a:prstGeom prst="rect">
            <a:avLst/>
          </a:prstGeom>
        </p:spPr>
        <p:txBody>
          <a:bodyPr anchor="ctr"/>
          <a:lstStyle/>
          <a:p>
            <a:pPr eaLnBrk="1" fontAlgn="auto" hangingPunct="1">
              <a:spcAft>
                <a:spcPts val="0"/>
              </a:spcAft>
              <a:defRPr/>
            </a:pPr>
            <a:r>
              <a:rPr lang="en-US" altLang="zh-CN" sz="2500" b="1" dirty="0">
                <a:solidFill>
                  <a:prstClr val="white"/>
                </a:solidFill>
                <a:latin typeface="Candara" panose="020E0502030303020204"/>
                <a:ea typeface="楷体" panose="02010609060101010101" pitchFamily="49" charset="-122"/>
              </a:rPr>
              <a:t> </a:t>
            </a:r>
            <a:r>
              <a:rPr lang="zh-CN" altLang="en-US" sz="2000" b="1" dirty="0">
                <a:solidFill>
                  <a:prstClr val="white"/>
                </a:solidFill>
                <a:latin typeface="Candara" panose="020E0502030303020204"/>
                <a:ea typeface="楷体" panose="02010609060101010101" pitchFamily="49" charset="-122"/>
              </a:rPr>
              <a:t>哈尔滨工业大学  陈鄞 单丽莉</a:t>
            </a:r>
            <a:endParaRPr lang="zh-CN" altLang="en-US" sz="2000" b="1" spc="600" dirty="0">
              <a:solidFill>
                <a:prstClr val="white"/>
              </a:solidFill>
              <a:latin typeface="微软雅黑" panose="020B0503020204020204" pitchFamily="34" charset="-122"/>
              <a:ea typeface="微软雅黑" panose="020B0503020204020204" pitchFamily="34" charset="-122"/>
            </a:endParaRPr>
          </a:p>
        </p:txBody>
      </p:sp>
      <p:sp>
        <p:nvSpPr>
          <p:cNvPr id="5" name="Rectangle 2"/>
          <p:cNvSpPr txBox="1">
            <a:spLocks noChangeArrowheads="1"/>
          </p:cNvSpPr>
          <p:nvPr/>
        </p:nvSpPr>
        <p:spPr>
          <a:xfrm>
            <a:off x="5508625" y="984250"/>
            <a:ext cx="3143250" cy="441325"/>
          </a:xfrm>
          <a:prstGeom prst="rect">
            <a:avLst/>
          </a:prstGeom>
          <a:ln w="12700">
            <a:noFill/>
          </a:ln>
        </p:spPr>
        <p:txBody>
          <a:bodyPr anchor="ctr"/>
          <a:lstStyle/>
          <a:p>
            <a:pPr eaLnBrk="1" fontAlgn="auto" hangingPunct="1">
              <a:spcAft>
                <a:spcPts val="0"/>
              </a:spcAft>
              <a:defRPr/>
            </a:pPr>
            <a:r>
              <a:rPr lang="zh-CN" altLang="en-US" sz="2000" spc="300" dirty="0">
                <a:solidFill>
                  <a:prstClr val="white"/>
                </a:solidFill>
                <a:latin typeface="微软雅黑" panose="020B0503020204020204" pitchFamily="34" charset="-122"/>
                <a:ea typeface="微软雅黑" panose="020B0503020204020204" pitchFamily="34" charset="-122"/>
              </a:rPr>
              <a:t>编译原理</a:t>
            </a:r>
            <a:endParaRPr lang="zh-CN" altLang="en-US" sz="800" spc="300"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引言</a:t>
            </a:r>
          </a:p>
        </p:txBody>
      </p:sp>
      <p:grpSp>
        <p:nvGrpSpPr>
          <p:cNvPr id="38916" name="组合 5"/>
          <p:cNvGrpSpPr/>
          <p:nvPr/>
        </p:nvGrpSpPr>
        <p:grpSpPr bwMode="auto">
          <a:xfrm>
            <a:off x="0" y="195263"/>
            <a:ext cx="755650" cy="431800"/>
            <a:chOff x="-786" y="195486"/>
            <a:chExt cx="756363" cy="432048"/>
          </a:xfrm>
        </p:grpSpPr>
        <p:sp>
          <p:nvSpPr>
            <p:cNvPr id="7" name="五边形 6"/>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38918" name="五边形 8"/>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a typeface="楷体_GB2312"/>
                <a:cs typeface="楷体_GB2312"/>
              </a:endParaRPr>
            </a:p>
          </p:txBody>
        </p:sp>
      </p:grpSp>
      <p:pic>
        <p:nvPicPr>
          <p:cNvPr id="9" name="图片 8"/>
          <p:cNvPicPr>
            <a:picLocks noChangeAspect="1"/>
          </p:cNvPicPr>
          <p:nvPr/>
        </p:nvPicPr>
        <p:blipFill>
          <a:blip r:embed="rId3">
            <a:extLst>
              <a:ext uri="{28A0092B-C50C-407E-A947-70E740481C1C}">
                <a14:useLocalDpi xmlns:a14="http://schemas.microsoft.com/office/drawing/2010/main" val="0"/>
              </a:ext>
            </a:extLst>
          </a:blip>
          <a:srcRect t="328" b="1640"/>
          <a:stretch>
            <a:fillRect/>
          </a:stretch>
        </p:blipFill>
        <p:spPr>
          <a:xfrm>
            <a:off x="4601412" y="25894"/>
            <a:ext cx="2221826" cy="5117606"/>
          </a:xfrm>
          <a:prstGeom prst="rect">
            <a:avLst/>
          </a:prstGeom>
        </p:spPr>
      </p:pic>
      <p:sp>
        <p:nvSpPr>
          <p:cNvPr id="10" name="Rectangle 42"/>
          <p:cNvSpPr>
            <a:spLocks noChangeArrowheads="1"/>
          </p:cNvSpPr>
          <p:nvPr/>
        </p:nvSpPr>
        <p:spPr bwMode="auto">
          <a:xfrm>
            <a:off x="4728105" y="1071564"/>
            <a:ext cx="1961539" cy="444056"/>
          </a:xfrm>
          <a:prstGeom prst="rect">
            <a:avLst/>
          </a:prstGeom>
          <a:noFill/>
          <a:ln w="25400">
            <a:solidFill>
              <a:srgbClr val="FF0000"/>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
        <p:nvSpPr>
          <p:cNvPr id="4" name="文本框 3"/>
          <p:cNvSpPr txBox="1"/>
          <p:nvPr/>
        </p:nvSpPr>
        <p:spPr>
          <a:xfrm>
            <a:off x="755576" y="1491630"/>
            <a:ext cx="3672408" cy="2255554"/>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2400" b="1" dirty="0">
                <a:latin typeface="+mn-ea"/>
                <a:ea typeface="+mn-ea"/>
              </a:rPr>
              <a:t>语法分析器：</a:t>
            </a:r>
            <a:endParaRPr lang="en-US" altLang="zh-CN" sz="2400" b="1" dirty="0">
              <a:latin typeface="+mn-ea"/>
              <a:ea typeface="+mn-ea"/>
            </a:endParaRPr>
          </a:p>
          <a:p>
            <a:pPr marL="742950" lvl="1" indent="-285750">
              <a:lnSpc>
                <a:spcPct val="150000"/>
              </a:lnSpc>
              <a:buFont typeface="Wingdings" panose="05000000000000000000" pitchFamily="2" charset="2"/>
              <a:buChar char="Ø"/>
            </a:pPr>
            <a:r>
              <a:rPr lang="zh-CN" altLang="en-US" sz="2400" b="1" dirty="0">
                <a:latin typeface="+mn-ea"/>
                <a:ea typeface="+mn-ea"/>
              </a:rPr>
              <a:t>功能：组词成句</a:t>
            </a:r>
            <a:endParaRPr lang="en-US" altLang="zh-CN" sz="2400" b="1" dirty="0">
              <a:latin typeface="+mn-ea"/>
              <a:ea typeface="+mn-ea"/>
            </a:endParaRPr>
          </a:p>
          <a:p>
            <a:pPr marL="742950" lvl="1" indent="-285750">
              <a:lnSpc>
                <a:spcPct val="150000"/>
              </a:lnSpc>
              <a:buFont typeface="Wingdings" panose="05000000000000000000" pitchFamily="2" charset="2"/>
              <a:buChar char="Ø"/>
            </a:pPr>
            <a:r>
              <a:rPr lang="zh-CN" altLang="en-US" sz="2400" b="1" dirty="0">
                <a:latin typeface="+mn-ea"/>
                <a:ea typeface="+mn-ea"/>
              </a:rPr>
              <a:t>输入：词法单元序列</a:t>
            </a:r>
            <a:endParaRPr lang="en-US" altLang="zh-CN" sz="2400" b="1" dirty="0">
              <a:latin typeface="+mn-ea"/>
              <a:ea typeface="+mn-ea"/>
            </a:endParaRPr>
          </a:p>
          <a:p>
            <a:pPr marL="742950" lvl="1" indent="-285750">
              <a:lnSpc>
                <a:spcPct val="150000"/>
              </a:lnSpc>
              <a:buFont typeface="Wingdings" panose="05000000000000000000" pitchFamily="2" charset="2"/>
              <a:buChar char="Ø"/>
            </a:pPr>
            <a:r>
              <a:rPr lang="zh-CN" altLang="en-US" sz="2400" b="1" dirty="0">
                <a:latin typeface="+mn-ea"/>
                <a:ea typeface="+mn-ea"/>
              </a:rPr>
              <a:t>输出：语法分析树</a:t>
            </a:r>
            <a:endParaRPr lang="en-US" altLang="zh-CN" sz="2400" b="1" dirty="0">
              <a:latin typeface="+mn-ea"/>
              <a:ea typeface="+mn-ea"/>
            </a:endParaRP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idx="1"/>
          </p:nvPr>
        </p:nvSpPr>
        <p:spPr>
          <a:xfrm>
            <a:off x="442913" y="774700"/>
            <a:ext cx="8272462" cy="3597250"/>
          </a:xfrm>
        </p:spPr>
        <p:txBody>
          <a:bodyPr/>
          <a:lstStyle/>
          <a:p>
            <a:pPr eaLnBrk="1" hangingPunct="1">
              <a:lnSpc>
                <a:spcPts val="4000"/>
              </a:lnSpc>
              <a:buClrTx/>
              <a:buFont typeface="Wingdings" panose="05000000000000000000" pitchFamily="2" charset="2"/>
              <a:buChar char="Ø"/>
              <a:defRPr/>
            </a:pPr>
            <a:r>
              <a:rPr lang="zh-CN" altLang="en-US" sz="2800" b="1" dirty="0">
                <a:solidFill>
                  <a:schemeClr val="tx1"/>
                </a:solidFill>
                <a:latin typeface="+mn-ea"/>
                <a:cs typeface="Times New Roman" panose="02020603050405020304" pitchFamily="18" charset="0"/>
              </a:rPr>
              <a:t>语法分析的主要任务</a:t>
            </a:r>
            <a:endParaRPr lang="en-US" altLang="zh-CN" sz="2800" b="1" dirty="0">
              <a:solidFill>
                <a:schemeClr val="tx1"/>
              </a:solidFill>
              <a:latin typeface="+mn-ea"/>
              <a:cs typeface="Times New Roman" panose="02020603050405020304" pitchFamily="18" charset="0"/>
            </a:endParaRPr>
          </a:p>
          <a:p>
            <a:pPr lvl="1" eaLnBrk="1" hangingPunct="1">
              <a:lnSpc>
                <a:spcPts val="4000"/>
              </a:lnSpc>
              <a:buClrTx/>
              <a:buFont typeface="Wingdings" panose="05000000000000000000" pitchFamily="2" charset="2"/>
              <a:buChar char="Ø"/>
              <a:defRPr/>
            </a:pPr>
            <a:r>
              <a:rPr lang="zh-CN" altLang="en-US" sz="2500" b="1" dirty="0">
                <a:solidFill>
                  <a:schemeClr val="tx1"/>
                </a:solidFill>
                <a:latin typeface="+mn-ea"/>
                <a:cs typeface="Times New Roman" panose="02020603050405020304" pitchFamily="18" charset="0"/>
              </a:rPr>
              <a:t>根据给定的</a:t>
            </a:r>
            <a:r>
              <a:rPr lang="zh-CN" altLang="en-US" sz="2500" b="1" dirty="0">
                <a:solidFill>
                  <a:srgbClr val="0000FF"/>
                </a:solidFill>
                <a:latin typeface="+mn-ea"/>
                <a:cs typeface="Times New Roman" panose="02020603050405020304" pitchFamily="18" charset="0"/>
              </a:rPr>
              <a:t>文法</a:t>
            </a:r>
            <a:r>
              <a:rPr lang="zh-CN" altLang="en-US" sz="2500" b="1" dirty="0">
                <a:solidFill>
                  <a:schemeClr val="tx1"/>
                </a:solidFill>
                <a:latin typeface="+mn-ea"/>
                <a:cs typeface="Times New Roman" panose="02020603050405020304" pitchFamily="18" charset="0"/>
              </a:rPr>
              <a:t>，识别</a:t>
            </a:r>
            <a:r>
              <a:rPr lang="zh-CN" altLang="en-US" sz="2500" b="1" dirty="0">
                <a:solidFill>
                  <a:srgbClr val="0000FF"/>
                </a:solidFill>
                <a:latin typeface="+mn-ea"/>
                <a:cs typeface="Times New Roman" panose="02020603050405020304" pitchFamily="18" charset="0"/>
              </a:rPr>
              <a:t>输入句子</a:t>
            </a:r>
            <a:r>
              <a:rPr lang="zh-CN" altLang="en-US" sz="2500" b="1" dirty="0">
                <a:solidFill>
                  <a:schemeClr val="tx1"/>
                </a:solidFill>
                <a:latin typeface="+mn-ea"/>
                <a:cs typeface="Times New Roman" panose="02020603050405020304" pitchFamily="18" charset="0"/>
              </a:rPr>
              <a:t>的各个成分，构造句子的</a:t>
            </a:r>
            <a:r>
              <a:rPr lang="zh-CN" altLang="en-US" sz="2500" b="1" dirty="0">
                <a:solidFill>
                  <a:srgbClr val="0000FF"/>
                </a:solidFill>
                <a:latin typeface="+mn-ea"/>
                <a:cs typeface="Times New Roman" panose="02020603050405020304" pitchFamily="18" charset="0"/>
              </a:rPr>
              <a:t>分析树</a:t>
            </a:r>
            <a:r>
              <a:rPr lang="zh-CN" altLang="en-US" sz="2500" b="1" dirty="0">
                <a:latin typeface="+mn-ea"/>
                <a:cs typeface="Times New Roman" panose="02020603050405020304" pitchFamily="18" charset="0"/>
              </a:rPr>
              <a:t>（显式或隐式）</a:t>
            </a:r>
            <a:endParaRPr lang="en-US" altLang="zh-CN" sz="2500" b="1" dirty="0">
              <a:latin typeface="+mn-ea"/>
              <a:cs typeface="Times New Roman" panose="02020603050405020304" pitchFamily="18" charset="0"/>
            </a:endParaRPr>
          </a:p>
          <a:p>
            <a:pPr eaLnBrk="1" hangingPunct="1">
              <a:lnSpc>
                <a:spcPts val="4000"/>
              </a:lnSpc>
              <a:buClrTx/>
              <a:buFont typeface="Wingdings" panose="05000000000000000000" pitchFamily="2" charset="2"/>
              <a:buChar char="Ø"/>
              <a:defRPr/>
            </a:pPr>
            <a:r>
              <a:rPr lang="zh-CN" altLang="en-US" sz="2800" b="1" dirty="0">
                <a:solidFill>
                  <a:schemeClr val="tx1"/>
                </a:solidFill>
                <a:latin typeface="+mn-ea"/>
                <a:cs typeface="Times New Roman" panose="02020603050405020304" pitchFamily="18" charset="0"/>
              </a:rPr>
              <a:t>大部分程序设计语言的</a:t>
            </a:r>
            <a:r>
              <a:rPr lang="zh-CN" altLang="en-US" sz="2800" b="1" dirty="0">
                <a:solidFill>
                  <a:srgbClr val="0000FF"/>
                </a:solidFill>
                <a:latin typeface="+mn-ea"/>
                <a:cs typeface="Times New Roman" panose="02020603050405020304" pitchFamily="18" charset="0"/>
              </a:rPr>
              <a:t>语法构造</a:t>
            </a:r>
            <a:r>
              <a:rPr lang="zh-CN" altLang="en-US" sz="2800" b="1" dirty="0">
                <a:solidFill>
                  <a:schemeClr val="tx1"/>
                </a:solidFill>
                <a:latin typeface="+mn-ea"/>
                <a:cs typeface="Times New Roman" panose="02020603050405020304" pitchFamily="18" charset="0"/>
              </a:rPr>
              <a:t>可以用</a:t>
            </a:r>
            <a:r>
              <a:rPr lang="en-US" altLang="zh-CN" sz="2800" b="1" i="1" dirty="0">
                <a:solidFill>
                  <a:srgbClr val="0000FF"/>
                </a:solidFill>
                <a:cs typeface="Times New Roman" panose="02020603050405020304" pitchFamily="18" charset="0"/>
              </a:rPr>
              <a:t>CFG</a:t>
            </a:r>
            <a:r>
              <a:rPr lang="zh-CN" altLang="en-US" sz="2800" b="1" dirty="0">
                <a:solidFill>
                  <a:schemeClr val="tx1"/>
                </a:solidFill>
                <a:latin typeface="+mn-ea"/>
                <a:cs typeface="Times New Roman" panose="02020603050405020304" pitchFamily="18" charset="0"/>
              </a:rPr>
              <a:t>来描述，</a:t>
            </a:r>
            <a:r>
              <a:rPr lang="en-US" altLang="zh-CN" sz="2800" b="1" i="1" dirty="0">
                <a:solidFill>
                  <a:schemeClr val="tx1"/>
                </a:solidFill>
                <a:cs typeface="Times New Roman" panose="02020603050405020304" pitchFamily="18" charset="0"/>
              </a:rPr>
              <a:t>CFG</a:t>
            </a:r>
            <a:r>
              <a:rPr lang="zh-CN" altLang="en-US" sz="2800" b="1" dirty="0">
                <a:solidFill>
                  <a:schemeClr val="tx1"/>
                </a:solidFill>
                <a:latin typeface="+mn-ea"/>
                <a:cs typeface="Times New Roman" panose="02020603050405020304" pitchFamily="18" charset="0"/>
              </a:rPr>
              <a:t>以 </a:t>
            </a:r>
            <a:r>
              <a:rPr lang="en-US" altLang="zh-CN" sz="2800" b="1" i="1" dirty="0">
                <a:solidFill>
                  <a:srgbClr val="0000FF"/>
                </a:solidFill>
                <a:cs typeface="Times New Roman" panose="02020603050405020304" pitchFamily="18" charset="0"/>
              </a:rPr>
              <a:t>token </a:t>
            </a:r>
            <a:r>
              <a:rPr lang="zh-CN" altLang="en-US" sz="2800" b="1" dirty="0">
                <a:solidFill>
                  <a:srgbClr val="0000FF"/>
                </a:solidFill>
                <a:cs typeface="Times New Roman" panose="02020603050405020304" pitchFamily="18" charset="0"/>
              </a:rPr>
              <a:t>（词法单元中的符号）</a:t>
            </a:r>
            <a:r>
              <a:rPr lang="zh-CN" altLang="en-US" sz="2800" b="1" dirty="0">
                <a:solidFill>
                  <a:schemeClr val="tx1"/>
                </a:solidFill>
                <a:latin typeface="+mn-ea"/>
                <a:cs typeface="Times New Roman" panose="02020603050405020304" pitchFamily="18" charset="0"/>
              </a:rPr>
              <a:t>作为</a:t>
            </a:r>
            <a:r>
              <a:rPr lang="zh-CN" altLang="en-US" sz="2800" b="1" dirty="0">
                <a:solidFill>
                  <a:srgbClr val="0000FF"/>
                </a:solidFill>
                <a:latin typeface="+mn-ea"/>
                <a:cs typeface="Times New Roman" panose="02020603050405020304" pitchFamily="18" charset="0"/>
              </a:rPr>
              <a:t>终结符</a:t>
            </a:r>
            <a:endParaRPr lang="en-US" altLang="zh-CN" sz="2800" b="1" dirty="0">
              <a:solidFill>
                <a:srgbClr val="0000FF"/>
              </a:solidFill>
              <a:latin typeface="+mn-ea"/>
              <a:cs typeface="Times New Roman" panose="02020603050405020304" pitchFamily="18" charset="0"/>
            </a:endParaRPr>
          </a:p>
        </p:txBody>
      </p:sp>
      <p:sp>
        <p:nvSpPr>
          <p:cNvPr id="12291" name="Rectangle 2"/>
          <p:cNvSpPr>
            <a:spLocks noGrp="1" noChangeArrowheads="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引言</a:t>
            </a:r>
          </a:p>
        </p:txBody>
      </p:sp>
      <p:grpSp>
        <p:nvGrpSpPr>
          <p:cNvPr id="38916" name="组合 5"/>
          <p:cNvGrpSpPr/>
          <p:nvPr/>
        </p:nvGrpSpPr>
        <p:grpSpPr bwMode="auto">
          <a:xfrm>
            <a:off x="0" y="195263"/>
            <a:ext cx="755650" cy="431800"/>
            <a:chOff x="-786" y="195486"/>
            <a:chExt cx="756363" cy="432048"/>
          </a:xfrm>
        </p:grpSpPr>
        <p:sp>
          <p:nvSpPr>
            <p:cNvPr id="7" name="五边形 6"/>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38918" name="五边形 8"/>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a typeface="楷体_GB2312"/>
                <a:cs typeface="楷体_GB2312"/>
              </a:endParaRPr>
            </a:p>
          </p:txBody>
        </p:sp>
      </p:gr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195">
                                            <p:txEl>
                                              <p:pRg st="2" end="2"/>
                                            </p:txEl>
                                          </p:spTgt>
                                        </p:tgtEl>
                                        <p:attrNameLst>
                                          <p:attrName>style.visibility</p:attrName>
                                        </p:attrNameLst>
                                      </p:cBhvr>
                                      <p:to>
                                        <p:strVal val="visible"/>
                                      </p:to>
                                    </p:set>
                                    <p:anim calcmode="lin" valueType="num">
                                      <p:cBhvr>
                                        <p:cTn id="7" dur="500" fill="hold"/>
                                        <p:tgtEl>
                                          <p:spTgt spid="8195">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8195">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81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语法分析的种类</a:t>
            </a:r>
          </a:p>
        </p:txBody>
      </p:sp>
      <p:sp>
        <p:nvSpPr>
          <p:cNvPr id="32" name="Rectangle 3"/>
          <p:cNvSpPr>
            <a:spLocks noGrp="1" noChangeArrowheads="1"/>
          </p:cNvSpPr>
          <p:nvPr>
            <p:ph idx="1"/>
          </p:nvPr>
        </p:nvSpPr>
        <p:spPr>
          <a:xfrm>
            <a:off x="484188" y="2571750"/>
            <a:ext cx="8231187" cy="2449513"/>
          </a:xfrm>
        </p:spPr>
        <p:txBody>
          <a:bodyPr/>
          <a:lstStyle/>
          <a:p>
            <a:pPr eaLnBrk="1" hangingPunct="1">
              <a:buClrTx/>
              <a:buFont typeface="Wingdings" panose="05000000000000000000" pitchFamily="2" charset="2"/>
              <a:buChar char="Ø"/>
              <a:defRPr/>
            </a:pPr>
            <a:r>
              <a:rPr lang="zh-CN" altLang="en-US" sz="2300" b="1" dirty="0">
                <a:solidFill>
                  <a:schemeClr val="tx1"/>
                </a:solidFill>
                <a:latin typeface="+mn-ea"/>
                <a:cs typeface="Times New Roman" panose="02020603050405020304" pitchFamily="18" charset="0"/>
              </a:rPr>
              <a:t>自顶向下的分析</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Top-Down Parsing</a:t>
            </a:r>
            <a:r>
              <a:rPr lang="en-US" altLang="zh-CN" sz="2000" b="1" dirty="0">
                <a:solidFill>
                  <a:schemeClr val="tx1"/>
                </a:solidFill>
                <a:cs typeface="Times New Roman" panose="02020603050405020304" pitchFamily="18" charset="0"/>
              </a:rPr>
              <a:t>)</a:t>
            </a:r>
          </a:p>
          <a:p>
            <a:pPr lvl="1" eaLnBrk="1" hangingPunct="1">
              <a:buClrTx/>
              <a:buFont typeface="Wingdings" panose="05000000000000000000" pitchFamily="2" charset="2"/>
              <a:buChar char="Ø"/>
              <a:defRPr/>
            </a:pPr>
            <a:r>
              <a:rPr lang="zh-CN" altLang="en-US" sz="2000" b="1" dirty="0">
                <a:solidFill>
                  <a:schemeClr val="tx1"/>
                </a:solidFill>
                <a:latin typeface="+mn-ea"/>
                <a:cs typeface="Times New Roman" panose="02020603050405020304" pitchFamily="18" charset="0"/>
              </a:rPr>
              <a:t>从分析树的</a:t>
            </a:r>
            <a:r>
              <a:rPr lang="zh-CN" altLang="en-US" sz="2000" b="1" dirty="0">
                <a:solidFill>
                  <a:srgbClr val="0000FF"/>
                </a:solidFill>
                <a:latin typeface="+mn-ea"/>
                <a:cs typeface="Times New Roman" panose="02020603050405020304" pitchFamily="18" charset="0"/>
              </a:rPr>
              <a:t>顶部</a:t>
            </a:r>
            <a:r>
              <a:rPr lang="zh-CN" altLang="en-US" sz="2000" b="1" dirty="0">
                <a:solidFill>
                  <a:schemeClr val="tx1"/>
                </a:solidFill>
                <a:latin typeface="+mn-ea"/>
                <a:cs typeface="Times New Roman" panose="02020603050405020304" pitchFamily="18" charset="0"/>
              </a:rPr>
              <a:t>（根节点）向</a:t>
            </a:r>
            <a:r>
              <a:rPr lang="zh-CN" altLang="en-US" sz="2000" b="1" dirty="0">
                <a:solidFill>
                  <a:srgbClr val="0000FF"/>
                </a:solidFill>
                <a:latin typeface="+mn-ea"/>
                <a:cs typeface="Times New Roman" panose="02020603050405020304" pitchFamily="18" charset="0"/>
              </a:rPr>
              <a:t>底部</a:t>
            </a:r>
            <a:r>
              <a:rPr lang="zh-CN" altLang="en-US" sz="2000" b="1" dirty="0">
                <a:solidFill>
                  <a:schemeClr val="tx1"/>
                </a:solidFill>
                <a:latin typeface="+mn-ea"/>
                <a:cs typeface="Times New Roman" panose="02020603050405020304" pitchFamily="18" charset="0"/>
              </a:rPr>
              <a:t>（叶节点）构造分析树</a:t>
            </a:r>
          </a:p>
          <a:p>
            <a:pPr lvl="1" eaLnBrk="1" hangingPunct="1">
              <a:buClrTx/>
              <a:buFont typeface="Wingdings" panose="05000000000000000000" pitchFamily="2" charset="2"/>
              <a:buChar char="Ø"/>
              <a:defRPr/>
            </a:pPr>
            <a:r>
              <a:rPr lang="zh-CN" altLang="en-US" sz="2000" b="1" dirty="0">
                <a:solidFill>
                  <a:schemeClr val="tx1"/>
                </a:solidFill>
                <a:latin typeface="+mn-ea"/>
                <a:cs typeface="Times New Roman" panose="02020603050405020304" pitchFamily="18" charset="0"/>
              </a:rPr>
              <a:t>从文法开始符号</a:t>
            </a:r>
            <a:r>
              <a:rPr lang="en-US" altLang="zh-CN" sz="2000" b="1" i="1" dirty="0">
                <a:solidFill>
                  <a:schemeClr val="tx1"/>
                </a:solidFill>
                <a:cs typeface="Times New Roman" panose="02020603050405020304" pitchFamily="18" charset="0"/>
              </a:rPr>
              <a:t>S</a:t>
            </a:r>
            <a:r>
              <a:rPr lang="zh-CN" altLang="en-US" sz="2000" b="1" dirty="0">
                <a:solidFill>
                  <a:srgbClr val="0000FF"/>
                </a:solidFill>
                <a:latin typeface="+mn-ea"/>
                <a:cs typeface="Times New Roman" panose="02020603050405020304" pitchFamily="18" charset="0"/>
              </a:rPr>
              <a:t>推导</a:t>
            </a:r>
            <a:r>
              <a:rPr lang="zh-CN" altLang="en-US" sz="2000" b="1" dirty="0">
                <a:solidFill>
                  <a:schemeClr val="tx1"/>
                </a:solidFill>
                <a:latin typeface="+mn-ea"/>
                <a:cs typeface="Times New Roman" panose="02020603050405020304" pitchFamily="18" charset="0"/>
              </a:rPr>
              <a:t>出串</a:t>
            </a:r>
            <a:r>
              <a:rPr lang="en-US" altLang="zh-CN" sz="2000" b="1" i="1" dirty="0">
                <a:solidFill>
                  <a:schemeClr val="tx1"/>
                </a:solidFill>
                <a:cs typeface="Times New Roman" panose="02020603050405020304" pitchFamily="18" charset="0"/>
              </a:rPr>
              <a:t>w</a:t>
            </a:r>
            <a:endParaRPr lang="en-US" altLang="zh-CN" sz="2000" b="1" dirty="0">
              <a:solidFill>
                <a:schemeClr val="tx1"/>
              </a:solidFill>
              <a:cs typeface="Times New Roman" panose="02020603050405020304" pitchFamily="18" charset="0"/>
            </a:endParaRPr>
          </a:p>
          <a:p>
            <a:pPr eaLnBrk="1" hangingPunct="1">
              <a:buClrTx/>
              <a:buFont typeface="Wingdings" panose="05000000000000000000" pitchFamily="2" charset="2"/>
              <a:buChar char="Ø"/>
              <a:defRPr/>
            </a:pPr>
            <a:r>
              <a:rPr lang="zh-CN" altLang="en-US" sz="2300" b="1" dirty="0">
                <a:solidFill>
                  <a:schemeClr val="tx1"/>
                </a:solidFill>
                <a:latin typeface="+mn-ea"/>
                <a:cs typeface="Times New Roman" panose="02020603050405020304" pitchFamily="18" charset="0"/>
              </a:rPr>
              <a:t>自底向上的分析</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Bottom-up Parsing</a:t>
            </a:r>
            <a:r>
              <a:rPr lang="en-US" altLang="zh-CN" sz="2000" b="1" dirty="0">
                <a:solidFill>
                  <a:schemeClr val="tx1"/>
                </a:solidFill>
                <a:cs typeface="Times New Roman" panose="02020603050405020304" pitchFamily="18" charset="0"/>
              </a:rPr>
              <a:t>)</a:t>
            </a:r>
          </a:p>
          <a:p>
            <a:pPr lvl="1" eaLnBrk="1" hangingPunct="1">
              <a:buClrTx/>
              <a:buFont typeface="Wingdings" panose="05000000000000000000" pitchFamily="2" charset="2"/>
              <a:buChar char="Ø"/>
              <a:defRPr/>
            </a:pPr>
            <a:r>
              <a:rPr lang="zh-CN" altLang="en-US" sz="2000" b="1" dirty="0">
                <a:solidFill>
                  <a:schemeClr val="tx1"/>
                </a:solidFill>
                <a:latin typeface="+mn-ea"/>
                <a:cs typeface="Times New Roman" panose="02020603050405020304" pitchFamily="18" charset="0"/>
              </a:rPr>
              <a:t>从分析树的</a:t>
            </a:r>
            <a:r>
              <a:rPr lang="zh-CN" altLang="en-US" sz="2000" b="1" dirty="0">
                <a:solidFill>
                  <a:srgbClr val="0000FF"/>
                </a:solidFill>
                <a:latin typeface="+mn-ea"/>
                <a:cs typeface="Times New Roman" panose="02020603050405020304" pitchFamily="18" charset="0"/>
              </a:rPr>
              <a:t>底部</a:t>
            </a:r>
            <a:r>
              <a:rPr lang="zh-CN" altLang="en-US" sz="2000" b="1" dirty="0">
                <a:solidFill>
                  <a:schemeClr val="tx1"/>
                </a:solidFill>
                <a:latin typeface="+mn-ea"/>
                <a:cs typeface="Times New Roman" panose="02020603050405020304" pitchFamily="18" charset="0"/>
              </a:rPr>
              <a:t>（叶节点）向</a:t>
            </a:r>
            <a:r>
              <a:rPr lang="zh-CN" altLang="en-US" sz="2000" b="1" dirty="0">
                <a:solidFill>
                  <a:srgbClr val="0000FF"/>
                </a:solidFill>
                <a:latin typeface="+mn-ea"/>
                <a:cs typeface="Times New Roman" panose="02020603050405020304" pitchFamily="18" charset="0"/>
              </a:rPr>
              <a:t>顶部</a:t>
            </a:r>
            <a:r>
              <a:rPr lang="zh-CN" altLang="en-US" sz="2000" b="1" dirty="0">
                <a:solidFill>
                  <a:schemeClr val="tx1"/>
                </a:solidFill>
                <a:latin typeface="+mn-ea"/>
                <a:cs typeface="Times New Roman" panose="02020603050405020304" pitchFamily="18" charset="0"/>
              </a:rPr>
              <a:t>（根节点）构造分析树</a:t>
            </a:r>
          </a:p>
          <a:p>
            <a:pPr lvl="1" eaLnBrk="1" hangingPunct="1">
              <a:buClrTx/>
              <a:buFont typeface="Wingdings" panose="05000000000000000000" pitchFamily="2" charset="2"/>
              <a:buChar char="Ø"/>
              <a:defRPr/>
            </a:pPr>
            <a:r>
              <a:rPr lang="zh-CN" altLang="en-US" sz="2000" b="1" dirty="0">
                <a:solidFill>
                  <a:schemeClr val="tx1"/>
                </a:solidFill>
                <a:latin typeface="+mn-ea"/>
                <a:cs typeface="Times New Roman" panose="02020603050405020304" pitchFamily="18" charset="0"/>
              </a:rPr>
              <a:t>将一个串</a:t>
            </a:r>
            <a:r>
              <a:rPr lang="en-US" altLang="zh-CN" sz="2000" b="1" i="1" dirty="0">
                <a:solidFill>
                  <a:schemeClr val="tx1"/>
                </a:solidFill>
                <a:cs typeface="Times New Roman" panose="02020603050405020304" pitchFamily="18" charset="0"/>
              </a:rPr>
              <a:t>w</a:t>
            </a:r>
            <a:r>
              <a:rPr lang="zh-CN" altLang="en-US" sz="2000" b="1" dirty="0">
                <a:solidFill>
                  <a:srgbClr val="0000FF"/>
                </a:solidFill>
                <a:latin typeface="+mn-ea"/>
                <a:cs typeface="Times New Roman" panose="02020603050405020304" pitchFamily="18" charset="0"/>
              </a:rPr>
              <a:t>归约</a:t>
            </a:r>
            <a:r>
              <a:rPr lang="zh-CN" altLang="en-US" sz="2000" b="1" dirty="0">
                <a:solidFill>
                  <a:schemeClr val="tx1"/>
                </a:solidFill>
                <a:latin typeface="+mn-ea"/>
                <a:cs typeface="Times New Roman" panose="02020603050405020304" pitchFamily="18" charset="0"/>
              </a:rPr>
              <a:t>为文法开始符号</a:t>
            </a:r>
            <a:r>
              <a:rPr lang="en-US" altLang="zh-CN" sz="2000" b="1" i="1" dirty="0">
                <a:solidFill>
                  <a:schemeClr val="tx1"/>
                </a:solidFill>
                <a:cs typeface="Times New Roman" panose="02020603050405020304" pitchFamily="18" charset="0"/>
              </a:rPr>
              <a:t>S</a:t>
            </a:r>
            <a:endParaRPr lang="zh-CN" altLang="en-US" sz="2000" b="1" dirty="0">
              <a:solidFill>
                <a:schemeClr val="tx1"/>
              </a:solidFill>
              <a:cs typeface="Times New Roman" panose="02020603050405020304" pitchFamily="18" charset="0"/>
            </a:endParaRPr>
          </a:p>
        </p:txBody>
      </p:sp>
      <p:grpSp>
        <p:nvGrpSpPr>
          <p:cNvPr id="2" name="组合 7"/>
          <p:cNvGrpSpPr/>
          <p:nvPr/>
        </p:nvGrpSpPr>
        <p:grpSpPr bwMode="auto">
          <a:xfrm>
            <a:off x="1357313" y="642938"/>
            <a:ext cx="4211637" cy="1928812"/>
            <a:chOff x="3730413" y="2891536"/>
            <a:chExt cx="4212907" cy="2572393"/>
          </a:xfrm>
        </p:grpSpPr>
        <p:sp>
          <p:nvSpPr>
            <p:cNvPr id="40966" name="Rectangle 45"/>
            <p:cNvSpPr>
              <a:spLocks noChangeArrowheads="1"/>
            </p:cNvSpPr>
            <p:nvPr/>
          </p:nvSpPr>
          <p:spPr bwMode="auto">
            <a:xfrm>
              <a:off x="6225772" y="4454194"/>
              <a:ext cx="495477" cy="438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1500" b="1" i="1" dirty="0">
                  <a:latin typeface="Times New Roman" panose="02020603050405020304" pitchFamily="18" charset="0"/>
                </a:rPr>
                <a:t>eats</a:t>
              </a:r>
              <a:endParaRPr kumimoji="1" lang="zh-CN" altLang="en-US" sz="1500" b="1" i="1" dirty="0">
                <a:latin typeface="Times New Roman" panose="02020603050405020304" pitchFamily="18" charset="0"/>
              </a:endParaRPr>
            </a:p>
          </p:txBody>
        </p:sp>
        <p:sp>
          <p:nvSpPr>
            <p:cNvPr id="36" name="Rectangle 46"/>
            <p:cNvSpPr>
              <a:spLocks noChangeArrowheads="1"/>
            </p:cNvSpPr>
            <p:nvPr/>
          </p:nvSpPr>
          <p:spPr bwMode="auto">
            <a:xfrm>
              <a:off x="6160020" y="3558452"/>
              <a:ext cx="1646733" cy="402267"/>
            </a:xfrm>
            <a:prstGeom prst="rect">
              <a:avLst/>
            </a:prstGeom>
            <a:noFill/>
            <a:ln w="9525">
              <a:noFill/>
              <a:miter lim="800000"/>
            </a:ln>
          </p:spPr>
          <p:txBody>
            <a:bodyPr lIns="92075" tIns="46038" rIns="92075" bIns="46038">
              <a:spAutoFit/>
            </a:bodyPr>
            <a:lstStyle/>
            <a:p>
              <a:pPr>
                <a:lnSpc>
                  <a:spcPct val="90000"/>
                </a:lnSpc>
                <a:spcBef>
                  <a:spcPct val="20000"/>
                </a:spcBef>
                <a:buClr>
                  <a:srgbClr val="073E87"/>
                </a:buClr>
                <a:buSzPct val="75000"/>
                <a:defRPr/>
              </a:pPr>
              <a:r>
                <a:rPr kumimoji="1" lang="en-US" altLang="zh-CN" sz="1500" b="1" dirty="0">
                  <a:latin typeface="+mn-ea"/>
                  <a:ea typeface="+mn-ea"/>
                </a:rPr>
                <a:t>&lt;</a:t>
              </a:r>
              <a:r>
                <a:rPr kumimoji="1" lang="zh-CN" altLang="en-US" sz="1500" b="1" dirty="0">
                  <a:latin typeface="+mn-ea"/>
                  <a:ea typeface="+mn-ea"/>
                </a:rPr>
                <a:t>动</a:t>
              </a:r>
              <a:r>
                <a:rPr kumimoji="1" lang="zh-CN" altLang="en-US" sz="1500" b="1" dirty="0">
                  <a:latin typeface="+mn-ea"/>
                  <a:ea typeface="+mn-ea"/>
                  <a:cs typeface="楷体_GB2312"/>
                </a:rPr>
                <a:t>词短语</a:t>
              </a:r>
              <a:r>
                <a:rPr kumimoji="1" lang="en-US" altLang="zh-CN" sz="1500" b="1" dirty="0">
                  <a:latin typeface="+mn-ea"/>
                  <a:ea typeface="+mn-ea"/>
                </a:rPr>
                <a:t>&gt;</a:t>
              </a:r>
            </a:p>
          </p:txBody>
        </p:sp>
        <p:sp>
          <p:nvSpPr>
            <p:cNvPr id="40968" name="Line 47"/>
            <p:cNvSpPr>
              <a:spLocks noChangeShapeType="1"/>
            </p:cNvSpPr>
            <p:nvPr/>
          </p:nvSpPr>
          <p:spPr bwMode="auto">
            <a:xfrm flipH="1">
              <a:off x="4302003" y="3886076"/>
              <a:ext cx="450088" cy="16827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0969" name="Line 48"/>
            <p:cNvSpPr>
              <a:spLocks noChangeShapeType="1"/>
            </p:cNvSpPr>
            <p:nvPr/>
          </p:nvSpPr>
          <p:spPr bwMode="auto">
            <a:xfrm>
              <a:off x="6488040" y="4356588"/>
              <a:ext cx="0" cy="24987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0970" name="Line 49"/>
            <p:cNvSpPr>
              <a:spLocks noChangeShapeType="1"/>
            </p:cNvSpPr>
            <p:nvPr/>
          </p:nvSpPr>
          <p:spPr bwMode="auto">
            <a:xfrm>
              <a:off x="4730696" y="3886076"/>
              <a:ext cx="437307" cy="16827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0971" name="Rectangle 51"/>
            <p:cNvSpPr>
              <a:spLocks noChangeArrowheads="1"/>
            </p:cNvSpPr>
            <p:nvPr/>
          </p:nvSpPr>
          <p:spPr bwMode="auto">
            <a:xfrm>
              <a:off x="5513775" y="2891536"/>
              <a:ext cx="788797" cy="43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1500" b="1">
                  <a:latin typeface="Times New Roman" panose="02020603050405020304" pitchFamily="18" charset="0"/>
                  <a:ea typeface="楷体_GB2312"/>
                  <a:cs typeface="楷体_GB2312"/>
                </a:rPr>
                <a:t>&lt;</a:t>
              </a:r>
              <a:r>
                <a:rPr kumimoji="1" lang="zh-CN" altLang="en-US" sz="1500" b="1">
                  <a:latin typeface="楷体" panose="02010609060101010101" pitchFamily="49" charset="-122"/>
                  <a:ea typeface="楷体" panose="02010609060101010101" pitchFamily="49" charset="-122"/>
                  <a:cs typeface="楷体_GB2312"/>
                </a:rPr>
                <a:t>句子</a:t>
              </a:r>
              <a:r>
                <a:rPr kumimoji="1" lang="en-US" altLang="zh-CN" sz="1500" b="1">
                  <a:latin typeface="Times New Roman" panose="02020603050405020304" pitchFamily="18" charset="0"/>
                  <a:ea typeface="楷体_GB2312"/>
                  <a:cs typeface="楷体_GB2312"/>
                </a:rPr>
                <a:t>&gt;</a:t>
              </a:r>
            </a:p>
          </p:txBody>
        </p:sp>
        <p:sp>
          <p:nvSpPr>
            <p:cNvPr id="40972" name="Rectangle 53"/>
            <p:cNvSpPr>
              <a:spLocks noChangeArrowheads="1"/>
            </p:cNvSpPr>
            <p:nvPr/>
          </p:nvSpPr>
          <p:spPr bwMode="auto">
            <a:xfrm>
              <a:off x="4016208" y="4464969"/>
              <a:ext cx="588393" cy="459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1600" b="1" i="1">
                  <a:latin typeface="Times New Roman" panose="02020603050405020304" pitchFamily="18" charset="0"/>
                </a:rPr>
                <a:t>little</a:t>
              </a:r>
            </a:p>
          </p:txBody>
        </p:sp>
        <p:sp>
          <p:nvSpPr>
            <p:cNvPr id="42" name="Rectangle 54"/>
            <p:cNvSpPr>
              <a:spLocks noChangeArrowheads="1"/>
            </p:cNvSpPr>
            <p:nvPr/>
          </p:nvSpPr>
          <p:spPr bwMode="auto">
            <a:xfrm>
              <a:off x="4159167" y="3490702"/>
              <a:ext cx="1211627" cy="448846"/>
            </a:xfrm>
            <a:prstGeom prst="rect">
              <a:avLst/>
            </a:prstGeom>
            <a:noFill/>
            <a:ln w="9525">
              <a:noFill/>
              <a:miter lim="800000"/>
            </a:ln>
          </p:spPr>
          <p:txBody>
            <a:bodyPr wrap="none" lIns="92075" tIns="46038" rIns="92075" bIns="46038">
              <a:spAutoFit/>
            </a:bodyPr>
            <a:lstStyle/>
            <a:p>
              <a:pPr>
                <a:lnSpc>
                  <a:spcPct val="110000"/>
                </a:lnSpc>
                <a:spcBef>
                  <a:spcPct val="20000"/>
                </a:spcBef>
                <a:buClr>
                  <a:srgbClr val="5EAEFF"/>
                </a:buClr>
                <a:buSzPct val="75000"/>
                <a:buFont typeface="Monotype Sorts"/>
                <a:buNone/>
                <a:defRPr/>
              </a:pPr>
              <a:r>
                <a:rPr kumimoji="1" lang="en-US" altLang="zh-CN" sz="1500" b="1" dirty="0">
                  <a:latin typeface="+mn-ea"/>
                  <a:ea typeface="+mn-ea"/>
                </a:rPr>
                <a:t>&lt;</a:t>
              </a:r>
              <a:r>
                <a:rPr kumimoji="1" lang="zh-CN" altLang="en-US" sz="1500" b="1" dirty="0">
                  <a:latin typeface="+mn-ea"/>
                  <a:ea typeface="+mn-ea"/>
                  <a:cs typeface="楷体_GB2312"/>
                </a:rPr>
                <a:t>名词短语</a:t>
              </a:r>
              <a:r>
                <a:rPr kumimoji="1" lang="en-US" altLang="zh-CN" sz="1500" b="1" dirty="0">
                  <a:latin typeface="+mn-ea"/>
                  <a:ea typeface="+mn-ea"/>
                </a:rPr>
                <a:t>&gt;</a:t>
              </a:r>
            </a:p>
          </p:txBody>
        </p:sp>
        <p:sp>
          <p:nvSpPr>
            <p:cNvPr id="40974" name="Line 55"/>
            <p:cNvSpPr>
              <a:spLocks noChangeShapeType="1"/>
            </p:cNvSpPr>
            <p:nvPr/>
          </p:nvSpPr>
          <p:spPr bwMode="auto">
            <a:xfrm flipH="1">
              <a:off x="4851402" y="3308424"/>
              <a:ext cx="1073690" cy="25002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40975" name="Line 56"/>
            <p:cNvSpPr>
              <a:spLocks noChangeShapeType="1"/>
            </p:cNvSpPr>
            <p:nvPr/>
          </p:nvSpPr>
          <p:spPr bwMode="auto">
            <a:xfrm>
              <a:off x="5863527" y="3309214"/>
              <a:ext cx="890333" cy="24923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45" name="Rectangle 57"/>
            <p:cNvSpPr>
              <a:spLocks noChangeArrowheads="1"/>
            </p:cNvSpPr>
            <p:nvPr/>
          </p:nvSpPr>
          <p:spPr bwMode="auto">
            <a:xfrm>
              <a:off x="3730413" y="3939548"/>
              <a:ext cx="1019482" cy="448846"/>
            </a:xfrm>
            <a:prstGeom prst="rect">
              <a:avLst/>
            </a:prstGeom>
            <a:noFill/>
            <a:ln w="9525">
              <a:noFill/>
              <a:miter lim="800000"/>
            </a:ln>
          </p:spPr>
          <p:txBody>
            <a:bodyPr wrap="none" lIns="92075" tIns="46038" rIns="92075" bIns="46038">
              <a:spAutoFit/>
            </a:bodyPr>
            <a:lstStyle/>
            <a:p>
              <a:pPr>
                <a:lnSpc>
                  <a:spcPct val="110000"/>
                </a:lnSpc>
                <a:spcBef>
                  <a:spcPct val="20000"/>
                </a:spcBef>
                <a:buClr>
                  <a:srgbClr val="5EAEFF"/>
                </a:buClr>
                <a:buSzPct val="75000"/>
                <a:buFont typeface="Monotype Sorts"/>
                <a:buNone/>
                <a:defRPr/>
              </a:pPr>
              <a:r>
                <a:rPr kumimoji="1" lang="en-US" altLang="zh-CN" sz="1500" b="1" dirty="0">
                  <a:latin typeface="+mn-ea"/>
                  <a:ea typeface="+mn-ea"/>
                </a:rPr>
                <a:t>&lt;</a:t>
              </a:r>
              <a:r>
                <a:rPr kumimoji="1" lang="zh-CN" altLang="en-US" sz="1500" b="1" dirty="0">
                  <a:latin typeface="+mn-ea"/>
                  <a:ea typeface="+mn-ea"/>
                  <a:cs typeface="楷体_GB2312"/>
                </a:rPr>
                <a:t>形容词</a:t>
              </a:r>
              <a:r>
                <a:rPr kumimoji="1" lang="en-US" altLang="zh-CN" sz="1500" b="1" dirty="0">
                  <a:latin typeface="+mn-ea"/>
                  <a:ea typeface="+mn-ea"/>
                </a:rPr>
                <a:t>&gt;</a:t>
              </a:r>
            </a:p>
          </p:txBody>
        </p:sp>
        <p:sp>
          <p:nvSpPr>
            <p:cNvPr id="46" name="Rectangle 58"/>
            <p:cNvSpPr>
              <a:spLocks noChangeArrowheads="1"/>
            </p:cNvSpPr>
            <p:nvPr/>
          </p:nvSpPr>
          <p:spPr bwMode="auto">
            <a:xfrm>
              <a:off x="4587921" y="3939548"/>
              <a:ext cx="1211627" cy="448846"/>
            </a:xfrm>
            <a:prstGeom prst="rect">
              <a:avLst/>
            </a:prstGeom>
            <a:noFill/>
            <a:ln w="9525">
              <a:noFill/>
              <a:miter lim="800000"/>
            </a:ln>
          </p:spPr>
          <p:txBody>
            <a:bodyPr wrap="none" lIns="92075" tIns="46038" rIns="92075" bIns="46038">
              <a:spAutoFit/>
            </a:bodyPr>
            <a:lstStyle/>
            <a:p>
              <a:pPr>
                <a:lnSpc>
                  <a:spcPct val="110000"/>
                </a:lnSpc>
                <a:spcBef>
                  <a:spcPct val="20000"/>
                </a:spcBef>
                <a:buClr>
                  <a:srgbClr val="3333CC"/>
                </a:buClr>
                <a:buSzPct val="75000"/>
                <a:defRPr/>
              </a:pPr>
              <a:r>
                <a:rPr kumimoji="1" lang="en-US" altLang="zh-CN" sz="1500" b="1" dirty="0">
                  <a:latin typeface="+mn-ea"/>
                  <a:ea typeface="+mn-ea"/>
                  <a:cs typeface="楷体_GB2312"/>
                </a:rPr>
                <a:t>&lt;</a:t>
              </a:r>
              <a:r>
                <a:rPr kumimoji="1" lang="zh-CN" altLang="en-US" sz="1500" b="1" dirty="0">
                  <a:latin typeface="+mn-ea"/>
                  <a:ea typeface="+mn-ea"/>
                  <a:cs typeface="楷体_GB2312"/>
                </a:rPr>
                <a:t>名词短语</a:t>
              </a:r>
              <a:r>
                <a:rPr kumimoji="1" lang="en-US" altLang="zh-CN" sz="1500" b="1" dirty="0">
                  <a:latin typeface="+mn-ea"/>
                  <a:ea typeface="+mn-ea"/>
                  <a:cs typeface="楷体_GB2312"/>
                </a:rPr>
                <a:t>&gt;</a:t>
              </a:r>
            </a:p>
          </p:txBody>
        </p:sp>
        <p:sp>
          <p:nvSpPr>
            <p:cNvPr id="40978" name="Line 60"/>
            <p:cNvSpPr>
              <a:spLocks noChangeShapeType="1"/>
            </p:cNvSpPr>
            <p:nvPr/>
          </p:nvSpPr>
          <p:spPr bwMode="auto">
            <a:xfrm flipH="1">
              <a:off x="5230839" y="4892286"/>
              <a:ext cx="0" cy="28892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0979" name="Rectangle 61"/>
            <p:cNvSpPr>
              <a:spLocks noChangeArrowheads="1"/>
            </p:cNvSpPr>
            <p:nvPr/>
          </p:nvSpPr>
          <p:spPr bwMode="auto">
            <a:xfrm>
              <a:off x="4981847" y="5025837"/>
              <a:ext cx="463338" cy="438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1500" b="1" i="1">
                  <a:latin typeface="Times New Roman" panose="02020603050405020304" pitchFamily="18" charset="0"/>
                </a:rPr>
                <a:t>boy</a:t>
              </a:r>
            </a:p>
          </p:txBody>
        </p:sp>
        <p:sp>
          <p:nvSpPr>
            <p:cNvPr id="40980" name="Line 64"/>
            <p:cNvSpPr>
              <a:spLocks noChangeShapeType="1"/>
            </p:cNvSpPr>
            <p:nvPr/>
          </p:nvSpPr>
          <p:spPr bwMode="auto">
            <a:xfrm>
              <a:off x="5230839" y="4383346"/>
              <a:ext cx="0" cy="22311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0981" name="Line 66"/>
            <p:cNvSpPr>
              <a:spLocks noChangeShapeType="1"/>
            </p:cNvSpPr>
            <p:nvPr/>
          </p:nvSpPr>
          <p:spPr bwMode="auto">
            <a:xfrm flipH="1">
              <a:off x="4302004" y="4403516"/>
              <a:ext cx="0" cy="2029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51" name="Rectangle 68"/>
            <p:cNvSpPr>
              <a:spLocks noChangeArrowheads="1"/>
            </p:cNvSpPr>
            <p:nvPr/>
          </p:nvSpPr>
          <p:spPr bwMode="auto">
            <a:xfrm>
              <a:off x="4802298" y="4511191"/>
              <a:ext cx="827337" cy="448846"/>
            </a:xfrm>
            <a:prstGeom prst="rect">
              <a:avLst/>
            </a:prstGeom>
            <a:noFill/>
            <a:ln w="9525">
              <a:noFill/>
              <a:miter lim="800000"/>
            </a:ln>
          </p:spPr>
          <p:txBody>
            <a:bodyPr wrap="none" lIns="92075" tIns="46038" rIns="92075" bIns="46038">
              <a:spAutoFit/>
            </a:bodyPr>
            <a:lstStyle/>
            <a:p>
              <a:pPr>
                <a:lnSpc>
                  <a:spcPct val="110000"/>
                </a:lnSpc>
                <a:spcBef>
                  <a:spcPct val="20000"/>
                </a:spcBef>
                <a:buClr>
                  <a:srgbClr val="5EAEFF"/>
                </a:buClr>
                <a:buSzPct val="75000"/>
                <a:buFont typeface="Monotype Sorts"/>
                <a:buNone/>
                <a:defRPr/>
              </a:pPr>
              <a:r>
                <a:rPr kumimoji="1" lang="en-US" altLang="zh-CN" sz="1500" b="1" dirty="0">
                  <a:latin typeface="+mn-ea"/>
                  <a:ea typeface="+mn-ea"/>
                </a:rPr>
                <a:t>&lt;</a:t>
              </a:r>
              <a:r>
                <a:rPr kumimoji="1" lang="zh-CN" altLang="en-US" sz="1500" b="1" dirty="0">
                  <a:latin typeface="+mn-ea"/>
                  <a:ea typeface="+mn-ea"/>
                  <a:cs typeface="楷体_GB2312"/>
                </a:rPr>
                <a:t>名词</a:t>
              </a:r>
              <a:r>
                <a:rPr kumimoji="1" lang="en-US" altLang="zh-CN" sz="1500" b="1" dirty="0">
                  <a:latin typeface="+mn-ea"/>
                  <a:ea typeface="+mn-ea"/>
                </a:rPr>
                <a:t>&gt;</a:t>
              </a:r>
            </a:p>
          </p:txBody>
        </p:sp>
        <p:sp>
          <p:nvSpPr>
            <p:cNvPr id="40983" name="Line 47"/>
            <p:cNvSpPr>
              <a:spLocks noChangeShapeType="1"/>
            </p:cNvSpPr>
            <p:nvPr/>
          </p:nvSpPr>
          <p:spPr bwMode="auto">
            <a:xfrm flipH="1">
              <a:off x="6445497" y="3886078"/>
              <a:ext cx="428666" cy="19162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0984" name="Line 49"/>
            <p:cNvSpPr>
              <a:spLocks noChangeShapeType="1"/>
            </p:cNvSpPr>
            <p:nvPr/>
          </p:nvSpPr>
          <p:spPr bwMode="auto">
            <a:xfrm>
              <a:off x="6866125" y="3886079"/>
              <a:ext cx="508180" cy="16827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54" name="Rectangle 57"/>
            <p:cNvSpPr>
              <a:spLocks noChangeArrowheads="1"/>
            </p:cNvSpPr>
            <p:nvPr/>
          </p:nvSpPr>
          <p:spPr bwMode="auto">
            <a:xfrm>
              <a:off x="6047273" y="3939548"/>
              <a:ext cx="827337" cy="463667"/>
            </a:xfrm>
            <a:prstGeom prst="rect">
              <a:avLst/>
            </a:prstGeom>
            <a:noFill/>
            <a:ln w="9525">
              <a:noFill/>
              <a:miter lim="800000"/>
            </a:ln>
          </p:spPr>
          <p:txBody>
            <a:bodyPr wrap="none" lIns="92075" tIns="46038" rIns="92075" bIns="46038">
              <a:spAutoFit/>
            </a:bodyPr>
            <a:lstStyle/>
            <a:p>
              <a:pPr>
                <a:lnSpc>
                  <a:spcPct val="110000"/>
                </a:lnSpc>
                <a:spcBef>
                  <a:spcPct val="20000"/>
                </a:spcBef>
                <a:buClr>
                  <a:srgbClr val="5EAEFF"/>
                </a:buClr>
                <a:buSzPct val="75000"/>
                <a:buFont typeface="Monotype Sorts"/>
                <a:buNone/>
                <a:defRPr/>
              </a:pPr>
              <a:r>
                <a:rPr kumimoji="1" lang="en-US" altLang="zh-CN" sz="1500" b="1" dirty="0">
                  <a:latin typeface="+mn-ea"/>
                  <a:ea typeface="+mn-ea"/>
                </a:rPr>
                <a:t>&lt;</a:t>
              </a:r>
              <a:r>
                <a:rPr kumimoji="1" lang="zh-CN" altLang="en-US" sz="1500" b="1" dirty="0">
                  <a:latin typeface="+mn-ea"/>
                  <a:ea typeface="+mn-ea"/>
                </a:rPr>
                <a:t>动</a:t>
              </a:r>
              <a:r>
                <a:rPr kumimoji="1" lang="zh-CN" altLang="en-US" sz="1500" b="1" dirty="0">
                  <a:latin typeface="+mn-ea"/>
                  <a:ea typeface="+mn-ea"/>
                  <a:cs typeface="楷体_GB2312"/>
                </a:rPr>
                <a:t>词</a:t>
              </a:r>
              <a:r>
                <a:rPr kumimoji="1" lang="en-US" altLang="zh-CN" sz="1500" b="1" dirty="0">
                  <a:latin typeface="+mn-ea"/>
                  <a:ea typeface="+mn-ea"/>
                </a:rPr>
                <a:t>&gt;</a:t>
              </a:r>
            </a:p>
          </p:txBody>
        </p:sp>
        <p:sp>
          <p:nvSpPr>
            <p:cNvPr id="55" name="Rectangle 58"/>
            <p:cNvSpPr>
              <a:spLocks noChangeArrowheads="1"/>
            </p:cNvSpPr>
            <p:nvPr/>
          </p:nvSpPr>
          <p:spPr bwMode="auto">
            <a:xfrm>
              <a:off x="6731693" y="3939548"/>
              <a:ext cx="1211627" cy="463667"/>
            </a:xfrm>
            <a:prstGeom prst="rect">
              <a:avLst/>
            </a:prstGeom>
            <a:noFill/>
            <a:ln w="9525">
              <a:noFill/>
              <a:miter lim="800000"/>
            </a:ln>
          </p:spPr>
          <p:txBody>
            <a:bodyPr wrap="none" lIns="92075" tIns="46038" rIns="92075" bIns="46038">
              <a:spAutoFit/>
            </a:bodyPr>
            <a:lstStyle/>
            <a:p>
              <a:pPr>
                <a:lnSpc>
                  <a:spcPct val="110000"/>
                </a:lnSpc>
                <a:spcBef>
                  <a:spcPct val="20000"/>
                </a:spcBef>
                <a:buClr>
                  <a:srgbClr val="3333CC"/>
                </a:buClr>
                <a:buSzPct val="75000"/>
                <a:defRPr/>
              </a:pPr>
              <a:r>
                <a:rPr kumimoji="1" lang="en-US" altLang="zh-CN" sz="1500" b="1" dirty="0">
                  <a:latin typeface="+mn-ea"/>
                  <a:ea typeface="+mn-ea"/>
                  <a:cs typeface="楷体_GB2312"/>
                </a:rPr>
                <a:t>&lt;</a:t>
              </a:r>
              <a:r>
                <a:rPr kumimoji="1" lang="zh-CN" altLang="en-US" sz="1500" b="1" dirty="0">
                  <a:latin typeface="+mn-ea"/>
                  <a:ea typeface="+mn-ea"/>
                  <a:cs typeface="楷体_GB2312"/>
                </a:rPr>
                <a:t>名词短语</a:t>
              </a:r>
              <a:r>
                <a:rPr kumimoji="1" lang="en-US" altLang="zh-CN" sz="1500" b="1" dirty="0">
                  <a:latin typeface="+mn-ea"/>
                  <a:ea typeface="+mn-ea"/>
                  <a:cs typeface="楷体_GB2312"/>
                </a:rPr>
                <a:t>&gt;</a:t>
              </a:r>
            </a:p>
          </p:txBody>
        </p:sp>
        <p:sp>
          <p:nvSpPr>
            <p:cNvPr id="40987" name="Line 60"/>
            <p:cNvSpPr>
              <a:spLocks noChangeShapeType="1"/>
            </p:cNvSpPr>
            <p:nvPr/>
          </p:nvSpPr>
          <p:spPr bwMode="auto">
            <a:xfrm flipH="1">
              <a:off x="7374305" y="4835521"/>
              <a:ext cx="0" cy="28892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0988" name="Rectangle 61"/>
            <p:cNvSpPr>
              <a:spLocks noChangeArrowheads="1"/>
            </p:cNvSpPr>
            <p:nvPr/>
          </p:nvSpPr>
          <p:spPr bwMode="auto">
            <a:xfrm>
              <a:off x="7096664" y="4987560"/>
              <a:ext cx="634886" cy="438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1500" b="1" i="1">
                  <a:latin typeface="Times New Roman" panose="02020603050405020304" pitchFamily="18" charset="0"/>
                </a:rPr>
                <a:t>apple</a:t>
              </a:r>
            </a:p>
          </p:txBody>
        </p:sp>
        <p:sp>
          <p:nvSpPr>
            <p:cNvPr id="40989" name="Line 64"/>
            <p:cNvSpPr>
              <a:spLocks noChangeShapeType="1"/>
            </p:cNvSpPr>
            <p:nvPr/>
          </p:nvSpPr>
          <p:spPr bwMode="auto">
            <a:xfrm>
              <a:off x="7374307" y="4373710"/>
              <a:ext cx="0" cy="19424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59" name="Rectangle 68"/>
            <p:cNvSpPr>
              <a:spLocks noChangeArrowheads="1"/>
            </p:cNvSpPr>
            <p:nvPr/>
          </p:nvSpPr>
          <p:spPr bwMode="auto">
            <a:xfrm>
              <a:off x="6946069" y="4447675"/>
              <a:ext cx="827337" cy="463667"/>
            </a:xfrm>
            <a:prstGeom prst="rect">
              <a:avLst/>
            </a:prstGeom>
            <a:noFill/>
            <a:ln w="9525">
              <a:noFill/>
              <a:miter lim="800000"/>
            </a:ln>
          </p:spPr>
          <p:txBody>
            <a:bodyPr lIns="92075" tIns="46038" rIns="92075" bIns="46038">
              <a:spAutoFit/>
            </a:bodyPr>
            <a:lstStyle/>
            <a:p>
              <a:pPr>
                <a:lnSpc>
                  <a:spcPct val="110000"/>
                </a:lnSpc>
                <a:spcBef>
                  <a:spcPct val="20000"/>
                </a:spcBef>
                <a:buClr>
                  <a:srgbClr val="5EAEFF"/>
                </a:buClr>
                <a:buSzPct val="75000"/>
                <a:buFont typeface="Monotype Sorts"/>
                <a:buNone/>
                <a:defRPr/>
              </a:pPr>
              <a:r>
                <a:rPr kumimoji="1" lang="en-US" altLang="zh-CN" sz="1500" b="1" dirty="0">
                  <a:latin typeface="+mn-ea"/>
                  <a:ea typeface="+mn-ea"/>
                </a:rPr>
                <a:t>&lt;</a:t>
              </a:r>
              <a:r>
                <a:rPr kumimoji="1" lang="zh-CN" altLang="en-US" sz="1500" b="1" dirty="0">
                  <a:latin typeface="+mn-ea"/>
                  <a:ea typeface="+mn-ea"/>
                  <a:cs typeface="楷体_GB2312"/>
                </a:rPr>
                <a:t>名词</a:t>
              </a:r>
              <a:r>
                <a:rPr kumimoji="1" lang="en-US" altLang="zh-CN" sz="1500" b="1" dirty="0">
                  <a:latin typeface="+mn-ea"/>
                  <a:ea typeface="+mn-ea"/>
                </a:rPr>
                <a:t>&gt;</a:t>
              </a:r>
            </a:p>
          </p:txBody>
        </p:sp>
      </p:grpSp>
      <p:sp>
        <p:nvSpPr>
          <p:cNvPr id="60" name="矩形 2"/>
          <p:cNvSpPr>
            <a:spLocks noChangeArrowheads="1"/>
          </p:cNvSpPr>
          <p:nvPr/>
        </p:nvSpPr>
        <p:spPr bwMode="auto">
          <a:xfrm>
            <a:off x="6074846" y="1345469"/>
            <a:ext cx="2360612" cy="708025"/>
          </a:xfrm>
          <a:prstGeom prst="rect">
            <a:avLst/>
          </a:prstGeom>
          <a:solidFill>
            <a:schemeClr val="accent5">
              <a:lumMod val="60000"/>
              <a:lumOff val="40000"/>
            </a:schemeClr>
          </a:solidFill>
          <a:ln w="12700">
            <a:solidFill>
              <a:schemeClr val="tx1"/>
            </a:solidFill>
            <a:miter lim="800000"/>
          </a:ln>
        </p:spPr>
        <p:txBody>
          <a:bodyPr>
            <a:spAutoFit/>
          </a:bodyPr>
          <a:lstStyle/>
          <a:p>
            <a:pPr eaLnBrk="1" hangingPunct="1">
              <a:defRPr/>
            </a:pPr>
            <a:r>
              <a:rPr lang="zh-CN" altLang="en-US" sz="2000" b="1" dirty="0">
                <a:solidFill>
                  <a:srgbClr val="0000FF"/>
                </a:solidFill>
                <a:latin typeface="楷体" panose="02010609060101010101" pitchFamily="49" charset="-122"/>
                <a:ea typeface="楷体" panose="02010609060101010101" pitchFamily="49" charset="-122"/>
                <a:cs typeface="Times New Roman" panose="02020603050405020304" pitchFamily="18" charset="0"/>
              </a:rPr>
              <a:t>从左向右</a:t>
            </a:r>
            <a:r>
              <a:rPr lang="zh-CN" altLang="en-US" sz="2000" b="1" dirty="0">
                <a:latin typeface="楷体" panose="02010609060101010101" pitchFamily="49" charset="-122"/>
                <a:ea typeface="楷体" panose="02010609060101010101" pitchFamily="49" charset="-122"/>
                <a:cs typeface="Times New Roman" panose="02020603050405020304" pitchFamily="18" charset="0"/>
              </a:rPr>
              <a:t>扫描</a:t>
            </a:r>
            <a:r>
              <a:rPr lang="zh-CN" altLang="en-US" sz="2000" b="1" dirty="0">
                <a:solidFill>
                  <a:srgbClr val="0000FF"/>
                </a:solidFill>
                <a:latin typeface="楷体" panose="02010609060101010101" pitchFamily="49" charset="-122"/>
                <a:ea typeface="楷体" panose="02010609060101010101" pitchFamily="49" charset="-122"/>
                <a:cs typeface="Times New Roman" panose="02020603050405020304" pitchFamily="18" charset="0"/>
              </a:rPr>
              <a:t>输入</a:t>
            </a:r>
            <a:r>
              <a:rPr lang="zh-CN" altLang="en-US" sz="2000" b="1" dirty="0">
                <a:latin typeface="楷体" panose="02010609060101010101" pitchFamily="49" charset="-122"/>
                <a:ea typeface="楷体" panose="02010609060101010101" pitchFamily="49" charset="-122"/>
                <a:cs typeface="Times New Roman" panose="02020603050405020304" pitchFamily="18" charset="0"/>
              </a:rPr>
              <a:t>，每次扫描一个符号</a:t>
            </a:r>
          </a:p>
        </p:txBody>
      </p:sp>
      <p:sp>
        <p:nvSpPr>
          <p:cNvPr id="4" name="灯片编号占位符 3"/>
          <p:cNvSpPr>
            <a:spLocks noGrp="1"/>
          </p:cNvSpPr>
          <p:nvPr>
            <p:ph type="sldNum" sz="quarter" idx="12"/>
          </p:nvPr>
        </p:nvSpPr>
        <p:spPr/>
        <p:txBody>
          <a:bodyPr/>
          <a:lstStyle/>
          <a:p>
            <a:pPr>
              <a:defRPr/>
            </a:pPr>
            <a:fld id="{EA567855-7F13-4FC5-AD61-2B82F6443E16}" type="slidenum">
              <a:rPr lang="zh-CN" altLang="en-US" smtClean="0"/>
              <a:t>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p:cTn id="7" dur="500" fill="hold"/>
                                        <p:tgtEl>
                                          <p:spTgt spid="60"/>
                                        </p:tgtEl>
                                        <p:attrNameLst>
                                          <p:attrName>ppt_w</p:attrName>
                                        </p:attrNameLst>
                                      </p:cBhvr>
                                      <p:tavLst>
                                        <p:tav tm="0">
                                          <p:val>
                                            <p:fltVal val="0"/>
                                          </p:val>
                                        </p:tav>
                                        <p:tav tm="100000">
                                          <p:val>
                                            <p:strVal val="#ppt_w"/>
                                          </p:val>
                                        </p:tav>
                                      </p:tavLst>
                                    </p:anim>
                                    <p:anim calcmode="lin" valueType="num">
                                      <p:cBhvr>
                                        <p:cTn id="8" dur="500" fill="hold"/>
                                        <p:tgtEl>
                                          <p:spTgt spid="60"/>
                                        </p:tgtEl>
                                        <p:attrNameLst>
                                          <p:attrName>ppt_h</p:attrName>
                                        </p:attrNameLst>
                                      </p:cBhvr>
                                      <p:tavLst>
                                        <p:tav tm="0">
                                          <p:val>
                                            <p:fltVal val="0"/>
                                          </p:val>
                                        </p:tav>
                                        <p:tav tm="100000">
                                          <p:val>
                                            <p:strVal val="#ppt_h"/>
                                          </p:val>
                                        </p:tav>
                                      </p:tavLst>
                                    </p:anim>
                                    <p:animEffect transition="in" filter="fade">
                                      <p:cBhvr>
                                        <p:cTn id="9" dur="500"/>
                                        <p:tgtEl>
                                          <p:spTgt spid="6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2">
                                            <p:txEl>
                                              <p:pRg st="1" end="1"/>
                                            </p:txEl>
                                          </p:spTgt>
                                        </p:tgtEl>
                                        <p:attrNameLst>
                                          <p:attrName>style.visibility</p:attrName>
                                        </p:attrNameLst>
                                      </p:cBhvr>
                                      <p:to>
                                        <p:strVal val="visible"/>
                                      </p:to>
                                    </p:set>
                                    <p:anim calcmode="lin" valueType="num">
                                      <p:cBhvr>
                                        <p:cTn id="14" dur="500" fill="hold"/>
                                        <p:tgtEl>
                                          <p:spTgt spid="32">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2">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2">
                                            <p:txEl>
                                              <p:pRg st="1" end="1"/>
                                            </p:txEl>
                                          </p:spTgt>
                                        </p:tgtEl>
                                      </p:cBhvr>
                                    </p:animEffect>
                                  </p:childTnLst>
                                </p:cTn>
                              </p:par>
                              <p:par>
                                <p:cTn id="17" presetID="53" presetClass="entr" presetSubtype="16"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par>
                                <p:cTn id="22" presetID="53" presetClass="entr" presetSubtype="16" fill="hold" nodeType="withEffect">
                                  <p:stCondLst>
                                    <p:cond delay="0"/>
                                  </p:stCondLst>
                                  <p:childTnLst>
                                    <p:set>
                                      <p:cBhvr>
                                        <p:cTn id="23" dur="1" fill="hold">
                                          <p:stCondLst>
                                            <p:cond delay="0"/>
                                          </p:stCondLst>
                                        </p:cTn>
                                        <p:tgtEl>
                                          <p:spTgt spid="32">
                                            <p:txEl>
                                              <p:pRg st="2" end="2"/>
                                            </p:txEl>
                                          </p:spTgt>
                                        </p:tgtEl>
                                        <p:attrNameLst>
                                          <p:attrName>style.visibility</p:attrName>
                                        </p:attrNameLst>
                                      </p:cBhvr>
                                      <p:to>
                                        <p:strVal val="visible"/>
                                      </p:to>
                                    </p:set>
                                    <p:anim calcmode="lin" valueType="num">
                                      <p:cBhvr>
                                        <p:cTn id="24" dur="500" fill="hold"/>
                                        <p:tgtEl>
                                          <p:spTgt spid="32">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32">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32">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32">
                                            <p:txEl>
                                              <p:pRg st="4" end="4"/>
                                            </p:txEl>
                                          </p:spTgt>
                                        </p:tgtEl>
                                        <p:attrNameLst>
                                          <p:attrName>style.visibility</p:attrName>
                                        </p:attrNameLst>
                                      </p:cBhvr>
                                      <p:to>
                                        <p:strVal val="visible"/>
                                      </p:to>
                                    </p:set>
                                    <p:anim calcmode="lin" valueType="num">
                                      <p:cBhvr>
                                        <p:cTn id="31" dur="500" fill="hold"/>
                                        <p:tgtEl>
                                          <p:spTgt spid="32">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32">
                                            <p:txEl>
                                              <p:pRg st="4" end="4"/>
                                            </p:txEl>
                                          </p:spTgt>
                                        </p:tgtEl>
                                        <p:attrNameLst>
                                          <p:attrName>ppt_h</p:attrName>
                                        </p:attrNameLst>
                                      </p:cBhvr>
                                      <p:tavLst>
                                        <p:tav tm="0">
                                          <p:val>
                                            <p:fltVal val="0"/>
                                          </p:val>
                                        </p:tav>
                                        <p:tav tm="100000">
                                          <p:val>
                                            <p:strVal val="#ppt_h"/>
                                          </p:val>
                                        </p:tav>
                                      </p:tavLst>
                                    </p:anim>
                                    <p:animEffect transition="in" filter="fade">
                                      <p:cBhvr>
                                        <p:cTn id="33" dur="500"/>
                                        <p:tgtEl>
                                          <p:spTgt spid="32">
                                            <p:txEl>
                                              <p:pRg st="4" end="4"/>
                                            </p:txEl>
                                          </p:spTgt>
                                        </p:tgtEl>
                                      </p:cBhvr>
                                    </p:animEffect>
                                  </p:childTnLst>
                                </p:cTn>
                              </p:par>
                              <p:par>
                                <p:cTn id="34" presetID="53" presetClass="entr" presetSubtype="16" fill="hold" nodeType="withEffect">
                                  <p:stCondLst>
                                    <p:cond delay="0"/>
                                  </p:stCondLst>
                                  <p:childTnLst>
                                    <p:set>
                                      <p:cBhvr>
                                        <p:cTn id="35" dur="1" fill="hold">
                                          <p:stCondLst>
                                            <p:cond delay="0"/>
                                          </p:stCondLst>
                                        </p:cTn>
                                        <p:tgtEl>
                                          <p:spTgt spid="32">
                                            <p:txEl>
                                              <p:pRg st="5" end="5"/>
                                            </p:txEl>
                                          </p:spTgt>
                                        </p:tgtEl>
                                        <p:attrNameLst>
                                          <p:attrName>style.visibility</p:attrName>
                                        </p:attrNameLst>
                                      </p:cBhvr>
                                      <p:to>
                                        <p:strVal val="visible"/>
                                      </p:to>
                                    </p:set>
                                    <p:anim calcmode="lin" valueType="num">
                                      <p:cBhvr>
                                        <p:cTn id="36" dur="500" fill="hold"/>
                                        <p:tgtEl>
                                          <p:spTgt spid="32">
                                            <p:txEl>
                                              <p:pRg st="5" end="5"/>
                                            </p:txEl>
                                          </p:spTgt>
                                        </p:tgtEl>
                                        <p:attrNameLst>
                                          <p:attrName>ppt_w</p:attrName>
                                        </p:attrNameLst>
                                      </p:cBhvr>
                                      <p:tavLst>
                                        <p:tav tm="0">
                                          <p:val>
                                            <p:fltVal val="0"/>
                                          </p:val>
                                        </p:tav>
                                        <p:tav tm="100000">
                                          <p:val>
                                            <p:strVal val="#ppt_w"/>
                                          </p:val>
                                        </p:tav>
                                      </p:tavLst>
                                    </p:anim>
                                    <p:anim calcmode="lin" valueType="num">
                                      <p:cBhvr>
                                        <p:cTn id="37" dur="500" fill="hold"/>
                                        <p:tgtEl>
                                          <p:spTgt spid="32">
                                            <p:txEl>
                                              <p:pRg st="5" end="5"/>
                                            </p:txEl>
                                          </p:spTgt>
                                        </p:tgtEl>
                                        <p:attrNameLst>
                                          <p:attrName>ppt_h</p:attrName>
                                        </p:attrNameLst>
                                      </p:cBhvr>
                                      <p:tavLst>
                                        <p:tav tm="0">
                                          <p:val>
                                            <p:fltVal val="0"/>
                                          </p:val>
                                        </p:tav>
                                        <p:tav tm="100000">
                                          <p:val>
                                            <p:strVal val="#ppt_h"/>
                                          </p:val>
                                        </p:tav>
                                      </p:tavLst>
                                    </p:anim>
                                    <p:animEffect transition="in" filter="fade">
                                      <p:cBhvr>
                                        <p:cTn id="38" dur="500"/>
                                        <p:tgtEl>
                                          <p:spTgt spid="3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1"/>
          <p:cNvSpPr>
            <a:spLocks noGrp="1"/>
          </p:cNvSpPr>
          <p:nvPr>
            <p:ph idx="1"/>
          </p:nvPr>
        </p:nvSpPr>
        <p:spPr>
          <a:xfrm>
            <a:off x="371475" y="846138"/>
            <a:ext cx="8415338" cy="3741836"/>
          </a:xfrm>
        </p:spPr>
        <p:txBody>
          <a:bodyPr/>
          <a:lstStyle/>
          <a:p>
            <a:pPr eaLnBrk="1" hangingPunct="1">
              <a:lnSpc>
                <a:spcPts val="4500"/>
              </a:lnSpc>
              <a:buClrTx/>
              <a:buFont typeface="Wingdings" panose="05000000000000000000" pitchFamily="2" charset="2"/>
              <a:buChar char="Ø"/>
              <a:defRPr/>
            </a:pPr>
            <a:r>
              <a:rPr lang="zh-CN" altLang="en-US" b="1" dirty="0">
                <a:solidFill>
                  <a:srgbClr val="0070C0"/>
                </a:solidFill>
                <a:latin typeface="+mn-ea"/>
                <a:cs typeface="Times New Roman" panose="02020603050405020304" pitchFamily="18" charset="0"/>
              </a:rPr>
              <a:t>通用的语法分析方法</a:t>
            </a:r>
            <a:r>
              <a:rPr lang="zh-CN" altLang="en-US" b="1" dirty="0">
                <a:solidFill>
                  <a:schemeClr val="tx1"/>
                </a:solidFill>
                <a:latin typeface="+mn-ea"/>
                <a:cs typeface="Times New Roman" panose="02020603050405020304" pitchFamily="18" charset="0"/>
              </a:rPr>
              <a:t>可对</a:t>
            </a:r>
            <a:r>
              <a:rPr lang="zh-CN" altLang="en-US" b="1" dirty="0">
                <a:solidFill>
                  <a:srgbClr val="0070C0"/>
                </a:solidFill>
                <a:latin typeface="+mn-ea"/>
                <a:cs typeface="Times New Roman" panose="02020603050405020304" pitchFamily="18" charset="0"/>
              </a:rPr>
              <a:t>任意</a:t>
            </a:r>
            <a:r>
              <a:rPr lang="en-US" altLang="zh-CN" b="1" dirty="0">
                <a:solidFill>
                  <a:srgbClr val="0070C0"/>
                </a:solidFill>
                <a:latin typeface="+mn-ea"/>
                <a:cs typeface="Times New Roman" panose="02020603050405020304" pitchFamily="18" charset="0"/>
              </a:rPr>
              <a:t>CFG</a:t>
            </a:r>
            <a:r>
              <a:rPr lang="zh-CN" altLang="en-US" b="1" dirty="0">
                <a:solidFill>
                  <a:schemeClr val="tx1"/>
                </a:solidFill>
                <a:latin typeface="+mn-ea"/>
                <a:cs typeface="Times New Roman" panose="02020603050405020304" pitchFamily="18" charset="0"/>
              </a:rPr>
              <a:t>进行语法分析，但可能需要回溯，</a:t>
            </a:r>
            <a:r>
              <a:rPr lang="zh-CN" altLang="en-US" b="1" dirty="0">
                <a:solidFill>
                  <a:srgbClr val="0070C0"/>
                </a:solidFill>
                <a:latin typeface="+mn-ea"/>
                <a:cs typeface="Times New Roman" panose="02020603050405020304" pitchFamily="18" charset="0"/>
              </a:rPr>
              <a:t>效率极低</a:t>
            </a:r>
            <a:r>
              <a:rPr lang="zh-CN" altLang="en-US" b="1" dirty="0">
                <a:solidFill>
                  <a:schemeClr val="tx1"/>
                </a:solidFill>
                <a:latin typeface="+mn-ea"/>
                <a:cs typeface="Times New Roman" panose="02020603050405020304" pitchFamily="18" charset="0"/>
              </a:rPr>
              <a:t>（</a:t>
            </a:r>
            <a:r>
              <a:rPr lang="zh-CN" altLang="en-US" b="1" dirty="0">
                <a:solidFill>
                  <a:schemeClr val="tx1"/>
                </a:solidFill>
                <a:latin typeface="等线" panose="02010600030101010101" pitchFamily="2" charset="-122"/>
                <a:ea typeface="等线" panose="02010600030101010101" pitchFamily="2" charset="-122"/>
                <a:cs typeface="Times New Roman" panose="02020603050405020304" pitchFamily="18" charset="0"/>
              </a:rPr>
              <a:t>≥</a:t>
            </a:r>
            <a:r>
              <a:rPr lang="en-US" altLang="zh-CN" b="1" i="1" dirty="0">
                <a:solidFill>
                  <a:schemeClr val="tx1"/>
                </a:solidFill>
                <a:latin typeface="+mn-ea"/>
                <a:cs typeface="Times New Roman" panose="02020603050405020304" pitchFamily="18" charset="0"/>
              </a:rPr>
              <a:t>O</a:t>
            </a:r>
            <a:r>
              <a:rPr lang="en-US" altLang="zh-CN" b="1" dirty="0">
                <a:solidFill>
                  <a:schemeClr val="tx1"/>
                </a:solidFill>
                <a:latin typeface="+mn-ea"/>
                <a:cs typeface="Times New Roman" panose="02020603050405020304" pitchFamily="18" charset="0"/>
              </a:rPr>
              <a:t>(</a:t>
            </a:r>
            <a:r>
              <a:rPr lang="en-US" altLang="zh-CN" b="1" i="1" u="sng" dirty="0">
                <a:solidFill>
                  <a:schemeClr val="tx1"/>
                </a:solidFill>
                <a:latin typeface="+mn-ea"/>
                <a:cs typeface="Times New Roman" panose="02020603050405020304" pitchFamily="18" charset="0"/>
              </a:rPr>
              <a:t>n</a:t>
            </a:r>
            <a:r>
              <a:rPr lang="en-US" altLang="zh-CN" b="1" baseline="30000" dirty="0">
                <a:solidFill>
                  <a:schemeClr val="tx1"/>
                </a:solidFill>
                <a:latin typeface="+mn-ea"/>
                <a:cs typeface="Times New Roman" panose="02020603050405020304" pitchFamily="18" charset="0"/>
              </a:rPr>
              <a:t>3</a:t>
            </a:r>
            <a:r>
              <a:rPr lang="en-US" altLang="zh-CN" b="1" dirty="0">
                <a:solidFill>
                  <a:schemeClr val="tx1"/>
                </a:solidFill>
                <a:latin typeface="+mn-ea"/>
                <a:cs typeface="Times New Roman" panose="02020603050405020304" pitchFamily="18" charset="0"/>
              </a:rPr>
              <a:t>))</a:t>
            </a:r>
            <a:r>
              <a:rPr lang="zh-CN" altLang="en-US" b="1" dirty="0">
                <a:solidFill>
                  <a:schemeClr val="tx1"/>
                </a:solidFill>
                <a:latin typeface="+mn-ea"/>
                <a:cs typeface="Times New Roman" panose="02020603050405020304" pitchFamily="18" charset="0"/>
              </a:rPr>
              <a:t>，</a:t>
            </a:r>
            <a:r>
              <a:rPr lang="zh-CN" altLang="en-US" b="1" dirty="0">
                <a:solidFill>
                  <a:srgbClr val="0070C0"/>
                </a:solidFill>
                <a:latin typeface="+mn-ea"/>
                <a:cs typeface="Times New Roman" panose="02020603050405020304" pitchFamily="18" charset="0"/>
              </a:rPr>
              <a:t>难于</a:t>
            </a:r>
            <a:r>
              <a:rPr lang="zh-CN" altLang="en-US" dirty="0">
                <a:solidFill>
                  <a:srgbClr val="0070C0"/>
                </a:solidFill>
                <a:latin typeface="+mn-ea"/>
                <a:cs typeface="Times New Roman" panose="02020603050405020304" pitchFamily="18" charset="0"/>
              </a:rPr>
              <a:t>实践应用</a:t>
            </a:r>
            <a:r>
              <a:rPr lang="zh-CN" altLang="en-US" b="1" dirty="0">
                <a:solidFill>
                  <a:schemeClr val="tx1"/>
                </a:solidFill>
                <a:latin typeface="+mn-ea"/>
                <a:cs typeface="Times New Roman" panose="02020603050405020304" pitchFamily="18" charset="0"/>
              </a:rPr>
              <a:t>。</a:t>
            </a:r>
            <a:endParaRPr lang="en-US" altLang="zh-CN" b="1" dirty="0">
              <a:solidFill>
                <a:schemeClr val="tx1"/>
              </a:solidFill>
              <a:latin typeface="+mn-ea"/>
              <a:cs typeface="Times New Roman" panose="02020603050405020304" pitchFamily="18" charset="0"/>
            </a:endParaRPr>
          </a:p>
          <a:p>
            <a:pPr eaLnBrk="1" hangingPunct="1">
              <a:lnSpc>
                <a:spcPts val="4500"/>
              </a:lnSpc>
              <a:buClrTx/>
              <a:buFont typeface="Wingdings" panose="05000000000000000000" pitchFamily="2" charset="2"/>
              <a:buChar char="Ø"/>
              <a:defRPr/>
            </a:pPr>
            <a:r>
              <a:rPr lang="zh-CN" altLang="en-US" b="1" dirty="0">
                <a:solidFill>
                  <a:schemeClr val="tx1"/>
                </a:solidFill>
                <a:latin typeface="+mn-ea"/>
                <a:cs typeface="Times New Roman" panose="02020603050405020304" pitchFamily="18" charset="0"/>
              </a:rPr>
              <a:t>最高效的自顶向下和自底向上方法只需要</a:t>
            </a:r>
            <a:r>
              <a:rPr lang="zh-CN" altLang="en-US" b="1" dirty="0">
                <a:solidFill>
                  <a:srgbClr val="0070C0"/>
                </a:solidFill>
                <a:latin typeface="+mn-ea"/>
                <a:cs typeface="Times New Roman" panose="02020603050405020304" pitchFamily="18" charset="0"/>
              </a:rPr>
              <a:t>线性时间</a:t>
            </a:r>
            <a:r>
              <a:rPr lang="zh-CN" altLang="en-US" b="1" dirty="0">
                <a:solidFill>
                  <a:schemeClr val="tx1"/>
                </a:solidFill>
                <a:latin typeface="+mn-ea"/>
                <a:cs typeface="Times New Roman" panose="02020603050405020304" pitchFamily="18" charset="0"/>
              </a:rPr>
              <a:t>，但只能处理某些</a:t>
            </a:r>
            <a:r>
              <a:rPr lang="en-US" altLang="zh-CN" b="1" dirty="0">
                <a:solidFill>
                  <a:schemeClr val="tx1"/>
                </a:solidFill>
                <a:latin typeface="+mn-ea"/>
                <a:cs typeface="Times New Roman" panose="02020603050405020304" pitchFamily="18" charset="0"/>
              </a:rPr>
              <a:t>CFG</a:t>
            </a:r>
            <a:r>
              <a:rPr lang="zh-CN" altLang="en-US" b="1" dirty="0">
                <a:solidFill>
                  <a:srgbClr val="0070C0"/>
                </a:solidFill>
                <a:latin typeface="+mn-ea"/>
                <a:cs typeface="Times New Roman" panose="02020603050405020304" pitchFamily="18" charset="0"/>
              </a:rPr>
              <a:t>文法子类</a:t>
            </a:r>
            <a:r>
              <a:rPr lang="zh-CN" altLang="en-US" b="1" dirty="0">
                <a:solidFill>
                  <a:schemeClr val="tx1"/>
                </a:solidFill>
                <a:latin typeface="+mn-ea"/>
                <a:cs typeface="Times New Roman" panose="02020603050405020304" pitchFamily="18" charset="0"/>
              </a:rPr>
              <a:t>，其中的某些子类，特别是 </a:t>
            </a:r>
            <a:r>
              <a:rPr lang="en-US" altLang="zh-CN" b="1" i="1" dirty="0">
                <a:solidFill>
                  <a:srgbClr val="0070C0"/>
                </a:solidFill>
                <a:cs typeface="Times New Roman" panose="02020603050405020304" pitchFamily="18" charset="0"/>
              </a:rPr>
              <a:t>LL</a:t>
            </a:r>
            <a:r>
              <a:rPr lang="en-US" altLang="zh-CN" b="1" dirty="0">
                <a:solidFill>
                  <a:srgbClr val="0070C0"/>
                </a:solidFill>
                <a:cs typeface="Times New Roman" panose="02020603050405020304" pitchFamily="18" charset="0"/>
              </a:rPr>
              <a:t>(</a:t>
            </a:r>
            <a:r>
              <a:rPr lang="en-US" altLang="zh-CN" b="1" i="1" dirty="0">
                <a:solidFill>
                  <a:srgbClr val="0070C0"/>
                </a:solidFill>
                <a:cs typeface="Times New Roman" panose="02020603050405020304" pitchFamily="18" charset="0"/>
              </a:rPr>
              <a:t>k</a:t>
            </a:r>
            <a:r>
              <a:rPr lang="en-US" altLang="zh-CN" b="1" dirty="0">
                <a:solidFill>
                  <a:srgbClr val="0070C0"/>
                </a:solidFill>
                <a:cs typeface="Times New Roman" panose="02020603050405020304" pitchFamily="18" charset="0"/>
              </a:rPr>
              <a:t>)</a:t>
            </a:r>
            <a:r>
              <a:rPr lang="zh-CN" altLang="en-US" b="1" dirty="0">
                <a:solidFill>
                  <a:srgbClr val="0070C0"/>
                </a:solidFill>
                <a:latin typeface="+mn-ea"/>
                <a:cs typeface="Times New Roman" panose="02020603050405020304" pitchFamily="18" charset="0"/>
              </a:rPr>
              <a:t>和</a:t>
            </a:r>
            <a:r>
              <a:rPr lang="en-US" altLang="zh-CN" b="1" i="1" dirty="0">
                <a:solidFill>
                  <a:srgbClr val="0070C0"/>
                </a:solidFill>
                <a:cs typeface="Times New Roman" panose="02020603050405020304" pitchFamily="18" charset="0"/>
              </a:rPr>
              <a:t>LR</a:t>
            </a:r>
            <a:r>
              <a:rPr lang="en-US" altLang="zh-CN" b="1" dirty="0">
                <a:solidFill>
                  <a:srgbClr val="0070C0"/>
                </a:solidFill>
                <a:cs typeface="Times New Roman" panose="02020603050405020304" pitchFamily="18" charset="0"/>
              </a:rPr>
              <a:t>(</a:t>
            </a:r>
            <a:r>
              <a:rPr lang="en-US" altLang="zh-CN" b="1" i="1" dirty="0">
                <a:solidFill>
                  <a:srgbClr val="0070C0"/>
                </a:solidFill>
                <a:cs typeface="Times New Roman" panose="02020603050405020304" pitchFamily="18" charset="0"/>
              </a:rPr>
              <a:t>k</a:t>
            </a:r>
            <a:r>
              <a:rPr lang="en-US" altLang="zh-CN" b="1" dirty="0">
                <a:solidFill>
                  <a:srgbClr val="0070C0"/>
                </a:solidFill>
                <a:cs typeface="Times New Roman" panose="02020603050405020304" pitchFamily="18" charset="0"/>
              </a:rPr>
              <a:t>)</a:t>
            </a:r>
            <a:r>
              <a:rPr lang="zh-CN" altLang="en-US" b="1" dirty="0">
                <a:solidFill>
                  <a:srgbClr val="0070C0"/>
                </a:solidFill>
                <a:latin typeface="+mn-ea"/>
                <a:cs typeface="Times New Roman" panose="02020603050405020304" pitchFamily="18" charset="0"/>
              </a:rPr>
              <a:t>文法</a:t>
            </a:r>
            <a:r>
              <a:rPr lang="zh-CN" altLang="en-US" b="1" dirty="0">
                <a:solidFill>
                  <a:schemeClr val="tx1"/>
                </a:solidFill>
                <a:latin typeface="+mn-ea"/>
                <a:cs typeface="Times New Roman" panose="02020603050405020304" pitchFamily="18" charset="0"/>
              </a:rPr>
              <a:t>，其表达能力</a:t>
            </a:r>
            <a:r>
              <a:rPr lang="zh-CN" altLang="en-US" b="1" dirty="0">
                <a:solidFill>
                  <a:srgbClr val="0070C0"/>
                </a:solidFill>
                <a:latin typeface="+mn-ea"/>
                <a:cs typeface="Times New Roman" panose="02020603050405020304" pitchFamily="18" charset="0"/>
              </a:rPr>
              <a:t>足以描述</a:t>
            </a:r>
            <a:r>
              <a:rPr lang="zh-CN" altLang="en-US" b="1" dirty="0">
                <a:solidFill>
                  <a:schemeClr val="tx1"/>
                </a:solidFill>
                <a:latin typeface="+mn-ea"/>
                <a:cs typeface="Times New Roman" panose="02020603050405020304" pitchFamily="18" charset="0"/>
              </a:rPr>
              <a:t>现代</a:t>
            </a:r>
            <a:r>
              <a:rPr lang="zh-CN" altLang="en-US" b="1" dirty="0">
                <a:solidFill>
                  <a:srgbClr val="0070C0"/>
                </a:solidFill>
                <a:latin typeface="+mn-ea"/>
                <a:cs typeface="Times New Roman" panose="02020603050405020304" pitchFamily="18" charset="0"/>
              </a:rPr>
              <a:t>程序设计语言</a:t>
            </a:r>
            <a:r>
              <a:rPr lang="zh-CN" altLang="en-US" b="1" dirty="0">
                <a:solidFill>
                  <a:schemeClr val="tx1"/>
                </a:solidFill>
                <a:latin typeface="+mn-ea"/>
                <a:cs typeface="Times New Roman" panose="02020603050405020304" pitchFamily="18" charset="0"/>
              </a:rPr>
              <a:t>的大部分语法构造，常用于实践。</a:t>
            </a:r>
          </a:p>
        </p:txBody>
      </p:sp>
      <p:sp>
        <p:nvSpPr>
          <p:cNvPr id="3" name="Rectangle 2"/>
          <p:cNvSpPr>
            <a:spLocks noGrp="1" noChangeArrowheads="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引言</a:t>
            </a:r>
          </a:p>
        </p:txBody>
      </p:sp>
      <p:sp>
        <p:nvSpPr>
          <p:cNvPr id="4" name="灯片编号占位符 3"/>
          <p:cNvSpPr>
            <a:spLocks noGrp="1"/>
          </p:cNvSpPr>
          <p:nvPr>
            <p:ph type="sldNum" sz="quarter" idx="12"/>
          </p:nvPr>
        </p:nvSpPr>
        <p:spPr/>
        <p:txBody>
          <a:bodyPr/>
          <a:lstStyle/>
          <a:p>
            <a:pPr>
              <a:defRPr/>
            </a:pPr>
            <a:fld id="{EA567855-7F13-4FC5-AD61-2B82F6443E16}" type="slidenum">
              <a:rPr lang="zh-CN" altLang="en-US" smtClean="0"/>
              <a:t>5</a:t>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0"/>
            <a:ext cx="9144000" cy="1500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eaLnBrk="1" fontAlgn="auto" hangingPunct="1">
              <a:spcBef>
                <a:spcPts val="0"/>
              </a:spcBef>
              <a:spcAft>
                <a:spcPts val="0"/>
              </a:spcAft>
              <a:defRPr/>
            </a:pPr>
            <a:endParaRPr lang="zh-CN" altLang="en-US" sz="1600" dirty="0">
              <a:solidFill>
                <a:prstClr val="black">
                  <a:lumMod val="85000"/>
                  <a:lumOff val="15000"/>
                </a:prstClr>
              </a:solidFill>
            </a:endParaRPr>
          </a:p>
        </p:txBody>
      </p:sp>
      <p:sp>
        <p:nvSpPr>
          <p:cNvPr id="44035" name="矩形 7"/>
          <p:cNvSpPr>
            <a:spLocks noChangeArrowheads="1"/>
          </p:cNvSpPr>
          <p:nvPr/>
        </p:nvSpPr>
        <p:spPr bwMode="auto">
          <a:xfrm>
            <a:off x="4500563" y="1357313"/>
            <a:ext cx="4357687"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4000"/>
              </a:lnSpc>
            </a:pPr>
            <a:r>
              <a:rPr lang="en-US" altLang="zh-CN" sz="2500" b="1">
                <a:solidFill>
                  <a:srgbClr val="2D83F4"/>
                </a:solidFill>
                <a:latin typeface="微软雅黑" panose="020B0503020204020204" pitchFamily="34" charset="-122"/>
                <a:ea typeface="微软雅黑" panose="020B0503020204020204" pitchFamily="34" charset="-122"/>
              </a:rPr>
              <a:t>4.1 </a:t>
            </a:r>
            <a:r>
              <a:rPr lang="zh-CN" altLang="en-US" sz="2500" b="1">
                <a:solidFill>
                  <a:srgbClr val="2D83F4"/>
                </a:solidFill>
                <a:latin typeface="微软雅黑" panose="020B0503020204020204" pitchFamily="34" charset="-122"/>
                <a:ea typeface="微软雅黑" panose="020B0503020204020204" pitchFamily="34" charset="-122"/>
              </a:rPr>
              <a:t>自顶向下的分析</a:t>
            </a:r>
          </a:p>
          <a:p>
            <a:pPr eaLnBrk="1" hangingPunct="1">
              <a:lnSpc>
                <a:spcPts val="4000"/>
              </a:lnSpc>
            </a:pPr>
            <a:r>
              <a:rPr lang="en-US" altLang="zh-CN" sz="2500" b="1">
                <a:solidFill>
                  <a:srgbClr val="2D83F4"/>
                </a:solidFill>
                <a:latin typeface="微软雅黑" panose="020B0503020204020204" pitchFamily="34" charset="-122"/>
                <a:ea typeface="微软雅黑" panose="020B0503020204020204" pitchFamily="34" charset="-122"/>
              </a:rPr>
              <a:t>4.2 </a:t>
            </a:r>
            <a:r>
              <a:rPr lang="zh-CN" altLang="en-US" sz="2500" b="1">
                <a:solidFill>
                  <a:srgbClr val="2D83F4"/>
                </a:solidFill>
                <a:latin typeface="微软雅黑" panose="020B0503020204020204" pitchFamily="34" charset="-122"/>
                <a:ea typeface="微软雅黑" panose="020B0503020204020204" pitchFamily="34" charset="-122"/>
              </a:rPr>
              <a:t>预测分析法</a:t>
            </a:r>
          </a:p>
          <a:p>
            <a:pPr eaLnBrk="1" hangingPunct="1">
              <a:lnSpc>
                <a:spcPts val="4000"/>
              </a:lnSpc>
            </a:pPr>
            <a:r>
              <a:rPr lang="en-US" altLang="zh-CN" sz="2500" b="1">
                <a:solidFill>
                  <a:srgbClr val="2D83F4"/>
                </a:solidFill>
                <a:latin typeface="微软雅黑" panose="020B0503020204020204" pitchFamily="34" charset="-122"/>
                <a:ea typeface="微软雅黑" panose="020B0503020204020204" pitchFamily="34" charset="-122"/>
              </a:rPr>
              <a:t>4.3 </a:t>
            </a:r>
            <a:r>
              <a:rPr lang="zh-CN" altLang="en-US" sz="2500" b="1">
                <a:solidFill>
                  <a:srgbClr val="2D83F4"/>
                </a:solidFill>
                <a:latin typeface="微软雅黑" panose="020B0503020204020204" pitchFamily="34" charset="-122"/>
                <a:ea typeface="微软雅黑" panose="020B0503020204020204" pitchFamily="34" charset="-122"/>
              </a:rPr>
              <a:t>自底向上的分析</a:t>
            </a:r>
          </a:p>
          <a:p>
            <a:pPr eaLnBrk="1" hangingPunct="1">
              <a:lnSpc>
                <a:spcPts val="4000"/>
              </a:lnSpc>
            </a:pPr>
            <a:r>
              <a:rPr lang="en-US" altLang="zh-CN" sz="2500" b="1">
                <a:solidFill>
                  <a:srgbClr val="2D83F4"/>
                </a:solidFill>
                <a:latin typeface="微软雅黑" panose="020B0503020204020204" pitchFamily="34" charset="-122"/>
                <a:ea typeface="微软雅黑" panose="020B0503020204020204" pitchFamily="34" charset="-122"/>
              </a:rPr>
              <a:t>4.4 LR</a:t>
            </a:r>
            <a:r>
              <a:rPr lang="zh-CN" altLang="en-US" sz="2500" b="1">
                <a:solidFill>
                  <a:srgbClr val="2D83F4"/>
                </a:solidFill>
                <a:latin typeface="微软雅黑" panose="020B0503020204020204" pitchFamily="34" charset="-122"/>
                <a:ea typeface="微软雅黑" panose="020B0503020204020204" pitchFamily="34" charset="-122"/>
              </a:rPr>
              <a:t>分析法</a:t>
            </a:r>
          </a:p>
          <a:p>
            <a:pPr eaLnBrk="1" hangingPunct="1">
              <a:lnSpc>
                <a:spcPts val="4000"/>
              </a:lnSpc>
            </a:pPr>
            <a:r>
              <a:rPr lang="en-US" altLang="zh-CN" sz="2500" b="1">
                <a:solidFill>
                  <a:srgbClr val="2D83F4"/>
                </a:solidFill>
                <a:latin typeface="微软雅黑" panose="020B0503020204020204" pitchFamily="34" charset="-122"/>
                <a:ea typeface="微软雅黑" panose="020B0503020204020204" pitchFamily="34" charset="-122"/>
              </a:rPr>
              <a:t>4.5 </a:t>
            </a:r>
            <a:r>
              <a:rPr lang="zh-CN" altLang="en-US" sz="2500" b="1">
                <a:solidFill>
                  <a:srgbClr val="2D83F4"/>
                </a:solidFill>
                <a:latin typeface="微软雅黑" panose="020B0503020204020204" pitchFamily="34" charset="-122"/>
                <a:ea typeface="微软雅黑" panose="020B0503020204020204" pitchFamily="34" charset="-122"/>
              </a:rPr>
              <a:t>语法分析器自动生成工具</a:t>
            </a:r>
          </a:p>
        </p:txBody>
      </p:sp>
      <p:pic>
        <p:nvPicPr>
          <p:cNvPr id="44036" name="Picture 7" descr="E:\工大编译\ppt\制作\0330e9c554c768200000158fc50d53d.jpg"/>
          <p:cNvPicPr>
            <a:picLocks noChangeAspect="1" noChangeArrowheads="1"/>
          </p:cNvPicPr>
          <p:nvPr/>
        </p:nvPicPr>
        <p:blipFill>
          <a:blip r:embed="rId3">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p:cNvSpPr/>
          <p:nvPr/>
        </p:nvSpPr>
        <p:spPr>
          <a:xfrm>
            <a:off x="4143375" y="357188"/>
            <a:ext cx="2949575"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eaLnBrk="1" fontAlgn="auto" hangingPunct="1">
              <a:spcBef>
                <a:spcPts val="0"/>
              </a:spcBef>
              <a:spcAft>
                <a:spcPts val="0"/>
              </a:spcAft>
              <a:defRPr/>
            </a:pPr>
            <a:r>
              <a:rPr lang="zh-CN" altLang="en-US" sz="4000" b="1" spc="600" dirty="0">
                <a:solidFill>
                  <a:prstClr val="white"/>
                </a:solidFill>
                <a:latin typeface="微软雅黑" panose="020B0503020204020204" pitchFamily="34" charset="-122"/>
                <a:ea typeface="微软雅黑" panose="020B0503020204020204" pitchFamily="34" charset="-122"/>
              </a:rPr>
              <a:t>本章内容</a:t>
            </a:r>
            <a:endParaRPr lang="zh-CN" altLang="en-US" sz="1600" dirty="0">
              <a:solidFill>
                <a:prstClr val="black">
                  <a:lumMod val="85000"/>
                  <a:lumOff val="15000"/>
                </a:prstClr>
              </a:solidFill>
            </a:endParaRPr>
          </a:p>
        </p:txBody>
      </p:sp>
      <p:sp>
        <p:nvSpPr>
          <p:cNvPr id="3" name="灯片编号占位符 2"/>
          <p:cNvSpPr>
            <a:spLocks noGrp="1"/>
          </p:cNvSpPr>
          <p:nvPr>
            <p:ph type="sldNum" sz="quarter" idx="12"/>
          </p:nvPr>
        </p:nvSpPr>
        <p:spPr/>
        <p:txBody>
          <a:bodyPr/>
          <a:lstStyle/>
          <a:p>
            <a:pPr>
              <a:defRPr/>
            </a:pPr>
            <a:fld id="{D2E128FE-65D9-4D08-BF45-51F2C7EE4F92}" type="slidenum">
              <a:rPr lang="zh-CN" altLang="en-US" smtClean="0"/>
              <a:t>6</a:t>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417513" y="714375"/>
            <a:ext cx="8402637" cy="4298950"/>
          </a:xfrm>
        </p:spPr>
        <p:txBody>
          <a:bodyPr/>
          <a:lstStyle/>
          <a:p>
            <a:pPr marL="342900" lvl="2" indent="-342900" eaLnBrk="1" hangingPunct="1">
              <a:buClrTx/>
              <a:buFont typeface="Wingdings" panose="05000000000000000000" pitchFamily="2" charset="2"/>
              <a:buChar char="Ø"/>
              <a:defRPr/>
            </a:pPr>
            <a:r>
              <a:rPr lang="zh-CN" altLang="en-US" sz="2200" b="1" dirty="0">
                <a:solidFill>
                  <a:schemeClr val="tx1"/>
                </a:solidFill>
                <a:latin typeface="+mn-ea"/>
                <a:cs typeface="Times New Roman" panose="02020603050405020304" pitchFamily="18" charset="0"/>
              </a:rPr>
              <a:t>从分析树的顶部（根节点）向底部（叶节点）方向构造分析树</a:t>
            </a:r>
            <a:endParaRPr lang="en-US" altLang="zh-CN" sz="2200" b="1" dirty="0">
              <a:solidFill>
                <a:schemeClr val="tx1"/>
              </a:solidFill>
              <a:latin typeface="+mn-ea"/>
              <a:cs typeface="Times New Roman" panose="02020603050405020304" pitchFamily="18" charset="0"/>
            </a:endParaRPr>
          </a:p>
          <a:p>
            <a:pPr marL="800100" lvl="3" indent="-342900" eaLnBrk="1" hangingPunct="1">
              <a:lnSpc>
                <a:spcPts val="3000"/>
              </a:lnSpc>
              <a:buClrTx/>
              <a:buFont typeface="Wingdings" panose="05000000000000000000" pitchFamily="2" charset="2"/>
              <a:buChar char="Ø"/>
              <a:defRPr/>
            </a:pPr>
            <a:r>
              <a:rPr lang="zh-CN" altLang="en-US" sz="2200" b="1" dirty="0">
                <a:solidFill>
                  <a:schemeClr val="tx1"/>
                </a:solidFill>
                <a:latin typeface="+mn-ea"/>
                <a:cs typeface="Times New Roman" panose="02020603050405020304" pitchFamily="18" charset="0"/>
              </a:rPr>
              <a:t>例</a:t>
            </a:r>
            <a:endParaRPr lang="en-US" altLang="zh-CN" sz="2200" b="1" dirty="0">
              <a:solidFill>
                <a:schemeClr val="tx1"/>
              </a:solidFill>
              <a:latin typeface="+mn-ea"/>
              <a:cs typeface="Times New Roman" panose="02020603050405020304" pitchFamily="18" charset="0"/>
            </a:endParaRPr>
          </a:p>
          <a:p>
            <a:pPr marL="800100" lvl="3" indent="-342900" eaLnBrk="1" hangingPunct="1">
              <a:lnSpc>
                <a:spcPts val="3000"/>
              </a:lnSpc>
              <a:buClrTx/>
              <a:buSzPct val="60000"/>
              <a:buFont typeface="Wingdings" panose="05000000000000000000" pitchFamily="2" charset="2"/>
              <a:buChar char="Ø"/>
              <a:defRPr/>
            </a:pPr>
            <a:endParaRPr lang="en-US" altLang="zh-CN" sz="2200" b="1" dirty="0">
              <a:solidFill>
                <a:schemeClr val="tx1"/>
              </a:solidFill>
              <a:latin typeface="+mn-ea"/>
              <a:cs typeface="Times New Roman" panose="02020603050405020304" pitchFamily="18" charset="0"/>
            </a:endParaRPr>
          </a:p>
          <a:p>
            <a:pPr eaLnBrk="1" hangingPunct="1">
              <a:lnSpc>
                <a:spcPts val="3000"/>
              </a:lnSpc>
              <a:buFont typeface="Symbol" panose="05050102010706020507" pitchFamily="18" charset="2"/>
              <a:buNone/>
              <a:defRPr/>
            </a:pPr>
            <a:endParaRPr lang="en-US" altLang="zh-CN" sz="2200" b="1" dirty="0">
              <a:solidFill>
                <a:schemeClr val="tx1"/>
              </a:solidFill>
              <a:latin typeface="+mn-ea"/>
              <a:cs typeface="Times New Roman" panose="02020603050405020304" pitchFamily="18" charset="0"/>
            </a:endParaRPr>
          </a:p>
          <a:p>
            <a:pPr eaLnBrk="1" hangingPunct="1">
              <a:lnSpc>
                <a:spcPts val="3000"/>
              </a:lnSpc>
              <a:buFont typeface="Symbol" panose="05050102010706020507" pitchFamily="18" charset="2"/>
              <a:buNone/>
              <a:defRPr/>
            </a:pPr>
            <a:endParaRPr lang="en-US" altLang="zh-CN" sz="2200" b="1" dirty="0">
              <a:solidFill>
                <a:schemeClr val="tx1"/>
              </a:solidFill>
              <a:latin typeface="+mn-ea"/>
              <a:cs typeface="Times New Roman" panose="02020603050405020304" pitchFamily="18" charset="0"/>
            </a:endParaRPr>
          </a:p>
          <a:p>
            <a:pPr marL="0" indent="0" eaLnBrk="1" hangingPunct="1">
              <a:lnSpc>
                <a:spcPts val="3000"/>
              </a:lnSpc>
              <a:buFont typeface="Wingdings" panose="05000000000000000000" pitchFamily="2" charset="2"/>
              <a:buNone/>
              <a:defRPr/>
            </a:pPr>
            <a:endParaRPr lang="en-US" altLang="zh-CN" sz="2200" b="1" dirty="0">
              <a:solidFill>
                <a:schemeClr val="tx1"/>
              </a:solidFill>
              <a:latin typeface="+mn-ea"/>
              <a:cs typeface="Times New Roman" panose="02020603050405020304" pitchFamily="18" charset="0"/>
            </a:endParaRPr>
          </a:p>
          <a:p>
            <a:pPr eaLnBrk="1" hangingPunct="1">
              <a:lnSpc>
                <a:spcPts val="3000"/>
              </a:lnSpc>
              <a:buClrTx/>
              <a:buFont typeface="Wingdings" panose="05000000000000000000" pitchFamily="2" charset="2"/>
              <a:buChar char="Ø"/>
              <a:defRPr/>
            </a:pPr>
            <a:endParaRPr lang="en-US" altLang="zh-CN" sz="2200" b="1" dirty="0">
              <a:solidFill>
                <a:schemeClr val="tx1"/>
              </a:solidFill>
              <a:latin typeface="+mn-ea"/>
              <a:cs typeface="Times New Roman" panose="02020603050405020304" pitchFamily="18" charset="0"/>
            </a:endParaRPr>
          </a:p>
          <a:p>
            <a:pPr eaLnBrk="1" hangingPunct="1">
              <a:lnSpc>
                <a:spcPts val="3000"/>
              </a:lnSpc>
              <a:buClrTx/>
              <a:buFont typeface="Wingdings" panose="05000000000000000000" pitchFamily="2" charset="2"/>
              <a:buChar char="Ø"/>
              <a:defRPr/>
            </a:pPr>
            <a:r>
              <a:rPr lang="zh-CN" altLang="en-US" sz="2200" b="1" dirty="0">
                <a:solidFill>
                  <a:schemeClr val="tx1"/>
                </a:solidFill>
                <a:latin typeface="+mn-ea"/>
                <a:cs typeface="Times New Roman" panose="02020603050405020304" pitchFamily="18" charset="0"/>
              </a:rPr>
              <a:t>自顶向下推导要做</a:t>
            </a:r>
            <a:r>
              <a:rPr lang="zh-CN" altLang="en-US" sz="2200" b="1" dirty="0">
                <a:solidFill>
                  <a:schemeClr val="tx2">
                    <a:lumMod val="60000"/>
                    <a:lumOff val="40000"/>
                  </a:schemeClr>
                </a:solidFill>
                <a:latin typeface="+mn-ea"/>
                <a:cs typeface="Times New Roman" panose="02020603050405020304" pitchFamily="18" charset="0"/>
              </a:rPr>
              <a:t>两个决策</a:t>
            </a:r>
          </a:p>
          <a:p>
            <a:pPr lvl="1" eaLnBrk="1" hangingPunct="1">
              <a:buClrTx/>
              <a:buFont typeface="Wingdings" panose="05000000000000000000" pitchFamily="2" charset="2"/>
              <a:buChar char="Ø"/>
              <a:defRPr/>
            </a:pPr>
            <a:r>
              <a:rPr lang="zh-CN" altLang="en-US" sz="2000" b="1" dirty="0">
                <a:solidFill>
                  <a:schemeClr val="tx1"/>
                </a:solidFill>
                <a:latin typeface="+mn-ea"/>
                <a:cs typeface="Times New Roman" panose="02020603050405020304" pitchFamily="18" charset="0"/>
              </a:rPr>
              <a:t>选择</a:t>
            </a:r>
            <a:r>
              <a:rPr lang="zh-CN" altLang="en-US" sz="2000" b="1" dirty="0">
                <a:solidFill>
                  <a:schemeClr val="tx2">
                    <a:lumMod val="60000"/>
                    <a:lumOff val="40000"/>
                  </a:schemeClr>
                </a:solidFill>
                <a:latin typeface="+mn-ea"/>
                <a:cs typeface="Times New Roman" panose="02020603050405020304" pitchFamily="18" charset="0"/>
              </a:rPr>
              <a:t>哪个非终结符</a:t>
            </a:r>
            <a:r>
              <a:rPr lang="zh-CN" altLang="en-US" sz="2000" b="1" dirty="0">
                <a:latin typeface="+mn-ea"/>
                <a:cs typeface="Times New Roman" panose="02020603050405020304" pitchFamily="18" charset="0"/>
              </a:rPr>
              <a:t>推导？</a:t>
            </a:r>
            <a:endParaRPr lang="en-US" altLang="zh-CN" sz="2000" b="1" dirty="0">
              <a:latin typeface="+mn-ea"/>
              <a:cs typeface="Times New Roman" panose="02020603050405020304" pitchFamily="18" charset="0"/>
            </a:endParaRPr>
          </a:p>
          <a:p>
            <a:pPr lvl="1" eaLnBrk="1" hangingPunct="1">
              <a:buClrTx/>
              <a:buFont typeface="Wingdings" panose="05000000000000000000" pitchFamily="2" charset="2"/>
              <a:buChar char="Ø"/>
              <a:defRPr/>
            </a:pPr>
            <a:r>
              <a:rPr lang="zh-CN" altLang="en-US" sz="2000" dirty="0">
                <a:latin typeface="+mn-ea"/>
                <a:cs typeface="Times New Roman" panose="02020603050405020304" pitchFamily="18" charset="0"/>
              </a:rPr>
              <a:t>选择</a:t>
            </a:r>
            <a:r>
              <a:rPr lang="zh-CN" altLang="en-US" sz="2000" b="1" dirty="0">
                <a:solidFill>
                  <a:schemeClr val="tx1"/>
                </a:solidFill>
                <a:latin typeface="+mn-ea"/>
                <a:cs typeface="Times New Roman" panose="02020603050405020304" pitchFamily="18" charset="0"/>
              </a:rPr>
              <a:t>该非终结符的</a:t>
            </a:r>
            <a:r>
              <a:rPr lang="zh-CN" altLang="en-US" sz="2000" b="1" dirty="0">
                <a:solidFill>
                  <a:schemeClr val="tx2">
                    <a:lumMod val="60000"/>
                    <a:lumOff val="40000"/>
                  </a:schemeClr>
                </a:solidFill>
                <a:latin typeface="+mn-ea"/>
                <a:cs typeface="Times New Roman" panose="02020603050405020304" pitchFamily="18" charset="0"/>
              </a:rPr>
              <a:t>哪个候选式</a:t>
            </a:r>
            <a:r>
              <a:rPr lang="zh-CN" altLang="en-US" sz="2000" dirty="0">
                <a:latin typeface="+mn-ea"/>
                <a:cs typeface="Times New Roman" panose="02020603050405020304" pitchFamily="18" charset="0"/>
              </a:rPr>
              <a:t>推导？</a:t>
            </a:r>
            <a:endParaRPr lang="en-US" altLang="zh-CN" sz="2000" b="1" dirty="0">
              <a:solidFill>
                <a:schemeClr val="tx1"/>
              </a:solidFill>
              <a:latin typeface="+mn-ea"/>
              <a:cs typeface="Times New Roman" panose="02020603050405020304" pitchFamily="18" charset="0"/>
            </a:endParaRPr>
          </a:p>
        </p:txBody>
      </p:sp>
      <p:sp>
        <p:nvSpPr>
          <p:cNvPr id="22531" name="Rectangle 2"/>
          <p:cNvSpPr>
            <a:spLocks noGrp="1" noChangeArrowheads="1"/>
          </p:cNvSpPr>
          <p:nvPr>
            <p:ph type="title"/>
          </p:nvPr>
        </p:nvSpPr>
        <p:spPr>
          <a:xfrm>
            <a:off x="755650" y="268288"/>
            <a:ext cx="7931150" cy="358775"/>
          </a:xfrm>
        </p:spPr>
        <p:txBody>
          <a:bodyPr/>
          <a:lstStyle/>
          <a:p>
            <a:pPr eaLnBrk="1" hangingPunct="1">
              <a:defRPr/>
            </a:pPr>
            <a:r>
              <a:rPr lang="en-US" altLang="zh-CN"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4.1 </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自顶向下的分析</a:t>
            </a:r>
            <a:r>
              <a:rPr lang="en-US" altLang="zh-CN" sz="2500" dirty="0">
                <a:solidFill>
                  <a:schemeClr val="tx1"/>
                </a:solidFill>
                <a:ea typeface="微软雅黑" panose="020B0503020204020204" pitchFamily="34" charset="-122"/>
                <a:cs typeface="Times New Roman" panose="02020603050405020304" pitchFamily="18" charset="0"/>
              </a:rPr>
              <a:t>(</a:t>
            </a:r>
            <a:r>
              <a:rPr lang="en-US" altLang="zh-CN" sz="2500" i="1" dirty="0">
                <a:solidFill>
                  <a:schemeClr val="tx1"/>
                </a:solidFill>
                <a:ea typeface="微软雅黑" panose="020B0503020204020204" pitchFamily="34" charset="-122"/>
                <a:cs typeface="Times New Roman" panose="02020603050405020304" pitchFamily="18" charset="0"/>
              </a:rPr>
              <a:t>Top-Down Parsing</a:t>
            </a:r>
            <a:r>
              <a:rPr lang="en-US" altLang="zh-CN" sz="2500" dirty="0">
                <a:solidFill>
                  <a:schemeClr val="tx1"/>
                </a:solidFill>
                <a:ea typeface="微软雅黑" panose="020B0503020204020204" pitchFamily="34" charset="-122"/>
                <a:cs typeface="Times New Roman" panose="02020603050405020304" pitchFamily="18" charset="0"/>
              </a:rPr>
              <a:t>)</a:t>
            </a:r>
            <a:endParaRPr lang="zh-CN" altLang="en-US" sz="2500" dirty="0">
              <a:solidFill>
                <a:schemeClr val="tx1"/>
              </a:solidFill>
              <a:ea typeface="微软雅黑" panose="020B0503020204020204" pitchFamily="34" charset="-122"/>
              <a:cs typeface="Times New Roman" panose="02020603050405020304" pitchFamily="18" charset="0"/>
            </a:endParaRPr>
          </a:p>
        </p:txBody>
      </p:sp>
      <p:sp>
        <p:nvSpPr>
          <p:cNvPr id="5" name="矩形 4"/>
          <p:cNvSpPr/>
          <p:nvPr/>
        </p:nvSpPr>
        <p:spPr>
          <a:xfrm>
            <a:off x="1691680" y="2974008"/>
            <a:ext cx="1411288" cy="596900"/>
          </a:xfrm>
          <a:prstGeom prst="rect">
            <a:avLst/>
          </a:prstGeom>
          <a:solidFill>
            <a:schemeClr val="accent2">
              <a:lumMod val="40000"/>
              <a:lumOff val="60000"/>
            </a:schemeClr>
          </a:solidFill>
          <a:ln w="12700">
            <a:solidFill>
              <a:schemeClr val="tx2"/>
            </a:solidFill>
          </a:ln>
        </p:spPr>
        <p:txBody>
          <a:bodyP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3333CC"/>
              </a:buClr>
              <a:buSzPct val="60000"/>
              <a:defRPr/>
            </a:pPr>
            <a:r>
              <a:rPr lang="zh-CN" altLang="en-US" sz="1600" b="1">
                <a:latin typeface="楷体" panose="02010609060101010101" pitchFamily="49" charset="-122"/>
                <a:ea typeface="楷体" panose="02010609060101010101" pitchFamily="49" charset="-122"/>
                <a:cs typeface="Times New Roman" panose="02020603050405020304" pitchFamily="18" charset="0"/>
              </a:rPr>
              <a:t>输入</a:t>
            </a:r>
            <a:endParaRPr lang="en-US" altLang="zh-CN" sz="1600" b="1">
              <a:latin typeface="楷体" panose="02010609060101010101" pitchFamily="49" charset="-122"/>
              <a:ea typeface="楷体" panose="02010609060101010101" pitchFamily="49" charset="-122"/>
              <a:cs typeface="Times New Roman" panose="02020603050405020304" pitchFamily="18" charset="0"/>
            </a:endParaRPr>
          </a:p>
          <a:p>
            <a:pPr eaLnBrk="1" hangingPunct="1">
              <a:spcBef>
                <a:spcPct val="20000"/>
              </a:spcBef>
              <a:buClr>
                <a:srgbClr val="3333CC"/>
              </a:buClr>
              <a:buSzPct val="60000"/>
              <a:defRPr/>
            </a:pPr>
            <a:r>
              <a:rPr lang="en-US" altLang="zh-CN" sz="1400" b="1">
                <a:latin typeface="Times New Roman" panose="02020603050405020304" pitchFamily="18" charset="0"/>
                <a:ea typeface="楷体_GB2312"/>
                <a:cs typeface="Times New Roman" panose="02020603050405020304" pitchFamily="18" charset="0"/>
              </a:rPr>
              <a:t>id</a:t>
            </a:r>
            <a:r>
              <a:rPr lang="en-US" altLang="zh-CN" sz="1400">
                <a:latin typeface="Times New Roman" panose="02020603050405020304" pitchFamily="18" charset="0"/>
                <a:ea typeface="楷体_GB2312"/>
                <a:cs typeface="Times New Roman" panose="02020603050405020304" pitchFamily="18" charset="0"/>
              </a:rPr>
              <a:t> </a:t>
            </a:r>
            <a:r>
              <a:rPr lang="en-US" altLang="zh-CN" sz="1400" b="1">
                <a:latin typeface="Times New Roman" panose="02020603050405020304" pitchFamily="18" charset="0"/>
                <a:ea typeface="楷体_GB2312"/>
                <a:cs typeface="Times New Roman" panose="02020603050405020304" pitchFamily="18" charset="0"/>
              </a:rPr>
              <a:t>+ ( id +  id )</a:t>
            </a:r>
            <a:endParaRPr lang="zh-CN" altLang="en-US" sz="1100" b="1"/>
          </a:p>
        </p:txBody>
      </p:sp>
      <p:sp>
        <p:nvSpPr>
          <p:cNvPr id="6" name="Rectangle 6"/>
          <p:cNvSpPr>
            <a:spLocks noChangeArrowheads="1"/>
          </p:cNvSpPr>
          <p:nvPr/>
        </p:nvSpPr>
        <p:spPr bwMode="auto">
          <a:xfrm>
            <a:off x="5758673" y="1468214"/>
            <a:ext cx="2649537" cy="2087562"/>
          </a:xfrm>
          <a:prstGeom prst="rect">
            <a:avLst/>
          </a:prstGeom>
          <a:solidFill>
            <a:schemeClr val="accent2">
              <a:lumMod val="40000"/>
              <a:lumOff val="60000"/>
            </a:schemeClr>
          </a:solidFill>
          <a:ln w="12700">
            <a:solidFill>
              <a:schemeClr val="tx1"/>
            </a:solidFill>
            <a:miter lim="800000"/>
          </a:ln>
        </p:spPr>
        <p:txBody>
          <a:bodyPr/>
          <a:lstStyle/>
          <a:p>
            <a:pPr marL="342900" lvl="1" indent="-342900">
              <a:lnSpc>
                <a:spcPct val="80000"/>
              </a:lnSpc>
              <a:spcBef>
                <a:spcPct val="20000"/>
              </a:spcBef>
              <a:buClr>
                <a:schemeClr val="folHlink"/>
              </a:buClr>
              <a:buSzPct val="60000"/>
              <a:defRPr/>
            </a:pPr>
            <a:endParaRPr lang="en-US" altLang="zh-CN" sz="800" b="1" dirty="0">
              <a:latin typeface="楷体" panose="02010609060101010101" pitchFamily="49" charset="-122"/>
              <a:ea typeface="楷体" panose="02010609060101010101" pitchFamily="49" charset="-122"/>
            </a:endParaRPr>
          </a:p>
          <a:p>
            <a:pPr marL="342900" lvl="1" indent="-342900">
              <a:lnSpc>
                <a:spcPct val="80000"/>
              </a:lnSpc>
              <a:spcBef>
                <a:spcPct val="20000"/>
              </a:spcBef>
              <a:buClr>
                <a:schemeClr val="folHlink"/>
              </a:buClr>
              <a:buSzPct val="60000"/>
              <a:defRPr/>
            </a:pPr>
            <a:r>
              <a:rPr kumimoji="1" lang="en-US" altLang="zh-CN" sz="1600" b="1"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b="1" dirty="0">
                <a:latin typeface="Times New Roman" panose="02020603050405020304" pitchFamily="18" charset="0"/>
                <a:cs typeface="Times New Roman" panose="02020603050405020304" pitchFamily="18" charset="0"/>
              </a:rPr>
              <a:t> </a:t>
            </a:r>
            <a:r>
              <a:rPr kumimoji="1" lang="en-US" altLang="zh-CN" sz="1600" b="1" i="1" dirty="0">
                <a:latin typeface="Times New Roman" panose="02020603050405020304" pitchFamily="18" charset="0"/>
                <a:cs typeface="Times New Roman" panose="02020603050405020304" pitchFamily="18" charset="0"/>
              </a:rPr>
              <a:t>E </a:t>
            </a:r>
            <a:r>
              <a:rPr kumimoji="1" lang="en-US" altLang="zh-CN" sz="1600" b="1" dirty="0">
                <a:latin typeface="Times New Roman" panose="02020603050405020304" pitchFamily="18" charset="0"/>
                <a:cs typeface="Times New Roman" panose="02020603050405020304" pitchFamily="18" charset="0"/>
              </a:rPr>
              <a:t>+ </a:t>
            </a:r>
            <a:r>
              <a:rPr kumimoji="1" lang="en-US" altLang="zh-CN" sz="1600" b="1" i="1" dirty="0">
                <a:latin typeface="Times New Roman" panose="02020603050405020304" pitchFamily="18" charset="0"/>
                <a:cs typeface="Times New Roman" panose="02020603050405020304" pitchFamily="18" charset="0"/>
              </a:rPr>
              <a:t>E</a:t>
            </a:r>
            <a:r>
              <a:rPr kumimoji="1" lang="en-US" altLang="zh-CN" sz="1600" b="1" dirty="0">
                <a:latin typeface="Times New Roman" panose="02020603050405020304" pitchFamily="18" charset="0"/>
                <a:cs typeface="Times New Roman" panose="02020603050405020304" pitchFamily="18" charset="0"/>
              </a:rPr>
              <a:t> </a:t>
            </a:r>
          </a:p>
          <a:p>
            <a:pPr marL="190500" lvl="1">
              <a:spcBef>
                <a:spcPct val="20000"/>
              </a:spcBef>
              <a:buClr>
                <a:srgbClr val="3333CC"/>
              </a:buClr>
              <a:buSzPct val="75000"/>
              <a:defRPr/>
            </a:pPr>
            <a:r>
              <a:rPr kumimoji="1" lang="en-US" altLang="zh-CN" sz="1600" b="1"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b="1" dirty="0">
                <a:latin typeface="Times New Roman" panose="02020603050405020304" pitchFamily="18" charset="0"/>
                <a:cs typeface="Times New Roman" panose="02020603050405020304" pitchFamily="18" charset="0"/>
              </a:rPr>
              <a:t> </a:t>
            </a:r>
            <a:r>
              <a:rPr kumimoji="1" lang="en-US" altLang="zh-CN" sz="1600" b="1" i="1" dirty="0">
                <a:latin typeface="Times New Roman" panose="02020603050405020304" pitchFamily="18" charset="0"/>
                <a:cs typeface="Times New Roman" panose="02020603050405020304" pitchFamily="18" charset="0"/>
              </a:rPr>
              <a:t>E </a:t>
            </a:r>
            <a:r>
              <a:rPr kumimoji="1" lang="en-US" altLang="zh-CN" sz="1600" b="1" dirty="0">
                <a:latin typeface="Times New Roman" panose="02020603050405020304" pitchFamily="18" charset="0"/>
                <a:cs typeface="Times New Roman" panose="02020603050405020304" pitchFamily="18" charset="0"/>
              </a:rPr>
              <a:t>+ ( </a:t>
            </a:r>
            <a:r>
              <a:rPr kumimoji="1" lang="en-US" altLang="zh-CN" sz="1600" b="1" i="1" dirty="0">
                <a:latin typeface="Times New Roman" panose="02020603050405020304" pitchFamily="18" charset="0"/>
                <a:cs typeface="Times New Roman" panose="02020603050405020304" pitchFamily="18" charset="0"/>
              </a:rPr>
              <a:t>E </a:t>
            </a:r>
            <a:r>
              <a:rPr kumimoji="1" lang="en-US" altLang="zh-CN" sz="1600" b="1" dirty="0">
                <a:latin typeface="Times New Roman" panose="02020603050405020304" pitchFamily="18" charset="0"/>
                <a:cs typeface="Times New Roman" panose="02020603050405020304" pitchFamily="18" charset="0"/>
              </a:rPr>
              <a:t>) </a:t>
            </a:r>
          </a:p>
          <a:p>
            <a:pPr marL="190500" lvl="1">
              <a:spcBef>
                <a:spcPct val="20000"/>
              </a:spcBef>
              <a:buClr>
                <a:srgbClr val="3333CC"/>
              </a:buClr>
              <a:buSzPct val="75000"/>
              <a:defRPr/>
            </a:pPr>
            <a:r>
              <a:rPr kumimoji="1" lang="en-US" altLang="zh-CN" sz="1600" b="1"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b="1" dirty="0">
                <a:latin typeface="Times New Roman" panose="02020603050405020304" pitchFamily="18" charset="0"/>
                <a:cs typeface="Times New Roman" panose="02020603050405020304" pitchFamily="18" charset="0"/>
              </a:rPr>
              <a:t> </a:t>
            </a:r>
            <a:r>
              <a:rPr kumimoji="1" lang="en-US" altLang="zh-CN" sz="1600" b="1" i="1" dirty="0">
                <a:latin typeface="Times New Roman" panose="02020603050405020304" pitchFamily="18" charset="0"/>
                <a:cs typeface="Times New Roman" panose="02020603050405020304" pitchFamily="18" charset="0"/>
              </a:rPr>
              <a:t>E </a:t>
            </a:r>
            <a:r>
              <a:rPr kumimoji="1" lang="en-US" altLang="zh-CN" sz="1600" b="1" dirty="0">
                <a:latin typeface="Times New Roman" panose="02020603050405020304" pitchFamily="18" charset="0"/>
                <a:cs typeface="Times New Roman" panose="02020603050405020304" pitchFamily="18" charset="0"/>
              </a:rPr>
              <a:t>+ ( </a:t>
            </a:r>
            <a:r>
              <a:rPr kumimoji="1" lang="en-US" altLang="zh-CN" sz="1600" b="1" i="1" dirty="0">
                <a:latin typeface="Times New Roman" panose="02020603050405020304" pitchFamily="18" charset="0"/>
                <a:cs typeface="Times New Roman" panose="02020603050405020304" pitchFamily="18" charset="0"/>
              </a:rPr>
              <a:t>E </a:t>
            </a:r>
            <a:r>
              <a:rPr kumimoji="1" lang="en-US" altLang="zh-CN" sz="1600" b="1" dirty="0">
                <a:latin typeface="Times New Roman" panose="02020603050405020304" pitchFamily="18" charset="0"/>
                <a:cs typeface="Times New Roman" panose="02020603050405020304" pitchFamily="18" charset="0"/>
              </a:rPr>
              <a:t>+ </a:t>
            </a:r>
            <a:r>
              <a:rPr kumimoji="1" lang="en-US" altLang="zh-CN" sz="1600" b="1" i="1" dirty="0">
                <a:latin typeface="Times New Roman" panose="02020603050405020304" pitchFamily="18" charset="0"/>
                <a:cs typeface="Times New Roman" panose="02020603050405020304" pitchFamily="18" charset="0"/>
              </a:rPr>
              <a:t>E </a:t>
            </a:r>
            <a:r>
              <a:rPr kumimoji="1" lang="en-US" altLang="zh-CN" sz="1600" b="1" dirty="0">
                <a:latin typeface="Times New Roman" panose="02020603050405020304" pitchFamily="18" charset="0"/>
                <a:cs typeface="Times New Roman" panose="02020603050405020304" pitchFamily="18" charset="0"/>
              </a:rPr>
              <a:t>)</a:t>
            </a:r>
          </a:p>
          <a:p>
            <a:pPr marL="190500" lvl="1">
              <a:spcBef>
                <a:spcPct val="20000"/>
              </a:spcBef>
              <a:buClr>
                <a:srgbClr val="3333CC"/>
              </a:buClr>
              <a:buSzPct val="75000"/>
              <a:defRPr/>
            </a:pPr>
            <a:r>
              <a:rPr kumimoji="1" lang="en-US" altLang="zh-CN" sz="1600" b="1"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b="1" dirty="0">
                <a:latin typeface="Times New Roman" panose="02020603050405020304" pitchFamily="18" charset="0"/>
                <a:cs typeface="Times New Roman" panose="02020603050405020304" pitchFamily="18" charset="0"/>
              </a:rPr>
              <a:t> </a:t>
            </a:r>
            <a:r>
              <a:rPr kumimoji="1" lang="en-US" altLang="zh-CN" sz="1600" b="1" i="1" dirty="0">
                <a:latin typeface="Times New Roman" panose="02020603050405020304" pitchFamily="18" charset="0"/>
                <a:cs typeface="Times New Roman" panose="02020603050405020304" pitchFamily="18" charset="0"/>
              </a:rPr>
              <a:t>E </a:t>
            </a:r>
            <a:r>
              <a:rPr kumimoji="1" lang="en-US" altLang="zh-CN" sz="1600" b="1" dirty="0">
                <a:latin typeface="Times New Roman" panose="02020603050405020304" pitchFamily="18" charset="0"/>
                <a:cs typeface="Times New Roman" panose="02020603050405020304" pitchFamily="18" charset="0"/>
              </a:rPr>
              <a:t>+ ( id + </a:t>
            </a:r>
            <a:r>
              <a:rPr kumimoji="1" lang="en-US" altLang="zh-CN" sz="1600" b="1" i="1" dirty="0">
                <a:latin typeface="Times New Roman" panose="02020603050405020304" pitchFamily="18" charset="0"/>
                <a:cs typeface="Times New Roman" panose="02020603050405020304" pitchFamily="18" charset="0"/>
              </a:rPr>
              <a:t>E </a:t>
            </a:r>
            <a:r>
              <a:rPr kumimoji="1" lang="en-US" altLang="zh-CN" sz="1600" b="1" dirty="0">
                <a:latin typeface="Times New Roman" panose="02020603050405020304" pitchFamily="18" charset="0"/>
                <a:cs typeface="Times New Roman" panose="02020603050405020304" pitchFamily="18" charset="0"/>
              </a:rPr>
              <a:t>)</a:t>
            </a:r>
          </a:p>
          <a:p>
            <a:pPr marL="190500" lvl="1">
              <a:spcBef>
                <a:spcPct val="20000"/>
              </a:spcBef>
              <a:buClr>
                <a:srgbClr val="3333CC"/>
              </a:buClr>
              <a:buSzPct val="75000"/>
              <a:defRPr/>
            </a:pPr>
            <a:r>
              <a:rPr kumimoji="1" lang="en-US" altLang="zh-CN" sz="1600" b="1"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b="1" dirty="0">
                <a:latin typeface="Times New Roman" panose="02020603050405020304" pitchFamily="18" charset="0"/>
                <a:cs typeface="Times New Roman" panose="02020603050405020304" pitchFamily="18" charset="0"/>
              </a:rPr>
              <a:t> id + ( id + </a:t>
            </a:r>
            <a:r>
              <a:rPr kumimoji="1" lang="en-US" altLang="zh-CN" sz="1600" b="1" i="1" dirty="0">
                <a:latin typeface="Times New Roman" panose="02020603050405020304" pitchFamily="18" charset="0"/>
                <a:cs typeface="Times New Roman" panose="02020603050405020304" pitchFamily="18" charset="0"/>
              </a:rPr>
              <a:t>E </a:t>
            </a:r>
            <a:r>
              <a:rPr kumimoji="1" lang="en-US" altLang="zh-CN" sz="1600" b="1" dirty="0">
                <a:latin typeface="Times New Roman" panose="02020603050405020304" pitchFamily="18" charset="0"/>
                <a:cs typeface="Times New Roman" panose="02020603050405020304" pitchFamily="18" charset="0"/>
              </a:rPr>
              <a:t>)</a:t>
            </a:r>
          </a:p>
          <a:p>
            <a:pPr marL="190500" lvl="1">
              <a:spcBef>
                <a:spcPct val="20000"/>
              </a:spcBef>
              <a:buClr>
                <a:srgbClr val="3333CC"/>
              </a:buClr>
              <a:buSzPct val="75000"/>
              <a:defRPr/>
            </a:pPr>
            <a:r>
              <a:rPr kumimoji="1" lang="en-US" altLang="zh-CN" sz="1600" b="1"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b="1" dirty="0">
                <a:latin typeface="Times New Roman" panose="02020603050405020304" pitchFamily="18" charset="0"/>
                <a:cs typeface="Times New Roman" panose="02020603050405020304" pitchFamily="18" charset="0"/>
              </a:rPr>
              <a:t> id + ( id + id )</a:t>
            </a:r>
          </a:p>
        </p:txBody>
      </p:sp>
      <p:sp>
        <p:nvSpPr>
          <p:cNvPr id="33" name="Rectangle 3"/>
          <p:cNvSpPr txBox="1">
            <a:spLocks noChangeArrowheads="1"/>
          </p:cNvSpPr>
          <p:nvPr/>
        </p:nvSpPr>
        <p:spPr bwMode="auto">
          <a:xfrm>
            <a:off x="1699618" y="1435720"/>
            <a:ext cx="1403350" cy="1549400"/>
          </a:xfrm>
          <a:prstGeom prst="rect">
            <a:avLst/>
          </a:prstGeom>
          <a:solidFill>
            <a:schemeClr val="accent5">
              <a:lumMod val="60000"/>
              <a:lumOff val="40000"/>
            </a:schemeClr>
          </a:solidFill>
          <a:ln w="12700">
            <a:solidFill>
              <a:schemeClr val="tx1"/>
            </a:solidFill>
            <a:miter lim="800000"/>
          </a:ln>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lnSpc>
                <a:spcPts val="2000"/>
              </a:lnSpc>
              <a:spcBef>
                <a:spcPct val="20000"/>
              </a:spcBef>
              <a:buClr>
                <a:schemeClr val="folHlink"/>
              </a:buClr>
              <a:buSzPct val="60000"/>
              <a:buFont typeface="Wingdings" panose="05000000000000000000" pitchFamily="2" charset="2"/>
              <a:buNone/>
            </a:pPr>
            <a:r>
              <a:rPr lang="zh-CN" altLang="en-US" sz="1600" b="1">
                <a:latin typeface="Times New Roman" panose="02020603050405020304" pitchFamily="18" charset="0"/>
                <a:ea typeface="楷体" panose="02010609060101010101" pitchFamily="49" charset="-122"/>
                <a:cs typeface="Times New Roman" panose="02020603050405020304" pitchFamily="18" charset="0"/>
              </a:rPr>
              <a:t>文法</a:t>
            </a:r>
            <a:endParaRPr lang="en-US" altLang="zh-CN" sz="1600" b="1">
              <a:latin typeface="Times New Roman" panose="02020603050405020304" pitchFamily="18" charset="0"/>
              <a:ea typeface="楷体" panose="02010609060101010101" pitchFamily="49" charset="-122"/>
              <a:cs typeface="Times New Roman" panose="02020603050405020304" pitchFamily="18" charset="0"/>
            </a:endParaRPr>
          </a:p>
          <a:p>
            <a:pPr algn="just" eaLnBrk="1" hangingPunct="1">
              <a:lnSpc>
                <a:spcPts val="2000"/>
              </a:lnSpc>
              <a:spcBef>
                <a:spcPct val="20000"/>
              </a:spcBef>
              <a:buClr>
                <a:schemeClr val="folHlink"/>
              </a:buClr>
              <a:buSzPct val="60000"/>
            </a:pPr>
            <a:r>
              <a:rPr lang="en-US" altLang="zh-CN" sz="1600" b="1">
                <a:latin typeface="Times New Roman" panose="02020603050405020304" pitchFamily="18" charset="0"/>
                <a:cs typeface="Times New Roman" panose="02020603050405020304" pitchFamily="18" charset="0"/>
              </a:rPr>
              <a:t>① </a:t>
            </a:r>
            <a:r>
              <a:rPr lang="en-US" altLang="zh-CN" sz="1600" b="1" i="1">
                <a:latin typeface="Times New Roman" panose="02020603050405020304" pitchFamily="18" charset="0"/>
                <a:ea typeface="楷体" panose="02010609060101010101" pitchFamily="49" charset="-122"/>
                <a:cs typeface="Times New Roman" panose="02020603050405020304" pitchFamily="18" charset="0"/>
              </a:rPr>
              <a:t>E → E + E </a:t>
            </a:r>
          </a:p>
          <a:p>
            <a:pPr algn="just" eaLnBrk="1" hangingPunct="1">
              <a:lnSpc>
                <a:spcPts val="2000"/>
              </a:lnSpc>
              <a:spcBef>
                <a:spcPct val="20000"/>
              </a:spcBef>
              <a:buClr>
                <a:schemeClr val="folHlink"/>
              </a:buClr>
              <a:buSzPct val="60000"/>
            </a:pPr>
            <a:r>
              <a:rPr lang="en-US" altLang="zh-CN" sz="1600" b="1">
                <a:latin typeface="Times New Roman" panose="02020603050405020304" pitchFamily="18" charset="0"/>
                <a:cs typeface="Times New Roman" panose="02020603050405020304" pitchFamily="18" charset="0"/>
              </a:rPr>
              <a:t>②</a:t>
            </a:r>
            <a:r>
              <a:rPr lang="en-US" altLang="zh-CN" sz="1600" b="1" i="1">
                <a:latin typeface="Times New Roman" panose="02020603050405020304" pitchFamily="18" charset="0"/>
                <a:cs typeface="Times New Roman" panose="02020603050405020304" pitchFamily="18" charset="0"/>
              </a:rPr>
              <a:t> </a:t>
            </a:r>
            <a:r>
              <a:rPr lang="en-US" altLang="zh-CN" sz="1600" b="1" i="1">
                <a:latin typeface="Times New Roman" panose="02020603050405020304" pitchFamily="18" charset="0"/>
                <a:ea typeface="楷体" panose="02010609060101010101" pitchFamily="49" charset="-122"/>
                <a:cs typeface="Times New Roman" panose="02020603050405020304" pitchFamily="18" charset="0"/>
              </a:rPr>
              <a:t>E → E * E      </a:t>
            </a:r>
          </a:p>
          <a:p>
            <a:pPr algn="just" eaLnBrk="1" hangingPunct="1">
              <a:lnSpc>
                <a:spcPts val="2000"/>
              </a:lnSpc>
              <a:spcBef>
                <a:spcPct val="20000"/>
              </a:spcBef>
              <a:buClr>
                <a:schemeClr val="folHlink"/>
              </a:buClr>
              <a:buSzPct val="60000"/>
            </a:pPr>
            <a:r>
              <a:rPr lang="en-US" altLang="zh-CN" sz="1600" b="1">
                <a:latin typeface="Times New Roman" panose="02020603050405020304" pitchFamily="18" charset="0"/>
                <a:cs typeface="Times New Roman" panose="02020603050405020304" pitchFamily="18" charset="0"/>
              </a:rPr>
              <a:t>③</a:t>
            </a:r>
            <a:r>
              <a:rPr lang="en-US" altLang="zh-CN" sz="1600" b="1" i="1">
                <a:latin typeface="Times New Roman" panose="02020603050405020304" pitchFamily="18" charset="0"/>
                <a:ea typeface="楷体" panose="02010609060101010101" pitchFamily="49" charset="-122"/>
              </a:rPr>
              <a:t> E → </a:t>
            </a:r>
            <a:r>
              <a:rPr lang="en-US" altLang="zh-CN" sz="1600" b="1">
                <a:latin typeface="Times New Roman" panose="02020603050405020304" pitchFamily="18" charset="0"/>
                <a:ea typeface="楷体" panose="02010609060101010101" pitchFamily="49" charset="-122"/>
              </a:rPr>
              <a:t>( </a:t>
            </a:r>
            <a:r>
              <a:rPr lang="en-US" altLang="zh-CN" sz="1600" b="1" i="1">
                <a:latin typeface="Times New Roman" panose="02020603050405020304" pitchFamily="18" charset="0"/>
                <a:ea typeface="楷体" panose="02010609060101010101" pitchFamily="49" charset="-122"/>
              </a:rPr>
              <a:t>E </a:t>
            </a:r>
            <a:r>
              <a:rPr lang="en-US" altLang="zh-CN" sz="1600" b="1">
                <a:latin typeface="Times New Roman" panose="02020603050405020304" pitchFamily="18" charset="0"/>
                <a:ea typeface="楷体" panose="02010609060101010101" pitchFamily="49" charset="-122"/>
              </a:rPr>
              <a:t>)</a:t>
            </a:r>
          </a:p>
          <a:p>
            <a:pPr algn="just" eaLnBrk="1" hangingPunct="1">
              <a:lnSpc>
                <a:spcPts val="2000"/>
              </a:lnSpc>
              <a:spcBef>
                <a:spcPct val="20000"/>
              </a:spcBef>
              <a:buClr>
                <a:schemeClr val="folHlink"/>
              </a:buClr>
              <a:buSzPct val="60000"/>
            </a:pPr>
            <a:r>
              <a:rPr lang="en-US" altLang="zh-CN" sz="1600" b="1">
                <a:latin typeface="Times New Roman" panose="02020603050405020304" pitchFamily="18" charset="0"/>
                <a:cs typeface="Times New Roman" panose="02020603050405020304" pitchFamily="18" charset="0"/>
              </a:rPr>
              <a:t>④ </a:t>
            </a:r>
            <a:r>
              <a:rPr lang="en-US" altLang="zh-CN" sz="1600" b="1" i="1">
                <a:latin typeface="Times New Roman" panose="02020603050405020304" pitchFamily="18" charset="0"/>
                <a:ea typeface="楷体" panose="02010609060101010101" pitchFamily="49" charset="-122"/>
              </a:rPr>
              <a:t>E → </a:t>
            </a:r>
            <a:r>
              <a:rPr lang="en-US" altLang="zh-CN" sz="1600" b="1">
                <a:latin typeface="Times New Roman" panose="02020603050405020304" pitchFamily="18" charset="0"/>
                <a:ea typeface="楷体" panose="02010609060101010101" pitchFamily="49" charset="-122"/>
              </a:rPr>
              <a:t>id</a:t>
            </a:r>
          </a:p>
        </p:txBody>
      </p:sp>
      <p:sp>
        <p:nvSpPr>
          <p:cNvPr id="36" name="矩形 35"/>
          <p:cNvSpPr/>
          <p:nvPr/>
        </p:nvSpPr>
        <p:spPr bwMode="auto">
          <a:xfrm>
            <a:off x="3037880" y="1550020"/>
            <a:ext cx="2455863" cy="21018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3" name="组合 41"/>
          <p:cNvGrpSpPr/>
          <p:nvPr/>
        </p:nvGrpSpPr>
        <p:grpSpPr bwMode="auto">
          <a:xfrm>
            <a:off x="4318993" y="2307258"/>
            <a:ext cx="1069975" cy="460375"/>
            <a:chOff x="4568297" y="3723878"/>
            <a:chExt cx="1070134" cy="460623"/>
          </a:xfrm>
        </p:grpSpPr>
        <p:cxnSp>
          <p:nvCxnSpPr>
            <p:cNvPr id="43" name="直接连接符 42"/>
            <p:cNvCxnSpPr/>
            <p:nvPr/>
          </p:nvCxnSpPr>
          <p:spPr bwMode="auto">
            <a:xfrm rot="5400000">
              <a:off x="4814368" y="3723906"/>
              <a:ext cx="142952" cy="1428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bwMode="auto">
            <a:xfrm rot="16200000" flipH="1">
              <a:off x="5297039" y="3741371"/>
              <a:ext cx="142952" cy="10796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auto">
            <a:xfrm rot="5400000">
              <a:off x="5061260" y="3794560"/>
              <a:ext cx="142952"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116" name="矩形 25"/>
            <p:cNvSpPr>
              <a:spLocks noChangeArrowheads="1"/>
            </p:cNvSpPr>
            <p:nvPr/>
          </p:nvSpPr>
          <p:spPr bwMode="auto">
            <a:xfrm>
              <a:off x="4568297" y="3814350"/>
              <a:ext cx="1070134" cy="370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b="1">
                  <a:solidFill>
                    <a:srgbClr val="FF0000"/>
                  </a:solidFill>
                  <a:latin typeface="Times New Roman" panose="02020603050405020304" pitchFamily="18" charset="0"/>
                  <a:ea typeface="楷体_GB2312"/>
                  <a:cs typeface="Times New Roman" panose="02020603050405020304" pitchFamily="18" charset="0"/>
                </a:rPr>
                <a:t> </a:t>
              </a:r>
              <a:r>
                <a:rPr lang="en-US" altLang="zh-CN" b="1">
                  <a:latin typeface="Times New Roman" panose="02020603050405020304" pitchFamily="18" charset="0"/>
                  <a:ea typeface="楷体_GB2312"/>
                  <a:cs typeface="Times New Roman" panose="02020603050405020304" pitchFamily="18" charset="0"/>
                </a:rPr>
                <a:t>(     </a:t>
              </a:r>
              <a:r>
                <a:rPr lang="en-US" altLang="zh-CN" b="1" i="1">
                  <a:latin typeface="Times New Roman" panose="02020603050405020304" pitchFamily="18" charset="0"/>
                  <a:ea typeface="楷体_GB2312"/>
                  <a:cs typeface="Times New Roman" panose="02020603050405020304" pitchFamily="18" charset="0"/>
                </a:rPr>
                <a:t>E    </a:t>
              </a:r>
              <a:r>
                <a:rPr lang="en-US" altLang="zh-CN" b="1">
                  <a:latin typeface="Times New Roman" panose="02020603050405020304" pitchFamily="18" charset="0"/>
                  <a:ea typeface="楷体_GB2312"/>
                  <a:cs typeface="Times New Roman" panose="02020603050405020304" pitchFamily="18" charset="0"/>
                </a:rPr>
                <a:t>)</a:t>
              </a:r>
              <a:endParaRPr lang="zh-CN" altLang="en-US">
                <a:ea typeface="楷体_GB2312"/>
                <a:cs typeface="Times New Roman" panose="02020603050405020304" pitchFamily="18" charset="0"/>
              </a:endParaRPr>
            </a:p>
          </p:txBody>
        </p:sp>
      </p:grpSp>
      <p:grpSp>
        <p:nvGrpSpPr>
          <p:cNvPr id="4" name="组合 46"/>
          <p:cNvGrpSpPr/>
          <p:nvPr/>
        </p:nvGrpSpPr>
        <p:grpSpPr bwMode="auto">
          <a:xfrm>
            <a:off x="4349155" y="2780333"/>
            <a:ext cx="1085850" cy="460375"/>
            <a:chOff x="4572000" y="3723878"/>
            <a:chExt cx="1084652" cy="460623"/>
          </a:xfrm>
        </p:grpSpPr>
        <p:cxnSp>
          <p:nvCxnSpPr>
            <p:cNvPr id="48" name="直接连接符 47"/>
            <p:cNvCxnSpPr/>
            <p:nvPr/>
          </p:nvCxnSpPr>
          <p:spPr bwMode="auto">
            <a:xfrm rot="5400000">
              <a:off x="4789131" y="3723995"/>
              <a:ext cx="142952" cy="1427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bwMode="auto">
            <a:xfrm rot="16200000" flipH="1">
              <a:off x="5237897" y="3741439"/>
              <a:ext cx="142952" cy="10783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auto">
            <a:xfrm rot="5400000">
              <a:off x="5045229" y="3794561"/>
              <a:ext cx="142952" cy="15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112" name="矩形 46"/>
            <p:cNvSpPr>
              <a:spLocks noChangeArrowheads="1"/>
            </p:cNvSpPr>
            <p:nvPr/>
          </p:nvSpPr>
          <p:spPr bwMode="auto">
            <a:xfrm>
              <a:off x="4572000" y="3814350"/>
              <a:ext cx="1084652" cy="370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b="1" i="1">
                  <a:latin typeface="Times New Roman" panose="02020603050405020304" pitchFamily="18" charset="0"/>
                  <a:ea typeface="楷体_GB2312"/>
                  <a:cs typeface="Times New Roman" panose="02020603050405020304" pitchFamily="18" charset="0"/>
                </a:rPr>
                <a:t>E    +   E </a:t>
              </a:r>
              <a:endParaRPr lang="zh-CN" altLang="en-US">
                <a:ea typeface="楷体_GB2312"/>
                <a:cs typeface="Times New Roman" panose="02020603050405020304" pitchFamily="18" charset="0"/>
              </a:endParaRPr>
            </a:p>
          </p:txBody>
        </p:sp>
      </p:grpSp>
      <p:grpSp>
        <p:nvGrpSpPr>
          <p:cNvPr id="7" name="组合 51"/>
          <p:cNvGrpSpPr/>
          <p:nvPr/>
        </p:nvGrpSpPr>
        <p:grpSpPr bwMode="auto">
          <a:xfrm>
            <a:off x="4061818" y="2288208"/>
            <a:ext cx="376237" cy="457200"/>
            <a:chOff x="5275094" y="4643438"/>
            <a:chExt cx="377026" cy="457884"/>
          </a:xfrm>
        </p:grpSpPr>
        <p:cxnSp>
          <p:nvCxnSpPr>
            <p:cNvPr id="53" name="直接连接符 52"/>
            <p:cNvCxnSpPr/>
            <p:nvPr/>
          </p:nvCxnSpPr>
          <p:spPr bwMode="auto">
            <a:xfrm rot="5400000">
              <a:off x="5363428" y="4714187"/>
              <a:ext cx="143089" cy="15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108" name="矩形 49"/>
            <p:cNvSpPr>
              <a:spLocks noChangeArrowheads="1"/>
            </p:cNvSpPr>
            <p:nvPr/>
          </p:nvSpPr>
          <p:spPr bwMode="auto">
            <a:xfrm>
              <a:off x="5275094" y="4731990"/>
              <a:ext cx="377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b="1">
                  <a:latin typeface="Times New Roman" panose="02020603050405020304" pitchFamily="18" charset="0"/>
                  <a:ea typeface="楷体_GB2312"/>
                  <a:cs typeface="Times New Roman" panose="02020603050405020304" pitchFamily="18" charset="0"/>
                </a:rPr>
                <a:t>id</a:t>
              </a:r>
              <a:endParaRPr lang="zh-CN" altLang="en-US">
                <a:ea typeface="楷体_GB2312"/>
                <a:cs typeface="Times New Roman" panose="02020603050405020304" pitchFamily="18" charset="0"/>
              </a:endParaRPr>
            </a:p>
          </p:txBody>
        </p:sp>
      </p:grpSp>
      <p:grpSp>
        <p:nvGrpSpPr>
          <p:cNvPr id="8" name="组合 54"/>
          <p:cNvGrpSpPr/>
          <p:nvPr/>
        </p:nvGrpSpPr>
        <p:grpSpPr bwMode="auto">
          <a:xfrm>
            <a:off x="4366618" y="3193083"/>
            <a:ext cx="377825" cy="458787"/>
            <a:chOff x="5275094" y="4643438"/>
            <a:chExt cx="377026" cy="457884"/>
          </a:xfrm>
        </p:grpSpPr>
        <p:cxnSp>
          <p:nvCxnSpPr>
            <p:cNvPr id="56" name="直接连接符 55"/>
            <p:cNvCxnSpPr/>
            <p:nvPr/>
          </p:nvCxnSpPr>
          <p:spPr bwMode="auto">
            <a:xfrm rot="5400000">
              <a:off x="5364587" y="4713943"/>
              <a:ext cx="142594" cy="15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106" name="矩形 54"/>
            <p:cNvSpPr>
              <a:spLocks noChangeArrowheads="1"/>
            </p:cNvSpPr>
            <p:nvPr/>
          </p:nvSpPr>
          <p:spPr bwMode="auto">
            <a:xfrm>
              <a:off x="5275094" y="4731990"/>
              <a:ext cx="377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b="1">
                  <a:latin typeface="Times New Roman" panose="02020603050405020304" pitchFamily="18" charset="0"/>
                  <a:ea typeface="楷体_GB2312"/>
                  <a:cs typeface="Times New Roman" panose="02020603050405020304" pitchFamily="18" charset="0"/>
                </a:rPr>
                <a:t>id</a:t>
              </a:r>
              <a:endParaRPr lang="zh-CN" altLang="en-US">
                <a:ea typeface="楷体_GB2312"/>
                <a:cs typeface="Times New Roman" panose="02020603050405020304" pitchFamily="18" charset="0"/>
              </a:endParaRPr>
            </a:p>
          </p:txBody>
        </p:sp>
      </p:grpSp>
      <p:grpSp>
        <p:nvGrpSpPr>
          <p:cNvPr id="9" name="组合 61"/>
          <p:cNvGrpSpPr/>
          <p:nvPr/>
        </p:nvGrpSpPr>
        <p:grpSpPr bwMode="auto">
          <a:xfrm>
            <a:off x="4060230" y="1819895"/>
            <a:ext cx="1085850" cy="460375"/>
            <a:chOff x="4572000" y="3723878"/>
            <a:chExt cx="1084652" cy="460622"/>
          </a:xfrm>
        </p:grpSpPr>
        <p:cxnSp>
          <p:nvCxnSpPr>
            <p:cNvPr id="63" name="直接连接符 62"/>
            <p:cNvCxnSpPr/>
            <p:nvPr/>
          </p:nvCxnSpPr>
          <p:spPr bwMode="auto">
            <a:xfrm rot="5400000">
              <a:off x="4789131" y="3723995"/>
              <a:ext cx="142952" cy="1427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bwMode="auto">
            <a:xfrm rot="16200000" flipH="1">
              <a:off x="5237897" y="3741439"/>
              <a:ext cx="142952" cy="10783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bwMode="auto">
            <a:xfrm rot="5400000">
              <a:off x="5002413" y="3794561"/>
              <a:ext cx="142952" cy="15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104" name="矩形 46"/>
            <p:cNvSpPr>
              <a:spLocks noChangeArrowheads="1"/>
            </p:cNvSpPr>
            <p:nvPr/>
          </p:nvSpPr>
          <p:spPr bwMode="auto">
            <a:xfrm>
              <a:off x="4572000" y="3814350"/>
              <a:ext cx="1084652" cy="37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b="1" i="1">
                  <a:latin typeface="Times New Roman" panose="02020603050405020304" pitchFamily="18" charset="0"/>
                  <a:ea typeface="楷体_GB2312"/>
                  <a:cs typeface="Times New Roman" panose="02020603050405020304" pitchFamily="18" charset="0"/>
                </a:rPr>
                <a:t>E    +   E </a:t>
              </a:r>
              <a:endParaRPr lang="zh-CN" altLang="en-US">
                <a:ea typeface="楷体_GB2312"/>
                <a:cs typeface="Times New Roman" panose="02020603050405020304" pitchFamily="18" charset="0"/>
              </a:endParaRPr>
            </a:p>
          </p:txBody>
        </p:sp>
      </p:grpSp>
      <p:sp>
        <p:nvSpPr>
          <p:cNvPr id="2" name="矩形 1"/>
          <p:cNvSpPr>
            <a:spLocks noChangeArrowheads="1"/>
          </p:cNvSpPr>
          <p:nvPr/>
        </p:nvSpPr>
        <p:spPr bwMode="auto">
          <a:xfrm>
            <a:off x="5868144" y="1576473"/>
            <a:ext cx="9413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zh-CN" altLang="en-US" sz="1600" b="1" dirty="0">
                <a:solidFill>
                  <a:srgbClr val="000000"/>
                </a:solidFill>
                <a:latin typeface="楷体" panose="02010609060101010101" pitchFamily="49" charset="-122"/>
                <a:ea typeface="楷体" panose="02010609060101010101" pitchFamily="49" charset="-122"/>
              </a:rPr>
              <a:t>推导：</a:t>
            </a:r>
            <a:r>
              <a:rPr kumimoji="1" lang="en-US" altLang="zh-CN" sz="1600" b="1" i="1" dirty="0">
                <a:latin typeface="Times New Roman" panose="02020603050405020304" pitchFamily="18" charset="0"/>
                <a:cs typeface="Times New Roman" panose="02020603050405020304" pitchFamily="18" charset="0"/>
              </a:rPr>
              <a:t>E</a:t>
            </a:r>
            <a:endParaRPr lang="zh-CN" altLang="en-US" b="1" dirty="0"/>
          </a:p>
        </p:txBody>
      </p:sp>
      <p:grpSp>
        <p:nvGrpSpPr>
          <p:cNvPr id="10" name="组合 67"/>
          <p:cNvGrpSpPr/>
          <p:nvPr/>
        </p:nvGrpSpPr>
        <p:grpSpPr bwMode="auto">
          <a:xfrm>
            <a:off x="5000030" y="3188320"/>
            <a:ext cx="376238" cy="457200"/>
            <a:chOff x="5275094" y="4643438"/>
            <a:chExt cx="377026" cy="457884"/>
          </a:xfrm>
        </p:grpSpPr>
        <p:cxnSp>
          <p:nvCxnSpPr>
            <p:cNvPr id="69" name="直接连接符 68"/>
            <p:cNvCxnSpPr/>
            <p:nvPr/>
          </p:nvCxnSpPr>
          <p:spPr bwMode="auto">
            <a:xfrm rot="5400000">
              <a:off x="5363427" y="4714187"/>
              <a:ext cx="143089" cy="15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100" name="矩形 49"/>
            <p:cNvSpPr>
              <a:spLocks noChangeArrowheads="1"/>
            </p:cNvSpPr>
            <p:nvPr/>
          </p:nvSpPr>
          <p:spPr bwMode="auto">
            <a:xfrm>
              <a:off x="5275094" y="4731990"/>
              <a:ext cx="377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b="1">
                  <a:latin typeface="Times New Roman" panose="02020603050405020304" pitchFamily="18" charset="0"/>
                  <a:ea typeface="楷体_GB2312"/>
                  <a:cs typeface="Times New Roman" panose="02020603050405020304" pitchFamily="18" charset="0"/>
                </a:rPr>
                <a:t>id</a:t>
              </a:r>
              <a:endParaRPr lang="zh-CN" altLang="en-US">
                <a:ea typeface="楷体_GB2312"/>
                <a:cs typeface="Times New Roman" panose="02020603050405020304" pitchFamily="18" charset="0"/>
              </a:endParaRPr>
            </a:p>
          </p:txBody>
        </p:sp>
      </p:grpSp>
      <p:grpSp>
        <p:nvGrpSpPr>
          <p:cNvPr id="11" name="组合 40"/>
          <p:cNvGrpSpPr/>
          <p:nvPr/>
        </p:nvGrpSpPr>
        <p:grpSpPr bwMode="auto">
          <a:xfrm>
            <a:off x="3253780" y="1480170"/>
            <a:ext cx="2239963" cy="2101850"/>
            <a:chOff x="3203848" y="2859586"/>
            <a:chExt cx="3312368" cy="2241736"/>
          </a:xfrm>
        </p:grpSpPr>
        <p:sp>
          <p:nvSpPr>
            <p:cNvPr id="46096" name="矩形 9"/>
            <p:cNvSpPr>
              <a:spLocks noChangeArrowheads="1"/>
            </p:cNvSpPr>
            <p:nvPr/>
          </p:nvSpPr>
          <p:spPr bwMode="auto">
            <a:xfrm>
              <a:off x="4893997" y="2916070"/>
              <a:ext cx="3051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b="1" i="1">
                  <a:solidFill>
                    <a:srgbClr val="000000"/>
                  </a:solidFill>
                  <a:latin typeface="Times New Roman" panose="02020603050405020304" pitchFamily="18" charset="0"/>
                  <a:ea typeface="楷体_GB2312"/>
                  <a:cs typeface="Times New Roman" panose="02020603050405020304" pitchFamily="18" charset="0"/>
                </a:rPr>
                <a:t>E</a:t>
              </a:r>
              <a:endParaRPr lang="zh-CN" altLang="en-US" sz="1600">
                <a:solidFill>
                  <a:srgbClr val="000000"/>
                </a:solidFill>
                <a:ea typeface="楷体_GB2312"/>
                <a:cs typeface="Times New Roman" panose="02020603050405020304" pitchFamily="18" charset="0"/>
              </a:endParaRPr>
            </a:p>
          </p:txBody>
        </p:sp>
        <p:sp>
          <p:nvSpPr>
            <p:cNvPr id="46" name="矩形 45"/>
            <p:cNvSpPr/>
            <p:nvPr/>
          </p:nvSpPr>
          <p:spPr>
            <a:xfrm>
              <a:off x="3203848" y="2859586"/>
              <a:ext cx="3312368" cy="22417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6098" name="矩形 47"/>
            <p:cNvSpPr>
              <a:spLocks noChangeArrowheads="1"/>
            </p:cNvSpPr>
            <p:nvPr/>
          </p:nvSpPr>
          <p:spPr bwMode="auto">
            <a:xfrm>
              <a:off x="3203848" y="2915344"/>
              <a:ext cx="1107826" cy="369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zh-CN" altLang="en-US" b="1">
                  <a:latin typeface="华文楷体" panose="02010600040101010101" pitchFamily="2" charset="-122"/>
                  <a:ea typeface="华文楷体" panose="02010600040101010101" pitchFamily="2" charset="-122"/>
                  <a:cs typeface="楷体_GB2312"/>
                </a:rPr>
                <a:t>分析树</a:t>
              </a:r>
              <a:r>
                <a:rPr lang="zh-CN" altLang="en-US" b="1">
                  <a:latin typeface="楷体_GB2312"/>
                  <a:ea typeface="华文楷体" panose="02010600040101010101" pitchFamily="2" charset="-122"/>
                  <a:cs typeface="楷体_GB2312"/>
                </a:rPr>
                <a:t>：</a:t>
              </a:r>
              <a:endParaRPr lang="zh-CN" altLang="en-US">
                <a:ea typeface="华文楷体" panose="02010600040101010101" pitchFamily="2" charset="-122"/>
                <a:cs typeface="楷体_GB2312"/>
              </a:endParaRPr>
            </a:p>
          </p:txBody>
        </p:sp>
      </p:grpSp>
      <p:grpSp>
        <p:nvGrpSpPr>
          <p:cNvPr id="14" name="组合 13"/>
          <p:cNvGrpSpPr/>
          <p:nvPr/>
        </p:nvGrpSpPr>
        <p:grpSpPr>
          <a:xfrm>
            <a:off x="5148063" y="3940696"/>
            <a:ext cx="3741420" cy="1007318"/>
            <a:chOff x="5639176" y="3867894"/>
            <a:chExt cx="3471371" cy="1007318"/>
          </a:xfrm>
        </p:grpSpPr>
        <p:sp>
          <p:nvSpPr>
            <p:cNvPr id="12" name="右大括号 11"/>
            <p:cNvSpPr/>
            <p:nvPr/>
          </p:nvSpPr>
          <p:spPr bwMode="auto">
            <a:xfrm>
              <a:off x="5639176" y="3867894"/>
              <a:ext cx="280714" cy="1007318"/>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矩形 12"/>
            <p:cNvSpPr/>
            <p:nvPr/>
          </p:nvSpPr>
          <p:spPr>
            <a:xfrm>
              <a:off x="6049236" y="3881864"/>
              <a:ext cx="3061311" cy="915035"/>
            </a:xfrm>
            <a:prstGeom prst="rect">
              <a:avLst/>
            </a:prstGeom>
            <a:noFill/>
            <a:ln>
              <a:noFill/>
            </a:ln>
            <a:extLst>
              <a:ext uri="{909E8E84-426E-40DD-AFC4-6F175D3DCCD1}">
                <a14:hiddenFill xmlns:a14="http://schemas.microsoft.com/office/drawing/2010/main">
                  <a:solidFill>
                    <a:schemeClr val="accent2">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核心挑战：</a:t>
              </a:r>
              <a:endParaRPr lang="en-US" altLang="zh-CN" sz="2000" b="1" dirty="0">
                <a:solidFill>
                  <a:srgbClr val="0070C0"/>
                </a:solidFill>
              </a:endParaRPr>
            </a:p>
            <a:p>
              <a:pPr algn="ctr">
                <a:lnSpc>
                  <a:spcPct val="130000"/>
                </a:lnSpc>
                <a:spcBef>
                  <a:spcPts val="0"/>
                </a:spcBef>
                <a:spcAft>
                  <a:spcPts val="0"/>
                </a:spcAft>
              </a:pPr>
              <a:r>
                <a:rPr lang="zh-CN" altLang="en-US" sz="2000" b="1" dirty="0">
                  <a:solidFill>
                    <a:srgbClr val="0070C0"/>
                  </a:solidFill>
                </a:rPr>
                <a:t>如何实现高效的确定分析？</a:t>
              </a:r>
            </a:p>
          </p:txBody>
        </p:sp>
      </p:grpSp>
      <p:sp>
        <p:nvSpPr>
          <p:cNvPr id="16" name="灯片编号占位符 15"/>
          <p:cNvSpPr>
            <a:spLocks noGrp="1"/>
          </p:cNvSpPr>
          <p:nvPr>
            <p:ph type="sldNum" sz="quarter" idx="12"/>
          </p:nvPr>
        </p:nvSpPr>
        <p:spPr/>
        <p:txBody>
          <a:bodyPr/>
          <a:lstStyle/>
          <a:p>
            <a:pPr>
              <a:defRPr/>
            </a:pPr>
            <a:fld id="{EA567855-7F13-4FC5-AD61-2B82F6443E16}" type="slidenum">
              <a:rPr lang="zh-CN" altLang="en-US" smtClean="0"/>
              <a:t>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anim calcmode="lin" valueType="num">
                                      <p:cBhvr>
                                        <p:cTn id="7" dur="500" fill="hold"/>
                                        <p:tgtEl>
                                          <p:spTgt spid="1024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0243">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0243">
                                            <p:txEl>
                                              <p:pRg st="1" end="1"/>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p:cTn id="12" dur="500" fill="hold"/>
                                        <p:tgtEl>
                                          <p:spTgt spid="33"/>
                                        </p:tgtEl>
                                        <p:attrNameLst>
                                          <p:attrName>ppt_w</p:attrName>
                                        </p:attrNameLst>
                                      </p:cBhvr>
                                      <p:tavLst>
                                        <p:tav tm="0">
                                          <p:val>
                                            <p:fltVal val="0"/>
                                          </p:val>
                                        </p:tav>
                                        <p:tav tm="100000">
                                          <p:val>
                                            <p:strVal val="#ppt_w"/>
                                          </p:val>
                                        </p:tav>
                                      </p:tavLst>
                                    </p:anim>
                                    <p:anim calcmode="lin" valueType="num">
                                      <p:cBhvr>
                                        <p:cTn id="13" dur="500" fill="hold"/>
                                        <p:tgtEl>
                                          <p:spTgt spid="33"/>
                                        </p:tgtEl>
                                        <p:attrNameLst>
                                          <p:attrName>ppt_h</p:attrName>
                                        </p:attrNameLst>
                                      </p:cBhvr>
                                      <p:tavLst>
                                        <p:tav tm="0">
                                          <p:val>
                                            <p:fltVal val="0"/>
                                          </p:val>
                                        </p:tav>
                                        <p:tav tm="100000">
                                          <p:val>
                                            <p:strVal val="#ppt_h"/>
                                          </p:val>
                                        </p:tav>
                                      </p:tavLst>
                                    </p:anim>
                                    <p:animEffect transition="in" filter="fade">
                                      <p:cBhvr>
                                        <p:cTn id="14" dur="500"/>
                                        <p:tgtEl>
                                          <p:spTgt spid="33"/>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6">
                                            <p:bg/>
                                          </p:spTgt>
                                        </p:tgtEl>
                                        <p:attrNameLst>
                                          <p:attrName>style.visibility</p:attrName>
                                        </p:attrNameLst>
                                      </p:cBhvr>
                                      <p:to>
                                        <p:strVal val="visible"/>
                                      </p:to>
                                    </p:set>
                                    <p:anim calcmode="lin" valueType="num">
                                      <p:cBhvr>
                                        <p:cTn id="26" dur="500" fill="hold"/>
                                        <p:tgtEl>
                                          <p:spTgt spid="6">
                                            <p:bg/>
                                          </p:spTgt>
                                        </p:tgtEl>
                                        <p:attrNameLst>
                                          <p:attrName>ppt_w</p:attrName>
                                        </p:attrNameLst>
                                      </p:cBhvr>
                                      <p:tavLst>
                                        <p:tav tm="0">
                                          <p:val>
                                            <p:fltVal val="0"/>
                                          </p:val>
                                        </p:tav>
                                        <p:tav tm="100000">
                                          <p:val>
                                            <p:strVal val="#ppt_w"/>
                                          </p:val>
                                        </p:tav>
                                      </p:tavLst>
                                    </p:anim>
                                    <p:anim calcmode="lin" valueType="num">
                                      <p:cBhvr>
                                        <p:cTn id="27" dur="500" fill="hold"/>
                                        <p:tgtEl>
                                          <p:spTgt spid="6">
                                            <p:bg/>
                                          </p:spTgt>
                                        </p:tgtEl>
                                        <p:attrNameLst>
                                          <p:attrName>ppt_h</p:attrName>
                                        </p:attrNameLst>
                                      </p:cBhvr>
                                      <p:tavLst>
                                        <p:tav tm="0">
                                          <p:val>
                                            <p:fltVal val="0"/>
                                          </p:val>
                                        </p:tav>
                                        <p:tav tm="100000">
                                          <p:val>
                                            <p:strVal val="#ppt_h"/>
                                          </p:val>
                                        </p:tav>
                                      </p:tavLst>
                                    </p:anim>
                                    <p:animEffect transition="in" filter="fade">
                                      <p:cBhvr>
                                        <p:cTn id="28" dur="500"/>
                                        <p:tgtEl>
                                          <p:spTgt spid="6">
                                            <p:bg/>
                                          </p:spTgt>
                                        </p:tgtEl>
                                      </p:cBhvr>
                                    </p:animEffect>
                                  </p:childTnLst>
                                </p:cTn>
                              </p:par>
                              <p:par>
                                <p:cTn id="29" presetID="53" presetClass="entr" presetSubtype="16"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p:cTn id="36" dur="500" fill="hold"/>
                                        <p:tgtEl>
                                          <p:spTgt spid="2"/>
                                        </p:tgtEl>
                                        <p:attrNameLst>
                                          <p:attrName>ppt_w</p:attrName>
                                        </p:attrNameLst>
                                      </p:cBhvr>
                                      <p:tavLst>
                                        <p:tav tm="0">
                                          <p:val>
                                            <p:fltVal val="0"/>
                                          </p:val>
                                        </p:tav>
                                        <p:tav tm="100000">
                                          <p:val>
                                            <p:strVal val="#ppt_w"/>
                                          </p:val>
                                        </p:tav>
                                      </p:tavLst>
                                    </p:anim>
                                    <p:anim calcmode="lin" valueType="num">
                                      <p:cBhvr>
                                        <p:cTn id="37" dur="500" fill="hold"/>
                                        <p:tgtEl>
                                          <p:spTgt spid="2"/>
                                        </p:tgtEl>
                                        <p:attrNameLst>
                                          <p:attrName>ppt_h</p:attrName>
                                        </p:attrNameLst>
                                      </p:cBhvr>
                                      <p:tavLst>
                                        <p:tav tm="0">
                                          <p:val>
                                            <p:fltVal val="0"/>
                                          </p:val>
                                        </p:tav>
                                        <p:tav tm="100000">
                                          <p:val>
                                            <p:strVal val="#ppt_h"/>
                                          </p:val>
                                        </p:tav>
                                      </p:tavLst>
                                    </p:anim>
                                    <p:animEffect transition="in" filter="fade">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500" fill="hold"/>
                                        <p:tgtEl>
                                          <p:spTgt spid="9"/>
                                        </p:tgtEl>
                                        <p:attrNameLst>
                                          <p:attrName>ppt_w</p:attrName>
                                        </p:attrNameLst>
                                      </p:cBhvr>
                                      <p:tavLst>
                                        <p:tav tm="0">
                                          <p:val>
                                            <p:fltVal val="0"/>
                                          </p:val>
                                        </p:tav>
                                        <p:tav tm="100000">
                                          <p:val>
                                            <p:strVal val="#ppt_w"/>
                                          </p:val>
                                        </p:tav>
                                      </p:tavLst>
                                    </p:anim>
                                    <p:anim calcmode="lin" valueType="num">
                                      <p:cBhvr>
                                        <p:cTn id="44" dur="500" fill="hold"/>
                                        <p:tgtEl>
                                          <p:spTgt spid="9"/>
                                        </p:tgtEl>
                                        <p:attrNameLst>
                                          <p:attrName>ppt_h</p:attrName>
                                        </p:attrNameLst>
                                      </p:cBhvr>
                                      <p:tavLst>
                                        <p:tav tm="0">
                                          <p:val>
                                            <p:fltVal val="0"/>
                                          </p:val>
                                        </p:tav>
                                        <p:tav tm="100000">
                                          <p:val>
                                            <p:strVal val="#ppt_h"/>
                                          </p:val>
                                        </p:tav>
                                      </p:tavLst>
                                    </p:anim>
                                    <p:animEffect transition="in" filter="fade">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6">
                                            <p:txEl>
                                              <p:pRg st="1" end="1"/>
                                            </p:txEl>
                                          </p:spTgt>
                                        </p:tgtEl>
                                        <p:attrNameLst>
                                          <p:attrName>style.visibility</p:attrName>
                                        </p:attrNameLst>
                                      </p:cBhvr>
                                      <p:to>
                                        <p:strVal val="visible"/>
                                      </p:to>
                                    </p:set>
                                    <p:anim calcmode="lin" valueType="num">
                                      <p:cBhvr>
                                        <p:cTn id="50" dur="500" fill="hold"/>
                                        <p:tgtEl>
                                          <p:spTgt spid="6">
                                            <p:txEl>
                                              <p:pRg st="1" end="1"/>
                                            </p:txEl>
                                          </p:spTgt>
                                        </p:tgtEl>
                                        <p:attrNameLst>
                                          <p:attrName>ppt_w</p:attrName>
                                        </p:attrNameLst>
                                      </p:cBhvr>
                                      <p:tavLst>
                                        <p:tav tm="0">
                                          <p:val>
                                            <p:fltVal val="0"/>
                                          </p:val>
                                        </p:tav>
                                        <p:tav tm="100000">
                                          <p:val>
                                            <p:strVal val="#ppt_w"/>
                                          </p:val>
                                        </p:tav>
                                      </p:tavLst>
                                    </p:anim>
                                    <p:anim calcmode="lin" valueType="num">
                                      <p:cBhvr>
                                        <p:cTn id="51" dur="500" fill="hold"/>
                                        <p:tgtEl>
                                          <p:spTgt spid="6">
                                            <p:txEl>
                                              <p:pRg st="1" end="1"/>
                                            </p:txEl>
                                          </p:spTgt>
                                        </p:tgtEl>
                                        <p:attrNameLst>
                                          <p:attrName>ppt_h</p:attrName>
                                        </p:attrNameLst>
                                      </p:cBhvr>
                                      <p:tavLst>
                                        <p:tav tm="0">
                                          <p:val>
                                            <p:fltVal val="0"/>
                                          </p:val>
                                        </p:tav>
                                        <p:tav tm="100000">
                                          <p:val>
                                            <p:strVal val="#ppt_h"/>
                                          </p:val>
                                        </p:tav>
                                      </p:tavLst>
                                    </p:anim>
                                    <p:animEffect transition="in" filter="fade">
                                      <p:cBhvr>
                                        <p:cTn id="52" dur="500"/>
                                        <p:tgtEl>
                                          <p:spTgt spid="6">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 calcmode="lin" valueType="num">
                                      <p:cBhvr>
                                        <p:cTn id="57" dur="500" fill="hold"/>
                                        <p:tgtEl>
                                          <p:spTgt spid="3"/>
                                        </p:tgtEl>
                                        <p:attrNameLst>
                                          <p:attrName>ppt_w</p:attrName>
                                        </p:attrNameLst>
                                      </p:cBhvr>
                                      <p:tavLst>
                                        <p:tav tm="0">
                                          <p:val>
                                            <p:fltVal val="0"/>
                                          </p:val>
                                        </p:tav>
                                        <p:tav tm="100000">
                                          <p:val>
                                            <p:strVal val="#ppt_w"/>
                                          </p:val>
                                        </p:tav>
                                      </p:tavLst>
                                    </p:anim>
                                    <p:anim calcmode="lin" valueType="num">
                                      <p:cBhvr>
                                        <p:cTn id="58" dur="500" fill="hold"/>
                                        <p:tgtEl>
                                          <p:spTgt spid="3"/>
                                        </p:tgtEl>
                                        <p:attrNameLst>
                                          <p:attrName>ppt_h</p:attrName>
                                        </p:attrNameLst>
                                      </p:cBhvr>
                                      <p:tavLst>
                                        <p:tav tm="0">
                                          <p:val>
                                            <p:fltVal val="0"/>
                                          </p:val>
                                        </p:tav>
                                        <p:tav tm="100000">
                                          <p:val>
                                            <p:strVal val="#ppt_h"/>
                                          </p:val>
                                        </p:tav>
                                      </p:tavLst>
                                    </p:anim>
                                    <p:animEffect transition="in" filter="fade">
                                      <p:cBhvr>
                                        <p:cTn id="59" dur="500"/>
                                        <p:tgtEl>
                                          <p:spTgt spid="3"/>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6">
                                            <p:txEl>
                                              <p:pRg st="2" end="2"/>
                                            </p:txEl>
                                          </p:spTgt>
                                        </p:tgtEl>
                                        <p:attrNameLst>
                                          <p:attrName>style.visibility</p:attrName>
                                        </p:attrNameLst>
                                      </p:cBhvr>
                                      <p:to>
                                        <p:strVal val="visible"/>
                                      </p:to>
                                    </p:set>
                                    <p:anim calcmode="lin" valueType="num">
                                      <p:cBhvr>
                                        <p:cTn id="64" dur="500" fill="hold"/>
                                        <p:tgtEl>
                                          <p:spTgt spid="6">
                                            <p:txEl>
                                              <p:pRg st="2" end="2"/>
                                            </p:txEl>
                                          </p:spTgt>
                                        </p:tgtEl>
                                        <p:attrNameLst>
                                          <p:attrName>ppt_w</p:attrName>
                                        </p:attrNameLst>
                                      </p:cBhvr>
                                      <p:tavLst>
                                        <p:tav tm="0">
                                          <p:val>
                                            <p:fltVal val="0"/>
                                          </p:val>
                                        </p:tav>
                                        <p:tav tm="100000">
                                          <p:val>
                                            <p:strVal val="#ppt_w"/>
                                          </p:val>
                                        </p:tav>
                                      </p:tavLst>
                                    </p:anim>
                                    <p:anim calcmode="lin" valueType="num">
                                      <p:cBhvr>
                                        <p:cTn id="65" dur="500" fill="hold"/>
                                        <p:tgtEl>
                                          <p:spTgt spid="6">
                                            <p:txEl>
                                              <p:pRg st="2" end="2"/>
                                            </p:txEl>
                                          </p:spTgt>
                                        </p:tgtEl>
                                        <p:attrNameLst>
                                          <p:attrName>ppt_h</p:attrName>
                                        </p:attrNameLst>
                                      </p:cBhvr>
                                      <p:tavLst>
                                        <p:tav tm="0">
                                          <p:val>
                                            <p:fltVal val="0"/>
                                          </p:val>
                                        </p:tav>
                                        <p:tav tm="100000">
                                          <p:val>
                                            <p:strVal val="#ppt_h"/>
                                          </p:val>
                                        </p:tav>
                                      </p:tavLst>
                                    </p:anim>
                                    <p:animEffect transition="in" filter="fade">
                                      <p:cBhvr>
                                        <p:cTn id="66" dur="500"/>
                                        <p:tgtEl>
                                          <p:spTgt spid="6">
                                            <p:txEl>
                                              <p:pRg st="2" end="2"/>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nodeType="clickEffect">
                                  <p:stCondLst>
                                    <p:cond delay="0"/>
                                  </p:stCondLst>
                                  <p:childTnLst>
                                    <p:set>
                                      <p:cBhvr>
                                        <p:cTn id="70" dur="1" fill="hold">
                                          <p:stCondLst>
                                            <p:cond delay="0"/>
                                          </p:stCondLst>
                                        </p:cTn>
                                        <p:tgtEl>
                                          <p:spTgt spid="4"/>
                                        </p:tgtEl>
                                        <p:attrNameLst>
                                          <p:attrName>style.visibility</p:attrName>
                                        </p:attrNameLst>
                                      </p:cBhvr>
                                      <p:to>
                                        <p:strVal val="visible"/>
                                      </p:to>
                                    </p:set>
                                    <p:anim calcmode="lin" valueType="num">
                                      <p:cBhvr>
                                        <p:cTn id="71" dur="500" fill="hold"/>
                                        <p:tgtEl>
                                          <p:spTgt spid="4"/>
                                        </p:tgtEl>
                                        <p:attrNameLst>
                                          <p:attrName>ppt_w</p:attrName>
                                        </p:attrNameLst>
                                      </p:cBhvr>
                                      <p:tavLst>
                                        <p:tav tm="0">
                                          <p:val>
                                            <p:fltVal val="0"/>
                                          </p:val>
                                        </p:tav>
                                        <p:tav tm="100000">
                                          <p:val>
                                            <p:strVal val="#ppt_w"/>
                                          </p:val>
                                        </p:tav>
                                      </p:tavLst>
                                    </p:anim>
                                    <p:anim calcmode="lin" valueType="num">
                                      <p:cBhvr>
                                        <p:cTn id="72" dur="500" fill="hold"/>
                                        <p:tgtEl>
                                          <p:spTgt spid="4"/>
                                        </p:tgtEl>
                                        <p:attrNameLst>
                                          <p:attrName>ppt_h</p:attrName>
                                        </p:attrNameLst>
                                      </p:cBhvr>
                                      <p:tavLst>
                                        <p:tav tm="0">
                                          <p:val>
                                            <p:fltVal val="0"/>
                                          </p:val>
                                        </p:tav>
                                        <p:tav tm="100000">
                                          <p:val>
                                            <p:strVal val="#ppt_h"/>
                                          </p:val>
                                        </p:tav>
                                      </p:tavLst>
                                    </p:anim>
                                    <p:animEffect transition="in" filter="fade">
                                      <p:cBhvr>
                                        <p:cTn id="73" dur="500"/>
                                        <p:tgtEl>
                                          <p:spTgt spid="4"/>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16" fill="hold" grpId="0" nodeType="clickEffect">
                                  <p:stCondLst>
                                    <p:cond delay="0"/>
                                  </p:stCondLst>
                                  <p:childTnLst>
                                    <p:set>
                                      <p:cBhvr>
                                        <p:cTn id="77" dur="1" fill="hold">
                                          <p:stCondLst>
                                            <p:cond delay="0"/>
                                          </p:stCondLst>
                                        </p:cTn>
                                        <p:tgtEl>
                                          <p:spTgt spid="6">
                                            <p:txEl>
                                              <p:pRg st="3" end="3"/>
                                            </p:txEl>
                                          </p:spTgt>
                                        </p:tgtEl>
                                        <p:attrNameLst>
                                          <p:attrName>style.visibility</p:attrName>
                                        </p:attrNameLst>
                                      </p:cBhvr>
                                      <p:to>
                                        <p:strVal val="visible"/>
                                      </p:to>
                                    </p:set>
                                    <p:anim calcmode="lin" valueType="num">
                                      <p:cBhvr>
                                        <p:cTn id="78" dur="500" fill="hold"/>
                                        <p:tgtEl>
                                          <p:spTgt spid="6">
                                            <p:txEl>
                                              <p:pRg st="3" end="3"/>
                                            </p:txEl>
                                          </p:spTgt>
                                        </p:tgtEl>
                                        <p:attrNameLst>
                                          <p:attrName>ppt_w</p:attrName>
                                        </p:attrNameLst>
                                      </p:cBhvr>
                                      <p:tavLst>
                                        <p:tav tm="0">
                                          <p:val>
                                            <p:fltVal val="0"/>
                                          </p:val>
                                        </p:tav>
                                        <p:tav tm="100000">
                                          <p:val>
                                            <p:strVal val="#ppt_w"/>
                                          </p:val>
                                        </p:tav>
                                      </p:tavLst>
                                    </p:anim>
                                    <p:anim calcmode="lin" valueType="num">
                                      <p:cBhvr>
                                        <p:cTn id="79" dur="500" fill="hold"/>
                                        <p:tgtEl>
                                          <p:spTgt spid="6">
                                            <p:txEl>
                                              <p:pRg st="3" end="3"/>
                                            </p:txEl>
                                          </p:spTgt>
                                        </p:tgtEl>
                                        <p:attrNameLst>
                                          <p:attrName>ppt_h</p:attrName>
                                        </p:attrNameLst>
                                      </p:cBhvr>
                                      <p:tavLst>
                                        <p:tav tm="0">
                                          <p:val>
                                            <p:fltVal val="0"/>
                                          </p:val>
                                        </p:tav>
                                        <p:tav tm="100000">
                                          <p:val>
                                            <p:strVal val="#ppt_h"/>
                                          </p:val>
                                        </p:tav>
                                      </p:tavLst>
                                    </p:anim>
                                    <p:animEffect transition="in" filter="fade">
                                      <p:cBhvr>
                                        <p:cTn id="80" dur="500"/>
                                        <p:tgtEl>
                                          <p:spTgt spid="6">
                                            <p:txEl>
                                              <p:pRg st="3" end="3"/>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53" presetClass="entr" presetSubtype="16" fill="hold" nodeType="clickEffect">
                                  <p:stCondLst>
                                    <p:cond delay="0"/>
                                  </p:stCondLst>
                                  <p:childTnLst>
                                    <p:set>
                                      <p:cBhvr>
                                        <p:cTn id="84" dur="1" fill="hold">
                                          <p:stCondLst>
                                            <p:cond delay="0"/>
                                          </p:stCondLst>
                                        </p:cTn>
                                        <p:tgtEl>
                                          <p:spTgt spid="8"/>
                                        </p:tgtEl>
                                        <p:attrNameLst>
                                          <p:attrName>style.visibility</p:attrName>
                                        </p:attrNameLst>
                                      </p:cBhvr>
                                      <p:to>
                                        <p:strVal val="visible"/>
                                      </p:to>
                                    </p:set>
                                    <p:anim calcmode="lin" valueType="num">
                                      <p:cBhvr>
                                        <p:cTn id="85" dur="500" fill="hold"/>
                                        <p:tgtEl>
                                          <p:spTgt spid="8"/>
                                        </p:tgtEl>
                                        <p:attrNameLst>
                                          <p:attrName>ppt_w</p:attrName>
                                        </p:attrNameLst>
                                      </p:cBhvr>
                                      <p:tavLst>
                                        <p:tav tm="0">
                                          <p:val>
                                            <p:fltVal val="0"/>
                                          </p:val>
                                        </p:tav>
                                        <p:tav tm="100000">
                                          <p:val>
                                            <p:strVal val="#ppt_w"/>
                                          </p:val>
                                        </p:tav>
                                      </p:tavLst>
                                    </p:anim>
                                    <p:anim calcmode="lin" valueType="num">
                                      <p:cBhvr>
                                        <p:cTn id="86" dur="500" fill="hold"/>
                                        <p:tgtEl>
                                          <p:spTgt spid="8"/>
                                        </p:tgtEl>
                                        <p:attrNameLst>
                                          <p:attrName>ppt_h</p:attrName>
                                        </p:attrNameLst>
                                      </p:cBhvr>
                                      <p:tavLst>
                                        <p:tav tm="0">
                                          <p:val>
                                            <p:fltVal val="0"/>
                                          </p:val>
                                        </p:tav>
                                        <p:tav tm="100000">
                                          <p:val>
                                            <p:strVal val="#ppt_h"/>
                                          </p:val>
                                        </p:tav>
                                      </p:tavLst>
                                    </p:anim>
                                    <p:animEffect transition="in" filter="fade">
                                      <p:cBhvr>
                                        <p:cTn id="87" dur="500"/>
                                        <p:tgtEl>
                                          <p:spTgt spid="8"/>
                                        </p:tgtEl>
                                      </p:cBhvr>
                                    </p:animEffec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grpId="0" nodeType="clickEffect">
                                  <p:stCondLst>
                                    <p:cond delay="0"/>
                                  </p:stCondLst>
                                  <p:childTnLst>
                                    <p:set>
                                      <p:cBhvr>
                                        <p:cTn id="91" dur="1" fill="hold">
                                          <p:stCondLst>
                                            <p:cond delay="0"/>
                                          </p:stCondLst>
                                        </p:cTn>
                                        <p:tgtEl>
                                          <p:spTgt spid="6">
                                            <p:txEl>
                                              <p:pRg st="4" end="4"/>
                                            </p:txEl>
                                          </p:spTgt>
                                        </p:tgtEl>
                                        <p:attrNameLst>
                                          <p:attrName>style.visibility</p:attrName>
                                        </p:attrNameLst>
                                      </p:cBhvr>
                                      <p:to>
                                        <p:strVal val="visible"/>
                                      </p:to>
                                    </p:set>
                                    <p:anim calcmode="lin" valueType="num">
                                      <p:cBhvr>
                                        <p:cTn id="92" dur="500" fill="hold"/>
                                        <p:tgtEl>
                                          <p:spTgt spid="6">
                                            <p:txEl>
                                              <p:pRg st="4" end="4"/>
                                            </p:txEl>
                                          </p:spTgt>
                                        </p:tgtEl>
                                        <p:attrNameLst>
                                          <p:attrName>ppt_w</p:attrName>
                                        </p:attrNameLst>
                                      </p:cBhvr>
                                      <p:tavLst>
                                        <p:tav tm="0">
                                          <p:val>
                                            <p:fltVal val="0"/>
                                          </p:val>
                                        </p:tav>
                                        <p:tav tm="100000">
                                          <p:val>
                                            <p:strVal val="#ppt_w"/>
                                          </p:val>
                                        </p:tav>
                                      </p:tavLst>
                                    </p:anim>
                                    <p:anim calcmode="lin" valueType="num">
                                      <p:cBhvr>
                                        <p:cTn id="93" dur="500" fill="hold"/>
                                        <p:tgtEl>
                                          <p:spTgt spid="6">
                                            <p:txEl>
                                              <p:pRg st="4" end="4"/>
                                            </p:txEl>
                                          </p:spTgt>
                                        </p:tgtEl>
                                        <p:attrNameLst>
                                          <p:attrName>ppt_h</p:attrName>
                                        </p:attrNameLst>
                                      </p:cBhvr>
                                      <p:tavLst>
                                        <p:tav tm="0">
                                          <p:val>
                                            <p:fltVal val="0"/>
                                          </p:val>
                                        </p:tav>
                                        <p:tav tm="100000">
                                          <p:val>
                                            <p:strVal val="#ppt_h"/>
                                          </p:val>
                                        </p:tav>
                                      </p:tavLst>
                                    </p:anim>
                                    <p:animEffect transition="in" filter="fade">
                                      <p:cBhvr>
                                        <p:cTn id="94" dur="500"/>
                                        <p:tgtEl>
                                          <p:spTgt spid="6">
                                            <p:txEl>
                                              <p:pRg st="4" end="4"/>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53" presetClass="entr" presetSubtype="16" fill="hold" nodeType="clickEffect">
                                  <p:stCondLst>
                                    <p:cond delay="0"/>
                                  </p:stCondLst>
                                  <p:childTnLst>
                                    <p:set>
                                      <p:cBhvr>
                                        <p:cTn id="98" dur="1" fill="hold">
                                          <p:stCondLst>
                                            <p:cond delay="0"/>
                                          </p:stCondLst>
                                        </p:cTn>
                                        <p:tgtEl>
                                          <p:spTgt spid="7"/>
                                        </p:tgtEl>
                                        <p:attrNameLst>
                                          <p:attrName>style.visibility</p:attrName>
                                        </p:attrNameLst>
                                      </p:cBhvr>
                                      <p:to>
                                        <p:strVal val="visible"/>
                                      </p:to>
                                    </p:set>
                                    <p:anim calcmode="lin" valueType="num">
                                      <p:cBhvr>
                                        <p:cTn id="99" dur="500" fill="hold"/>
                                        <p:tgtEl>
                                          <p:spTgt spid="7"/>
                                        </p:tgtEl>
                                        <p:attrNameLst>
                                          <p:attrName>ppt_w</p:attrName>
                                        </p:attrNameLst>
                                      </p:cBhvr>
                                      <p:tavLst>
                                        <p:tav tm="0">
                                          <p:val>
                                            <p:fltVal val="0"/>
                                          </p:val>
                                        </p:tav>
                                        <p:tav tm="100000">
                                          <p:val>
                                            <p:strVal val="#ppt_w"/>
                                          </p:val>
                                        </p:tav>
                                      </p:tavLst>
                                    </p:anim>
                                    <p:anim calcmode="lin" valueType="num">
                                      <p:cBhvr>
                                        <p:cTn id="100" dur="500" fill="hold"/>
                                        <p:tgtEl>
                                          <p:spTgt spid="7"/>
                                        </p:tgtEl>
                                        <p:attrNameLst>
                                          <p:attrName>ppt_h</p:attrName>
                                        </p:attrNameLst>
                                      </p:cBhvr>
                                      <p:tavLst>
                                        <p:tav tm="0">
                                          <p:val>
                                            <p:fltVal val="0"/>
                                          </p:val>
                                        </p:tav>
                                        <p:tav tm="100000">
                                          <p:val>
                                            <p:strVal val="#ppt_h"/>
                                          </p:val>
                                        </p:tav>
                                      </p:tavLst>
                                    </p:anim>
                                    <p:animEffect transition="in" filter="fade">
                                      <p:cBhvr>
                                        <p:cTn id="101" dur="500"/>
                                        <p:tgtEl>
                                          <p:spTgt spid="7"/>
                                        </p:tgtEl>
                                      </p:cBhvr>
                                    </p:animEffect>
                                  </p:childTnLst>
                                </p:cTn>
                              </p:par>
                            </p:childTnLst>
                          </p:cTn>
                        </p:par>
                      </p:childTnLst>
                    </p:cTn>
                  </p:par>
                  <p:par>
                    <p:cTn id="102" fill="hold">
                      <p:stCondLst>
                        <p:cond delay="indefinite"/>
                      </p:stCondLst>
                      <p:childTnLst>
                        <p:par>
                          <p:cTn id="103" fill="hold">
                            <p:stCondLst>
                              <p:cond delay="0"/>
                            </p:stCondLst>
                            <p:childTnLst>
                              <p:par>
                                <p:cTn id="104" presetID="53" presetClass="entr" presetSubtype="16" fill="hold" grpId="0" nodeType="clickEffect">
                                  <p:stCondLst>
                                    <p:cond delay="0"/>
                                  </p:stCondLst>
                                  <p:childTnLst>
                                    <p:set>
                                      <p:cBhvr>
                                        <p:cTn id="105" dur="1" fill="hold">
                                          <p:stCondLst>
                                            <p:cond delay="0"/>
                                          </p:stCondLst>
                                        </p:cTn>
                                        <p:tgtEl>
                                          <p:spTgt spid="6">
                                            <p:txEl>
                                              <p:pRg st="5" end="5"/>
                                            </p:txEl>
                                          </p:spTgt>
                                        </p:tgtEl>
                                        <p:attrNameLst>
                                          <p:attrName>style.visibility</p:attrName>
                                        </p:attrNameLst>
                                      </p:cBhvr>
                                      <p:to>
                                        <p:strVal val="visible"/>
                                      </p:to>
                                    </p:set>
                                    <p:anim calcmode="lin" valueType="num">
                                      <p:cBhvr>
                                        <p:cTn id="106" dur="500" fill="hold"/>
                                        <p:tgtEl>
                                          <p:spTgt spid="6">
                                            <p:txEl>
                                              <p:pRg st="5" end="5"/>
                                            </p:txEl>
                                          </p:spTgt>
                                        </p:tgtEl>
                                        <p:attrNameLst>
                                          <p:attrName>ppt_w</p:attrName>
                                        </p:attrNameLst>
                                      </p:cBhvr>
                                      <p:tavLst>
                                        <p:tav tm="0">
                                          <p:val>
                                            <p:fltVal val="0"/>
                                          </p:val>
                                        </p:tav>
                                        <p:tav tm="100000">
                                          <p:val>
                                            <p:strVal val="#ppt_w"/>
                                          </p:val>
                                        </p:tav>
                                      </p:tavLst>
                                    </p:anim>
                                    <p:anim calcmode="lin" valueType="num">
                                      <p:cBhvr>
                                        <p:cTn id="107" dur="500" fill="hold"/>
                                        <p:tgtEl>
                                          <p:spTgt spid="6">
                                            <p:txEl>
                                              <p:pRg st="5" end="5"/>
                                            </p:txEl>
                                          </p:spTgt>
                                        </p:tgtEl>
                                        <p:attrNameLst>
                                          <p:attrName>ppt_h</p:attrName>
                                        </p:attrNameLst>
                                      </p:cBhvr>
                                      <p:tavLst>
                                        <p:tav tm="0">
                                          <p:val>
                                            <p:fltVal val="0"/>
                                          </p:val>
                                        </p:tav>
                                        <p:tav tm="100000">
                                          <p:val>
                                            <p:strVal val="#ppt_h"/>
                                          </p:val>
                                        </p:tav>
                                      </p:tavLst>
                                    </p:anim>
                                    <p:animEffect transition="in" filter="fade">
                                      <p:cBhvr>
                                        <p:cTn id="108" dur="500"/>
                                        <p:tgtEl>
                                          <p:spTgt spid="6">
                                            <p:txEl>
                                              <p:pRg st="5" end="5"/>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53" presetClass="entr" presetSubtype="16" fill="hold" nodeType="clickEffect">
                                  <p:stCondLst>
                                    <p:cond delay="0"/>
                                  </p:stCondLst>
                                  <p:childTnLst>
                                    <p:set>
                                      <p:cBhvr>
                                        <p:cTn id="112" dur="1" fill="hold">
                                          <p:stCondLst>
                                            <p:cond delay="0"/>
                                          </p:stCondLst>
                                        </p:cTn>
                                        <p:tgtEl>
                                          <p:spTgt spid="10"/>
                                        </p:tgtEl>
                                        <p:attrNameLst>
                                          <p:attrName>style.visibility</p:attrName>
                                        </p:attrNameLst>
                                      </p:cBhvr>
                                      <p:to>
                                        <p:strVal val="visible"/>
                                      </p:to>
                                    </p:set>
                                    <p:anim calcmode="lin" valueType="num">
                                      <p:cBhvr>
                                        <p:cTn id="113" dur="500" fill="hold"/>
                                        <p:tgtEl>
                                          <p:spTgt spid="10"/>
                                        </p:tgtEl>
                                        <p:attrNameLst>
                                          <p:attrName>ppt_w</p:attrName>
                                        </p:attrNameLst>
                                      </p:cBhvr>
                                      <p:tavLst>
                                        <p:tav tm="0">
                                          <p:val>
                                            <p:fltVal val="0"/>
                                          </p:val>
                                        </p:tav>
                                        <p:tav tm="100000">
                                          <p:val>
                                            <p:strVal val="#ppt_w"/>
                                          </p:val>
                                        </p:tav>
                                      </p:tavLst>
                                    </p:anim>
                                    <p:anim calcmode="lin" valueType="num">
                                      <p:cBhvr>
                                        <p:cTn id="114" dur="500" fill="hold"/>
                                        <p:tgtEl>
                                          <p:spTgt spid="10"/>
                                        </p:tgtEl>
                                        <p:attrNameLst>
                                          <p:attrName>ppt_h</p:attrName>
                                        </p:attrNameLst>
                                      </p:cBhvr>
                                      <p:tavLst>
                                        <p:tav tm="0">
                                          <p:val>
                                            <p:fltVal val="0"/>
                                          </p:val>
                                        </p:tav>
                                        <p:tav tm="100000">
                                          <p:val>
                                            <p:strVal val="#ppt_h"/>
                                          </p:val>
                                        </p:tav>
                                      </p:tavLst>
                                    </p:anim>
                                    <p:animEffect transition="in" filter="fade">
                                      <p:cBhvr>
                                        <p:cTn id="115" dur="500"/>
                                        <p:tgtEl>
                                          <p:spTgt spid="10"/>
                                        </p:tgtEl>
                                      </p:cBhvr>
                                    </p:animEffect>
                                  </p:childTnLst>
                                </p:cTn>
                              </p:par>
                            </p:childTnLst>
                          </p:cTn>
                        </p:par>
                      </p:childTnLst>
                    </p:cTn>
                  </p:par>
                  <p:par>
                    <p:cTn id="116" fill="hold">
                      <p:stCondLst>
                        <p:cond delay="indefinite"/>
                      </p:stCondLst>
                      <p:childTnLst>
                        <p:par>
                          <p:cTn id="117" fill="hold">
                            <p:stCondLst>
                              <p:cond delay="0"/>
                            </p:stCondLst>
                            <p:childTnLst>
                              <p:par>
                                <p:cTn id="118" presetID="53" presetClass="entr" presetSubtype="16" fill="hold" grpId="0" nodeType="clickEffect">
                                  <p:stCondLst>
                                    <p:cond delay="0"/>
                                  </p:stCondLst>
                                  <p:childTnLst>
                                    <p:set>
                                      <p:cBhvr>
                                        <p:cTn id="119" dur="1" fill="hold">
                                          <p:stCondLst>
                                            <p:cond delay="0"/>
                                          </p:stCondLst>
                                        </p:cTn>
                                        <p:tgtEl>
                                          <p:spTgt spid="6">
                                            <p:txEl>
                                              <p:pRg st="6" end="6"/>
                                            </p:txEl>
                                          </p:spTgt>
                                        </p:tgtEl>
                                        <p:attrNameLst>
                                          <p:attrName>style.visibility</p:attrName>
                                        </p:attrNameLst>
                                      </p:cBhvr>
                                      <p:to>
                                        <p:strVal val="visible"/>
                                      </p:to>
                                    </p:set>
                                    <p:anim calcmode="lin" valueType="num">
                                      <p:cBhvr>
                                        <p:cTn id="120" dur="500" fill="hold"/>
                                        <p:tgtEl>
                                          <p:spTgt spid="6">
                                            <p:txEl>
                                              <p:pRg st="6" end="6"/>
                                            </p:txEl>
                                          </p:spTgt>
                                        </p:tgtEl>
                                        <p:attrNameLst>
                                          <p:attrName>ppt_w</p:attrName>
                                        </p:attrNameLst>
                                      </p:cBhvr>
                                      <p:tavLst>
                                        <p:tav tm="0">
                                          <p:val>
                                            <p:fltVal val="0"/>
                                          </p:val>
                                        </p:tav>
                                        <p:tav tm="100000">
                                          <p:val>
                                            <p:strVal val="#ppt_w"/>
                                          </p:val>
                                        </p:tav>
                                      </p:tavLst>
                                    </p:anim>
                                    <p:anim calcmode="lin" valueType="num">
                                      <p:cBhvr>
                                        <p:cTn id="121" dur="500" fill="hold"/>
                                        <p:tgtEl>
                                          <p:spTgt spid="6">
                                            <p:txEl>
                                              <p:pRg st="6" end="6"/>
                                            </p:txEl>
                                          </p:spTgt>
                                        </p:tgtEl>
                                        <p:attrNameLst>
                                          <p:attrName>ppt_h</p:attrName>
                                        </p:attrNameLst>
                                      </p:cBhvr>
                                      <p:tavLst>
                                        <p:tav tm="0">
                                          <p:val>
                                            <p:fltVal val="0"/>
                                          </p:val>
                                        </p:tav>
                                        <p:tav tm="100000">
                                          <p:val>
                                            <p:strVal val="#ppt_h"/>
                                          </p:val>
                                        </p:tav>
                                      </p:tavLst>
                                    </p:anim>
                                    <p:animEffect transition="in" filter="fade">
                                      <p:cBhvr>
                                        <p:cTn id="122" dur="500"/>
                                        <p:tgtEl>
                                          <p:spTgt spid="6">
                                            <p:txEl>
                                              <p:pRg st="6" end="6"/>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53" presetClass="entr" presetSubtype="16" fill="hold" nodeType="clickEffect">
                                  <p:stCondLst>
                                    <p:cond delay="0"/>
                                  </p:stCondLst>
                                  <p:childTnLst>
                                    <p:set>
                                      <p:cBhvr>
                                        <p:cTn id="126" dur="1" fill="hold">
                                          <p:stCondLst>
                                            <p:cond delay="0"/>
                                          </p:stCondLst>
                                        </p:cTn>
                                        <p:tgtEl>
                                          <p:spTgt spid="10243">
                                            <p:txEl>
                                              <p:pRg st="7" end="7"/>
                                            </p:txEl>
                                          </p:spTgt>
                                        </p:tgtEl>
                                        <p:attrNameLst>
                                          <p:attrName>style.visibility</p:attrName>
                                        </p:attrNameLst>
                                      </p:cBhvr>
                                      <p:to>
                                        <p:strVal val="visible"/>
                                      </p:to>
                                    </p:set>
                                    <p:anim calcmode="lin" valueType="num">
                                      <p:cBhvr>
                                        <p:cTn id="127" dur="500" fill="hold"/>
                                        <p:tgtEl>
                                          <p:spTgt spid="10243">
                                            <p:txEl>
                                              <p:pRg st="7" end="7"/>
                                            </p:txEl>
                                          </p:spTgt>
                                        </p:tgtEl>
                                        <p:attrNameLst>
                                          <p:attrName>ppt_w</p:attrName>
                                        </p:attrNameLst>
                                      </p:cBhvr>
                                      <p:tavLst>
                                        <p:tav tm="0">
                                          <p:val>
                                            <p:fltVal val="0"/>
                                          </p:val>
                                        </p:tav>
                                        <p:tav tm="100000">
                                          <p:val>
                                            <p:strVal val="#ppt_w"/>
                                          </p:val>
                                        </p:tav>
                                      </p:tavLst>
                                    </p:anim>
                                    <p:anim calcmode="lin" valueType="num">
                                      <p:cBhvr>
                                        <p:cTn id="128" dur="500" fill="hold"/>
                                        <p:tgtEl>
                                          <p:spTgt spid="10243">
                                            <p:txEl>
                                              <p:pRg st="7" end="7"/>
                                            </p:txEl>
                                          </p:spTgt>
                                        </p:tgtEl>
                                        <p:attrNameLst>
                                          <p:attrName>ppt_h</p:attrName>
                                        </p:attrNameLst>
                                      </p:cBhvr>
                                      <p:tavLst>
                                        <p:tav tm="0">
                                          <p:val>
                                            <p:fltVal val="0"/>
                                          </p:val>
                                        </p:tav>
                                        <p:tav tm="100000">
                                          <p:val>
                                            <p:strVal val="#ppt_h"/>
                                          </p:val>
                                        </p:tav>
                                      </p:tavLst>
                                    </p:anim>
                                    <p:animEffect transition="in" filter="fade">
                                      <p:cBhvr>
                                        <p:cTn id="129" dur="500"/>
                                        <p:tgtEl>
                                          <p:spTgt spid="10243">
                                            <p:txEl>
                                              <p:pRg st="7" end="7"/>
                                            </p:txEl>
                                          </p:spTgt>
                                        </p:tgtEl>
                                      </p:cBhvr>
                                    </p:animEffect>
                                  </p:childTnLst>
                                </p:cTn>
                              </p:par>
                            </p:childTnLst>
                          </p:cTn>
                        </p:par>
                      </p:childTnLst>
                    </p:cTn>
                  </p:par>
                  <p:par>
                    <p:cTn id="130" fill="hold">
                      <p:stCondLst>
                        <p:cond delay="indefinite"/>
                      </p:stCondLst>
                      <p:childTnLst>
                        <p:par>
                          <p:cTn id="131" fill="hold">
                            <p:stCondLst>
                              <p:cond delay="0"/>
                            </p:stCondLst>
                            <p:childTnLst>
                              <p:par>
                                <p:cTn id="132" presetID="53" presetClass="entr" presetSubtype="16" fill="hold" nodeType="clickEffect">
                                  <p:stCondLst>
                                    <p:cond delay="0"/>
                                  </p:stCondLst>
                                  <p:childTnLst>
                                    <p:set>
                                      <p:cBhvr>
                                        <p:cTn id="133" dur="1" fill="hold">
                                          <p:stCondLst>
                                            <p:cond delay="0"/>
                                          </p:stCondLst>
                                        </p:cTn>
                                        <p:tgtEl>
                                          <p:spTgt spid="10243">
                                            <p:txEl>
                                              <p:pRg st="8" end="8"/>
                                            </p:txEl>
                                          </p:spTgt>
                                        </p:tgtEl>
                                        <p:attrNameLst>
                                          <p:attrName>style.visibility</p:attrName>
                                        </p:attrNameLst>
                                      </p:cBhvr>
                                      <p:to>
                                        <p:strVal val="visible"/>
                                      </p:to>
                                    </p:set>
                                    <p:anim calcmode="lin" valueType="num">
                                      <p:cBhvr>
                                        <p:cTn id="134" dur="500" fill="hold"/>
                                        <p:tgtEl>
                                          <p:spTgt spid="10243">
                                            <p:txEl>
                                              <p:pRg st="8" end="8"/>
                                            </p:txEl>
                                          </p:spTgt>
                                        </p:tgtEl>
                                        <p:attrNameLst>
                                          <p:attrName>ppt_w</p:attrName>
                                        </p:attrNameLst>
                                      </p:cBhvr>
                                      <p:tavLst>
                                        <p:tav tm="0">
                                          <p:val>
                                            <p:fltVal val="0"/>
                                          </p:val>
                                        </p:tav>
                                        <p:tav tm="100000">
                                          <p:val>
                                            <p:strVal val="#ppt_w"/>
                                          </p:val>
                                        </p:tav>
                                      </p:tavLst>
                                    </p:anim>
                                    <p:anim calcmode="lin" valueType="num">
                                      <p:cBhvr>
                                        <p:cTn id="135" dur="500" fill="hold"/>
                                        <p:tgtEl>
                                          <p:spTgt spid="10243">
                                            <p:txEl>
                                              <p:pRg st="8" end="8"/>
                                            </p:txEl>
                                          </p:spTgt>
                                        </p:tgtEl>
                                        <p:attrNameLst>
                                          <p:attrName>ppt_h</p:attrName>
                                        </p:attrNameLst>
                                      </p:cBhvr>
                                      <p:tavLst>
                                        <p:tav tm="0">
                                          <p:val>
                                            <p:fltVal val="0"/>
                                          </p:val>
                                        </p:tav>
                                        <p:tav tm="100000">
                                          <p:val>
                                            <p:strVal val="#ppt_h"/>
                                          </p:val>
                                        </p:tav>
                                      </p:tavLst>
                                    </p:anim>
                                    <p:animEffect transition="in" filter="fade">
                                      <p:cBhvr>
                                        <p:cTn id="136" dur="500"/>
                                        <p:tgtEl>
                                          <p:spTgt spid="10243">
                                            <p:txEl>
                                              <p:pRg st="8" end="8"/>
                                            </p:txEl>
                                          </p:spTgt>
                                        </p:tgtEl>
                                      </p:cBhvr>
                                    </p:animEffect>
                                  </p:childTnLst>
                                </p:cTn>
                              </p:par>
                            </p:childTnLst>
                          </p:cTn>
                        </p:par>
                      </p:childTnLst>
                    </p:cTn>
                  </p:par>
                  <p:par>
                    <p:cTn id="137" fill="hold">
                      <p:stCondLst>
                        <p:cond delay="indefinite"/>
                      </p:stCondLst>
                      <p:childTnLst>
                        <p:par>
                          <p:cTn id="138" fill="hold">
                            <p:stCondLst>
                              <p:cond delay="0"/>
                            </p:stCondLst>
                            <p:childTnLst>
                              <p:par>
                                <p:cTn id="139" presetID="53" presetClass="entr" presetSubtype="16" fill="hold" nodeType="clickEffect">
                                  <p:stCondLst>
                                    <p:cond delay="0"/>
                                  </p:stCondLst>
                                  <p:childTnLst>
                                    <p:set>
                                      <p:cBhvr>
                                        <p:cTn id="140" dur="1" fill="hold">
                                          <p:stCondLst>
                                            <p:cond delay="0"/>
                                          </p:stCondLst>
                                        </p:cTn>
                                        <p:tgtEl>
                                          <p:spTgt spid="10243">
                                            <p:txEl>
                                              <p:pRg st="9" end="9"/>
                                            </p:txEl>
                                          </p:spTgt>
                                        </p:tgtEl>
                                        <p:attrNameLst>
                                          <p:attrName>style.visibility</p:attrName>
                                        </p:attrNameLst>
                                      </p:cBhvr>
                                      <p:to>
                                        <p:strVal val="visible"/>
                                      </p:to>
                                    </p:set>
                                    <p:anim calcmode="lin" valueType="num">
                                      <p:cBhvr>
                                        <p:cTn id="141" dur="500" fill="hold"/>
                                        <p:tgtEl>
                                          <p:spTgt spid="10243">
                                            <p:txEl>
                                              <p:pRg st="9" end="9"/>
                                            </p:txEl>
                                          </p:spTgt>
                                        </p:tgtEl>
                                        <p:attrNameLst>
                                          <p:attrName>ppt_w</p:attrName>
                                        </p:attrNameLst>
                                      </p:cBhvr>
                                      <p:tavLst>
                                        <p:tav tm="0">
                                          <p:val>
                                            <p:fltVal val="0"/>
                                          </p:val>
                                        </p:tav>
                                        <p:tav tm="100000">
                                          <p:val>
                                            <p:strVal val="#ppt_w"/>
                                          </p:val>
                                        </p:tav>
                                      </p:tavLst>
                                    </p:anim>
                                    <p:anim calcmode="lin" valueType="num">
                                      <p:cBhvr>
                                        <p:cTn id="142" dur="500" fill="hold"/>
                                        <p:tgtEl>
                                          <p:spTgt spid="10243">
                                            <p:txEl>
                                              <p:pRg st="9" end="9"/>
                                            </p:txEl>
                                          </p:spTgt>
                                        </p:tgtEl>
                                        <p:attrNameLst>
                                          <p:attrName>ppt_h</p:attrName>
                                        </p:attrNameLst>
                                      </p:cBhvr>
                                      <p:tavLst>
                                        <p:tav tm="0">
                                          <p:val>
                                            <p:fltVal val="0"/>
                                          </p:val>
                                        </p:tav>
                                        <p:tav tm="100000">
                                          <p:val>
                                            <p:strVal val="#ppt_h"/>
                                          </p:val>
                                        </p:tav>
                                      </p:tavLst>
                                    </p:anim>
                                    <p:animEffect transition="in" filter="fade">
                                      <p:cBhvr>
                                        <p:cTn id="143" dur="500"/>
                                        <p:tgtEl>
                                          <p:spTgt spid="10243">
                                            <p:txEl>
                                              <p:pRg st="9" end="9"/>
                                            </p:txEl>
                                          </p:spTgt>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4" fill="hold" nodeType="clickEffect">
                                  <p:stCondLst>
                                    <p:cond delay="0"/>
                                  </p:stCondLst>
                                  <p:childTnLst>
                                    <p:set>
                                      <p:cBhvr>
                                        <p:cTn id="147" dur="1" fill="hold">
                                          <p:stCondLst>
                                            <p:cond delay="0"/>
                                          </p:stCondLst>
                                        </p:cTn>
                                        <p:tgtEl>
                                          <p:spTgt spid="14"/>
                                        </p:tgtEl>
                                        <p:attrNameLst>
                                          <p:attrName>style.visibility</p:attrName>
                                        </p:attrNameLst>
                                      </p:cBhvr>
                                      <p:to>
                                        <p:strVal val="visible"/>
                                      </p:to>
                                    </p:set>
                                    <p:animEffect transition="in" filter="wipe(down)">
                                      <p:cBhvr>
                                        <p:cTn id="14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allAtOnce" animBg="1"/>
      <p:bldP spid="33" grpId="0" animBg="1"/>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428625" y="889000"/>
            <a:ext cx="8505825" cy="3968750"/>
          </a:xfrm>
        </p:spPr>
        <p:txBody>
          <a:bodyPr/>
          <a:lstStyle/>
          <a:p>
            <a:pPr eaLnBrk="1" hangingPunct="1">
              <a:buClrTx/>
              <a:buFont typeface="Wingdings" panose="05000000000000000000" pitchFamily="2" charset="2"/>
              <a:buChar char="Ø"/>
              <a:defRPr/>
            </a:pPr>
            <a:r>
              <a:rPr lang="zh-CN" altLang="en-US" b="1" dirty="0">
                <a:solidFill>
                  <a:srgbClr val="FF0000"/>
                </a:solidFill>
                <a:latin typeface="+mn-ea"/>
                <a:cs typeface="Times New Roman" panose="02020603050405020304" pitchFamily="18" charset="0"/>
              </a:rPr>
              <a:t>最左推导</a:t>
            </a:r>
            <a:endParaRPr lang="en-US" altLang="zh-CN" b="1" dirty="0">
              <a:solidFill>
                <a:srgbClr val="FF0000"/>
              </a:solidFill>
              <a:latin typeface="+mn-ea"/>
              <a:cs typeface="Times New Roman" panose="02020603050405020304" pitchFamily="18" charset="0"/>
            </a:endParaRPr>
          </a:p>
          <a:p>
            <a:pPr lvl="1" eaLnBrk="1" hangingPunct="1">
              <a:defRPr/>
            </a:pPr>
            <a:r>
              <a:rPr lang="zh-CN" altLang="en-US" b="1" dirty="0">
                <a:solidFill>
                  <a:srgbClr val="0070C0"/>
                </a:solidFill>
                <a:latin typeface="+mn-ea"/>
                <a:cs typeface="Times New Roman" panose="02020603050405020304" pitchFamily="18" charset="0"/>
              </a:rPr>
              <a:t>最左推导：</a:t>
            </a:r>
            <a:r>
              <a:rPr lang="zh-CN" altLang="en-US" b="1" dirty="0">
                <a:solidFill>
                  <a:schemeClr val="tx1"/>
                </a:solidFill>
                <a:latin typeface="+mn-ea"/>
                <a:cs typeface="Times New Roman" panose="02020603050405020304" pitchFamily="18" charset="0"/>
              </a:rPr>
              <a:t>总是选择每个句型的</a:t>
            </a:r>
            <a:r>
              <a:rPr lang="zh-CN" altLang="en-US" b="1" dirty="0">
                <a:solidFill>
                  <a:schemeClr val="tx2">
                    <a:lumMod val="60000"/>
                    <a:lumOff val="40000"/>
                  </a:schemeClr>
                </a:solidFill>
                <a:latin typeface="+mn-ea"/>
                <a:cs typeface="Times New Roman" panose="02020603050405020304" pitchFamily="18" charset="0"/>
              </a:rPr>
              <a:t>最左非终结符</a:t>
            </a:r>
            <a:r>
              <a:rPr lang="zh-CN" altLang="en-US" b="1" dirty="0">
                <a:solidFill>
                  <a:schemeClr val="tx1"/>
                </a:solidFill>
                <a:latin typeface="+mn-ea"/>
                <a:cs typeface="Times New Roman" panose="02020603050405020304" pitchFamily="18" charset="0"/>
              </a:rPr>
              <a:t>进行替换</a:t>
            </a:r>
            <a:r>
              <a:rPr lang="zh-CN" altLang="en-US" sz="2600" dirty="0">
                <a:latin typeface="+mn-ea"/>
                <a:cs typeface="Times New Roman" panose="02020603050405020304" pitchFamily="18" charset="0"/>
              </a:rPr>
              <a:t>。</a:t>
            </a:r>
            <a:endParaRPr lang="en-US" altLang="zh-CN" sz="2600" dirty="0">
              <a:latin typeface="+mn-ea"/>
              <a:cs typeface="Times New Roman" panose="02020603050405020304" pitchFamily="18" charset="0"/>
            </a:endParaRPr>
          </a:p>
          <a:p>
            <a:pPr lvl="1" eaLnBrk="1" hangingPunct="1">
              <a:lnSpc>
                <a:spcPct val="150000"/>
              </a:lnSpc>
              <a:defRPr/>
            </a:pPr>
            <a:r>
              <a:rPr lang="zh-CN" altLang="en-US" b="1" dirty="0">
                <a:solidFill>
                  <a:srgbClr val="0070C0"/>
                </a:solidFill>
                <a:latin typeface="+mn-ea"/>
                <a:cs typeface="Times New Roman" panose="02020603050405020304" pitchFamily="18" charset="0"/>
              </a:rPr>
              <a:t>最左句型：</a:t>
            </a:r>
            <a:r>
              <a:rPr lang="zh-CN" altLang="en-US" b="1" dirty="0">
                <a:solidFill>
                  <a:schemeClr val="tx1"/>
                </a:solidFill>
                <a:latin typeface="+mn-ea"/>
                <a:cs typeface="Times New Roman" panose="02020603050405020304" pitchFamily="18" charset="0"/>
              </a:rPr>
              <a:t>如果</a:t>
            </a:r>
            <a:r>
              <a:rPr lang="en-US" altLang="zh-CN" b="1" i="1" dirty="0">
                <a:solidFill>
                  <a:schemeClr val="tx1"/>
                </a:solidFill>
                <a:cs typeface="Times New Roman" panose="02020603050405020304" pitchFamily="18" charset="0"/>
              </a:rPr>
              <a:t>S </a:t>
            </a:r>
            <a:r>
              <a:rPr lang="en-US" altLang="zh-CN" b="1" dirty="0">
                <a:solidFill>
                  <a:schemeClr val="tx1"/>
                </a:solidFill>
                <a:cs typeface="Times New Roman" panose="02020603050405020304" pitchFamily="18" charset="0"/>
                <a:sym typeface="Symbol" panose="05050102010706020507" pitchFamily="18" charset="2"/>
              </a:rPr>
              <a:t></a:t>
            </a:r>
            <a:r>
              <a:rPr lang="en-US" altLang="zh-CN" b="1" i="1" dirty="0">
                <a:solidFill>
                  <a:schemeClr val="tx1"/>
                </a:solidFill>
                <a:cs typeface="Times New Roman" panose="02020603050405020304" pitchFamily="18" charset="0"/>
              </a:rPr>
              <a:t> </a:t>
            </a:r>
            <a:r>
              <a:rPr kumimoji="1" lang="en-US" altLang="zh-CN" b="1" i="1" dirty="0">
                <a:solidFill>
                  <a:schemeClr val="tx1"/>
                </a:solidFill>
                <a:cs typeface="Times New Roman" panose="02020603050405020304" pitchFamily="18" charset="0"/>
              </a:rPr>
              <a:t>α</a:t>
            </a:r>
            <a:r>
              <a:rPr lang="zh-CN" altLang="en-US" b="1" dirty="0">
                <a:solidFill>
                  <a:schemeClr val="tx1"/>
                </a:solidFill>
                <a:latin typeface="+mn-ea"/>
              </a:rPr>
              <a:t>，则称</a:t>
            </a:r>
            <a:r>
              <a:rPr kumimoji="1" lang="en-US" altLang="zh-CN" i="1" dirty="0">
                <a:cs typeface="Times New Roman" panose="02020603050405020304" pitchFamily="18" charset="0"/>
              </a:rPr>
              <a:t>α</a:t>
            </a:r>
            <a:r>
              <a:rPr lang="zh-CN" altLang="en-US" b="1" dirty="0">
                <a:solidFill>
                  <a:schemeClr val="tx1"/>
                </a:solidFill>
                <a:latin typeface="+mn-ea"/>
              </a:rPr>
              <a:t>是当前文法的</a:t>
            </a:r>
            <a:r>
              <a:rPr lang="zh-CN" altLang="en-US" b="1" dirty="0">
                <a:solidFill>
                  <a:srgbClr val="0070C0"/>
                </a:solidFill>
                <a:latin typeface="+mn-ea"/>
              </a:rPr>
              <a:t>最左句型</a:t>
            </a:r>
            <a:endParaRPr lang="en-US" altLang="zh-CN" sz="2200" dirty="0">
              <a:cs typeface="Times New Roman" panose="02020603050405020304" pitchFamily="18" charset="0"/>
            </a:endParaRPr>
          </a:p>
          <a:p>
            <a:pPr eaLnBrk="1" hangingPunct="1">
              <a:lnSpc>
                <a:spcPct val="150000"/>
              </a:lnSpc>
              <a:defRPr/>
            </a:pPr>
            <a:r>
              <a:rPr lang="zh-CN" altLang="en-US" dirty="0">
                <a:solidFill>
                  <a:srgbClr val="FF0000"/>
                </a:solidFill>
                <a:latin typeface="+mn-ea"/>
                <a:cs typeface="Times New Roman" panose="02020603050405020304" pitchFamily="18" charset="0"/>
              </a:rPr>
              <a:t>最右推导</a:t>
            </a:r>
            <a:endParaRPr lang="en-US" altLang="zh-CN" dirty="0">
              <a:solidFill>
                <a:srgbClr val="FF0000"/>
              </a:solidFill>
              <a:latin typeface="+mn-ea"/>
              <a:cs typeface="Times New Roman" panose="02020603050405020304" pitchFamily="18" charset="0"/>
            </a:endParaRPr>
          </a:p>
          <a:p>
            <a:pPr lvl="1" eaLnBrk="1" hangingPunct="1">
              <a:defRPr/>
            </a:pPr>
            <a:r>
              <a:rPr lang="zh-CN" altLang="en-US" dirty="0">
                <a:solidFill>
                  <a:srgbClr val="0070C0"/>
                </a:solidFill>
                <a:latin typeface="+mn-ea"/>
                <a:cs typeface="Times New Roman" panose="02020603050405020304" pitchFamily="18" charset="0"/>
              </a:rPr>
              <a:t>最右推导：</a:t>
            </a:r>
            <a:r>
              <a:rPr lang="zh-CN" altLang="en-US" dirty="0">
                <a:latin typeface="+mn-ea"/>
                <a:cs typeface="Times New Roman" panose="02020603050405020304" pitchFamily="18" charset="0"/>
              </a:rPr>
              <a:t>总是选择每个句型的</a:t>
            </a:r>
            <a:r>
              <a:rPr lang="zh-CN" altLang="en-US" dirty="0">
                <a:solidFill>
                  <a:schemeClr val="tx2">
                    <a:lumMod val="60000"/>
                    <a:lumOff val="40000"/>
                  </a:schemeClr>
                </a:solidFill>
                <a:latin typeface="+mn-ea"/>
                <a:cs typeface="Times New Roman" panose="02020603050405020304" pitchFamily="18" charset="0"/>
              </a:rPr>
              <a:t>最右非终结符</a:t>
            </a:r>
            <a:r>
              <a:rPr lang="zh-CN" altLang="en-US" dirty="0">
                <a:latin typeface="+mn-ea"/>
                <a:cs typeface="Times New Roman" panose="02020603050405020304" pitchFamily="18" charset="0"/>
              </a:rPr>
              <a:t>进行替换</a:t>
            </a:r>
            <a:endParaRPr lang="en-US" altLang="zh-CN" dirty="0">
              <a:latin typeface="+mn-ea"/>
              <a:cs typeface="Times New Roman" panose="02020603050405020304" pitchFamily="18" charset="0"/>
            </a:endParaRPr>
          </a:p>
          <a:p>
            <a:pPr lvl="1" eaLnBrk="1" hangingPunct="1">
              <a:lnSpc>
                <a:spcPct val="130000"/>
              </a:lnSpc>
              <a:spcBef>
                <a:spcPts val="20"/>
              </a:spcBef>
              <a:spcAft>
                <a:spcPts val="0"/>
              </a:spcAft>
              <a:defRPr/>
            </a:pPr>
            <a:r>
              <a:rPr lang="zh-CN" altLang="en-US" dirty="0">
                <a:solidFill>
                  <a:srgbClr val="0070C0"/>
                </a:solidFill>
                <a:latin typeface="+mn-ea"/>
              </a:rPr>
              <a:t>规范推导：</a:t>
            </a:r>
            <a:r>
              <a:rPr lang="zh-CN" altLang="en-US" dirty="0">
                <a:latin typeface="+mn-ea"/>
              </a:rPr>
              <a:t>在</a:t>
            </a:r>
            <a:r>
              <a:rPr lang="zh-CN" altLang="en-US" dirty="0">
                <a:solidFill>
                  <a:srgbClr val="0070C0"/>
                </a:solidFill>
                <a:latin typeface="+mn-ea"/>
              </a:rPr>
              <a:t>自底向上</a:t>
            </a:r>
            <a:r>
              <a:rPr lang="zh-CN" altLang="en-US" dirty="0">
                <a:latin typeface="+mn-ea"/>
              </a:rPr>
              <a:t>的分析中，总是采用</a:t>
            </a:r>
            <a:r>
              <a:rPr lang="zh-CN" altLang="en-US" dirty="0">
                <a:solidFill>
                  <a:srgbClr val="0070C0"/>
                </a:solidFill>
                <a:latin typeface="+mn-ea"/>
              </a:rPr>
              <a:t>最左归约</a:t>
            </a:r>
            <a:r>
              <a:rPr lang="zh-CN" altLang="en-US" dirty="0">
                <a:latin typeface="+mn-ea"/>
              </a:rPr>
              <a:t>的方式，因此把</a:t>
            </a:r>
            <a:r>
              <a:rPr lang="zh-CN" altLang="en-US" dirty="0">
                <a:solidFill>
                  <a:schemeClr val="tx2">
                    <a:lumMod val="60000"/>
                    <a:lumOff val="40000"/>
                  </a:schemeClr>
                </a:solidFill>
                <a:latin typeface="+mn-ea"/>
              </a:rPr>
              <a:t>最左归约</a:t>
            </a:r>
            <a:r>
              <a:rPr lang="zh-CN" altLang="en-US" dirty="0">
                <a:latin typeface="+mn-ea"/>
              </a:rPr>
              <a:t>称为</a:t>
            </a:r>
            <a:r>
              <a:rPr lang="zh-CN" altLang="en-US" dirty="0">
                <a:solidFill>
                  <a:srgbClr val="FF0000"/>
                </a:solidFill>
                <a:latin typeface="+mn-ea"/>
              </a:rPr>
              <a:t>规范归约</a:t>
            </a:r>
            <a:r>
              <a:rPr lang="zh-CN" altLang="en-US" dirty="0">
                <a:latin typeface="+mn-ea"/>
              </a:rPr>
              <a:t>，而</a:t>
            </a:r>
            <a:r>
              <a:rPr lang="zh-CN" altLang="en-US" dirty="0">
                <a:solidFill>
                  <a:schemeClr val="tx2">
                    <a:lumMod val="60000"/>
                    <a:lumOff val="40000"/>
                  </a:schemeClr>
                </a:solidFill>
                <a:latin typeface="+mn-ea"/>
              </a:rPr>
              <a:t>最右推导</a:t>
            </a:r>
            <a:r>
              <a:rPr lang="zh-CN" altLang="en-US" dirty="0">
                <a:latin typeface="+mn-ea"/>
              </a:rPr>
              <a:t>相应地称为</a:t>
            </a:r>
            <a:r>
              <a:rPr lang="zh-CN" altLang="en-US" dirty="0">
                <a:solidFill>
                  <a:srgbClr val="FF0000"/>
                </a:solidFill>
                <a:latin typeface="+mn-ea"/>
              </a:rPr>
              <a:t>规范推导</a:t>
            </a:r>
            <a:endParaRPr lang="en-US" altLang="zh-CN" dirty="0">
              <a:latin typeface="+mn-ea"/>
              <a:cs typeface="Times New Roman" panose="02020603050405020304" pitchFamily="18" charset="0"/>
            </a:endParaRPr>
          </a:p>
        </p:txBody>
      </p:sp>
      <p:sp>
        <p:nvSpPr>
          <p:cNvPr id="24579" name="Rectangle 2"/>
          <p:cNvSpPr>
            <a:spLocks noGrp="1" noChangeArrowheads="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最左推导</a:t>
            </a:r>
            <a:r>
              <a:rPr lang="en-US" altLang="zh-CN" sz="2500" spc="300" dirty="0">
                <a:solidFill>
                  <a:schemeClr val="tx1"/>
                </a:solidFill>
                <a:ea typeface="微软雅黑" panose="020B0503020204020204" pitchFamily="34" charset="-122"/>
                <a:cs typeface="Times New Roman" panose="02020603050405020304" pitchFamily="18" charset="0"/>
              </a:rPr>
              <a:t>(</a:t>
            </a:r>
            <a:r>
              <a:rPr lang="en-US" altLang="zh-CN" sz="2500" i="1" dirty="0">
                <a:solidFill>
                  <a:schemeClr val="tx1"/>
                </a:solidFill>
                <a:ea typeface="微软雅黑" panose="020B0503020204020204" pitchFamily="34" charset="-122"/>
                <a:cs typeface="Times New Roman" panose="02020603050405020304" pitchFamily="18" charset="0"/>
              </a:rPr>
              <a:t>Left-most Derivation</a:t>
            </a:r>
            <a:r>
              <a:rPr lang="en-US" altLang="zh-CN" sz="2500" spc="300" dirty="0">
                <a:solidFill>
                  <a:schemeClr val="tx1"/>
                </a:solidFill>
                <a:ea typeface="微软雅黑" panose="020B0503020204020204" pitchFamily="34" charset="-122"/>
                <a:cs typeface="Times New Roman" panose="02020603050405020304" pitchFamily="18" charset="0"/>
              </a:rPr>
              <a:t>)</a:t>
            </a:r>
          </a:p>
        </p:txBody>
      </p:sp>
      <p:sp>
        <p:nvSpPr>
          <p:cNvPr id="4" name="灯片编号占位符 3"/>
          <p:cNvSpPr>
            <a:spLocks noGrp="1"/>
          </p:cNvSpPr>
          <p:nvPr>
            <p:ph type="sldNum" sz="quarter" idx="12"/>
          </p:nvPr>
        </p:nvSpPr>
        <p:spPr/>
        <p:txBody>
          <a:bodyPr/>
          <a:lstStyle/>
          <a:p>
            <a:pPr>
              <a:defRPr/>
            </a:pPr>
            <a:fld id="{EA567855-7F13-4FC5-AD61-2B82F6443E16}" type="slidenum">
              <a:rPr lang="zh-CN" altLang="en-US" smtClean="0"/>
              <a:t>8</a:t>
            </a:fld>
            <a:endParaRPr lang="en-US" altLang="zh-CN"/>
          </a:p>
        </p:txBody>
      </p:sp>
      <p:sp>
        <p:nvSpPr>
          <p:cNvPr id="3" name="文本框 2"/>
          <p:cNvSpPr txBox="1"/>
          <p:nvPr/>
        </p:nvSpPr>
        <p:spPr>
          <a:xfrm>
            <a:off x="3177560" y="1861958"/>
            <a:ext cx="399778" cy="553998"/>
          </a:xfrm>
          <a:prstGeom prst="rect">
            <a:avLst/>
          </a:prstGeom>
          <a:noFill/>
        </p:spPr>
        <p:txBody>
          <a:bodyPr wrap="square" rtlCol="0">
            <a:spAutoFit/>
          </a:bodyPr>
          <a:lstStyle/>
          <a:p>
            <a:pPr algn="ctr"/>
            <a:r>
              <a:rPr lang="en-US" altLang="zh-CN" sz="1600" dirty="0">
                <a:solidFill>
                  <a:srgbClr val="0070C0"/>
                </a:solidFill>
              </a:rPr>
              <a:t>*</a:t>
            </a:r>
          </a:p>
          <a:p>
            <a:pPr algn="ctr"/>
            <a:r>
              <a:rPr lang="en-US" altLang="zh-CN" sz="1400" b="1" i="1" dirty="0" err="1">
                <a:solidFill>
                  <a:srgbClr val="0070C0"/>
                </a:solidFill>
                <a:latin typeface="Times New Roman" panose="02020603050405020304" pitchFamily="18" charset="0"/>
                <a:cs typeface="Times New Roman" panose="02020603050405020304" pitchFamily="18" charset="0"/>
              </a:rPr>
              <a:t>lm</a:t>
            </a:r>
            <a:endParaRPr lang="zh-CN" altLang="en-US" sz="1050" b="1" i="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2531">
                                            <p:txEl>
                                              <p:pRg st="3" end="3"/>
                                            </p:txEl>
                                          </p:spTgt>
                                        </p:tgtEl>
                                        <p:attrNameLst>
                                          <p:attrName>style.visibility</p:attrName>
                                        </p:attrNameLst>
                                      </p:cBhvr>
                                      <p:to>
                                        <p:strVal val="visible"/>
                                      </p:to>
                                    </p:set>
                                    <p:anim calcmode="lin" valueType="num">
                                      <p:cBhvr>
                                        <p:cTn id="12" dur="500" fill="hold"/>
                                        <p:tgtEl>
                                          <p:spTgt spid="22531">
                                            <p:txEl>
                                              <p:pRg st="3" end="3"/>
                                            </p:txEl>
                                          </p:spTgt>
                                        </p:tgtEl>
                                        <p:attrNameLst>
                                          <p:attrName>ppt_w</p:attrName>
                                        </p:attrNameLst>
                                      </p:cBhvr>
                                      <p:tavLst>
                                        <p:tav tm="0">
                                          <p:val>
                                            <p:fltVal val="0"/>
                                          </p:val>
                                        </p:tav>
                                        <p:tav tm="100000">
                                          <p:val>
                                            <p:strVal val="#ppt_w"/>
                                          </p:val>
                                        </p:tav>
                                      </p:tavLst>
                                    </p:anim>
                                    <p:anim calcmode="lin" valueType="num">
                                      <p:cBhvr>
                                        <p:cTn id="13" dur="500" fill="hold"/>
                                        <p:tgtEl>
                                          <p:spTgt spid="22531">
                                            <p:txEl>
                                              <p:pRg st="3" end="3"/>
                                            </p:txEl>
                                          </p:spTgt>
                                        </p:tgtEl>
                                        <p:attrNameLst>
                                          <p:attrName>ppt_h</p:attrName>
                                        </p:attrNameLst>
                                      </p:cBhvr>
                                      <p:tavLst>
                                        <p:tav tm="0">
                                          <p:val>
                                            <p:fltVal val="0"/>
                                          </p:val>
                                        </p:tav>
                                        <p:tav tm="100000">
                                          <p:val>
                                            <p:strVal val="#ppt_h"/>
                                          </p:val>
                                        </p:tav>
                                      </p:tavLst>
                                    </p:anim>
                                    <p:animEffect transition="in" filter="fade">
                                      <p:cBhvr>
                                        <p:cTn id="14" dur="500"/>
                                        <p:tgtEl>
                                          <p:spTgt spid="22531">
                                            <p:txEl>
                                              <p:pRg st="3" end="3"/>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22531">
                                            <p:txEl>
                                              <p:pRg st="4" end="4"/>
                                            </p:txEl>
                                          </p:spTgt>
                                        </p:tgtEl>
                                        <p:attrNameLst>
                                          <p:attrName>style.visibility</p:attrName>
                                        </p:attrNameLst>
                                      </p:cBhvr>
                                      <p:to>
                                        <p:strVal val="visible"/>
                                      </p:to>
                                    </p:set>
                                    <p:anim calcmode="lin" valueType="num">
                                      <p:cBhvr>
                                        <p:cTn id="19" dur="500" fill="hold"/>
                                        <p:tgtEl>
                                          <p:spTgt spid="22531">
                                            <p:txEl>
                                              <p:pRg st="4" end="4"/>
                                            </p:txEl>
                                          </p:spTgt>
                                        </p:tgtEl>
                                        <p:attrNameLst>
                                          <p:attrName>ppt_w</p:attrName>
                                        </p:attrNameLst>
                                      </p:cBhvr>
                                      <p:tavLst>
                                        <p:tav tm="0">
                                          <p:val>
                                            <p:fltVal val="0"/>
                                          </p:val>
                                        </p:tav>
                                        <p:tav tm="100000">
                                          <p:val>
                                            <p:strVal val="#ppt_w"/>
                                          </p:val>
                                        </p:tav>
                                      </p:tavLst>
                                    </p:anim>
                                    <p:anim calcmode="lin" valueType="num">
                                      <p:cBhvr>
                                        <p:cTn id="20" dur="500" fill="hold"/>
                                        <p:tgtEl>
                                          <p:spTgt spid="22531">
                                            <p:txEl>
                                              <p:pRg st="4" end="4"/>
                                            </p:txEl>
                                          </p:spTgt>
                                        </p:tgtEl>
                                        <p:attrNameLst>
                                          <p:attrName>ppt_h</p:attrName>
                                        </p:attrNameLst>
                                      </p:cBhvr>
                                      <p:tavLst>
                                        <p:tav tm="0">
                                          <p:val>
                                            <p:fltVal val="0"/>
                                          </p:val>
                                        </p:tav>
                                        <p:tav tm="100000">
                                          <p:val>
                                            <p:strVal val="#ppt_h"/>
                                          </p:val>
                                        </p:tav>
                                      </p:tavLst>
                                    </p:anim>
                                    <p:animEffect transition="in" filter="fade">
                                      <p:cBhvr>
                                        <p:cTn id="21" dur="500"/>
                                        <p:tgtEl>
                                          <p:spTgt spid="22531">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22531">
                                            <p:txEl>
                                              <p:pRg st="5" end="5"/>
                                            </p:txEl>
                                          </p:spTgt>
                                        </p:tgtEl>
                                        <p:attrNameLst>
                                          <p:attrName>style.visibility</p:attrName>
                                        </p:attrNameLst>
                                      </p:cBhvr>
                                      <p:to>
                                        <p:strVal val="visible"/>
                                      </p:to>
                                    </p:set>
                                    <p:anim calcmode="lin" valueType="num">
                                      <p:cBhvr>
                                        <p:cTn id="26" dur="500" fill="hold"/>
                                        <p:tgtEl>
                                          <p:spTgt spid="22531">
                                            <p:txEl>
                                              <p:pRg st="5" end="5"/>
                                            </p:txEl>
                                          </p:spTgt>
                                        </p:tgtEl>
                                        <p:attrNameLst>
                                          <p:attrName>ppt_w</p:attrName>
                                        </p:attrNameLst>
                                      </p:cBhvr>
                                      <p:tavLst>
                                        <p:tav tm="0">
                                          <p:val>
                                            <p:fltVal val="0"/>
                                          </p:val>
                                        </p:tav>
                                        <p:tav tm="100000">
                                          <p:val>
                                            <p:strVal val="#ppt_w"/>
                                          </p:val>
                                        </p:tav>
                                      </p:tavLst>
                                    </p:anim>
                                    <p:anim calcmode="lin" valueType="num">
                                      <p:cBhvr>
                                        <p:cTn id="27" dur="500" fill="hold"/>
                                        <p:tgtEl>
                                          <p:spTgt spid="22531">
                                            <p:txEl>
                                              <p:pRg st="5" end="5"/>
                                            </p:txEl>
                                          </p:spTgt>
                                        </p:tgtEl>
                                        <p:attrNameLst>
                                          <p:attrName>ppt_h</p:attrName>
                                        </p:attrNameLst>
                                      </p:cBhvr>
                                      <p:tavLst>
                                        <p:tav tm="0">
                                          <p:val>
                                            <p:fltVal val="0"/>
                                          </p:val>
                                        </p:tav>
                                        <p:tav tm="100000">
                                          <p:val>
                                            <p:strVal val="#ppt_h"/>
                                          </p:val>
                                        </p:tav>
                                      </p:tavLst>
                                    </p:anim>
                                    <p:animEffect transition="in" filter="fade">
                                      <p:cBhvr>
                                        <p:cTn id="28" dur="500"/>
                                        <p:tgtEl>
                                          <p:spTgt spid="225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714375" y="268288"/>
            <a:ext cx="83883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rPr>
              <a:t>最左推导和最右推导的唯一性</a:t>
            </a:r>
            <a:endPar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矩形 5"/>
          <p:cNvSpPr/>
          <p:nvPr/>
        </p:nvSpPr>
        <p:spPr>
          <a:xfrm>
            <a:off x="6072188" y="755650"/>
            <a:ext cx="2414587" cy="2032000"/>
          </a:xfrm>
          <a:prstGeom prst="rect">
            <a:avLst/>
          </a:prstGeom>
          <a:solidFill>
            <a:schemeClr val="accent2">
              <a:lumMod val="40000"/>
              <a:lumOff val="60000"/>
            </a:schemeClr>
          </a:solidFill>
          <a:ln w="12700">
            <a:solidFill>
              <a:schemeClr val="tx1"/>
            </a:solidFill>
          </a:ln>
        </p:spPr>
        <p:txBody>
          <a:bodyPr>
            <a:spAutoFit/>
          </a:bodyPr>
          <a:lstStyle/>
          <a:p>
            <a:pPr marL="190500" lvl="1" indent="-285750">
              <a:spcBef>
                <a:spcPct val="20000"/>
              </a:spcBef>
              <a:buClr>
                <a:srgbClr val="3333CC"/>
              </a:buClr>
              <a:buSzPct val="75000"/>
              <a:defRPr/>
            </a:pPr>
            <a:r>
              <a:rPr kumimoji="1" lang="en-US" altLang="zh-CN" b="1" i="1" kern="0" dirty="0">
                <a:solidFill>
                  <a:srgbClr val="FF0000"/>
                </a:solidFill>
                <a:latin typeface="Times New Roman" panose="02020603050405020304" pitchFamily="18" charset="0"/>
                <a:cs typeface="Times New Roman" panose="02020603050405020304" pitchFamily="18" charset="0"/>
              </a:rPr>
              <a:t>E</a:t>
            </a:r>
            <a:r>
              <a:rPr kumimoji="1" lang="en-US" altLang="zh-CN" b="1" kern="0" dirty="0">
                <a:solidFill>
                  <a:srgbClr val="000000"/>
                </a:solidFill>
                <a:latin typeface="Times New Roman" panose="02020603050405020304" pitchFamily="18" charset="0"/>
                <a:cs typeface="Times New Roman" panose="02020603050405020304" pitchFamily="18" charset="0"/>
              </a:rPr>
              <a:t> </a:t>
            </a:r>
            <a:r>
              <a:rPr kumimoji="1" lang="en-US" altLang="zh-CN" b="1"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i="1" baseline="-25000" dirty="0">
                <a:solidFill>
                  <a:srgbClr val="000000"/>
                </a:solidFill>
                <a:latin typeface="Times New Roman" panose="02020603050405020304" pitchFamily="18" charset="0"/>
              </a:rPr>
              <a:t>lm</a:t>
            </a:r>
            <a:r>
              <a:rPr kumimoji="1" lang="en-US" altLang="zh-CN" b="1" kern="0" dirty="0">
                <a:solidFill>
                  <a:srgbClr val="000000"/>
                </a:solidFill>
                <a:latin typeface="Times New Roman" panose="02020603050405020304" pitchFamily="18" charset="0"/>
                <a:cs typeface="Times New Roman" panose="02020603050405020304" pitchFamily="18" charset="0"/>
              </a:rPr>
              <a:t> </a:t>
            </a:r>
            <a:r>
              <a:rPr kumimoji="1" lang="en-US" altLang="zh-CN" b="1" i="1" kern="0" dirty="0">
                <a:solidFill>
                  <a:srgbClr val="FF0000"/>
                </a:solidFill>
                <a:latin typeface="Times New Roman" panose="02020603050405020304" pitchFamily="18" charset="0"/>
                <a:cs typeface="Times New Roman" panose="02020603050405020304" pitchFamily="18" charset="0"/>
              </a:rPr>
              <a:t>E</a:t>
            </a:r>
            <a:r>
              <a:rPr kumimoji="1" lang="en-US" altLang="zh-CN" b="1" i="1" kern="0" dirty="0">
                <a:solidFill>
                  <a:srgbClr val="000000"/>
                </a:solidFill>
                <a:latin typeface="Times New Roman" panose="02020603050405020304" pitchFamily="18" charset="0"/>
                <a:cs typeface="Times New Roman" panose="02020603050405020304" pitchFamily="18" charset="0"/>
              </a:rPr>
              <a:t> </a:t>
            </a:r>
            <a:r>
              <a:rPr kumimoji="1" lang="en-US" altLang="zh-CN" b="1" kern="0" dirty="0">
                <a:solidFill>
                  <a:srgbClr val="000000"/>
                </a:solidFill>
                <a:latin typeface="Times New Roman" panose="02020603050405020304" pitchFamily="18" charset="0"/>
                <a:cs typeface="Times New Roman" panose="02020603050405020304" pitchFamily="18" charset="0"/>
              </a:rPr>
              <a:t>+ </a:t>
            </a:r>
            <a:r>
              <a:rPr kumimoji="1" lang="en-US" altLang="zh-CN" b="1" i="1" kern="0" dirty="0">
                <a:solidFill>
                  <a:srgbClr val="000000"/>
                </a:solidFill>
                <a:latin typeface="Times New Roman" panose="02020603050405020304" pitchFamily="18" charset="0"/>
                <a:cs typeface="Times New Roman" panose="02020603050405020304" pitchFamily="18" charset="0"/>
              </a:rPr>
              <a:t>E</a:t>
            </a:r>
            <a:r>
              <a:rPr kumimoji="1" lang="en-US" altLang="zh-CN" b="1" kern="0" dirty="0">
                <a:solidFill>
                  <a:srgbClr val="000000"/>
                </a:solidFill>
                <a:latin typeface="Times New Roman" panose="02020603050405020304" pitchFamily="18" charset="0"/>
                <a:cs typeface="Times New Roman" panose="02020603050405020304" pitchFamily="18" charset="0"/>
              </a:rPr>
              <a:t> </a:t>
            </a:r>
          </a:p>
          <a:p>
            <a:pPr marL="190500" lvl="1" indent="-285750">
              <a:spcBef>
                <a:spcPct val="20000"/>
              </a:spcBef>
              <a:buClr>
                <a:srgbClr val="3333CC"/>
              </a:buClr>
              <a:buSzPct val="75000"/>
              <a:defRPr/>
            </a:pPr>
            <a:r>
              <a:rPr kumimoji="1" lang="en-US" altLang="zh-CN" b="1"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i="1" baseline="-25000" dirty="0">
                <a:solidFill>
                  <a:srgbClr val="000000"/>
                </a:solidFill>
                <a:latin typeface="Times New Roman" panose="02020603050405020304" pitchFamily="18" charset="0"/>
              </a:rPr>
              <a:t>lm</a:t>
            </a:r>
            <a:r>
              <a:rPr kumimoji="1" lang="en-US" altLang="zh-CN" b="1" kern="0" dirty="0">
                <a:solidFill>
                  <a:srgbClr val="000000"/>
                </a:solidFill>
                <a:latin typeface="Times New Roman" panose="02020603050405020304" pitchFamily="18" charset="0"/>
                <a:cs typeface="Times New Roman" panose="02020603050405020304" pitchFamily="18" charset="0"/>
              </a:rPr>
              <a:t> </a:t>
            </a:r>
            <a:r>
              <a:rPr kumimoji="1" lang="en-US" altLang="zh-CN" b="1" u="sng" kern="0" dirty="0">
                <a:solidFill>
                  <a:srgbClr val="000000"/>
                </a:solidFill>
                <a:latin typeface="Times New Roman" panose="02020603050405020304" pitchFamily="18" charset="0"/>
                <a:cs typeface="Times New Roman" panose="02020603050405020304" pitchFamily="18" charset="0"/>
              </a:rPr>
              <a:t>id</a:t>
            </a:r>
            <a:r>
              <a:rPr kumimoji="1" lang="en-US" altLang="zh-CN" b="1" kern="0" dirty="0">
                <a:solidFill>
                  <a:srgbClr val="000000"/>
                </a:solidFill>
                <a:latin typeface="Times New Roman" panose="02020603050405020304" pitchFamily="18" charset="0"/>
                <a:cs typeface="Times New Roman" panose="02020603050405020304" pitchFamily="18" charset="0"/>
              </a:rPr>
              <a:t> + </a:t>
            </a:r>
            <a:r>
              <a:rPr kumimoji="1" lang="en-US" altLang="zh-CN" b="1" i="1" kern="0" dirty="0">
                <a:solidFill>
                  <a:srgbClr val="FF0000"/>
                </a:solidFill>
                <a:latin typeface="Times New Roman" panose="02020603050405020304" pitchFamily="18" charset="0"/>
                <a:cs typeface="Times New Roman" panose="02020603050405020304" pitchFamily="18" charset="0"/>
              </a:rPr>
              <a:t>E</a:t>
            </a:r>
            <a:r>
              <a:rPr kumimoji="1" lang="en-US" altLang="zh-CN" b="1" kern="0" dirty="0">
                <a:solidFill>
                  <a:srgbClr val="000000"/>
                </a:solidFill>
                <a:latin typeface="Times New Roman" panose="02020603050405020304" pitchFamily="18" charset="0"/>
                <a:cs typeface="Times New Roman" panose="02020603050405020304" pitchFamily="18" charset="0"/>
              </a:rPr>
              <a:t> </a:t>
            </a:r>
          </a:p>
          <a:p>
            <a:pPr marL="190500" lvl="1" indent="-285750">
              <a:spcBef>
                <a:spcPct val="20000"/>
              </a:spcBef>
              <a:buClr>
                <a:srgbClr val="3333CC"/>
              </a:buClr>
              <a:buSzPct val="75000"/>
              <a:defRPr/>
            </a:pPr>
            <a:r>
              <a:rPr kumimoji="1" lang="en-US" altLang="zh-CN" b="1" kern="0" dirty="0">
                <a:solidFill>
                  <a:srgbClr val="000000"/>
                </a:solidFill>
                <a:latin typeface="Times New Roman" panose="02020603050405020304" pitchFamily="18" charset="0"/>
                <a:ea typeface="楷体_GB2312" panose="02010609030101010101" pitchFamily="49" charset="-122"/>
                <a:cs typeface="Times New Roman" panose="02020603050405020304" pitchFamily="18" charset="0"/>
                <a:sym typeface="Symbol" panose="05050102010706020507" pitchFamily="18" charset="2"/>
              </a:rPr>
              <a:t>   </a:t>
            </a:r>
            <a:r>
              <a:rPr kumimoji="1" lang="en-US" altLang="zh-CN" b="1"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i="1" baseline="-25000" dirty="0">
                <a:solidFill>
                  <a:srgbClr val="000000"/>
                </a:solidFill>
                <a:latin typeface="Times New Roman" panose="02020603050405020304" pitchFamily="18" charset="0"/>
              </a:rPr>
              <a:t>lm</a:t>
            </a:r>
            <a:r>
              <a:rPr kumimoji="1" lang="en-US" altLang="zh-CN" b="1" kern="0" dirty="0">
                <a:solidFill>
                  <a:srgbClr val="000000"/>
                </a:solidFill>
                <a:latin typeface="Times New Roman" panose="02020603050405020304" pitchFamily="18" charset="0"/>
                <a:cs typeface="Times New Roman" panose="02020603050405020304" pitchFamily="18" charset="0"/>
              </a:rPr>
              <a:t> id + </a:t>
            </a:r>
            <a:r>
              <a:rPr kumimoji="1" lang="en-US" altLang="zh-CN" b="1" u="sng" kern="0" dirty="0">
                <a:solidFill>
                  <a:srgbClr val="000000"/>
                </a:solidFill>
                <a:latin typeface="Times New Roman" panose="02020603050405020304" pitchFamily="18" charset="0"/>
                <a:cs typeface="Times New Roman" panose="02020603050405020304" pitchFamily="18" charset="0"/>
              </a:rPr>
              <a:t>( </a:t>
            </a:r>
            <a:r>
              <a:rPr kumimoji="1" lang="en-US" altLang="zh-CN" b="1" i="1" u="sng" kern="0" dirty="0">
                <a:solidFill>
                  <a:srgbClr val="FF0000"/>
                </a:solidFill>
                <a:latin typeface="Times New Roman" panose="02020603050405020304" pitchFamily="18" charset="0"/>
                <a:cs typeface="Times New Roman" panose="02020603050405020304" pitchFamily="18" charset="0"/>
              </a:rPr>
              <a:t>E</a:t>
            </a:r>
            <a:r>
              <a:rPr kumimoji="1" lang="en-US" altLang="zh-CN" b="1" i="1" u="sng" kern="0" dirty="0">
                <a:solidFill>
                  <a:srgbClr val="000000"/>
                </a:solidFill>
                <a:latin typeface="Times New Roman" panose="02020603050405020304" pitchFamily="18" charset="0"/>
                <a:cs typeface="Times New Roman" panose="02020603050405020304" pitchFamily="18" charset="0"/>
              </a:rPr>
              <a:t> </a:t>
            </a:r>
            <a:r>
              <a:rPr kumimoji="1" lang="en-US" altLang="zh-CN" b="1" u="sng" kern="0" dirty="0">
                <a:solidFill>
                  <a:srgbClr val="000000"/>
                </a:solidFill>
                <a:latin typeface="Times New Roman" panose="02020603050405020304" pitchFamily="18" charset="0"/>
                <a:cs typeface="Times New Roman" panose="02020603050405020304" pitchFamily="18" charset="0"/>
              </a:rPr>
              <a:t>)</a:t>
            </a:r>
            <a:r>
              <a:rPr kumimoji="1" lang="en-US" altLang="zh-CN" b="1" kern="0" dirty="0">
                <a:solidFill>
                  <a:srgbClr val="000000"/>
                </a:solidFill>
                <a:latin typeface="Times New Roman" panose="02020603050405020304" pitchFamily="18" charset="0"/>
                <a:cs typeface="Times New Roman" panose="02020603050405020304" pitchFamily="18" charset="0"/>
              </a:rPr>
              <a:t> </a:t>
            </a:r>
          </a:p>
          <a:p>
            <a:pPr marL="190500" lvl="1" indent="-285750">
              <a:spcBef>
                <a:spcPct val="20000"/>
              </a:spcBef>
              <a:buClr>
                <a:srgbClr val="3333CC"/>
              </a:buClr>
              <a:buSzPct val="75000"/>
              <a:defRPr/>
            </a:pPr>
            <a:r>
              <a:rPr kumimoji="1" lang="en-US" altLang="zh-CN" b="1" kern="0" dirty="0">
                <a:solidFill>
                  <a:srgbClr val="000000"/>
                </a:solidFill>
                <a:latin typeface="Times New Roman" panose="02020603050405020304" pitchFamily="18" charset="0"/>
                <a:cs typeface="Times New Roman" panose="02020603050405020304" pitchFamily="18" charset="0"/>
              </a:rPr>
              <a:t>   </a:t>
            </a:r>
            <a:r>
              <a:rPr kumimoji="1" lang="en-US" altLang="zh-CN" b="1"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i="1" baseline="-25000" dirty="0">
                <a:solidFill>
                  <a:srgbClr val="000000"/>
                </a:solidFill>
                <a:latin typeface="Times New Roman" panose="02020603050405020304" pitchFamily="18" charset="0"/>
              </a:rPr>
              <a:t>lm</a:t>
            </a:r>
            <a:r>
              <a:rPr kumimoji="1" lang="en-US" altLang="zh-CN" b="1" kern="0" dirty="0">
                <a:solidFill>
                  <a:srgbClr val="000000"/>
                </a:solidFill>
                <a:latin typeface="Times New Roman" panose="02020603050405020304" pitchFamily="18" charset="0"/>
                <a:cs typeface="Times New Roman" panose="02020603050405020304" pitchFamily="18" charset="0"/>
              </a:rPr>
              <a:t> id + ( </a:t>
            </a:r>
            <a:r>
              <a:rPr kumimoji="1" lang="en-US" altLang="zh-CN" b="1" i="1" u="sng" kern="0" dirty="0">
                <a:solidFill>
                  <a:srgbClr val="FF0000"/>
                </a:solidFill>
                <a:latin typeface="Times New Roman" panose="02020603050405020304" pitchFamily="18" charset="0"/>
                <a:cs typeface="Times New Roman" panose="02020603050405020304" pitchFamily="18" charset="0"/>
              </a:rPr>
              <a:t>E</a:t>
            </a:r>
            <a:r>
              <a:rPr kumimoji="1" lang="en-US" altLang="zh-CN" b="1" i="1" u="sng" kern="0" dirty="0">
                <a:solidFill>
                  <a:srgbClr val="000000"/>
                </a:solidFill>
                <a:latin typeface="Times New Roman" panose="02020603050405020304" pitchFamily="18" charset="0"/>
                <a:cs typeface="Times New Roman" panose="02020603050405020304" pitchFamily="18" charset="0"/>
              </a:rPr>
              <a:t> </a:t>
            </a:r>
            <a:r>
              <a:rPr kumimoji="1" lang="en-US" altLang="zh-CN" b="1" u="sng" kern="0" dirty="0">
                <a:solidFill>
                  <a:srgbClr val="000000"/>
                </a:solidFill>
                <a:latin typeface="Times New Roman" panose="02020603050405020304" pitchFamily="18" charset="0"/>
                <a:cs typeface="Times New Roman" panose="02020603050405020304" pitchFamily="18" charset="0"/>
              </a:rPr>
              <a:t>+ </a:t>
            </a:r>
            <a:r>
              <a:rPr kumimoji="1" lang="en-US" altLang="zh-CN" b="1" i="1" u="sng" kern="0" dirty="0">
                <a:solidFill>
                  <a:srgbClr val="000000"/>
                </a:solidFill>
                <a:latin typeface="Times New Roman" panose="02020603050405020304" pitchFamily="18" charset="0"/>
                <a:cs typeface="Times New Roman" panose="02020603050405020304" pitchFamily="18" charset="0"/>
              </a:rPr>
              <a:t>E</a:t>
            </a:r>
            <a:r>
              <a:rPr kumimoji="1" lang="en-US" altLang="zh-CN" b="1" i="1" kern="0" dirty="0">
                <a:solidFill>
                  <a:srgbClr val="000000"/>
                </a:solidFill>
                <a:latin typeface="Times New Roman" panose="02020603050405020304" pitchFamily="18" charset="0"/>
                <a:cs typeface="Times New Roman" panose="02020603050405020304" pitchFamily="18" charset="0"/>
              </a:rPr>
              <a:t> </a:t>
            </a:r>
            <a:r>
              <a:rPr kumimoji="1" lang="en-US" altLang="zh-CN" b="1" kern="0" dirty="0">
                <a:solidFill>
                  <a:srgbClr val="000000"/>
                </a:solidFill>
                <a:latin typeface="Times New Roman" panose="02020603050405020304" pitchFamily="18" charset="0"/>
                <a:cs typeface="Times New Roman" panose="02020603050405020304" pitchFamily="18" charset="0"/>
              </a:rPr>
              <a:t>) </a:t>
            </a:r>
          </a:p>
          <a:p>
            <a:pPr marL="190500" lvl="1" indent="-285750">
              <a:spcBef>
                <a:spcPct val="20000"/>
              </a:spcBef>
              <a:buClr>
                <a:srgbClr val="3333CC"/>
              </a:buClr>
              <a:buSzPct val="75000"/>
              <a:defRPr/>
            </a:pPr>
            <a:r>
              <a:rPr kumimoji="1" lang="en-US" altLang="zh-CN" b="1"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i="1" baseline="-25000" dirty="0">
                <a:solidFill>
                  <a:srgbClr val="000000"/>
                </a:solidFill>
                <a:latin typeface="Times New Roman" panose="02020603050405020304" pitchFamily="18" charset="0"/>
              </a:rPr>
              <a:t>lm</a:t>
            </a:r>
            <a:r>
              <a:rPr kumimoji="1" lang="en-US" altLang="zh-CN" b="1" kern="0" dirty="0">
                <a:solidFill>
                  <a:srgbClr val="000000"/>
                </a:solidFill>
                <a:latin typeface="Times New Roman" panose="02020603050405020304" pitchFamily="18" charset="0"/>
                <a:cs typeface="Times New Roman" panose="02020603050405020304" pitchFamily="18" charset="0"/>
              </a:rPr>
              <a:t> id + ( </a:t>
            </a:r>
            <a:r>
              <a:rPr kumimoji="1" lang="en-US" altLang="zh-CN" b="1" u="sng" kern="0" dirty="0">
                <a:solidFill>
                  <a:srgbClr val="000000"/>
                </a:solidFill>
                <a:latin typeface="Times New Roman" panose="02020603050405020304" pitchFamily="18" charset="0"/>
                <a:cs typeface="Times New Roman" panose="02020603050405020304" pitchFamily="18" charset="0"/>
              </a:rPr>
              <a:t>id</a:t>
            </a:r>
            <a:r>
              <a:rPr kumimoji="1" lang="en-US" altLang="zh-CN" b="1" kern="0" dirty="0">
                <a:solidFill>
                  <a:srgbClr val="000000"/>
                </a:solidFill>
                <a:latin typeface="Times New Roman" panose="02020603050405020304" pitchFamily="18" charset="0"/>
                <a:cs typeface="Times New Roman" panose="02020603050405020304" pitchFamily="18" charset="0"/>
              </a:rPr>
              <a:t> + </a:t>
            </a:r>
            <a:r>
              <a:rPr kumimoji="1" lang="en-US" altLang="zh-CN" b="1" i="1" kern="0" dirty="0">
                <a:solidFill>
                  <a:srgbClr val="FF0000"/>
                </a:solidFill>
                <a:latin typeface="Times New Roman" panose="02020603050405020304" pitchFamily="18" charset="0"/>
                <a:cs typeface="Times New Roman" panose="02020603050405020304" pitchFamily="18" charset="0"/>
              </a:rPr>
              <a:t>E</a:t>
            </a:r>
            <a:r>
              <a:rPr kumimoji="1" lang="en-US" altLang="zh-CN" b="1" i="1" kern="0" dirty="0">
                <a:solidFill>
                  <a:srgbClr val="000000"/>
                </a:solidFill>
                <a:latin typeface="Times New Roman" panose="02020603050405020304" pitchFamily="18" charset="0"/>
                <a:cs typeface="Times New Roman" panose="02020603050405020304" pitchFamily="18" charset="0"/>
              </a:rPr>
              <a:t> </a:t>
            </a:r>
            <a:r>
              <a:rPr kumimoji="1" lang="en-US" altLang="zh-CN" b="1" kern="0" dirty="0">
                <a:solidFill>
                  <a:srgbClr val="000000"/>
                </a:solidFill>
                <a:latin typeface="Times New Roman" panose="02020603050405020304" pitchFamily="18" charset="0"/>
                <a:cs typeface="Times New Roman" panose="02020603050405020304" pitchFamily="18" charset="0"/>
              </a:rPr>
              <a:t>)</a:t>
            </a:r>
          </a:p>
          <a:p>
            <a:pPr marL="190500" lvl="1" indent="-285750">
              <a:spcBef>
                <a:spcPct val="20000"/>
              </a:spcBef>
              <a:buClr>
                <a:srgbClr val="3333CC"/>
              </a:buClr>
              <a:buSzPct val="75000"/>
              <a:defRPr/>
            </a:pPr>
            <a:r>
              <a:rPr kumimoji="1" lang="en-US" altLang="zh-CN" b="1" kern="0" dirty="0">
                <a:solidFill>
                  <a:srgbClr val="000000"/>
                </a:solidFill>
                <a:latin typeface="Times New Roman" panose="02020603050405020304" pitchFamily="18" charset="0"/>
                <a:cs typeface="Times New Roman" panose="02020603050405020304" pitchFamily="18" charset="0"/>
              </a:rPr>
              <a:t>   </a:t>
            </a:r>
            <a:r>
              <a:rPr kumimoji="1" lang="en-US" altLang="zh-CN" b="1"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i="1" baseline="-25000" dirty="0">
                <a:solidFill>
                  <a:srgbClr val="000000"/>
                </a:solidFill>
                <a:latin typeface="Times New Roman" panose="02020603050405020304" pitchFamily="18" charset="0"/>
              </a:rPr>
              <a:t>lm</a:t>
            </a:r>
            <a:r>
              <a:rPr kumimoji="1" lang="en-US" altLang="zh-CN" b="1" kern="0" dirty="0">
                <a:solidFill>
                  <a:srgbClr val="000000"/>
                </a:solidFill>
                <a:latin typeface="Times New Roman" panose="02020603050405020304" pitchFamily="18" charset="0"/>
                <a:cs typeface="Times New Roman" panose="02020603050405020304" pitchFamily="18" charset="0"/>
              </a:rPr>
              <a:t> id + ( id + </a:t>
            </a:r>
            <a:r>
              <a:rPr kumimoji="1" lang="en-US" altLang="zh-CN" b="1" u="sng" kern="0" dirty="0">
                <a:solidFill>
                  <a:srgbClr val="000000"/>
                </a:solidFill>
                <a:latin typeface="Times New Roman" panose="02020603050405020304" pitchFamily="18" charset="0"/>
                <a:cs typeface="Times New Roman" panose="02020603050405020304" pitchFamily="18" charset="0"/>
              </a:rPr>
              <a:t>id</a:t>
            </a:r>
            <a:r>
              <a:rPr kumimoji="1" lang="en-US" altLang="zh-CN" b="1" kern="0" dirty="0">
                <a:solidFill>
                  <a:srgbClr val="000000"/>
                </a:solidFill>
                <a:latin typeface="Times New Roman" panose="02020603050405020304" pitchFamily="18" charset="0"/>
                <a:cs typeface="Times New Roman" panose="02020603050405020304" pitchFamily="18" charset="0"/>
              </a:rPr>
              <a:t> )</a:t>
            </a:r>
          </a:p>
        </p:txBody>
      </p:sp>
      <p:grpSp>
        <p:nvGrpSpPr>
          <p:cNvPr id="2" name="组合 3"/>
          <p:cNvGrpSpPr/>
          <p:nvPr/>
        </p:nvGrpSpPr>
        <p:grpSpPr bwMode="auto">
          <a:xfrm>
            <a:off x="3286125" y="966019"/>
            <a:ext cx="2720975" cy="2109787"/>
            <a:chOff x="3315223" y="3225232"/>
            <a:chExt cx="2720535" cy="2815873"/>
          </a:xfrm>
        </p:grpSpPr>
        <p:sp>
          <p:nvSpPr>
            <p:cNvPr id="3" name="矩形 2"/>
            <p:cNvSpPr/>
            <p:nvPr/>
          </p:nvSpPr>
          <p:spPr>
            <a:xfrm>
              <a:off x="4026308" y="3225232"/>
              <a:ext cx="503157"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i="1" dirty="0">
                  <a:solidFill>
                    <a:schemeClr val="tx1"/>
                  </a:solidFill>
                  <a:latin typeface="Times New Roman" panose="02020603050405020304" pitchFamily="18" charset="0"/>
                  <a:cs typeface="Times New Roman" panose="02020603050405020304" pitchFamily="18" charset="0"/>
                </a:rPr>
                <a:t>E</a:t>
              </a:r>
              <a:endParaRPr lang="zh-CN" altLang="en-US" sz="2000" b="1" i="1" dirty="0">
                <a:solidFill>
                  <a:schemeClr val="tx1"/>
                </a:solidFill>
                <a:latin typeface="Times New Roman" panose="02020603050405020304" pitchFamily="18" charset="0"/>
                <a:cs typeface="Times New Roman" panose="02020603050405020304" pitchFamily="18" charset="0"/>
              </a:endParaRPr>
            </a:p>
          </p:txBody>
        </p:sp>
        <p:cxnSp>
          <p:nvCxnSpPr>
            <p:cNvPr id="5" name="直接连接符 4"/>
            <p:cNvCxnSpPr/>
            <p:nvPr/>
          </p:nvCxnSpPr>
          <p:spPr>
            <a:xfrm flipH="1">
              <a:off x="3567595" y="3608733"/>
              <a:ext cx="682515" cy="2500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250110" y="3608733"/>
              <a:ext cx="0" cy="2775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250110" y="3608733"/>
              <a:ext cx="747591" cy="2775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3315223" y="3907483"/>
              <a:ext cx="503157" cy="28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i="1" dirty="0">
                  <a:solidFill>
                    <a:schemeClr val="tx1"/>
                  </a:solidFill>
                  <a:latin typeface="Times New Roman" panose="02020603050405020304" pitchFamily="18" charset="0"/>
                  <a:cs typeface="Times New Roman" panose="02020603050405020304" pitchFamily="18" charset="0"/>
                </a:rPr>
                <a:t>E</a:t>
              </a:r>
              <a:endParaRPr lang="zh-CN" altLang="en-US" sz="2000" b="1" i="1" dirty="0">
                <a:solidFill>
                  <a:schemeClr val="tx1"/>
                </a:solidFill>
                <a:latin typeface="Times New Roman" panose="02020603050405020304" pitchFamily="18" charset="0"/>
                <a:cs typeface="Times New Roman" panose="02020603050405020304" pitchFamily="18" charset="0"/>
              </a:endParaRPr>
            </a:p>
          </p:txBody>
        </p:sp>
        <p:sp>
          <p:nvSpPr>
            <p:cNvPr id="18" name="矩形 17"/>
            <p:cNvSpPr/>
            <p:nvPr/>
          </p:nvSpPr>
          <p:spPr>
            <a:xfrm>
              <a:off x="4005674" y="3899008"/>
              <a:ext cx="503156"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dirty="0">
                  <a:solidFill>
                    <a:schemeClr val="tx1"/>
                  </a:solidFill>
                  <a:latin typeface="Times New Roman" panose="02020603050405020304" pitchFamily="18" charset="0"/>
                  <a:cs typeface="Times New Roman" panose="02020603050405020304" pitchFamily="18" charset="0"/>
                </a:rPr>
                <a:t>+</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
          <p:nvSpPr>
            <p:cNvPr id="19" name="矩形 18"/>
            <p:cNvSpPr/>
            <p:nvPr/>
          </p:nvSpPr>
          <p:spPr>
            <a:xfrm>
              <a:off x="4746916" y="3928671"/>
              <a:ext cx="503157"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i="1" dirty="0">
                  <a:solidFill>
                    <a:schemeClr val="tx1"/>
                  </a:solidFill>
                  <a:latin typeface="Times New Roman" panose="02020603050405020304" pitchFamily="18" charset="0"/>
                  <a:cs typeface="Times New Roman" panose="02020603050405020304" pitchFamily="18" charset="0"/>
                </a:rPr>
                <a:t>E</a:t>
              </a:r>
              <a:endParaRPr lang="zh-CN" altLang="en-US" sz="2000" b="1" i="1" dirty="0">
                <a:solidFill>
                  <a:schemeClr val="tx1"/>
                </a:solidFill>
                <a:latin typeface="Times New Roman" panose="02020603050405020304" pitchFamily="18" charset="0"/>
                <a:cs typeface="Times New Roman" panose="02020603050405020304" pitchFamily="18" charset="0"/>
              </a:endParaRPr>
            </a:p>
          </p:txBody>
        </p:sp>
        <p:cxnSp>
          <p:nvCxnSpPr>
            <p:cNvPr id="20" name="直接连接符 19"/>
            <p:cNvCxnSpPr/>
            <p:nvPr/>
          </p:nvCxnSpPr>
          <p:spPr>
            <a:xfrm>
              <a:off x="3585054" y="4216826"/>
              <a:ext cx="0" cy="27756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3337444" y="4507100"/>
              <a:ext cx="503157"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dirty="0">
                  <a:solidFill>
                    <a:schemeClr val="tx1"/>
                  </a:solidFill>
                  <a:latin typeface="Times New Roman" panose="02020603050405020304" pitchFamily="18" charset="0"/>
                  <a:cs typeface="Times New Roman" panose="02020603050405020304" pitchFamily="18" charset="0"/>
                </a:rPr>
                <a:t>id</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cxnSp>
          <p:nvCxnSpPr>
            <p:cNvPr id="28" name="直接连接符 27"/>
            <p:cNvCxnSpPr/>
            <p:nvPr/>
          </p:nvCxnSpPr>
          <p:spPr>
            <a:xfrm flipH="1">
              <a:off x="4316774" y="4223182"/>
              <a:ext cx="684101" cy="2500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000875" y="4223182"/>
              <a:ext cx="0" cy="2775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000875" y="4223182"/>
              <a:ext cx="746004" cy="2775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4064402" y="4521932"/>
              <a:ext cx="503157" cy="28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dirty="0">
                  <a:solidFill>
                    <a:schemeClr val="tx1"/>
                  </a:solidFill>
                  <a:latin typeface="Times New Roman" panose="02020603050405020304" pitchFamily="18" charset="0"/>
                  <a:cs typeface="Times New Roman" panose="02020603050405020304" pitchFamily="18" charset="0"/>
                </a:rPr>
                <a:t>(</a:t>
              </a:r>
              <a:endParaRPr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32" name="矩形 31"/>
            <p:cNvSpPr/>
            <p:nvPr/>
          </p:nvSpPr>
          <p:spPr>
            <a:xfrm>
              <a:off x="4785010" y="4513457"/>
              <a:ext cx="503157"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i="1" dirty="0">
                  <a:solidFill>
                    <a:schemeClr val="tx1"/>
                  </a:solidFill>
                  <a:latin typeface="Times New Roman" panose="02020603050405020304" pitchFamily="18" charset="0"/>
                  <a:cs typeface="Times New Roman" panose="02020603050405020304" pitchFamily="18" charset="0"/>
                </a:rPr>
                <a:t>E</a:t>
              </a:r>
              <a:endParaRPr lang="zh-CN" altLang="en-US" sz="2000" b="1" i="1" dirty="0">
                <a:solidFill>
                  <a:schemeClr val="tx1"/>
                </a:solidFill>
                <a:latin typeface="Times New Roman" panose="02020603050405020304" pitchFamily="18" charset="0"/>
                <a:cs typeface="Times New Roman" panose="02020603050405020304" pitchFamily="18" charset="0"/>
              </a:endParaRPr>
            </a:p>
          </p:txBody>
        </p:sp>
        <p:sp>
          <p:nvSpPr>
            <p:cNvPr id="33" name="矩形 32"/>
            <p:cNvSpPr/>
            <p:nvPr/>
          </p:nvSpPr>
          <p:spPr>
            <a:xfrm>
              <a:off x="5496095" y="4543120"/>
              <a:ext cx="503157"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dirty="0">
                  <a:solidFill>
                    <a:schemeClr val="tx1"/>
                  </a:solidFill>
                  <a:latin typeface="Times New Roman" panose="02020603050405020304" pitchFamily="18" charset="0"/>
                  <a:cs typeface="Times New Roman" panose="02020603050405020304" pitchFamily="18" charset="0"/>
                </a:rPr>
                <a:t>)</a:t>
              </a:r>
              <a:endParaRPr lang="zh-CN" altLang="en-US" sz="2000" dirty="0">
                <a:solidFill>
                  <a:schemeClr val="tx1"/>
                </a:solidFill>
                <a:latin typeface="Times New Roman" panose="02020603050405020304" pitchFamily="18" charset="0"/>
                <a:cs typeface="Times New Roman" panose="02020603050405020304" pitchFamily="18" charset="0"/>
              </a:endParaRPr>
            </a:p>
          </p:txBody>
        </p:sp>
        <p:cxnSp>
          <p:nvCxnSpPr>
            <p:cNvPr id="34" name="直接连接符 33"/>
            <p:cNvCxnSpPr/>
            <p:nvPr/>
          </p:nvCxnSpPr>
          <p:spPr>
            <a:xfrm flipH="1">
              <a:off x="4372327" y="4810088"/>
              <a:ext cx="684102" cy="2500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5056429" y="4810088"/>
              <a:ext cx="0" cy="27756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5056429" y="4810088"/>
              <a:ext cx="747591" cy="27756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4121543" y="5108837"/>
              <a:ext cx="503157"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i="1" dirty="0">
                  <a:solidFill>
                    <a:schemeClr val="tx1"/>
                  </a:solidFill>
                  <a:latin typeface="Times New Roman" panose="02020603050405020304" pitchFamily="18" charset="0"/>
                  <a:cs typeface="Times New Roman" panose="02020603050405020304" pitchFamily="18" charset="0"/>
                </a:rPr>
                <a:t>E</a:t>
              </a:r>
              <a:endParaRPr lang="zh-CN" altLang="en-US" sz="2000" b="1" i="1" dirty="0">
                <a:solidFill>
                  <a:schemeClr val="tx1"/>
                </a:solidFill>
                <a:latin typeface="Times New Roman" panose="02020603050405020304" pitchFamily="18" charset="0"/>
                <a:cs typeface="Times New Roman" panose="02020603050405020304" pitchFamily="18" charset="0"/>
              </a:endParaRPr>
            </a:p>
          </p:txBody>
        </p:sp>
        <p:sp>
          <p:nvSpPr>
            <p:cNvPr id="38" name="矩形 37"/>
            <p:cNvSpPr/>
            <p:nvPr/>
          </p:nvSpPr>
          <p:spPr>
            <a:xfrm>
              <a:off x="4832628" y="5100362"/>
              <a:ext cx="503157"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dirty="0">
                  <a:solidFill>
                    <a:schemeClr val="tx1"/>
                  </a:solidFill>
                  <a:latin typeface="Times New Roman" panose="02020603050405020304" pitchFamily="18" charset="0"/>
                  <a:cs typeface="Times New Roman" panose="02020603050405020304" pitchFamily="18" charset="0"/>
                </a:rPr>
                <a:t>+</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
          <p:nvSpPr>
            <p:cNvPr id="39" name="矩形 38"/>
            <p:cNvSpPr/>
            <p:nvPr/>
          </p:nvSpPr>
          <p:spPr>
            <a:xfrm>
              <a:off x="5529428" y="5151213"/>
              <a:ext cx="503156" cy="290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i="1" dirty="0">
                  <a:solidFill>
                    <a:schemeClr val="tx1"/>
                  </a:solidFill>
                  <a:latin typeface="Times New Roman" panose="02020603050405020304" pitchFamily="18" charset="0"/>
                  <a:cs typeface="Times New Roman" panose="02020603050405020304" pitchFamily="18" charset="0"/>
                </a:rPr>
                <a:t>E</a:t>
              </a:r>
              <a:endParaRPr lang="zh-CN" altLang="en-US" sz="2000" b="1" i="1" dirty="0">
                <a:solidFill>
                  <a:schemeClr val="tx1"/>
                </a:solidFill>
                <a:latin typeface="Times New Roman" panose="02020603050405020304" pitchFamily="18" charset="0"/>
                <a:cs typeface="Times New Roman" panose="02020603050405020304" pitchFamily="18" charset="0"/>
              </a:endParaRPr>
            </a:p>
          </p:txBody>
        </p:sp>
        <p:cxnSp>
          <p:nvCxnSpPr>
            <p:cNvPr id="40" name="直接连接符 39"/>
            <p:cNvCxnSpPr/>
            <p:nvPr/>
          </p:nvCxnSpPr>
          <p:spPr>
            <a:xfrm>
              <a:off x="4367566" y="5441488"/>
              <a:ext cx="0" cy="27544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4119956" y="5731761"/>
              <a:ext cx="503156"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dirty="0">
                  <a:solidFill>
                    <a:schemeClr val="tx1"/>
                  </a:solidFill>
                  <a:latin typeface="Times New Roman" panose="02020603050405020304" pitchFamily="18" charset="0"/>
                  <a:cs typeface="Times New Roman" panose="02020603050405020304" pitchFamily="18" charset="0"/>
                </a:rPr>
                <a:t>id</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cxnSp>
          <p:nvCxnSpPr>
            <p:cNvPr id="42" name="直接连接符 41"/>
            <p:cNvCxnSpPr/>
            <p:nvPr/>
          </p:nvCxnSpPr>
          <p:spPr>
            <a:xfrm>
              <a:off x="5761165" y="5475388"/>
              <a:ext cx="0" cy="27756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5532602" y="5752949"/>
              <a:ext cx="503156"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dirty="0">
                  <a:solidFill>
                    <a:schemeClr val="tx1"/>
                  </a:solidFill>
                  <a:latin typeface="Times New Roman" panose="02020603050405020304" pitchFamily="18" charset="0"/>
                  <a:cs typeface="Times New Roman" panose="02020603050405020304" pitchFamily="18" charset="0"/>
                </a:rPr>
                <a:t>id</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grpSp>
      <p:sp>
        <p:nvSpPr>
          <p:cNvPr id="44" name="矩形 43"/>
          <p:cNvSpPr/>
          <p:nvPr/>
        </p:nvSpPr>
        <p:spPr>
          <a:xfrm>
            <a:off x="6072188" y="2917825"/>
            <a:ext cx="2414587" cy="2032000"/>
          </a:xfrm>
          <a:prstGeom prst="rect">
            <a:avLst/>
          </a:prstGeom>
          <a:solidFill>
            <a:schemeClr val="accent2">
              <a:lumMod val="40000"/>
              <a:lumOff val="60000"/>
            </a:schemeClr>
          </a:solidFill>
          <a:ln w="12700">
            <a:solidFill>
              <a:schemeClr val="tx1"/>
            </a:solidFill>
          </a:ln>
        </p:spPr>
        <p:txBody>
          <a:bodyP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19050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a:spcBef>
                <a:spcPct val="20000"/>
              </a:spcBef>
              <a:buClr>
                <a:srgbClr val="3333CC"/>
              </a:buClr>
              <a:buSzPct val="75000"/>
              <a:defRPr/>
            </a:pPr>
            <a:r>
              <a:rPr kumimoji="1" lang="en-US" altLang="zh-CN" b="1" i="1" dirty="0">
                <a:solidFill>
                  <a:srgbClr val="FF0000"/>
                </a:solidFill>
                <a:latin typeface="Times New Roman" panose="02020603050405020304" pitchFamily="18" charset="0"/>
                <a:cs typeface="Times New Roman" panose="02020603050405020304" pitchFamily="18" charset="0"/>
              </a:rPr>
              <a:t>E</a:t>
            </a: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i="1" baseline="-25000" dirty="0">
                <a:solidFill>
                  <a:srgbClr val="000000"/>
                </a:solidFill>
                <a:latin typeface="Times New Roman" panose="02020603050405020304" pitchFamily="18" charset="0"/>
                <a:sym typeface="Symbol" panose="05050102010706020507" pitchFamily="18" charset="2"/>
              </a:rPr>
              <a:t>rm</a:t>
            </a: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i="1" dirty="0">
                <a:solidFill>
                  <a:srgbClr val="000000"/>
                </a:solidFill>
                <a:latin typeface="Times New Roman" panose="02020603050405020304" pitchFamily="18" charset="0"/>
                <a:cs typeface="Times New Roman" panose="02020603050405020304" pitchFamily="18" charset="0"/>
              </a:rPr>
              <a:t>E </a:t>
            </a: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i="1" dirty="0">
                <a:solidFill>
                  <a:srgbClr val="FF0000"/>
                </a:solidFill>
                <a:latin typeface="Times New Roman" panose="02020603050405020304" pitchFamily="18" charset="0"/>
                <a:cs typeface="Times New Roman" panose="02020603050405020304" pitchFamily="18" charset="0"/>
              </a:rPr>
              <a:t>E</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i="1" baseline="-25000" dirty="0">
                <a:solidFill>
                  <a:srgbClr val="000000"/>
                </a:solidFill>
                <a:latin typeface="Times New Roman" panose="02020603050405020304" pitchFamily="18" charset="0"/>
                <a:sym typeface="Symbol" panose="05050102010706020507" pitchFamily="18" charset="2"/>
              </a:rPr>
              <a:t>rm</a:t>
            </a: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i="1" dirty="0">
                <a:solidFill>
                  <a:srgbClr val="000000"/>
                </a:solidFill>
                <a:latin typeface="Times New Roman" panose="02020603050405020304" pitchFamily="18" charset="0"/>
                <a:cs typeface="Times New Roman" panose="02020603050405020304" pitchFamily="18" charset="0"/>
              </a:rPr>
              <a:t>E </a:t>
            </a:r>
            <a:r>
              <a:rPr kumimoji="1" lang="en-US" altLang="zh-CN" b="1" dirty="0">
                <a:solidFill>
                  <a:srgbClr val="000000"/>
                </a:solidFill>
                <a:latin typeface="Times New Roman" panose="02020603050405020304" pitchFamily="18" charset="0"/>
                <a:cs typeface="Times New Roman" panose="02020603050405020304" pitchFamily="18" charset="0"/>
              </a:rPr>
              <a:t>+</a:t>
            </a:r>
            <a:r>
              <a:rPr kumimoji="1" lang="en-US" altLang="zh-CN" b="1" u="sng" dirty="0">
                <a:solidFill>
                  <a:srgbClr val="000000"/>
                </a:solidFill>
                <a:latin typeface="Times New Roman" panose="02020603050405020304" pitchFamily="18" charset="0"/>
                <a:cs typeface="Times New Roman" panose="02020603050405020304" pitchFamily="18" charset="0"/>
              </a:rPr>
              <a:t> ( </a:t>
            </a:r>
            <a:r>
              <a:rPr kumimoji="1" lang="en-US" altLang="zh-CN" b="1" i="1" u="sng" dirty="0">
                <a:solidFill>
                  <a:srgbClr val="FF0000"/>
                </a:solidFill>
                <a:latin typeface="Times New Roman" panose="02020603050405020304" pitchFamily="18" charset="0"/>
                <a:cs typeface="Times New Roman" panose="02020603050405020304" pitchFamily="18" charset="0"/>
              </a:rPr>
              <a:t>E</a:t>
            </a:r>
            <a:r>
              <a:rPr kumimoji="1" lang="en-US" altLang="zh-CN" b="1" i="1" u="sng" dirty="0">
                <a:solidFill>
                  <a:srgbClr val="000000"/>
                </a:solidFill>
                <a:latin typeface="Times New Roman" panose="02020603050405020304" pitchFamily="18" charset="0"/>
                <a:cs typeface="Times New Roman" panose="02020603050405020304" pitchFamily="18" charset="0"/>
              </a:rPr>
              <a:t> </a:t>
            </a:r>
            <a:r>
              <a:rPr kumimoji="1" lang="en-US" altLang="zh-CN" b="1" u="sng" dirty="0">
                <a:solidFill>
                  <a:srgbClr val="000000"/>
                </a:solidFill>
                <a:latin typeface="Times New Roman" panose="02020603050405020304" pitchFamily="18" charset="0"/>
                <a:cs typeface="Times New Roman" panose="02020603050405020304" pitchFamily="18" charset="0"/>
              </a:rPr>
              <a:t>)</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i="1" baseline="-25000" dirty="0">
                <a:solidFill>
                  <a:srgbClr val="000000"/>
                </a:solidFill>
                <a:latin typeface="Times New Roman" panose="02020603050405020304" pitchFamily="18" charset="0"/>
                <a:sym typeface="Symbol" panose="05050102010706020507" pitchFamily="18" charset="2"/>
              </a:rPr>
              <a:t>rm</a:t>
            </a: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i="1" dirty="0">
                <a:solidFill>
                  <a:srgbClr val="000000"/>
                </a:solidFill>
                <a:latin typeface="Times New Roman" panose="02020603050405020304" pitchFamily="18" charset="0"/>
                <a:cs typeface="Times New Roman" panose="02020603050405020304" pitchFamily="18" charset="0"/>
              </a:rPr>
              <a:t>E </a:t>
            </a: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u="sng" dirty="0">
                <a:solidFill>
                  <a:srgbClr val="000000"/>
                </a:solidFill>
                <a:latin typeface="Times New Roman" panose="02020603050405020304" pitchFamily="18" charset="0"/>
                <a:cs typeface="Times New Roman" panose="02020603050405020304" pitchFamily="18" charset="0"/>
              </a:rPr>
              <a:t> </a:t>
            </a:r>
            <a:r>
              <a:rPr kumimoji="1" lang="en-US" altLang="zh-CN" b="1" i="1" u="sng" dirty="0">
                <a:solidFill>
                  <a:srgbClr val="000000"/>
                </a:solidFill>
                <a:latin typeface="Times New Roman" panose="02020603050405020304" pitchFamily="18" charset="0"/>
                <a:cs typeface="Times New Roman" panose="02020603050405020304" pitchFamily="18" charset="0"/>
              </a:rPr>
              <a:t>E </a:t>
            </a:r>
            <a:r>
              <a:rPr kumimoji="1" lang="en-US" altLang="zh-CN" b="1" u="sng" dirty="0">
                <a:solidFill>
                  <a:srgbClr val="000000"/>
                </a:solidFill>
                <a:latin typeface="Times New Roman" panose="02020603050405020304" pitchFamily="18" charset="0"/>
                <a:cs typeface="Times New Roman" panose="02020603050405020304" pitchFamily="18" charset="0"/>
              </a:rPr>
              <a:t>+ </a:t>
            </a:r>
            <a:r>
              <a:rPr kumimoji="1" lang="en-US" altLang="zh-CN" b="1" i="1" u="sng" dirty="0">
                <a:solidFill>
                  <a:srgbClr val="FF0000"/>
                </a:solidFill>
                <a:latin typeface="Times New Roman" panose="02020603050405020304" pitchFamily="18" charset="0"/>
                <a:cs typeface="Times New Roman" panose="02020603050405020304" pitchFamily="18" charset="0"/>
              </a:rPr>
              <a:t>E</a:t>
            </a:r>
            <a:r>
              <a:rPr kumimoji="1" lang="en-US" altLang="zh-CN" b="1" i="1" u="sng" dirty="0">
                <a:solidFill>
                  <a:srgbClr val="0000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rPr>
              <a:t>)</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i="1" baseline="-25000" dirty="0">
                <a:solidFill>
                  <a:srgbClr val="000000"/>
                </a:solidFill>
                <a:latin typeface="Times New Roman" panose="02020603050405020304" pitchFamily="18" charset="0"/>
                <a:sym typeface="Symbol" panose="05050102010706020507" pitchFamily="18" charset="2"/>
              </a:rPr>
              <a:t>rm</a:t>
            </a: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i="1" dirty="0">
                <a:solidFill>
                  <a:srgbClr val="000000"/>
                </a:solidFill>
                <a:latin typeface="Times New Roman" panose="02020603050405020304" pitchFamily="18" charset="0"/>
                <a:cs typeface="Times New Roman" panose="02020603050405020304" pitchFamily="18" charset="0"/>
              </a:rPr>
              <a:t>E </a:t>
            </a:r>
            <a:r>
              <a:rPr kumimoji="1" lang="en-US" altLang="zh-CN" b="1" dirty="0">
                <a:solidFill>
                  <a:srgbClr val="000000"/>
                </a:solidFill>
                <a:latin typeface="Times New Roman" panose="02020603050405020304" pitchFamily="18" charset="0"/>
                <a:cs typeface="Times New Roman" panose="02020603050405020304" pitchFamily="18" charset="0"/>
              </a:rPr>
              <a:t>+ ( </a:t>
            </a:r>
            <a:r>
              <a:rPr kumimoji="1" lang="en-US" altLang="zh-CN" b="1" i="1" dirty="0">
                <a:solidFill>
                  <a:srgbClr val="FF0000"/>
                </a:solidFill>
                <a:latin typeface="Times New Roman" panose="02020603050405020304" pitchFamily="18" charset="0"/>
                <a:cs typeface="Times New Roman" panose="02020603050405020304" pitchFamily="18" charset="0"/>
              </a:rPr>
              <a:t>E</a:t>
            </a:r>
            <a:r>
              <a:rPr kumimoji="1" lang="en-US" altLang="zh-CN" b="1" i="1" dirty="0">
                <a:solidFill>
                  <a:srgbClr val="0000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rPr>
              <a:t>+</a:t>
            </a:r>
            <a:r>
              <a:rPr kumimoji="1" lang="en-US" altLang="zh-CN" b="1" u="sng" dirty="0">
                <a:solidFill>
                  <a:srgbClr val="000000"/>
                </a:solidFill>
                <a:latin typeface="Times New Roman" panose="02020603050405020304" pitchFamily="18" charset="0"/>
                <a:cs typeface="Times New Roman" panose="02020603050405020304" pitchFamily="18" charset="0"/>
              </a:rPr>
              <a:t> id </a:t>
            </a:r>
            <a:r>
              <a:rPr kumimoji="1" lang="en-US" altLang="zh-CN" b="1" dirty="0">
                <a:solidFill>
                  <a:srgbClr val="000000"/>
                </a:solidFill>
                <a:latin typeface="Times New Roman" panose="02020603050405020304" pitchFamily="18" charset="0"/>
                <a:cs typeface="Times New Roman" panose="02020603050405020304" pitchFamily="18" charset="0"/>
              </a:rPr>
              <a:t>)</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i="1" baseline="-25000" dirty="0">
                <a:solidFill>
                  <a:srgbClr val="000000"/>
                </a:solidFill>
                <a:latin typeface="Times New Roman" panose="02020603050405020304" pitchFamily="18" charset="0"/>
                <a:sym typeface="Symbol" panose="05050102010706020507" pitchFamily="18" charset="2"/>
              </a:rPr>
              <a:t>rm</a:t>
            </a: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i="1" dirty="0">
                <a:solidFill>
                  <a:srgbClr val="FF0000"/>
                </a:solidFill>
                <a:latin typeface="Times New Roman" panose="02020603050405020304" pitchFamily="18" charset="0"/>
                <a:cs typeface="Times New Roman" panose="02020603050405020304" pitchFamily="18" charset="0"/>
              </a:rPr>
              <a:t>E</a:t>
            </a:r>
            <a:r>
              <a:rPr kumimoji="1" lang="en-US" altLang="zh-CN" b="1" i="1" dirty="0">
                <a:solidFill>
                  <a:srgbClr val="0000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u="sng" dirty="0">
                <a:solidFill>
                  <a:srgbClr val="000000"/>
                </a:solidFill>
                <a:latin typeface="Times New Roman" panose="02020603050405020304" pitchFamily="18" charset="0"/>
                <a:cs typeface="Times New Roman" panose="02020603050405020304" pitchFamily="18" charset="0"/>
              </a:rPr>
              <a:t> id </a:t>
            </a:r>
            <a:r>
              <a:rPr kumimoji="1" lang="en-US" altLang="zh-CN" b="1" dirty="0">
                <a:solidFill>
                  <a:srgbClr val="000000"/>
                </a:solidFill>
                <a:latin typeface="Times New Roman" panose="02020603050405020304" pitchFamily="18" charset="0"/>
                <a:cs typeface="Times New Roman" panose="02020603050405020304" pitchFamily="18" charset="0"/>
              </a:rPr>
              <a:t>+ id )</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i="1" baseline="-25000" dirty="0">
                <a:solidFill>
                  <a:srgbClr val="000000"/>
                </a:solidFill>
                <a:latin typeface="Times New Roman" panose="02020603050405020304" pitchFamily="18" charset="0"/>
                <a:sym typeface="Symbol" panose="05050102010706020507" pitchFamily="18" charset="2"/>
              </a:rPr>
              <a:t>rm</a:t>
            </a:r>
            <a:r>
              <a:rPr kumimoji="1" lang="en-US" altLang="zh-CN" b="1" u="sng" dirty="0">
                <a:solidFill>
                  <a:srgbClr val="000000"/>
                </a:solidFill>
                <a:latin typeface="Times New Roman" panose="02020603050405020304" pitchFamily="18" charset="0"/>
                <a:cs typeface="Times New Roman" panose="02020603050405020304" pitchFamily="18" charset="0"/>
              </a:rPr>
              <a:t> id </a:t>
            </a:r>
            <a:r>
              <a:rPr kumimoji="1" lang="en-US" altLang="zh-CN" b="1" dirty="0">
                <a:solidFill>
                  <a:srgbClr val="000000"/>
                </a:solidFill>
                <a:latin typeface="Times New Roman" panose="02020603050405020304" pitchFamily="18" charset="0"/>
                <a:cs typeface="Times New Roman" panose="02020603050405020304" pitchFamily="18" charset="0"/>
              </a:rPr>
              <a:t>+ ( id + id )</a:t>
            </a:r>
            <a:endParaRPr lang="en-US" altLang="zh-CN" b="1" dirty="0">
              <a:solidFill>
                <a:srgbClr val="000000"/>
              </a:solidFill>
              <a:latin typeface="Times New Roman" panose="02020603050405020304" pitchFamily="18" charset="0"/>
            </a:endParaRPr>
          </a:p>
        </p:txBody>
      </p:sp>
      <p:sp>
        <p:nvSpPr>
          <p:cNvPr id="45" name="Rectangle 6"/>
          <p:cNvSpPr>
            <a:spLocks noChangeArrowheads="1"/>
          </p:cNvSpPr>
          <p:nvPr/>
        </p:nvSpPr>
        <p:spPr bwMode="auto">
          <a:xfrm>
            <a:off x="785813" y="714375"/>
            <a:ext cx="2389187" cy="2114550"/>
          </a:xfrm>
          <a:prstGeom prst="rect">
            <a:avLst/>
          </a:prstGeom>
          <a:solidFill>
            <a:schemeClr val="accent2">
              <a:lumMod val="40000"/>
              <a:lumOff val="60000"/>
            </a:schemeClr>
          </a:solidFill>
          <a:ln w="12700">
            <a:solidFill>
              <a:schemeClr val="tx1"/>
            </a:solidFill>
            <a:miter lim="800000"/>
          </a:ln>
        </p:spPr>
        <p:txBody>
          <a:bodyPr/>
          <a:lstStyle>
            <a:lvl1pPr marL="342900" indent="-342900">
              <a:defRPr>
                <a:solidFill>
                  <a:schemeClr val="tx1"/>
                </a:solidFill>
                <a:latin typeface="Tahoma" panose="020B0604030504040204" pitchFamily="34" charset="0"/>
                <a:ea typeface="宋体" panose="02010600030101010101" pitchFamily="2" charset="-122"/>
              </a:defRPr>
            </a:lvl1pPr>
            <a:lvl2pPr marL="19050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a:spcBef>
                <a:spcPct val="20000"/>
              </a:spcBef>
              <a:buClr>
                <a:srgbClr val="3333CC"/>
              </a:buClr>
              <a:buSzPct val="75000"/>
              <a:defRPr/>
            </a:pPr>
            <a:r>
              <a:rPr kumimoji="1" lang="en-US" altLang="zh-CN" b="1" i="1" dirty="0">
                <a:solidFill>
                  <a:srgbClr val="FF0000"/>
                </a:solidFill>
                <a:latin typeface="Times New Roman" panose="02020603050405020304" pitchFamily="18" charset="0"/>
                <a:cs typeface="Times New Roman" panose="02020603050405020304" pitchFamily="18" charset="0"/>
              </a:rPr>
              <a:t>E</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 </a:t>
            </a: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3333CC"/>
                </a:solidFill>
                <a:latin typeface="Times New Roman" panose="02020603050405020304" pitchFamily="18" charset="0"/>
                <a:cs typeface="Times New Roman" panose="02020603050405020304" pitchFamily="18" charset="0"/>
              </a:rPr>
              <a:t> </a:t>
            </a:r>
            <a:r>
              <a:rPr kumimoji="1" lang="en-US" altLang="zh-CN" b="1" i="1" dirty="0">
                <a:solidFill>
                  <a:srgbClr val="FF0000"/>
                </a:solidFill>
                <a:latin typeface="Times New Roman" panose="02020603050405020304" pitchFamily="18" charset="0"/>
                <a:cs typeface="Times New Roman" panose="02020603050405020304" pitchFamily="18" charset="0"/>
              </a:rPr>
              <a:t>E</a:t>
            </a:r>
            <a:r>
              <a:rPr kumimoji="1" lang="en-US" altLang="zh-CN" b="1" dirty="0">
                <a:solidFill>
                  <a:srgbClr val="FFFF00"/>
                </a:solidFill>
                <a:latin typeface="Times New Roman" panose="02020603050405020304" pitchFamily="18" charset="0"/>
                <a:cs typeface="Times New Roman" panose="02020603050405020304" pitchFamily="18" charset="0"/>
              </a:rPr>
              <a:t> </a:t>
            </a:r>
            <a:endParaRPr kumimoji="1" lang="en-US" altLang="zh-CN" b="1" dirty="0">
              <a:solidFill>
                <a:srgbClr val="000000"/>
              </a:solidFill>
              <a:latin typeface="Times New Roman" panose="02020603050405020304" pitchFamily="18" charset="0"/>
              <a:cs typeface="Times New Roman" panose="02020603050405020304" pitchFamily="18" charset="0"/>
            </a:endParaRP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 </a:t>
            </a:r>
            <a:r>
              <a:rPr kumimoji="1" lang="en-US" altLang="zh-CN" b="1" dirty="0">
                <a:latin typeface="Times New Roman" panose="02020603050405020304" pitchFamily="18" charset="0"/>
                <a:cs typeface="Times New Roman" panose="02020603050405020304" pitchFamily="18" charset="0"/>
              </a:rPr>
              <a:t>+</a:t>
            </a:r>
            <a:r>
              <a:rPr kumimoji="1" lang="en-US" altLang="zh-CN" b="1" u="sng" dirty="0">
                <a:latin typeface="Times New Roman" panose="02020603050405020304" pitchFamily="18" charset="0"/>
                <a:cs typeface="Times New Roman" panose="02020603050405020304" pitchFamily="18" charset="0"/>
              </a:rPr>
              <a:t> ( </a:t>
            </a:r>
            <a:r>
              <a:rPr kumimoji="1" lang="en-US" altLang="zh-CN" b="1" i="1" u="sng" dirty="0">
                <a:solidFill>
                  <a:srgbClr val="FF0000"/>
                </a:solidFill>
                <a:latin typeface="Times New Roman" panose="02020603050405020304" pitchFamily="18" charset="0"/>
                <a:cs typeface="Times New Roman" panose="02020603050405020304" pitchFamily="18" charset="0"/>
              </a:rPr>
              <a:t>E </a:t>
            </a:r>
            <a:r>
              <a:rPr kumimoji="1" lang="en-US" altLang="zh-CN" b="1" u="sng" dirty="0">
                <a:latin typeface="Times New Roman" panose="02020603050405020304" pitchFamily="18" charset="0"/>
                <a:cs typeface="Times New Roman" panose="02020603050405020304" pitchFamily="18" charset="0"/>
              </a:rPr>
              <a:t>) </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 </a:t>
            </a:r>
            <a:r>
              <a:rPr kumimoji="1" lang="en-US" altLang="zh-CN" b="1" dirty="0">
                <a:latin typeface="Times New Roman" panose="02020603050405020304" pitchFamily="18" charset="0"/>
                <a:cs typeface="Times New Roman" panose="02020603050405020304" pitchFamily="18" charset="0"/>
              </a:rPr>
              <a:t>+ (</a:t>
            </a:r>
            <a:r>
              <a:rPr kumimoji="1" lang="en-US" altLang="zh-CN" b="1" u="sng" dirty="0">
                <a:latin typeface="Times New Roman" panose="02020603050405020304" pitchFamily="18" charset="0"/>
                <a:cs typeface="Times New Roman" panose="02020603050405020304" pitchFamily="18" charset="0"/>
              </a:rPr>
              <a:t> </a:t>
            </a:r>
            <a:r>
              <a:rPr kumimoji="1" lang="en-US" altLang="zh-CN" b="1" i="1" u="sng" dirty="0">
                <a:solidFill>
                  <a:srgbClr val="FF0000"/>
                </a:solidFill>
                <a:latin typeface="Times New Roman" panose="02020603050405020304" pitchFamily="18" charset="0"/>
                <a:cs typeface="Times New Roman" panose="02020603050405020304" pitchFamily="18" charset="0"/>
              </a:rPr>
              <a:t>E </a:t>
            </a:r>
            <a:r>
              <a:rPr kumimoji="1" lang="en-US" altLang="zh-CN" b="1" u="sng" dirty="0">
                <a:latin typeface="Times New Roman" panose="02020603050405020304" pitchFamily="18" charset="0"/>
                <a:cs typeface="Times New Roman" panose="02020603050405020304" pitchFamily="18" charset="0"/>
              </a:rPr>
              <a:t>+ </a:t>
            </a:r>
            <a:r>
              <a:rPr kumimoji="1" lang="en-US" altLang="zh-CN" b="1" i="1" u="sng" dirty="0">
                <a:latin typeface="Times New Roman" panose="02020603050405020304" pitchFamily="18" charset="0"/>
                <a:cs typeface="Times New Roman" panose="02020603050405020304" pitchFamily="18" charset="0"/>
              </a:rPr>
              <a:t>E</a:t>
            </a:r>
            <a:r>
              <a:rPr kumimoji="1" lang="en-US" altLang="zh-CN" b="1" i="1" dirty="0">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i="1" dirty="0">
                <a:solidFill>
                  <a:srgbClr val="FF0000"/>
                </a:solidFill>
                <a:latin typeface="Times New Roman" panose="02020603050405020304" pitchFamily="18" charset="0"/>
                <a:cs typeface="Times New Roman" panose="02020603050405020304" pitchFamily="18" charset="0"/>
              </a:rPr>
              <a:t>E </a:t>
            </a:r>
            <a:r>
              <a:rPr kumimoji="1" lang="en-US" altLang="zh-CN" b="1" dirty="0">
                <a:latin typeface="Times New Roman" panose="02020603050405020304" pitchFamily="18" charset="0"/>
                <a:cs typeface="Times New Roman" panose="02020603050405020304" pitchFamily="18" charset="0"/>
              </a:rPr>
              <a:t>+ (</a:t>
            </a:r>
            <a:r>
              <a:rPr kumimoji="1" lang="en-US" altLang="zh-CN" b="1" u="sng" dirty="0">
                <a:latin typeface="Times New Roman" panose="02020603050405020304" pitchFamily="18" charset="0"/>
                <a:cs typeface="Times New Roman" panose="02020603050405020304" pitchFamily="18" charset="0"/>
              </a:rPr>
              <a:t> id </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 </a:t>
            </a:r>
            <a:r>
              <a:rPr kumimoji="1" lang="en-US" altLang="zh-CN" b="1" dirty="0">
                <a:latin typeface="Times New Roman" panose="02020603050405020304" pitchFamily="18" charset="0"/>
                <a:cs typeface="Times New Roman" panose="02020603050405020304" pitchFamily="18" charset="0"/>
              </a:rPr>
              <a:t>)</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u="sng" dirty="0">
                <a:latin typeface="Times New Roman" panose="02020603050405020304" pitchFamily="18" charset="0"/>
                <a:cs typeface="Times New Roman" panose="02020603050405020304" pitchFamily="18" charset="0"/>
              </a:rPr>
              <a:t>id</a:t>
            </a:r>
            <a:r>
              <a:rPr kumimoji="1" lang="en-US" altLang="zh-CN" b="1" dirty="0">
                <a:latin typeface="Times New Roman" panose="02020603050405020304" pitchFamily="18" charset="0"/>
                <a:cs typeface="Times New Roman" panose="02020603050405020304" pitchFamily="18" charset="0"/>
              </a:rPr>
              <a:t> + ( id + </a:t>
            </a:r>
            <a:r>
              <a:rPr kumimoji="1" lang="en-US" altLang="zh-CN" b="1" i="1" dirty="0">
                <a:solidFill>
                  <a:srgbClr val="FF0000"/>
                </a:solidFill>
                <a:latin typeface="Times New Roman" panose="02020603050405020304" pitchFamily="18" charset="0"/>
                <a:cs typeface="Times New Roman" panose="02020603050405020304" pitchFamily="18" charset="0"/>
              </a:rPr>
              <a:t>E </a:t>
            </a:r>
            <a:r>
              <a:rPr kumimoji="1" lang="en-US" altLang="zh-CN" b="1" dirty="0">
                <a:latin typeface="Times New Roman" panose="02020603050405020304" pitchFamily="18" charset="0"/>
                <a:cs typeface="Times New Roman" panose="02020603050405020304" pitchFamily="18" charset="0"/>
              </a:rPr>
              <a:t>)</a:t>
            </a:r>
          </a:p>
          <a:p>
            <a:pPr lvl="1">
              <a:spcBef>
                <a:spcPct val="20000"/>
              </a:spcBef>
              <a:buClr>
                <a:srgbClr val="3333CC"/>
              </a:buClr>
              <a:buSzPct val="75000"/>
              <a:defRPr/>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latin typeface="Times New Roman" panose="02020603050405020304" pitchFamily="18" charset="0"/>
                <a:cs typeface="Times New Roman" panose="02020603050405020304" pitchFamily="18" charset="0"/>
              </a:rPr>
              <a:t> id + ( id +</a:t>
            </a:r>
            <a:r>
              <a:rPr kumimoji="1" lang="en-US" altLang="zh-CN" b="1" u="sng" dirty="0">
                <a:latin typeface="Times New Roman" panose="02020603050405020304" pitchFamily="18" charset="0"/>
                <a:cs typeface="Times New Roman" panose="02020603050405020304" pitchFamily="18" charset="0"/>
              </a:rPr>
              <a:t> id </a:t>
            </a:r>
            <a:r>
              <a:rPr kumimoji="1" lang="en-US" altLang="zh-CN" b="1" dirty="0">
                <a:latin typeface="Times New Roman" panose="02020603050405020304" pitchFamily="18" charset="0"/>
                <a:cs typeface="Times New Roman" panose="02020603050405020304" pitchFamily="18" charset="0"/>
              </a:rPr>
              <a:t>)</a:t>
            </a:r>
          </a:p>
        </p:txBody>
      </p:sp>
      <p:sp>
        <p:nvSpPr>
          <p:cNvPr id="46" name="Rectangle 6"/>
          <p:cNvSpPr>
            <a:spLocks noChangeArrowheads="1"/>
          </p:cNvSpPr>
          <p:nvPr/>
        </p:nvSpPr>
        <p:spPr bwMode="auto">
          <a:xfrm>
            <a:off x="785813" y="2930525"/>
            <a:ext cx="2389187" cy="2019300"/>
          </a:xfrm>
          <a:prstGeom prst="rect">
            <a:avLst/>
          </a:prstGeom>
          <a:solidFill>
            <a:schemeClr val="accent2">
              <a:lumMod val="40000"/>
              <a:lumOff val="60000"/>
            </a:schemeClr>
          </a:solidFill>
          <a:ln w="12700">
            <a:solidFill>
              <a:schemeClr val="tx1"/>
            </a:solidFill>
            <a:miter lim="800000"/>
          </a:ln>
        </p:spPr>
        <p:txBody>
          <a:bodyPr/>
          <a:lstStyle>
            <a:lvl1pPr marL="342900" indent="-342900">
              <a:defRPr>
                <a:solidFill>
                  <a:schemeClr val="tx1"/>
                </a:solidFill>
                <a:latin typeface="Tahoma" panose="020B0604030504040204" pitchFamily="34" charset="0"/>
                <a:ea typeface="宋体" panose="02010600030101010101" pitchFamily="2" charset="-122"/>
              </a:defRPr>
            </a:lvl1pPr>
            <a:lvl2pPr marL="19050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a:spcBef>
                <a:spcPct val="20000"/>
              </a:spcBef>
              <a:buClr>
                <a:srgbClr val="3333CC"/>
              </a:buClr>
              <a:buSzPct val="75000"/>
              <a:defRPr/>
            </a:pPr>
            <a:r>
              <a:rPr kumimoji="1" lang="en-US" altLang="zh-CN" b="1" i="1" dirty="0">
                <a:solidFill>
                  <a:srgbClr val="FF0000"/>
                </a:solidFill>
                <a:latin typeface="Times New Roman" panose="02020603050405020304" pitchFamily="18" charset="0"/>
                <a:cs typeface="Times New Roman" panose="02020603050405020304" pitchFamily="18" charset="0"/>
              </a:rPr>
              <a:t>E</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i="1" dirty="0">
                <a:solidFill>
                  <a:srgbClr val="FF0000"/>
                </a:solidFill>
                <a:latin typeface="Times New Roman" panose="02020603050405020304" pitchFamily="18" charset="0"/>
                <a:cs typeface="Times New Roman" panose="02020603050405020304" pitchFamily="18" charset="0"/>
              </a:rPr>
              <a:t>E</a:t>
            </a:r>
            <a:r>
              <a:rPr kumimoji="1" lang="en-US" altLang="zh-CN" b="1" i="1" dirty="0">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3333CC"/>
                </a:solidFill>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a:t>
            </a:r>
            <a:r>
              <a:rPr kumimoji="1" lang="en-US" altLang="zh-CN" b="1" dirty="0">
                <a:solidFill>
                  <a:srgbClr val="FFFF00"/>
                </a:solidFill>
                <a:latin typeface="Times New Roman" panose="02020603050405020304" pitchFamily="18" charset="0"/>
                <a:cs typeface="Times New Roman" panose="02020603050405020304" pitchFamily="18" charset="0"/>
              </a:rPr>
              <a:t> </a:t>
            </a:r>
            <a:endParaRPr kumimoji="1" lang="en-US" altLang="zh-CN" b="1" dirty="0">
              <a:solidFill>
                <a:srgbClr val="000000"/>
              </a:solidFill>
              <a:latin typeface="Times New Roman" panose="02020603050405020304" pitchFamily="18" charset="0"/>
              <a:cs typeface="Times New Roman" panose="02020603050405020304" pitchFamily="18" charset="0"/>
            </a:endParaRP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u="sng" dirty="0">
                <a:latin typeface="Times New Roman" panose="02020603050405020304" pitchFamily="18" charset="0"/>
                <a:cs typeface="Times New Roman" panose="02020603050405020304" pitchFamily="18" charset="0"/>
              </a:rPr>
              <a:t>id</a:t>
            </a:r>
            <a:r>
              <a:rPr kumimoji="1" lang="en-US" altLang="zh-CN" b="1" dirty="0">
                <a:latin typeface="Times New Roman" panose="02020603050405020304" pitchFamily="18" charset="0"/>
                <a:cs typeface="Times New Roman" panose="02020603050405020304" pitchFamily="18" charset="0"/>
              </a:rPr>
              <a:t> +  </a:t>
            </a:r>
            <a:r>
              <a:rPr kumimoji="1" lang="en-US" altLang="zh-CN" b="1" i="1" dirty="0">
                <a:solidFill>
                  <a:srgbClr val="FF0000"/>
                </a:solidFill>
                <a:latin typeface="Times New Roman" panose="02020603050405020304" pitchFamily="18" charset="0"/>
                <a:cs typeface="Times New Roman" panose="02020603050405020304" pitchFamily="18" charset="0"/>
              </a:rPr>
              <a:t>E </a:t>
            </a:r>
            <a:r>
              <a:rPr kumimoji="1" lang="en-US" altLang="zh-CN" b="1" dirty="0">
                <a:latin typeface="Times New Roman" panose="02020603050405020304" pitchFamily="18" charset="0"/>
                <a:cs typeface="Times New Roman" panose="02020603050405020304" pitchFamily="18" charset="0"/>
              </a:rPr>
              <a:t> </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id +</a:t>
            </a:r>
            <a:r>
              <a:rPr kumimoji="1" lang="en-US" altLang="zh-CN" b="1" u="sng" dirty="0">
                <a:latin typeface="Times New Roman" panose="02020603050405020304" pitchFamily="18" charset="0"/>
                <a:cs typeface="Times New Roman" panose="02020603050405020304" pitchFamily="18" charset="0"/>
              </a:rPr>
              <a:t> ( </a:t>
            </a:r>
            <a:r>
              <a:rPr kumimoji="1" lang="en-US" altLang="zh-CN" b="1" i="1" u="sng" dirty="0">
                <a:solidFill>
                  <a:srgbClr val="FF0000"/>
                </a:solidFill>
                <a:latin typeface="Times New Roman" panose="02020603050405020304" pitchFamily="18" charset="0"/>
                <a:cs typeface="Times New Roman" panose="02020603050405020304" pitchFamily="18" charset="0"/>
              </a:rPr>
              <a:t>E </a:t>
            </a:r>
            <a:r>
              <a:rPr kumimoji="1" lang="en-US" altLang="zh-CN" b="1" u="sng" dirty="0">
                <a:latin typeface="Times New Roman" panose="02020603050405020304" pitchFamily="18" charset="0"/>
                <a:cs typeface="Times New Roman" panose="02020603050405020304" pitchFamily="18" charset="0"/>
              </a:rPr>
              <a:t>) </a:t>
            </a:r>
            <a:endParaRPr kumimoji="1" lang="en-US" altLang="zh-CN" b="1" u="sng" dirty="0">
              <a:solidFill>
                <a:srgbClr val="000000"/>
              </a:solidFill>
              <a:latin typeface="Times New Roman" panose="02020603050405020304" pitchFamily="18" charset="0"/>
              <a:cs typeface="Times New Roman" panose="02020603050405020304" pitchFamily="18" charset="0"/>
              <a:sym typeface="Symbol" panose="05050102010706020507" pitchFamily="18" charset="2"/>
            </a:endParaRPr>
          </a:p>
          <a:p>
            <a:pPr lvl="1">
              <a:spcBef>
                <a:spcPct val="20000"/>
              </a:spcBef>
              <a:buClr>
                <a:srgbClr val="3333CC"/>
              </a:buClr>
              <a:buSzPct val="75000"/>
              <a:defRPr/>
            </a:pPr>
            <a:r>
              <a:rPr kumimoji="1" lang="zh-CN" altLang="en-US"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dirty="0">
                <a:latin typeface="Times New Roman" panose="02020603050405020304" pitchFamily="18" charset="0"/>
                <a:cs typeface="Times New Roman" panose="02020603050405020304" pitchFamily="18" charset="0"/>
              </a:rPr>
              <a:t> id + ( </a:t>
            </a:r>
            <a:r>
              <a:rPr kumimoji="1" lang="en-US" altLang="zh-CN" b="1" i="1" u="sng" dirty="0">
                <a:latin typeface="Times New Roman" panose="02020603050405020304" pitchFamily="18" charset="0"/>
                <a:cs typeface="Times New Roman" panose="02020603050405020304" pitchFamily="18" charset="0"/>
              </a:rPr>
              <a:t>E</a:t>
            </a:r>
            <a:r>
              <a:rPr kumimoji="1" lang="en-US" altLang="zh-CN" b="1" i="1" u="sng" dirty="0">
                <a:solidFill>
                  <a:srgbClr val="FF0000"/>
                </a:solidFill>
                <a:latin typeface="Times New Roman" panose="02020603050405020304" pitchFamily="18" charset="0"/>
                <a:cs typeface="Times New Roman" panose="02020603050405020304" pitchFamily="18" charset="0"/>
              </a:rPr>
              <a:t> </a:t>
            </a:r>
            <a:r>
              <a:rPr kumimoji="1" lang="en-US" altLang="zh-CN" b="1" u="sng" dirty="0">
                <a:latin typeface="Times New Roman" panose="02020603050405020304" pitchFamily="18" charset="0"/>
                <a:cs typeface="Times New Roman" panose="02020603050405020304" pitchFamily="18" charset="0"/>
              </a:rPr>
              <a:t>+ </a:t>
            </a:r>
            <a:r>
              <a:rPr kumimoji="1" lang="en-US" altLang="zh-CN" b="1" i="1" u="sng" dirty="0">
                <a:solidFill>
                  <a:srgbClr val="FF0000"/>
                </a:solidFill>
                <a:latin typeface="Times New Roman" panose="02020603050405020304" pitchFamily="18" charset="0"/>
                <a:cs typeface="Times New Roman" panose="02020603050405020304" pitchFamily="18" charset="0"/>
              </a:rPr>
              <a:t>E</a:t>
            </a:r>
            <a:r>
              <a:rPr kumimoji="1" lang="en-US" altLang="zh-CN" b="1" i="1" dirty="0">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id</a:t>
            </a:r>
            <a:r>
              <a:rPr kumimoji="1" lang="en-US" altLang="zh-CN" b="1" i="1" dirty="0">
                <a:solidFill>
                  <a:srgbClr val="FF0000"/>
                </a:solidFill>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 ( </a:t>
            </a:r>
            <a:r>
              <a:rPr kumimoji="1" lang="en-US" altLang="zh-CN" b="1" i="1" dirty="0">
                <a:solidFill>
                  <a:srgbClr val="FF0000"/>
                </a:solidFill>
                <a:latin typeface="Times New Roman" panose="02020603050405020304" pitchFamily="18" charset="0"/>
                <a:cs typeface="Times New Roman" panose="02020603050405020304" pitchFamily="18" charset="0"/>
              </a:rPr>
              <a:t>E</a:t>
            </a:r>
            <a:r>
              <a:rPr kumimoji="1" lang="en-US" altLang="zh-CN" b="1" i="1" dirty="0">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 </a:t>
            </a:r>
            <a:r>
              <a:rPr kumimoji="1" lang="en-US" altLang="zh-CN" b="1" u="sng" dirty="0">
                <a:latin typeface="Times New Roman" panose="02020603050405020304" pitchFamily="18" charset="0"/>
                <a:cs typeface="Times New Roman" panose="02020603050405020304" pitchFamily="18" charset="0"/>
              </a:rPr>
              <a:t>id</a:t>
            </a:r>
            <a:r>
              <a:rPr kumimoji="1" lang="en-US" altLang="zh-CN" b="1" i="1" dirty="0">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id + ( </a:t>
            </a:r>
            <a:r>
              <a:rPr kumimoji="1" lang="en-US" altLang="zh-CN" b="1" u="sng" dirty="0">
                <a:latin typeface="Times New Roman" panose="02020603050405020304" pitchFamily="18" charset="0"/>
                <a:cs typeface="Times New Roman" panose="02020603050405020304" pitchFamily="18" charset="0"/>
              </a:rPr>
              <a:t>id</a:t>
            </a:r>
            <a:r>
              <a:rPr kumimoji="1" lang="en-US" altLang="zh-CN" b="1" dirty="0">
                <a:latin typeface="Times New Roman" panose="02020603050405020304" pitchFamily="18" charset="0"/>
                <a:cs typeface="Times New Roman" panose="02020603050405020304" pitchFamily="18" charset="0"/>
              </a:rPr>
              <a:t> + id</a:t>
            </a:r>
            <a:r>
              <a:rPr kumimoji="1" lang="en-US" altLang="zh-CN" b="1" i="1" dirty="0">
                <a:solidFill>
                  <a:srgbClr val="FF0000"/>
                </a:solidFill>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a:t>
            </a:r>
          </a:p>
        </p:txBody>
      </p:sp>
      <p:sp>
        <p:nvSpPr>
          <p:cNvPr id="7" name="灯片编号占位符 6"/>
          <p:cNvSpPr>
            <a:spLocks noGrp="1"/>
          </p:cNvSpPr>
          <p:nvPr>
            <p:ph type="sldNum" sz="quarter" idx="12"/>
          </p:nvPr>
        </p:nvSpPr>
        <p:spPr/>
        <p:txBody>
          <a:bodyPr/>
          <a:lstStyle/>
          <a:p>
            <a:pPr>
              <a:defRPr/>
            </a:pPr>
            <a:fld id="{EA567855-7F13-4FC5-AD61-2B82F6443E16}" type="slidenum">
              <a:rPr lang="zh-CN" altLang="en-US" smtClean="0"/>
              <a:t>9</a:t>
            </a:fld>
            <a:endParaRPr lang="en-US" altLang="zh-CN"/>
          </a:p>
        </p:txBody>
      </p:sp>
      <p:sp>
        <p:nvSpPr>
          <p:cNvPr id="8" name="矩形 7"/>
          <p:cNvSpPr/>
          <p:nvPr/>
        </p:nvSpPr>
        <p:spPr>
          <a:xfrm>
            <a:off x="3235240" y="3626079"/>
            <a:ext cx="2733762" cy="1015663"/>
          </a:xfrm>
          <a:prstGeom prst="rect">
            <a:avLst/>
          </a:prstGeom>
        </p:spPr>
        <p:txBody>
          <a:bodyPr wrap="square">
            <a:spAutoFit/>
          </a:bodyPr>
          <a:lstStyle/>
          <a:p>
            <a:pPr eaLnBrk="1" hangingPunct="1"/>
            <a:r>
              <a:rPr lang="zh-CN" altLang="en-US" sz="2000" b="1" dirty="0">
                <a:solidFill>
                  <a:srgbClr val="333333"/>
                </a:solidFill>
                <a:latin typeface="华文楷体" panose="02010600040101010101" pitchFamily="2" charset="-122"/>
                <a:ea typeface="华文楷体" panose="02010600040101010101" pitchFamily="2" charset="-122"/>
              </a:rPr>
              <a:t>正是利用这种唯一性，使得语法分析器可以进行确定的分析。</a:t>
            </a:r>
            <a:endParaRPr lang="en-US" altLang="zh-CN" sz="2000" b="1" dirty="0">
              <a:solidFill>
                <a:srgbClr val="333333"/>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anim calcmode="lin" valueType="num">
                                      <p:cBhvr>
                                        <p:cTn id="19" dur="500" fill="hold"/>
                                        <p:tgtEl>
                                          <p:spTgt spid="44"/>
                                        </p:tgtEl>
                                        <p:attrNameLst>
                                          <p:attrName>ppt_w</p:attrName>
                                        </p:attrNameLst>
                                      </p:cBhvr>
                                      <p:tavLst>
                                        <p:tav tm="0">
                                          <p:val>
                                            <p:fltVal val="0"/>
                                          </p:val>
                                        </p:tav>
                                        <p:tav tm="100000">
                                          <p:val>
                                            <p:strVal val="#ppt_w"/>
                                          </p:val>
                                        </p:tav>
                                      </p:tavLst>
                                    </p:anim>
                                    <p:anim calcmode="lin" valueType="num">
                                      <p:cBhvr>
                                        <p:cTn id="20" dur="500" fill="hold"/>
                                        <p:tgtEl>
                                          <p:spTgt spid="44"/>
                                        </p:tgtEl>
                                        <p:attrNameLst>
                                          <p:attrName>ppt_h</p:attrName>
                                        </p:attrNameLst>
                                      </p:cBhvr>
                                      <p:tavLst>
                                        <p:tav tm="0">
                                          <p:val>
                                            <p:fltVal val="0"/>
                                          </p:val>
                                        </p:tav>
                                        <p:tav tm="100000">
                                          <p:val>
                                            <p:strVal val="#ppt_h"/>
                                          </p:val>
                                        </p:tav>
                                      </p:tavLst>
                                    </p:anim>
                                    <p:animEffect transition="in" filter="fade">
                                      <p:cBhvr>
                                        <p:cTn id="21" dur="500"/>
                                        <p:tgtEl>
                                          <p:spTgt spid="44"/>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45">
                                            <p:bg/>
                                          </p:spTgt>
                                        </p:tgtEl>
                                        <p:attrNameLst>
                                          <p:attrName>style.visibility</p:attrName>
                                        </p:attrNameLst>
                                      </p:cBhvr>
                                      <p:to>
                                        <p:strVal val="visible"/>
                                      </p:to>
                                    </p:set>
                                    <p:anim calcmode="lin" valueType="num">
                                      <p:cBhvr>
                                        <p:cTn id="24" dur="500" fill="hold"/>
                                        <p:tgtEl>
                                          <p:spTgt spid="45">
                                            <p:bg/>
                                          </p:spTgt>
                                        </p:tgtEl>
                                        <p:attrNameLst>
                                          <p:attrName>ppt_w</p:attrName>
                                        </p:attrNameLst>
                                      </p:cBhvr>
                                      <p:tavLst>
                                        <p:tav tm="0">
                                          <p:val>
                                            <p:fltVal val="0"/>
                                          </p:val>
                                        </p:tav>
                                        <p:tav tm="100000">
                                          <p:val>
                                            <p:strVal val="#ppt_w"/>
                                          </p:val>
                                        </p:tav>
                                      </p:tavLst>
                                    </p:anim>
                                    <p:anim calcmode="lin" valueType="num">
                                      <p:cBhvr>
                                        <p:cTn id="25" dur="500" fill="hold"/>
                                        <p:tgtEl>
                                          <p:spTgt spid="45">
                                            <p:bg/>
                                          </p:spTgt>
                                        </p:tgtEl>
                                        <p:attrNameLst>
                                          <p:attrName>ppt_h</p:attrName>
                                        </p:attrNameLst>
                                      </p:cBhvr>
                                      <p:tavLst>
                                        <p:tav tm="0">
                                          <p:val>
                                            <p:fltVal val="0"/>
                                          </p:val>
                                        </p:tav>
                                        <p:tav tm="100000">
                                          <p:val>
                                            <p:strVal val="#ppt_h"/>
                                          </p:val>
                                        </p:tav>
                                      </p:tavLst>
                                    </p:anim>
                                    <p:animEffect transition="in" filter="fade">
                                      <p:cBhvr>
                                        <p:cTn id="26" dur="500"/>
                                        <p:tgtEl>
                                          <p:spTgt spid="45">
                                            <p:bg/>
                                          </p:spTgt>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45">
                                            <p:txEl>
                                              <p:pRg st="0" end="0"/>
                                            </p:txEl>
                                          </p:spTgt>
                                        </p:tgtEl>
                                        <p:attrNameLst>
                                          <p:attrName>style.visibility</p:attrName>
                                        </p:attrNameLst>
                                      </p:cBhvr>
                                      <p:to>
                                        <p:strVal val="visible"/>
                                      </p:to>
                                    </p:set>
                                    <p:anim calcmode="lin" valueType="num">
                                      <p:cBhvr>
                                        <p:cTn id="29" dur="500" fill="hold"/>
                                        <p:tgtEl>
                                          <p:spTgt spid="45">
                                            <p:txEl>
                                              <p:pRg st="0" end="0"/>
                                            </p:txEl>
                                          </p:spTgt>
                                        </p:tgtEl>
                                        <p:attrNameLst>
                                          <p:attrName>ppt_w</p:attrName>
                                        </p:attrNameLst>
                                      </p:cBhvr>
                                      <p:tavLst>
                                        <p:tav tm="0">
                                          <p:val>
                                            <p:fltVal val="0"/>
                                          </p:val>
                                        </p:tav>
                                        <p:tav tm="100000">
                                          <p:val>
                                            <p:strVal val="#ppt_w"/>
                                          </p:val>
                                        </p:tav>
                                      </p:tavLst>
                                    </p:anim>
                                    <p:anim calcmode="lin" valueType="num">
                                      <p:cBhvr>
                                        <p:cTn id="30" dur="500" fill="hold"/>
                                        <p:tgtEl>
                                          <p:spTgt spid="45">
                                            <p:txEl>
                                              <p:pRg st="0" end="0"/>
                                            </p:txEl>
                                          </p:spTgt>
                                        </p:tgtEl>
                                        <p:attrNameLst>
                                          <p:attrName>ppt_h</p:attrName>
                                        </p:attrNameLst>
                                      </p:cBhvr>
                                      <p:tavLst>
                                        <p:tav tm="0">
                                          <p:val>
                                            <p:fltVal val="0"/>
                                          </p:val>
                                        </p:tav>
                                        <p:tav tm="100000">
                                          <p:val>
                                            <p:strVal val="#ppt_h"/>
                                          </p:val>
                                        </p:tav>
                                      </p:tavLst>
                                    </p:anim>
                                    <p:animEffect transition="in" filter="fade">
                                      <p:cBhvr>
                                        <p:cTn id="31" dur="500"/>
                                        <p:tgtEl>
                                          <p:spTgt spid="45">
                                            <p:txEl>
                                              <p:pRg st="0" end="0"/>
                                            </p:txEl>
                                          </p:spTgt>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45">
                                            <p:txEl>
                                              <p:pRg st="1" end="1"/>
                                            </p:txEl>
                                          </p:spTgt>
                                        </p:tgtEl>
                                        <p:attrNameLst>
                                          <p:attrName>style.visibility</p:attrName>
                                        </p:attrNameLst>
                                      </p:cBhvr>
                                      <p:to>
                                        <p:strVal val="visible"/>
                                      </p:to>
                                    </p:set>
                                    <p:anim calcmode="lin" valueType="num">
                                      <p:cBhvr>
                                        <p:cTn id="34" dur="500" fill="hold"/>
                                        <p:tgtEl>
                                          <p:spTgt spid="45">
                                            <p:txEl>
                                              <p:pRg st="1" end="1"/>
                                            </p:txEl>
                                          </p:spTgt>
                                        </p:tgtEl>
                                        <p:attrNameLst>
                                          <p:attrName>ppt_w</p:attrName>
                                        </p:attrNameLst>
                                      </p:cBhvr>
                                      <p:tavLst>
                                        <p:tav tm="0">
                                          <p:val>
                                            <p:fltVal val="0"/>
                                          </p:val>
                                        </p:tav>
                                        <p:tav tm="100000">
                                          <p:val>
                                            <p:strVal val="#ppt_w"/>
                                          </p:val>
                                        </p:tav>
                                      </p:tavLst>
                                    </p:anim>
                                    <p:anim calcmode="lin" valueType="num">
                                      <p:cBhvr>
                                        <p:cTn id="35" dur="500" fill="hold"/>
                                        <p:tgtEl>
                                          <p:spTgt spid="45">
                                            <p:txEl>
                                              <p:pRg st="1" end="1"/>
                                            </p:txEl>
                                          </p:spTgt>
                                        </p:tgtEl>
                                        <p:attrNameLst>
                                          <p:attrName>ppt_h</p:attrName>
                                        </p:attrNameLst>
                                      </p:cBhvr>
                                      <p:tavLst>
                                        <p:tav tm="0">
                                          <p:val>
                                            <p:fltVal val="0"/>
                                          </p:val>
                                        </p:tav>
                                        <p:tav tm="100000">
                                          <p:val>
                                            <p:strVal val="#ppt_h"/>
                                          </p:val>
                                        </p:tav>
                                      </p:tavLst>
                                    </p:anim>
                                    <p:animEffect transition="in" filter="fade">
                                      <p:cBhvr>
                                        <p:cTn id="36" dur="500"/>
                                        <p:tgtEl>
                                          <p:spTgt spid="45">
                                            <p:txEl>
                                              <p:pRg st="1" end="1"/>
                                            </p:txEl>
                                          </p:spTgt>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45">
                                            <p:txEl>
                                              <p:pRg st="2" end="2"/>
                                            </p:txEl>
                                          </p:spTgt>
                                        </p:tgtEl>
                                        <p:attrNameLst>
                                          <p:attrName>style.visibility</p:attrName>
                                        </p:attrNameLst>
                                      </p:cBhvr>
                                      <p:to>
                                        <p:strVal val="visible"/>
                                      </p:to>
                                    </p:set>
                                    <p:anim calcmode="lin" valueType="num">
                                      <p:cBhvr>
                                        <p:cTn id="39" dur="500" fill="hold"/>
                                        <p:tgtEl>
                                          <p:spTgt spid="45">
                                            <p:txEl>
                                              <p:pRg st="2" end="2"/>
                                            </p:txEl>
                                          </p:spTgt>
                                        </p:tgtEl>
                                        <p:attrNameLst>
                                          <p:attrName>ppt_w</p:attrName>
                                        </p:attrNameLst>
                                      </p:cBhvr>
                                      <p:tavLst>
                                        <p:tav tm="0">
                                          <p:val>
                                            <p:fltVal val="0"/>
                                          </p:val>
                                        </p:tav>
                                        <p:tav tm="100000">
                                          <p:val>
                                            <p:strVal val="#ppt_w"/>
                                          </p:val>
                                        </p:tav>
                                      </p:tavLst>
                                    </p:anim>
                                    <p:anim calcmode="lin" valueType="num">
                                      <p:cBhvr>
                                        <p:cTn id="40" dur="500" fill="hold"/>
                                        <p:tgtEl>
                                          <p:spTgt spid="45">
                                            <p:txEl>
                                              <p:pRg st="2" end="2"/>
                                            </p:txEl>
                                          </p:spTgt>
                                        </p:tgtEl>
                                        <p:attrNameLst>
                                          <p:attrName>ppt_h</p:attrName>
                                        </p:attrNameLst>
                                      </p:cBhvr>
                                      <p:tavLst>
                                        <p:tav tm="0">
                                          <p:val>
                                            <p:fltVal val="0"/>
                                          </p:val>
                                        </p:tav>
                                        <p:tav tm="100000">
                                          <p:val>
                                            <p:strVal val="#ppt_h"/>
                                          </p:val>
                                        </p:tav>
                                      </p:tavLst>
                                    </p:anim>
                                    <p:animEffect transition="in" filter="fade">
                                      <p:cBhvr>
                                        <p:cTn id="41" dur="500"/>
                                        <p:tgtEl>
                                          <p:spTgt spid="45">
                                            <p:txEl>
                                              <p:pRg st="2" end="2"/>
                                            </p:txEl>
                                          </p:spTgt>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45">
                                            <p:txEl>
                                              <p:pRg st="3" end="3"/>
                                            </p:txEl>
                                          </p:spTgt>
                                        </p:tgtEl>
                                        <p:attrNameLst>
                                          <p:attrName>style.visibility</p:attrName>
                                        </p:attrNameLst>
                                      </p:cBhvr>
                                      <p:to>
                                        <p:strVal val="visible"/>
                                      </p:to>
                                    </p:set>
                                    <p:anim calcmode="lin" valueType="num">
                                      <p:cBhvr>
                                        <p:cTn id="44" dur="500" fill="hold"/>
                                        <p:tgtEl>
                                          <p:spTgt spid="45">
                                            <p:txEl>
                                              <p:pRg st="3" end="3"/>
                                            </p:txEl>
                                          </p:spTgt>
                                        </p:tgtEl>
                                        <p:attrNameLst>
                                          <p:attrName>ppt_w</p:attrName>
                                        </p:attrNameLst>
                                      </p:cBhvr>
                                      <p:tavLst>
                                        <p:tav tm="0">
                                          <p:val>
                                            <p:fltVal val="0"/>
                                          </p:val>
                                        </p:tav>
                                        <p:tav tm="100000">
                                          <p:val>
                                            <p:strVal val="#ppt_w"/>
                                          </p:val>
                                        </p:tav>
                                      </p:tavLst>
                                    </p:anim>
                                    <p:anim calcmode="lin" valueType="num">
                                      <p:cBhvr>
                                        <p:cTn id="45" dur="500" fill="hold"/>
                                        <p:tgtEl>
                                          <p:spTgt spid="45">
                                            <p:txEl>
                                              <p:pRg st="3" end="3"/>
                                            </p:txEl>
                                          </p:spTgt>
                                        </p:tgtEl>
                                        <p:attrNameLst>
                                          <p:attrName>ppt_h</p:attrName>
                                        </p:attrNameLst>
                                      </p:cBhvr>
                                      <p:tavLst>
                                        <p:tav tm="0">
                                          <p:val>
                                            <p:fltVal val="0"/>
                                          </p:val>
                                        </p:tav>
                                        <p:tav tm="100000">
                                          <p:val>
                                            <p:strVal val="#ppt_h"/>
                                          </p:val>
                                        </p:tav>
                                      </p:tavLst>
                                    </p:anim>
                                    <p:animEffect transition="in" filter="fade">
                                      <p:cBhvr>
                                        <p:cTn id="46" dur="500"/>
                                        <p:tgtEl>
                                          <p:spTgt spid="45">
                                            <p:txEl>
                                              <p:pRg st="3" end="3"/>
                                            </p:txEl>
                                          </p:spTgt>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45">
                                            <p:txEl>
                                              <p:pRg st="4" end="4"/>
                                            </p:txEl>
                                          </p:spTgt>
                                        </p:tgtEl>
                                        <p:attrNameLst>
                                          <p:attrName>style.visibility</p:attrName>
                                        </p:attrNameLst>
                                      </p:cBhvr>
                                      <p:to>
                                        <p:strVal val="visible"/>
                                      </p:to>
                                    </p:set>
                                    <p:anim calcmode="lin" valueType="num">
                                      <p:cBhvr>
                                        <p:cTn id="49" dur="500" fill="hold"/>
                                        <p:tgtEl>
                                          <p:spTgt spid="45">
                                            <p:txEl>
                                              <p:pRg st="4" end="4"/>
                                            </p:txEl>
                                          </p:spTgt>
                                        </p:tgtEl>
                                        <p:attrNameLst>
                                          <p:attrName>ppt_w</p:attrName>
                                        </p:attrNameLst>
                                      </p:cBhvr>
                                      <p:tavLst>
                                        <p:tav tm="0">
                                          <p:val>
                                            <p:fltVal val="0"/>
                                          </p:val>
                                        </p:tav>
                                        <p:tav tm="100000">
                                          <p:val>
                                            <p:strVal val="#ppt_w"/>
                                          </p:val>
                                        </p:tav>
                                      </p:tavLst>
                                    </p:anim>
                                    <p:anim calcmode="lin" valueType="num">
                                      <p:cBhvr>
                                        <p:cTn id="50" dur="500" fill="hold"/>
                                        <p:tgtEl>
                                          <p:spTgt spid="45">
                                            <p:txEl>
                                              <p:pRg st="4" end="4"/>
                                            </p:txEl>
                                          </p:spTgt>
                                        </p:tgtEl>
                                        <p:attrNameLst>
                                          <p:attrName>ppt_h</p:attrName>
                                        </p:attrNameLst>
                                      </p:cBhvr>
                                      <p:tavLst>
                                        <p:tav tm="0">
                                          <p:val>
                                            <p:fltVal val="0"/>
                                          </p:val>
                                        </p:tav>
                                        <p:tav tm="100000">
                                          <p:val>
                                            <p:strVal val="#ppt_h"/>
                                          </p:val>
                                        </p:tav>
                                      </p:tavLst>
                                    </p:anim>
                                    <p:animEffect transition="in" filter="fade">
                                      <p:cBhvr>
                                        <p:cTn id="51" dur="500"/>
                                        <p:tgtEl>
                                          <p:spTgt spid="45">
                                            <p:txEl>
                                              <p:pRg st="4" end="4"/>
                                            </p:txEl>
                                          </p:spTgt>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45">
                                            <p:txEl>
                                              <p:pRg st="5" end="5"/>
                                            </p:txEl>
                                          </p:spTgt>
                                        </p:tgtEl>
                                        <p:attrNameLst>
                                          <p:attrName>style.visibility</p:attrName>
                                        </p:attrNameLst>
                                      </p:cBhvr>
                                      <p:to>
                                        <p:strVal val="visible"/>
                                      </p:to>
                                    </p:set>
                                    <p:anim calcmode="lin" valueType="num">
                                      <p:cBhvr>
                                        <p:cTn id="54" dur="500" fill="hold"/>
                                        <p:tgtEl>
                                          <p:spTgt spid="45">
                                            <p:txEl>
                                              <p:pRg st="5" end="5"/>
                                            </p:txEl>
                                          </p:spTgt>
                                        </p:tgtEl>
                                        <p:attrNameLst>
                                          <p:attrName>ppt_w</p:attrName>
                                        </p:attrNameLst>
                                      </p:cBhvr>
                                      <p:tavLst>
                                        <p:tav tm="0">
                                          <p:val>
                                            <p:fltVal val="0"/>
                                          </p:val>
                                        </p:tav>
                                        <p:tav tm="100000">
                                          <p:val>
                                            <p:strVal val="#ppt_w"/>
                                          </p:val>
                                        </p:tav>
                                      </p:tavLst>
                                    </p:anim>
                                    <p:anim calcmode="lin" valueType="num">
                                      <p:cBhvr>
                                        <p:cTn id="55" dur="500" fill="hold"/>
                                        <p:tgtEl>
                                          <p:spTgt spid="45">
                                            <p:txEl>
                                              <p:pRg st="5" end="5"/>
                                            </p:txEl>
                                          </p:spTgt>
                                        </p:tgtEl>
                                        <p:attrNameLst>
                                          <p:attrName>ppt_h</p:attrName>
                                        </p:attrNameLst>
                                      </p:cBhvr>
                                      <p:tavLst>
                                        <p:tav tm="0">
                                          <p:val>
                                            <p:fltVal val="0"/>
                                          </p:val>
                                        </p:tav>
                                        <p:tav tm="100000">
                                          <p:val>
                                            <p:strVal val="#ppt_h"/>
                                          </p:val>
                                        </p:tav>
                                      </p:tavLst>
                                    </p:anim>
                                    <p:animEffect transition="in" filter="fade">
                                      <p:cBhvr>
                                        <p:cTn id="56" dur="500"/>
                                        <p:tgtEl>
                                          <p:spTgt spid="45">
                                            <p:txEl>
                                              <p:pRg st="5" end="5"/>
                                            </p:txEl>
                                          </p:spTgt>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46">
                                            <p:bg/>
                                          </p:spTgt>
                                        </p:tgtEl>
                                        <p:attrNameLst>
                                          <p:attrName>style.visibility</p:attrName>
                                        </p:attrNameLst>
                                      </p:cBhvr>
                                      <p:to>
                                        <p:strVal val="visible"/>
                                      </p:to>
                                    </p:set>
                                    <p:anim calcmode="lin" valueType="num">
                                      <p:cBhvr>
                                        <p:cTn id="59" dur="500" fill="hold"/>
                                        <p:tgtEl>
                                          <p:spTgt spid="46">
                                            <p:bg/>
                                          </p:spTgt>
                                        </p:tgtEl>
                                        <p:attrNameLst>
                                          <p:attrName>ppt_w</p:attrName>
                                        </p:attrNameLst>
                                      </p:cBhvr>
                                      <p:tavLst>
                                        <p:tav tm="0">
                                          <p:val>
                                            <p:fltVal val="0"/>
                                          </p:val>
                                        </p:tav>
                                        <p:tav tm="100000">
                                          <p:val>
                                            <p:strVal val="#ppt_w"/>
                                          </p:val>
                                        </p:tav>
                                      </p:tavLst>
                                    </p:anim>
                                    <p:anim calcmode="lin" valueType="num">
                                      <p:cBhvr>
                                        <p:cTn id="60" dur="500" fill="hold"/>
                                        <p:tgtEl>
                                          <p:spTgt spid="46">
                                            <p:bg/>
                                          </p:spTgt>
                                        </p:tgtEl>
                                        <p:attrNameLst>
                                          <p:attrName>ppt_h</p:attrName>
                                        </p:attrNameLst>
                                      </p:cBhvr>
                                      <p:tavLst>
                                        <p:tav tm="0">
                                          <p:val>
                                            <p:fltVal val="0"/>
                                          </p:val>
                                        </p:tav>
                                        <p:tav tm="100000">
                                          <p:val>
                                            <p:strVal val="#ppt_h"/>
                                          </p:val>
                                        </p:tav>
                                      </p:tavLst>
                                    </p:anim>
                                    <p:animEffect transition="in" filter="fade">
                                      <p:cBhvr>
                                        <p:cTn id="61" dur="500"/>
                                        <p:tgtEl>
                                          <p:spTgt spid="46">
                                            <p:bg/>
                                          </p:spTgt>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46">
                                            <p:txEl>
                                              <p:pRg st="0" end="0"/>
                                            </p:txEl>
                                          </p:spTgt>
                                        </p:tgtEl>
                                        <p:attrNameLst>
                                          <p:attrName>style.visibility</p:attrName>
                                        </p:attrNameLst>
                                      </p:cBhvr>
                                      <p:to>
                                        <p:strVal val="visible"/>
                                      </p:to>
                                    </p:set>
                                    <p:anim calcmode="lin" valueType="num">
                                      <p:cBhvr>
                                        <p:cTn id="64" dur="500" fill="hold"/>
                                        <p:tgtEl>
                                          <p:spTgt spid="46">
                                            <p:txEl>
                                              <p:pRg st="0" end="0"/>
                                            </p:txEl>
                                          </p:spTgt>
                                        </p:tgtEl>
                                        <p:attrNameLst>
                                          <p:attrName>ppt_w</p:attrName>
                                        </p:attrNameLst>
                                      </p:cBhvr>
                                      <p:tavLst>
                                        <p:tav tm="0">
                                          <p:val>
                                            <p:fltVal val="0"/>
                                          </p:val>
                                        </p:tav>
                                        <p:tav tm="100000">
                                          <p:val>
                                            <p:strVal val="#ppt_w"/>
                                          </p:val>
                                        </p:tav>
                                      </p:tavLst>
                                    </p:anim>
                                    <p:anim calcmode="lin" valueType="num">
                                      <p:cBhvr>
                                        <p:cTn id="65" dur="500" fill="hold"/>
                                        <p:tgtEl>
                                          <p:spTgt spid="46">
                                            <p:txEl>
                                              <p:pRg st="0" end="0"/>
                                            </p:txEl>
                                          </p:spTgt>
                                        </p:tgtEl>
                                        <p:attrNameLst>
                                          <p:attrName>ppt_h</p:attrName>
                                        </p:attrNameLst>
                                      </p:cBhvr>
                                      <p:tavLst>
                                        <p:tav tm="0">
                                          <p:val>
                                            <p:fltVal val="0"/>
                                          </p:val>
                                        </p:tav>
                                        <p:tav tm="100000">
                                          <p:val>
                                            <p:strVal val="#ppt_h"/>
                                          </p:val>
                                        </p:tav>
                                      </p:tavLst>
                                    </p:anim>
                                    <p:animEffect transition="in" filter="fade">
                                      <p:cBhvr>
                                        <p:cTn id="66" dur="500"/>
                                        <p:tgtEl>
                                          <p:spTgt spid="46">
                                            <p:txEl>
                                              <p:pRg st="0" end="0"/>
                                            </p:txEl>
                                          </p:spTgt>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46">
                                            <p:txEl>
                                              <p:pRg st="1" end="1"/>
                                            </p:txEl>
                                          </p:spTgt>
                                        </p:tgtEl>
                                        <p:attrNameLst>
                                          <p:attrName>style.visibility</p:attrName>
                                        </p:attrNameLst>
                                      </p:cBhvr>
                                      <p:to>
                                        <p:strVal val="visible"/>
                                      </p:to>
                                    </p:set>
                                    <p:anim calcmode="lin" valueType="num">
                                      <p:cBhvr>
                                        <p:cTn id="69" dur="500" fill="hold"/>
                                        <p:tgtEl>
                                          <p:spTgt spid="46">
                                            <p:txEl>
                                              <p:pRg st="1" end="1"/>
                                            </p:txEl>
                                          </p:spTgt>
                                        </p:tgtEl>
                                        <p:attrNameLst>
                                          <p:attrName>ppt_w</p:attrName>
                                        </p:attrNameLst>
                                      </p:cBhvr>
                                      <p:tavLst>
                                        <p:tav tm="0">
                                          <p:val>
                                            <p:fltVal val="0"/>
                                          </p:val>
                                        </p:tav>
                                        <p:tav tm="100000">
                                          <p:val>
                                            <p:strVal val="#ppt_w"/>
                                          </p:val>
                                        </p:tav>
                                      </p:tavLst>
                                    </p:anim>
                                    <p:anim calcmode="lin" valueType="num">
                                      <p:cBhvr>
                                        <p:cTn id="70" dur="500" fill="hold"/>
                                        <p:tgtEl>
                                          <p:spTgt spid="46">
                                            <p:txEl>
                                              <p:pRg st="1" end="1"/>
                                            </p:txEl>
                                          </p:spTgt>
                                        </p:tgtEl>
                                        <p:attrNameLst>
                                          <p:attrName>ppt_h</p:attrName>
                                        </p:attrNameLst>
                                      </p:cBhvr>
                                      <p:tavLst>
                                        <p:tav tm="0">
                                          <p:val>
                                            <p:fltVal val="0"/>
                                          </p:val>
                                        </p:tav>
                                        <p:tav tm="100000">
                                          <p:val>
                                            <p:strVal val="#ppt_h"/>
                                          </p:val>
                                        </p:tav>
                                      </p:tavLst>
                                    </p:anim>
                                    <p:animEffect transition="in" filter="fade">
                                      <p:cBhvr>
                                        <p:cTn id="71" dur="500"/>
                                        <p:tgtEl>
                                          <p:spTgt spid="46">
                                            <p:txEl>
                                              <p:pRg st="1" end="1"/>
                                            </p:txEl>
                                          </p:spTgt>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46">
                                            <p:txEl>
                                              <p:pRg st="2" end="2"/>
                                            </p:txEl>
                                          </p:spTgt>
                                        </p:tgtEl>
                                        <p:attrNameLst>
                                          <p:attrName>style.visibility</p:attrName>
                                        </p:attrNameLst>
                                      </p:cBhvr>
                                      <p:to>
                                        <p:strVal val="visible"/>
                                      </p:to>
                                    </p:set>
                                    <p:anim calcmode="lin" valueType="num">
                                      <p:cBhvr>
                                        <p:cTn id="74" dur="500" fill="hold"/>
                                        <p:tgtEl>
                                          <p:spTgt spid="46">
                                            <p:txEl>
                                              <p:pRg st="2" end="2"/>
                                            </p:txEl>
                                          </p:spTgt>
                                        </p:tgtEl>
                                        <p:attrNameLst>
                                          <p:attrName>ppt_w</p:attrName>
                                        </p:attrNameLst>
                                      </p:cBhvr>
                                      <p:tavLst>
                                        <p:tav tm="0">
                                          <p:val>
                                            <p:fltVal val="0"/>
                                          </p:val>
                                        </p:tav>
                                        <p:tav tm="100000">
                                          <p:val>
                                            <p:strVal val="#ppt_w"/>
                                          </p:val>
                                        </p:tav>
                                      </p:tavLst>
                                    </p:anim>
                                    <p:anim calcmode="lin" valueType="num">
                                      <p:cBhvr>
                                        <p:cTn id="75" dur="500" fill="hold"/>
                                        <p:tgtEl>
                                          <p:spTgt spid="46">
                                            <p:txEl>
                                              <p:pRg st="2" end="2"/>
                                            </p:txEl>
                                          </p:spTgt>
                                        </p:tgtEl>
                                        <p:attrNameLst>
                                          <p:attrName>ppt_h</p:attrName>
                                        </p:attrNameLst>
                                      </p:cBhvr>
                                      <p:tavLst>
                                        <p:tav tm="0">
                                          <p:val>
                                            <p:fltVal val="0"/>
                                          </p:val>
                                        </p:tav>
                                        <p:tav tm="100000">
                                          <p:val>
                                            <p:strVal val="#ppt_h"/>
                                          </p:val>
                                        </p:tav>
                                      </p:tavLst>
                                    </p:anim>
                                    <p:animEffect transition="in" filter="fade">
                                      <p:cBhvr>
                                        <p:cTn id="76" dur="500"/>
                                        <p:tgtEl>
                                          <p:spTgt spid="46">
                                            <p:txEl>
                                              <p:pRg st="2" end="2"/>
                                            </p:txEl>
                                          </p:spTgt>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46">
                                            <p:txEl>
                                              <p:pRg st="3" end="3"/>
                                            </p:txEl>
                                          </p:spTgt>
                                        </p:tgtEl>
                                        <p:attrNameLst>
                                          <p:attrName>style.visibility</p:attrName>
                                        </p:attrNameLst>
                                      </p:cBhvr>
                                      <p:to>
                                        <p:strVal val="visible"/>
                                      </p:to>
                                    </p:set>
                                    <p:anim calcmode="lin" valueType="num">
                                      <p:cBhvr>
                                        <p:cTn id="79" dur="500" fill="hold"/>
                                        <p:tgtEl>
                                          <p:spTgt spid="46">
                                            <p:txEl>
                                              <p:pRg st="3" end="3"/>
                                            </p:txEl>
                                          </p:spTgt>
                                        </p:tgtEl>
                                        <p:attrNameLst>
                                          <p:attrName>ppt_w</p:attrName>
                                        </p:attrNameLst>
                                      </p:cBhvr>
                                      <p:tavLst>
                                        <p:tav tm="0">
                                          <p:val>
                                            <p:fltVal val="0"/>
                                          </p:val>
                                        </p:tav>
                                        <p:tav tm="100000">
                                          <p:val>
                                            <p:strVal val="#ppt_w"/>
                                          </p:val>
                                        </p:tav>
                                      </p:tavLst>
                                    </p:anim>
                                    <p:anim calcmode="lin" valueType="num">
                                      <p:cBhvr>
                                        <p:cTn id="80" dur="500" fill="hold"/>
                                        <p:tgtEl>
                                          <p:spTgt spid="46">
                                            <p:txEl>
                                              <p:pRg st="3" end="3"/>
                                            </p:txEl>
                                          </p:spTgt>
                                        </p:tgtEl>
                                        <p:attrNameLst>
                                          <p:attrName>ppt_h</p:attrName>
                                        </p:attrNameLst>
                                      </p:cBhvr>
                                      <p:tavLst>
                                        <p:tav tm="0">
                                          <p:val>
                                            <p:fltVal val="0"/>
                                          </p:val>
                                        </p:tav>
                                        <p:tav tm="100000">
                                          <p:val>
                                            <p:strVal val="#ppt_h"/>
                                          </p:val>
                                        </p:tav>
                                      </p:tavLst>
                                    </p:anim>
                                    <p:animEffect transition="in" filter="fade">
                                      <p:cBhvr>
                                        <p:cTn id="81" dur="500"/>
                                        <p:tgtEl>
                                          <p:spTgt spid="46">
                                            <p:txEl>
                                              <p:pRg st="3" end="3"/>
                                            </p:txEl>
                                          </p:spTgt>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46">
                                            <p:txEl>
                                              <p:pRg st="4" end="4"/>
                                            </p:txEl>
                                          </p:spTgt>
                                        </p:tgtEl>
                                        <p:attrNameLst>
                                          <p:attrName>style.visibility</p:attrName>
                                        </p:attrNameLst>
                                      </p:cBhvr>
                                      <p:to>
                                        <p:strVal val="visible"/>
                                      </p:to>
                                    </p:set>
                                    <p:anim calcmode="lin" valueType="num">
                                      <p:cBhvr>
                                        <p:cTn id="84" dur="500" fill="hold"/>
                                        <p:tgtEl>
                                          <p:spTgt spid="46">
                                            <p:txEl>
                                              <p:pRg st="4" end="4"/>
                                            </p:txEl>
                                          </p:spTgt>
                                        </p:tgtEl>
                                        <p:attrNameLst>
                                          <p:attrName>ppt_w</p:attrName>
                                        </p:attrNameLst>
                                      </p:cBhvr>
                                      <p:tavLst>
                                        <p:tav tm="0">
                                          <p:val>
                                            <p:fltVal val="0"/>
                                          </p:val>
                                        </p:tav>
                                        <p:tav tm="100000">
                                          <p:val>
                                            <p:strVal val="#ppt_w"/>
                                          </p:val>
                                        </p:tav>
                                      </p:tavLst>
                                    </p:anim>
                                    <p:anim calcmode="lin" valueType="num">
                                      <p:cBhvr>
                                        <p:cTn id="85" dur="500" fill="hold"/>
                                        <p:tgtEl>
                                          <p:spTgt spid="46">
                                            <p:txEl>
                                              <p:pRg st="4" end="4"/>
                                            </p:txEl>
                                          </p:spTgt>
                                        </p:tgtEl>
                                        <p:attrNameLst>
                                          <p:attrName>ppt_h</p:attrName>
                                        </p:attrNameLst>
                                      </p:cBhvr>
                                      <p:tavLst>
                                        <p:tav tm="0">
                                          <p:val>
                                            <p:fltVal val="0"/>
                                          </p:val>
                                        </p:tav>
                                        <p:tav tm="100000">
                                          <p:val>
                                            <p:strVal val="#ppt_h"/>
                                          </p:val>
                                        </p:tav>
                                      </p:tavLst>
                                    </p:anim>
                                    <p:animEffect transition="in" filter="fade">
                                      <p:cBhvr>
                                        <p:cTn id="86" dur="500"/>
                                        <p:tgtEl>
                                          <p:spTgt spid="46">
                                            <p:txEl>
                                              <p:pRg st="4" end="4"/>
                                            </p:txEl>
                                          </p:spTgt>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46">
                                            <p:txEl>
                                              <p:pRg st="5" end="5"/>
                                            </p:txEl>
                                          </p:spTgt>
                                        </p:tgtEl>
                                        <p:attrNameLst>
                                          <p:attrName>style.visibility</p:attrName>
                                        </p:attrNameLst>
                                      </p:cBhvr>
                                      <p:to>
                                        <p:strVal val="visible"/>
                                      </p:to>
                                    </p:set>
                                    <p:anim calcmode="lin" valueType="num">
                                      <p:cBhvr>
                                        <p:cTn id="89" dur="500" fill="hold"/>
                                        <p:tgtEl>
                                          <p:spTgt spid="46">
                                            <p:txEl>
                                              <p:pRg st="5" end="5"/>
                                            </p:txEl>
                                          </p:spTgt>
                                        </p:tgtEl>
                                        <p:attrNameLst>
                                          <p:attrName>ppt_w</p:attrName>
                                        </p:attrNameLst>
                                      </p:cBhvr>
                                      <p:tavLst>
                                        <p:tav tm="0">
                                          <p:val>
                                            <p:fltVal val="0"/>
                                          </p:val>
                                        </p:tav>
                                        <p:tav tm="100000">
                                          <p:val>
                                            <p:strVal val="#ppt_w"/>
                                          </p:val>
                                        </p:tav>
                                      </p:tavLst>
                                    </p:anim>
                                    <p:anim calcmode="lin" valueType="num">
                                      <p:cBhvr>
                                        <p:cTn id="90" dur="500" fill="hold"/>
                                        <p:tgtEl>
                                          <p:spTgt spid="46">
                                            <p:txEl>
                                              <p:pRg st="5" end="5"/>
                                            </p:txEl>
                                          </p:spTgt>
                                        </p:tgtEl>
                                        <p:attrNameLst>
                                          <p:attrName>ppt_h</p:attrName>
                                        </p:attrNameLst>
                                      </p:cBhvr>
                                      <p:tavLst>
                                        <p:tav tm="0">
                                          <p:val>
                                            <p:fltVal val="0"/>
                                          </p:val>
                                        </p:tav>
                                        <p:tav tm="100000">
                                          <p:val>
                                            <p:strVal val="#ppt_h"/>
                                          </p:val>
                                        </p:tav>
                                      </p:tavLst>
                                    </p:anim>
                                    <p:animEffect transition="in" filter="fade">
                                      <p:cBhvr>
                                        <p:cTn id="91" dur="500"/>
                                        <p:tgtEl>
                                          <p:spTgt spid="46">
                                            <p:txEl>
                                              <p:pRg st="5" end="5"/>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grpId="0" nodeType="clickEffect">
                                  <p:stCondLst>
                                    <p:cond delay="0"/>
                                  </p:stCondLst>
                                  <p:childTnLst>
                                    <p:set>
                                      <p:cBhvr>
                                        <p:cTn id="95" dur="1" fill="hold">
                                          <p:stCondLst>
                                            <p:cond delay="0"/>
                                          </p:stCondLst>
                                        </p:cTn>
                                        <p:tgtEl>
                                          <p:spTgt spid="8"/>
                                        </p:tgtEl>
                                        <p:attrNameLst>
                                          <p:attrName>style.visibility</p:attrName>
                                        </p:attrNameLst>
                                      </p:cBhvr>
                                      <p:to>
                                        <p:strVal val="visible"/>
                                      </p:to>
                                    </p:set>
                                    <p:animEffect transition="in" filter="wipe(down)">
                                      <p:cBhvr>
                                        <p:cTn id="9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4" grpId="0" animBg="1"/>
      <p:bldP spid="45" grpId="0" build="allAtOnce" animBg="1"/>
      <p:bldP spid="46" grpId="0" build="allAtOnce" animBg="1"/>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idx="1"/>
          </p:nvPr>
        </p:nvSpPr>
        <p:spPr>
          <a:xfrm>
            <a:off x="373063" y="1152401"/>
            <a:ext cx="8231187" cy="1923405"/>
          </a:xfrm>
        </p:spPr>
        <p:txBody>
          <a:bodyPr/>
          <a:lstStyle/>
          <a:p>
            <a:pPr eaLnBrk="1" hangingPunct="1">
              <a:lnSpc>
                <a:spcPts val="4500"/>
              </a:lnSpc>
              <a:buClrTx/>
              <a:buFont typeface="Wingdings" panose="05000000000000000000" pitchFamily="2" charset="2"/>
              <a:buChar char="Ø"/>
              <a:defRPr/>
            </a:pPr>
            <a:r>
              <a:rPr lang="zh-CN" altLang="en-US" sz="2800" b="1" dirty="0">
                <a:solidFill>
                  <a:schemeClr val="tx1"/>
                </a:solidFill>
                <a:cs typeface="Times New Roman" panose="02020603050405020304" pitchFamily="18" charset="0"/>
              </a:rPr>
              <a:t>总是选择每个句型的</a:t>
            </a:r>
            <a:r>
              <a:rPr lang="zh-CN" altLang="en-US" sz="2800" b="1" dirty="0">
                <a:solidFill>
                  <a:schemeClr val="tx2">
                    <a:lumMod val="60000"/>
                    <a:lumOff val="40000"/>
                  </a:schemeClr>
                </a:solidFill>
                <a:cs typeface="Times New Roman" panose="02020603050405020304" pitchFamily="18" charset="0"/>
              </a:rPr>
              <a:t>最左非终结符</a:t>
            </a:r>
            <a:r>
              <a:rPr lang="zh-CN" altLang="en-US" sz="2800" b="1" dirty="0">
                <a:solidFill>
                  <a:schemeClr val="tx1"/>
                </a:solidFill>
                <a:cs typeface="Times New Roman" panose="02020603050405020304" pitchFamily="18" charset="0"/>
              </a:rPr>
              <a:t>进行替换</a:t>
            </a:r>
            <a:endParaRPr lang="en-US" altLang="zh-CN" sz="2800" b="1" dirty="0">
              <a:solidFill>
                <a:schemeClr val="tx1"/>
              </a:solidFill>
              <a:cs typeface="Times New Roman" panose="02020603050405020304" pitchFamily="18" charset="0"/>
            </a:endParaRPr>
          </a:p>
          <a:p>
            <a:pPr eaLnBrk="1" hangingPunct="1">
              <a:lnSpc>
                <a:spcPts val="4500"/>
              </a:lnSpc>
              <a:buClrTx/>
              <a:buFont typeface="Wingdings" panose="05000000000000000000" pitchFamily="2" charset="2"/>
              <a:buChar char="Ø"/>
              <a:defRPr/>
            </a:pPr>
            <a:r>
              <a:rPr lang="zh-CN" altLang="en-US" sz="2800" b="1" dirty="0">
                <a:solidFill>
                  <a:schemeClr val="tx1"/>
                </a:solidFill>
                <a:cs typeface="Times New Roman" panose="02020603050405020304" pitchFamily="18" charset="0"/>
              </a:rPr>
              <a:t>根据输入流中的</a:t>
            </a:r>
            <a:r>
              <a:rPr lang="zh-CN" altLang="en-US" sz="2800" b="1" dirty="0">
                <a:solidFill>
                  <a:schemeClr val="tx2">
                    <a:lumMod val="60000"/>
                    <a:lumOff val="40000"/>
                  </a:schemeClr>
                </a:solidFill>
                <a:cs typeface="Times New Roman" panose="02020603050405020304" pitchFamily="18" charset="0"/>
              </a:rPr>
              <a:t>下一个终结符</a:t>
            </a:r>
            <a:r>
              <a:rPr lang="zh-CN" altLang="en-US" sz="2800" b="1" dirty="0">
                <a:solidFill>
                  <a:schemeClr val="tx1"/>
                </a:solidFill>
                <a:cs typeface="Times New Roman" panose="02020603050405020304" pitchFamily="18" charset="0"/>
              </a:rPr>
              <a:t>，选择最左非终结符的一个候选式</a:t>
            </a:r>
          </a:p>
        </p:txBody>
      </p:sp>
      <p:sp>
        <p:nvSpPr>
          <p:cNvPr id="2" name="标题 1"/>
          <p:cNvSpPr>
            <a:spLocks noGrp="1"/>
          </p:cNvSpPr>
          <p:nvPr>
            <p:ph type="title"/>
          </p:nvPr>
        </p:nvSpPr>
        <p:spPr>
          <a:xfrm>
            <a:off x="755650" y="268288"/>
            <a:ext cx="7931150" cy="358775"/>
          </a:xfrm>
        </p:spPr>
        <p:txBody>
          <a:bodyPr/>
          <a:lstStyle/>
          <a:p>
            <a:pPr>
              <a:defRPr/>
            </a:pPr>
            <a:r>
              <a:rPr lang="zh-CN" altLang="en-US" sz="3000" spc="300" dirty="0">
                <a:solidFill>
                  <a:schemeClr val="tx1"/>
                </a:solidFill>
                <a:latin typeface="微软雅黑" panose="020B0503020204020204" pitchFamily="34" charset="-122"/>
                <a:ea typeface="微软雅黑" panose="020B0503020204020204" pitchFamily="34" charset="-122"/>
              </a:rPr>
              <a:t>自顶向下的语法分析采用最左推导方式</a:t>
            </a:r>
            <a:endParaRPr lang="zh-CN" altLang="en-US" dirty="0">
              <a:solidFill>
                <a:schemeClr val="tx1"/>
              </a:solidFill>
            </a:endParaRPr>
          </a:p>
        </p:txBody>
      </p:sp>
      <p:sp>
        <p:nvSpPr>
          <p:cNvPr id="3" name="矩形 2"/>
          <p:cNvSpPr/>
          <p:nvPr/>
        </p:nvSpPr>
        <p:spPr>
          <a:xfrm>
            <a:off x="1532228" y="3354065"/>
            <a:ext cx="6079543" cy="127406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3200"/>
              </a:lnSpc>
            </a:pPr>
            <a:r>
              <a:rPr lang="zh-CN" altLang="en-US" sz="2400" b="1" dirty="0">
                <a:solidFill>
                  <a:srgbClr val="0070C0"/>
                </a:solidFill>
              </a:rPr>
              <a:t>自顶向下分析的两个选择：</a:t>
            </a:r>
            <a:endParaRPr lang="en-US" altLang="zh-CN" sz="2400" b="1" dirty="0">
              <a:solidFill>
                <a:srgbClr val="0070C0"/>
              </a:solidFill>
            </a:endParaRPr>
          </a:p>
          <a:p>
            <a:pPr marL="342900" indent="-342900">
              <a:lnSpc>
                <a:spcPts val="3200"/>
              </a:lnSpc>
              <a:buFont typeface="Wingdings" panose="05000000000000000000" pitchFamily="2" charset="2"/>
              <a:buChar char="Ø"/>
            </a:pPr>
            <a:r>
              <a:rPr lang="zh-CN" altLang="en-US" sz="2400" b="1" dirty="0">
                <a:solidFill>
                  <a:srgbClr val="0070C0"/>
                </a:solidFill>
              </a:rPr>
              <a:t>最左推导解决了非终结符的选择的确定性</a:t>
            </a:r>
            <a:endParaRPr lang="en-US" altLang="zh-CN" sz="2400" b="1" dirty="0">
              <a:solidFill>
                <a:srgbClr val="0070C0"/>
              </a:solidFill>
            </a:endParaRPr>
          </a:p>
          <a:p>
            <a:pPr marL="342900" indent="-342900">
              <a:lnSpc>
                <a:spcPts val="3200"/>
              </a:lnSpc>
              <a:buFont typeface="Wingdings" panose="05000000000000000000" pitchFamily="2" charset="2"/>
              <a:buChar char="Ø"/>
            </a:pPr>
            <a:r>
              <a:rPr lang="zh-CN" altLang="en-US" sz="2400" b="1" dirty="0">
                <a:solidFill>
                  <a:srgbClr val="0070C0"/>
                </a:solidFill>
                <a:highlight>
                  <a:srgbClr val="FFFF00"/>
                </a:highlight>
              </a:rPr>
              <a:t>如何选择候选式呢？</a:t>
            </a:r>
          </a:p>
        </p:txBody>
      </p:sp>
      <p:sp>
        <p:nvSpPr>
          <p:cNvPr id="5" name="灯片编号占位符 4"/>
          <p:cNvSpPr>
            <a:spLocks noGrp="1"/>
          </p:cNvSpPr>
          <p:nvPr>
            <p:ph type="sldNum" sz="quarter" idx="12"/>
          </p:nvPr>
        </p:nvSpPr>
        <p:spPr/>
        <p:txBody>
          <a:bodyPr/>
          <a:lstStyle/>
          <a:p>
            <a:pPr>
              <a:defRPr/>
            </a:pPr>
            <a:fld id="{EA567855-7F13-4FC5-AD61-2B82F6443E16}" type="slidenum">
              <a:rPr lang="zh-CN" altLang="en-US" smtClean="0"/>
              <a:t>10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animEffect transition="in" filter="wipe(down)">
                                      <p:cBhvr>
                                        <p:cTn id="7" dur="500"/>
                                        <p:tgtEl>
                                          <p:spTgt spid="194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9458">
                                            <p:txEl>
                                              <p:pRg st="1" end="1"/>
                                            </p:txEl>
                                          </p:spTgt>
                                        </p:tgtEl>
                                        <p:attrNameLst>
                                          <p:attrName>style.visibility</p:attrName>
                                        </p:attrNameLst>
                                      </p:cBhvr>
                                      <p:to>
                                        <p:strVal val="visible"/>
                                      </p:to>
                                    </p:set>
                                    <p:animEffect transition="in" filter="wipe(down)">
                                      <p:cBhvr>
                                        <p:cTn id="17" dur="500"/>
                                        <p:tgtEl>
                                          <p:spTgt spid="1945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uiExpand="1" build="p"/>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39" name="Rectangle 39"/>
          <p:cNvSpPr>
            <a:spLocks noGrp="1" noChangeArrowheads="1"/>
          </p:cNvSpPr>
          <p:nvPr>
            <p:ph idx="1"/>
          </p:nvPr>
        </p:nvSpPr>
        <p:spPr>
          <a:xfrm>
            <a:off x="539552" y="785813"/>
            <a:ext cx="5976937" cy="3246437"/>
          </a:xfrm>
        </p:spPr>
        <p:txBody>
          <a:bodyPr/>
          <a:lstStyle/>
          <a:p>
            <a:pPr eaLnBrk="1" hangingPunct="1">
              <a:buClrTx/>
              <a:buFont typeface="Wingdings" panose="05000000000000000000" pitchFamily="2" charset="2"/>
              <a:buChar char="Ø"/>
            </a:pPr>
            <a:r>
              <a:rPr lang="zh-CN" altLang="en-US" b="1" dirty="0">
                <a:solidFill>
                  <a:schemeClr val="tx1"/>
                </a:solidFill>
                <a:latin typeface="楷体" panose="02010609060101010101" pitchFamily="49" charset="-122"/>
                <a:cs typeface="Times New Roman" panose="02020603050405020304" pitchFamily="18" charset="0"/>
              </a:rPr>
              <a:t>文法</a:t>
            </a:r>
            <a:endParaRPr lang="en-US" altLang="zh-CN" b="1" dirty="0">
              <a:solidFill>
                <a:schemeClr val="tx1"/>
              </a:solidFill>
              <a:latin typeface="楷体" panose="02010609060101010101" pitchFamily="49" charset="-122"/>
              <a:cs typeface="Times New Roman" panose="02020603050405020304" pitchFamily="18" charset="0"/>
            </a:endParaRPr>
          </a:p>
          <a:p>
            <a:pPr marL="303530" lvl="1" indent="0" eaLnBrk="1" hangingPunct="1">
              <a:buFont typeface="Symbol" panose="05050102010706020507" pitchFamily="18" charset="2"/>
              <a:buNone/>
            </a:pPr>
            <a:r>
              <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① </a:t>
            </a:r>
            <a:r>
              <a:rPr lang="en-US" altLang="zh-CN" sz="2400" b="1" i="1" dirty="0">
                <a:solidFill>
                  <a:schemeClr val="tx1"/>
                </a:solidFill>
                <a:latin typeface="Times New Roman" panose="02020603050405020304" pitchFamily="18" charset="0"/>
                <a:ea typeface="楷体_GB2312"/>
                <a:cs typeface="Times New Roman" panose="02020603050405020304" pitchFamily="18" charset="0"/>
              </a:rPr>
              <a:t>E</a:t>
            </a:r>
            <a:r>
              <a:rPr lang="en-US" altLang="zh-CN" sz="2400" b="1" dirty="0">
                <a:solidFill>
                  <a:schemeClr val="tx1"/>
                </a:solidFill>
                <a:latin typeface="Times New Roman" panose="02020603050405020304" pitchFamily="18" charset="0"/>
                <a:ea typeface="楷体_GB2312"/>
                <a:cs typeface="Times New Roman" panose="02020603050405020304" pitchFamily="18" charset="0"/>
              </a:rPr>
              <a:t> → </a:t>
            </a:r>
            <a:r>
              <a:rPr lang="en-US" altLang="zh-CN" sz="2400" b="1" i="1" dirty="0">
                <a:solidFill>
                  <a:schemeClr val="tx1"/>
                </a:solidFill>
                <a:latin typeface="Times New Roman" panose="02020603050405020304" pitchFamily="18" charset="0"/>
                <a:ea typeface="楷体_GB2312"/>
                <a:cs typeface="Times New Roman" panose="02020603050405020304" pitchFamily="18" charset="0"/>
              </a:rPr>
              <a:t>T E’</a:t>
            </a:r>
            <a:r>
              <a:rPr lang="en-US" altLang="zh-CN" sz="2400" b="1" dirty="0">
                <a:solidFill>
                  <a:schemeClr val="tx1"/>
                </a:solidFill>
                <a:latin typeface="Times New Roman" panose="02020603050405020304" pitchFamily="18" charset="0"/>
                <a:ea typeface="楷体_GB2312"/>
                <a:cs typeface="Times New Roman" panose="02020603050405020304" pitchFamily="18" charset="0"/>
              </a:rPr>
              <a:t>        </a:t>
            </a:r>
          </a:p>
          <a:p>
            <a:pPr marL="303530" lvl="1" indent="0" eaLnBrk="1" hangingPunct="1">
              <a:buFont typeface="Symbol" panose="05050102010706020507" pitchFamily="18" charset="2"/>
              <a:buNone/>
            </a:pPr>
            <a:r>
              <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② </a:t>
            </a:r>
            <a:r>
              <a:rPr lang="en-US" altLang="zh-CN" sz="2400" b="1" i="1" dirty="0">
                <a:solidFill>
                  <a:schemeClr val="tx1"/>
                </a:solidFill>
                <a:latin typeface="Times New Roman" panose="02020603050405020304" pitchFamily="18" charset="0"/>
                <a:ea typeface="楷体_GB2312"/>
                <a:cs typeface="Times New Roman" panose="02020603050405020304" pitchFamily="18" charset="0"/>
              </a:rPr>
              <a:t>E’</a:t>
            </a:r>
            <a:r>
              <a:rPr lang="en-US" altLang="zh-CN" sz="24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400" b="1" dirty="0">
                <a:solidFill>
                  <a:srgbClr val="2D83F4"/>
                </a:solidFill>
                <a:latin typeface="Times New Roman" panose="02020603050405020304" pitchFamily="18" charset="0"/>
                <a:ea typeface="楷体_GB2312"/>
                <a:cs typeface="Times New Roman" panose="02020603050405020304" pitchFamily="18" charset="0"/>
              </a:rPr>
              <a:t>+ </a:t>
            </a:r>
            <a:r>
              <a:rPr lang="en-US" altLang="zh-CN" sz="2400" b="1" i="1" dirty="0">
                <a:solidFill>
                  <a:schemeClr val="tx1"/>
                </a:solidFill>
                <a:latin typeface="Times New Roman" panose="02020603050405020304" pitchFamily="18" charset="0"/>
                <a:ea typeface="楷体_GB2312"/>
                <a:cs typeface="Times New Roman" panose="02020603050405020304" pitchFamily="18" charset="0"/>
              </a:rPr>
              <a:t>T </a:t>
            </a:r>
            <a:r>
              <a:rPr lang="en-US" altLang="zh-CN" sz="2400" b="1" i="1" dirty="0" err="1">
                <a:solidFill>
                  <a:schemeClr val="tx1"/>
                </a:solidFill>
                <a:latin typeface="Times New Roman" panose="02020603050405020304" pitchFamily="18" charset="0"/>
                <a:ea typeface="楷体_GB2312"/>
                <a:cs typeface="Times New Roman" panose="02020603050405020304" pitchFamily="18" charset="0"/>
              </a:rPr>
              <a:t>E’</a:t>
            </a:r>
            <a:r>
              <a:rPr lang="en-US" altLang="zh-CN" sz="2400" b="1" dirty="0" err="1">
                <a:solidFill>
                  <a:schemeClr val="tx1"/>
                </a:solidFill>
                <a:latin typeface="Times New Roman" panose="02020603050405020304" pitchFamily="18" charset="0"/>
                <a:ea typeface="楷体_GB2312"/>
                <a:cs typeface="Times New Roman" panose="02020603050405020304" pitchFamily="18" charset="0"/>
              </a:rPr>
              <a:t>｜</a:t>
            </a:r>
            <a:r>
              <a:rPr lang="en-US" altLang="zh-CN" sz="2400" b="1" i="1" dirty="0" err="1">
                <a:solidFill>
                  <a:schemeClr val="tx1"/>
                </a:solidFill>
                <a:latin typeface="Times New Roman" panose="02020603050405020304" pitchFamily="18" charset="0"/>
                <a:ea typeface="楷体_GB2312"/>
                <a:cs typeface="Times New Roman" panose="02020603050405020304" pitchFamily="18" charset="0"/>
              </a:rPr>
              <a:t>ε</a:t>
            </a:r>
            <a:r>
              <a:rPr lang="en-US" altLang="zh-CN" sz="2400" b="1" dirty="0">
                <a:solidFill>
                  <a:schemeClr val="tx1"/>
                </a:solidFill>
                <a:latin typeface="Times New Roman" panose="02020603050405020304" pitchFamily="18" charset="0"/>
                <a:ea typeface="楷体_GB2312"/>
                <a:cs typeface="Times New Roman" panose="02020603050405020304" pitchFamily="18" charset="0"/>
              </a:rPr>
              <a:t>  </a:t>
            </a:r>
          </a:p>
          <a:p>
            <a:pPr marL="303530" lvl="1" indent="0" eaLnBrk="1" hangingPunct="1">
              <a:buFont typeface="Symbol" panose="05050102010706020507" pitchFamily="18" charset="2"/>
              <a:buNone/>
            </a:pPr>
            <a:r>
              <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③ </a:t>
            </a:r>
            <a:r>
              <a:rPr lang="en-US" altLang="zh-CN" sz="2400" b="1" i="1" dirty="0">
                <a:solidFill>
                  <a:schemeClr val="tx1"/>
                </a:solidFill>
                <a:latin typeface="Times New Roman" panose="02020603050405020304" pitchFamily="18" charset="0"/>
                <a:ea typeface="楷体_GB2312"/>
                <a:cs typeface="Times New Roman" panose="02020603050405020304" pitchFamily="18" charset="0"/>
              </a:rPr>
              <a:t>T</a:t>
            </a:r>
            <a:r>
              <a:rPr lang="en-US" altLang="zh-CN" sz="2400" b="1" dirty="0">
                <a:solidFill>
                  <a:schemeClr val="tx1"/>
                </a:solidFill>
                <a:latin typeface="Times New Roman" panose="02020603050405020304" pitchFamily="18" charset="0"/>
                <a:ea typeface="楷体_GB2312"/>
                <a:cs typeface="Times New Roman" panose="02020603050405020304" pitchFamily="18" charset="0"/>
              </a:rPr>
              <a:t> → </a:t>
            </a:r>
            <a:r>
              <a:rPr lang="en-US" altLang="zh-CN" sz="2400" b="1" i="1" dirty="0">
                <a:solidFill>
                  <a:schemeClr val="tx1"/>
                </a:solidFill>
                <a:latin typeface="Times New Roman" panose="02020603050405020304" pitchFamily="18" charset="0"/>
                <a:ea typeface="楷体_GB2312"/>
                <a:cs typeface="Times New Roman" panose="02020603050405020304" pitchFamily="18" charset="0"/>
              </a:rPr>
              <a:t>F T’</a:t>
            </a:r>
            <a:r>
              <a:rPr lang="en-US" altLang="zh-CN" sz="2400" b="1" dirty="0">
                <a:solidFill>
                  <a:schemeClr val="tx1"/>
                </a:solidFill>
                <a:latin typeface="Times New Roman" panose="02020603050405020304" pitchFamily="18" charset="0"/>
                <a:ea typeface="楷体_GB2312"/>
                <a:cs typeface="Times New Roman" panose="02020603050405020304" pitchFamily="18" charset="0"/>
              </a:rPr>
              <a:t>        </a:t>
            </a:r>
          </a:p>
          <a:p>
            <a:pPr marL="303530" lvl="1" indent="0" eaLnBrk="1" hangingPunct="1">
              <a:buFont typeface="Symbol" panose="05050102010706020507" pitchFamily="18" charset="2"/>
              <a:buNone/>
            </a:pPr>
            <a:r>
              <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④ </a:t>
            </a:r>
            <a:r>
              <a:rPr lang="en-US" altLang="zh-CN" sz="2400" b="1" i="1" dirty="0">
                <a:solidFill>
                  <a:schemeClr val="tx1"/>
                </a:solidFill>
                <a:latin typeface="Times New Roman" panose="02020603050405020304" pitchFamily="18" charset="0"/>
                <a:ea typeface="楷体_GB2312"/>
                <a:cs typeface="Times New Roman" panose="02020603050405020304" pitchFamily="18" charset="0"/>
              </a:rPr>
              <a:t>T’</a:t>
            </a:r>
            <a:r>
              <a:rPr lang="en-US" altLang="zh-CN" sz="24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400" b="1" dirty="0">
                <a:solidFill>
                  <a:srgbClr val="2D83F4"/>
                </a:solidFill>
                <a:latin typeface="Times New Roman" panose="02020603050405020304" pitchFamily="18" charset="0"/>
                <a:ea typeface="楷体_GB2312"/>
                <a:cs typeface="Times New Roman" panose="02020603050405020304" pitchFamily="18" charset="0"/>
              </a:rPr>
              <a:t>*</a:t>
            </a:r>
            <a:r>
              <a:rPr lang="en-US" altLang="zh-CN" sz="2400" b="1" dirty="0">
                <a:solidFill>
                  <a:srgbClr val="FF0000"/>
                </a:solidFill>
                <a:latin typeface="Times New Roman" panose="02020603050405020304" pitchFamily="18" charset="0"/>
                <a:ea typeface="楷体_GB2312"/>
                <a:cs typeface="Times New Roman" panose="02020603050405020304" pitchFamily="18" charset="0"/>
              </a:rPr>
              <a:t> </a:t>
            </a:r>
            <a:r>
              <a:rPr lang="en-US" altLang="zh-CN" sz="2400" b="1" i="1" dirty="0">
                <a:solidFill>
                  <a:schemeClr val="tx1"/>
                </a:solidFill>
                <a:latin typeface="Times New Roman" panose="02020603050405020304" pitchFamily="18" charset="0"/>
                <a:ea typeface="楷体_GB2312"/>
                <a:cs typeface="Times New Roman" panose="02020603050405020304" pitchFamily="18" charset="0"/>
              </a:rPr>
              <a:t>F </a:t>
            </a:r>
            <a:r>
              <a:rPr lang="en-US" altLang="zh-CN" sz="2400" b="1" i="1" dirty="0" err="1">
                <a:solidFill>
                  <a:schemeClr val="tx1"/>
                </a:solidFill>
                <a:latin typeface="Times New Roman" panose="02020603050405020304" pitchFamily="18" charset="0"/>
                <a:ea typeface="楷体_GB2312"/>
                <a:cs typeface="Times New Roman" panose="02020603050405020304" pitchFamily="18" charset="0"/>
              </a:rPr>
              <a:t>T’</a:t>
            </a:r>
            <a:r>
              <a:rPr lang="en-US" altLang="zh-CN" sz="2400" b="1" dirty="0" err="1">
                <a:solidFill>
                  <a:schemeClr val="tx1"/>
                </a:solidFill>
                <a:latin typeface="Times New Roman" panose="02020603050405020304" pitchFamily="18" charset="0"/>
                <a:ea typeface="楷体_GB2312"/>
                <a:cs typeface="Times New Roman" panose="02020603050405020304" pitchFamily="18" charset="0"/>
              </a:rPr>
              <a:t>｜</a:t>
            </a:r>
            <a:r>
              <a:rPr lang="en-US" altLang="zh-CN" sz="2400" b="1" i="1" dirty="0" err="1">
                <a:solidFill>
                  <a:schemeClr val="tx1"/>
                </a:solidFill>
                <a:latin typeface="Times New Roman" panose="02020603050405020304" pitchFamily="18" charset="0"/>
                <a:ea typeface="楷体_GB2312"/>
                <a:cs typeface="Times New Roman" panose="02020603050405020304" pitchFamily="18" charset="0"/>
              </a:rPr>
              <a:t>ε</a:t>
            </a:r>
            <a:r>
              <a:rPr lang="en-US" altLang="zh-CN" sz="2400" b="1" dirty="0">
                <a:solidFill>
                  <a:schemeClr val="tx1"/>
                </a:solidFill>
                <a:latin typeface="Times New Roman" panose="02020603050405020304" pitchFamily="18" charset="0"/>
                <a:ea typeface="楷体_GB2312"/>
                <a:cs typeface="Times New Roman" panose="02020603050405020304" pitchFamily="18" charset="0"/>
              </a:rPr>
              <a:t>  </a:t>
            </a:r>
          </a:p>
          <a:p>
            <a:pPr marL="303530" lvl="1" indent="0" eaLnBrk="1" hangingPunct="1">
              <a:buFont typeface="Symbol" panose="05050102010706020507" pitchFamily="18" charset="2"/>
              <a:buNone/>
            </a:pPr>
            <a:r>
              <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⑤ </a:t>
            </a:r>
            <a:r>
              <a:rPr lang="en-US" altLang="zh-CN" sz="2400" b="1" i="1" dirty="0">
                <a:solidFill>
                  <a:schemeClr val="tx1"/>
                </a:solidFill>
                <a:latin typeface="Times New Roman" panose="02020603050405020304" pitchFamily="18" charset="0"/>
                <a:ea typeface="楷体_GB2312"/>
                <a:cs typeface="Times New Roman" panose="02020603050405020304" pitchFamily="18" charset="0"/>
              </a:rPr>
              <a:t>F</a:t>
            </a:r>
            <a:r>
              <a:rPr lang="en-US" altLang="zh-CN" sz="2400" b="1" dirty="0">
                <a:solidFill>
                  <a:schemeClr val="tx1"/>
                </a:solidFill>
                <a:latin typeface="Times New Roman" panose="02020603050405020304" pitchFamily="18" charset="0"/>
                <a:ea typeface="楷体_GB2312"/>
                <a:cs typeface="Times New Roman" panose="02020603050405020304" pitchFamily="18" charset="0"/>
              </a:rPr>
              <a:t> → </a:t>
            </a:r>
            <a:r>
              <a:rPr lang="en-US" altLang="zh-CN" sz="2400" b="1" dirty="0">
                <a:solidFill>
                  <a:srgbClr val="2D83F4"/>
                </a:solidFill>
                <a:latin typeface="Times New Roman" panose="02020603050405020304" pitchFamily="18" charset="0"/>
                <a:ea typeface="楷体_GB2312"/>
                <a:cs typeface="Times New Roman" panose="02020603050405020304" pitchFamily="18" charset="0"/>
              </a:rPr>
              <a:t>(</a:t>
            </a:r>
            <a:r>
              <a:rPr lang="en-US" altLang="zh-CN" sz="24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400" b="1" i="1" dirty="0">
                <a:solidFill>
                  <a:schemeClr val="tx1"/>
                </a:solidFill>
                <a:latin typeface="Times New Roman" panose="02020603050405020304" pitchFamily="18" charset="0"/>
                <a:ea typeface="楷体_GB2312"/>
                <a:cs typeface="Times New Roman" panose="02020603050405020304" pitchFamily="18" charset="0"/>
              </a:rPr>
              <a:t>E</a:t>
            </a:r>
            <a:r>
              <a:rPr lang="en-US" altLang="zh-CN" sz="24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400" b="1" dirty="0">
                <a:solidFill>
                  <a:srgbClr val="2D83F4"/>
                </a:solidFill>
                <a:latin typeface="Times New Roman" panose="02020603050405020304" pitchFamily="18" charset="0"/>
                <a:ea typeface="楷体_GB2312"/>
                <a:cs typeface="Times New Roman" panose="02020603050405020304" pitchFamily="18" charset="0"/>
              </a:rPr>
              <a:t>)</a:t>
            </a:r>
            <a:r>
              <a:rPr lang="en-US" altLang="zh-CN" sz="2400" b="1" dirty="0">
                <a:solidFill>
                  <a:schemeClr val="tx1"/>
                </a:solidFill>
                <a:latin typeface="Times New Roman" panose="02020603050405020304" pitchFamily="18" charset="0"/>
                <a:ea typeface="楷体_GB2312"/>
                <a:cs typeface="Times New Roman" panose="02020603050405020304" pitchFamily="18" charset="0"/>
              </a:rPr>
              <a:t>｜</a:t>
            </a:r>
            <a:r>
              <a:rPr lang="en-US" altLang="zh-CN" sz="2400" b="1" dirty="0">
                <a:solidFill>
                  <a:srgbClr val="2D83F4"/>
                </a:solidFill>
                <a:latin typeface="Times New Roman" panose="02020603050405020304" pitchFamily="18" charset="0"/>
                <a:ea typeface="楷体_GB2312"/>
                <a:cs typeface="Times New Roman" panose="02020603050405020304" pitchFamily="18" charset="0"/>
              </a:rPr>
              <a:t>id</a:t>
            </a:r>
          </a:p>
          <a:p>
            <a:pPr eaLnBrk="1" hangingPunct="1">
              <a:buClrTx/>
              <a:buFont typeface="Wingdings" panose="05000000000000000000" pitchFamily="2" charset="2"/>
              <a:buChar char="Ø"/>
            </a:pPr>
            <a:r>
              <a:rPr lang="zh-CN" altLang="en-US" b="1" dirty="0">
                <a:solidFill>
                  <a:schemeClr val="tx1"/>
                </a:solidFill>
                <a:latin typeface="Times New Roman" panose="02020603050405020304" pitchFamily="18" charset="0"/>
                <a:cs typeface="Times New Roman" panose="02020603050405020304" pitchFamily="18" charset="0"/>
              </a:rPr>
              <a:t>输入</a:t>
            </a:r>
          </a:p>
          <a:p>
            <a:pPr marL="303530" lvl="1" indent="0" eaLnBrk="1" hangingPunct="1">
              <a:buFont typeface="Symbol" panose="05050102010706020507" pitchFamily="18" charset="2"/>
              <a:buNone/>
            </a:pPr>
            <a:r>
              <a:rPr lang="en-US" altLang="zh-CN" sz="2400" b="1" dirty="0">
                <a:solidFill>
                  <a:srgbClr val="0000FF"/>
                </a:solidFill>
                <a:latin typeface="Times New Roman" panose="02020603050405020304" pitchFamily="18" charset="0"/>
                <a:ea typeface="楷体_GB2312"/>
                <a:cs typeface="Times New Roman" panose="02020603050405020304" pitchFamily="18" charset="0"/>
              </a:rPr>
              <a:t>    id + id * id</a:t>
            </a:r>
            <a:r>
              <a:rPr lang="en-US" altLang="zh-CN" sz="2400" b="1" dirty="0">
                <a:solidFill>
                  <a:schemeClr val="tx1"/>
                </a:solidFill>
                <a:latin typeface="Times New Roman" panose="02020603050405020304" pitchFamily="18" charset="0"/>
                <a:ea typeface="楷体_GB2312"/>
                <a:cs typeface="Times New Roman" panose="02020603050405020304" pitchFamily="18" charset="0"/>
              </a:rPr>
              <a:t>$</a:t>
            </a:r>
            <a:br>
              <a:rPr lang="en-US" altLang="zh-CN" sz="2400" b="1" dirty="0">
                <a:solidFill>
                  <a:schemeClr val="tx1"/>
                </a:solidFill>
                <a:latin typeface="Times New Roman" panose="02020603050405020304" pitchFamily="18" charset="0"/>
                <a:ea typeface="楷体_GB2312"/>
                <a:cs typeface="Times New Roman" panose="02020603050405020304" pitchFamily="18" charset="0"/>
              </a:rPr>
            </a:br>
            <a:endParaRPr lang="en-US" altLang="zh-CN" sz="2400" b="1" dirty="0">
              <a:solidFill>
                <a:schemeClr val="tx1"/>
              </a:solidFill>
              <a:latin typeface="Times New Roman" panose="02020603050405020304" pitchFamily="18" charset="0"/>
              <a:ea typeface="楷体_GB2312"/>
              <a:cs typeface="Times New Roman" panose="02020603050405020304" pitchFamily="18" charset="0"/>
            </a:endParaRPr>
          </a:p>
        </p:txBody>
      </p:sp>
      <p:sp>
        <p:nvSpPr>
          <p:cNvPr id="704514" name="Text Box 2"/>
          <p:cNvSpPr txBox="1">
            <a:spLocks noChangeArrowheads="1"/>
          </p:cNvSpPr>
          <p:nvPr/>
        </p:nvSpPr>
        <p:spPr bwMode="auto">
          <a:xfrm>
            <a:off x="4636591" y="339502"/>
            <a:ext cx="35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E</a:t>
            </a:r>
            <a:endParaRPr kumimoji="1" lang="zh-CN" altLang="en-US" sz="2000" b="1" i="1">
              <a:latin typeface="Times New Roman" panose="02020603050405020304" pitchFamily="18" charset="0"/>
              <a:cs typeface="Times New Roman" panose="02020603050405020304" pitchFamily="18" charset="0"/>
            </a:endParaRPr>
          </a:p>
        </p:txBody>
      </p:sp>
      <p:sp>
        <p:nvSpPr>
          <p:cNvPr id="704515" name="Text Box 3"/>
          <p:cNvSpPr txBox="1">
            <a:spLocks noChangeArrowheads="1"/>
          </p:cNvSpPr>
          <p:nvPr/>
        </p:nvSpPr>
        <p:spPr bwMode="auto">
          <a:xfrm>
            <a:off x="4068266" y="915764"/>
            <a:ext cx="3413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T</a:t>
            </a:r>
            <a:endParaRPr kumimoji="1" lang="zh-CN" altLang="en-US" sz="2000" b="1" i="1">
              <a:latin typeface="Times New Roman" panose="02020603050405020304" pitchFamily="18" charset="0"/>
              <a:cs typeface="Times New Roman" panose="02020603050405020304" pitchFamily="18" charset="0"/>
            </a:endParaRPr>
          </a:p>
        </p:txBody>
      </p:sp>
      <p:sp>
        <p:nvSpPr>
          <p:cNvPr id="704516" name="Text Box 4"/>
          <p:cNvSpPr txBox="1">
            <a:spLocks noChangeArrowheads="1"/>
          </p:cNvSpPr>
          <p:nvPr/>
        </p:nvSpPr>
        <p:spPr bwMode="auto">
          <a:xfrm>
            <a:off x="5238254" y="915764"/>
            <a:ext cx="990600"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E</a:t>
            </a:r>
            <a:r>
              <a:rPr kumimoji="1" lang="en-US" altLang="zh-CN" sz="2000" b="1" i="1">
                <a:latin typeface="Times New Roman" panose="02020603050405020304" pitchFamily="18" charset="0"/>
              </a:rPr>
              <a:t>’</a:t>
            </a:r>
            <a:endParaRPr kumimoji="1" lang="zh-CN" altLang="en-US" sz="2000" b="1" i="1">
              <a:latin typeface="Times New Roman" panose="02020603050405020304" pitchFamily="18" charset="0"/>
            </a:endParaRPr>
          </a:p>
          <a:p>
            <a:endParaRPr kumimoji="1" lang="zh-CN" altLang="en-US" b="1" i="1">
              <a:latin typeface="Times New Roman" panose="02020603050405020304" pitchFamily="18" charset="0"/>
              <a:cs typeface="Times New Roman" panose="02020603050405020304" pitchFamily="18" charset="0"/>
            </a:endParaRPr>
          </a:p>
        </p:txBody>
      </p:sp>
      <p:cxnSp>
        <p:nvCxnSpPr>
          <p:cNvPr id="704517" name="AutoShape 5"/>
          <p:cNvCxnSpPr>
            <a:cxnSpLocks noChangeShapeType="1"/>
          </p:cNvCxnSpPr>
          <p:nvPr/>
        </p:nvCxnSpPr>
        <p:spPr bwMode="auto">
          <a:xfrm flipV="1">
            <a:off x="4347666" y="709389"/>
            <a:ext cx="503238" cy="215900"/>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04518" name="AutoShape 6"/>
          <p:cNvCxnSpPr>
            <a:cxnSpLocks noChangeShapeType="1"/>
          </p:cNvCxnSpPr>
          <p:nvPr/>
        </p:nvCxnSpPr>
        <p:spPr bwMode="auto">
          <a:xfrm>
            <a:off x="4850904" y="718914"/>
            <a:ext cx="511175" cy="246063"/>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19" name="Text Box 7"/>
          <p:cNvSpPr txBox="1">
            <a:spLocks noChangeArrowheads="1"/>
          </p:cNvSpPr>
          <p:nvPr/>
        </p:nvSpPr>
        <p:spPr bwMode="auto">
          <a:xfrm>
            <a:off x="3742829" y="1501552"/>
            <a:ext cx="35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F</a:t>
            </a:r>
            <a:endParaRPr kumimoji="1" lang="zh-CN" altLang="en-US" sz="2000" b="1" i="1">
              <a:latin typeface="Times New Roman" panose="02020603050405020304" pitchFamily="18" charset="0"/>
              <a:cs typeface="Times New Roman" panose="02020603050405020304" pitchFamily="18" charset="0"/>
            </a:endParaRPr>
          </a:p>
        </p:txBody>
      </p:sp>
      <p:sp>
        <p:nvSpPr>
          <p:cNvPr id="704520" name="Text Box 8"/>
          <p:cNvSpPr txBox="1">
            <a:spLocks noChangeArrowheads="1"/>
          </p:cNvSpPr>
          <p:nvPr/>
        </p:nvSpPr>
        <p:spPr bwMode="auto">
          <a:xfrm>
            <a:off x="4274641" y="1501552"/>
            <a:ext cx="647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rPr>
              <a:t>T’</a:t>
            </a:r>
            <a:endParaRPr kumimoji="1" lang="zh-CN" altLang="en-US" sz="2000" b="1" i="1">
              <a:latin typeface="Times New Roman" panose="02020603050405020304" pitchFamily="18" charset="0"/>
            </a:endParaRPr>
          </a:p>
        </p:txBody>
      </p:sp>
      <p:cxnSp>
        <p:nvCxnSpPr>
          <p:cNvPr id="704521" name="AutoShape 9"/>
          <p:cNvCxnSpPr>
            <a:cxnSpLocks noChangeShapeType="1"/>
          </p:cNvCxnSpPr>
          <p:nvPr/>
        </p:nvCxnSpPr>
        <p:spPr bwMode="auto">
          <a:xfrm rot="5400000">
            <a:off x="3979366" y="1249139"/>
            <a:ext cx="185738" cy="319088"/>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04522" name="AutoShape 10"/>
          <p:cNvCxnSpPr>
            <a:cxnSpLocks noChangeShapeType="1"/>
          </p:cNvCxnSpPr>
          <p:nvPr/>
        </p:nvCxnSpPr>
        <p:spPr bwMode="auto">
          <a:xfrm rot="16200000" flipH="1">
            <a:off x="4251622" y="1289621"/>
            <a:ext cx="225425" cy="277812"/>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23" name="Text Box 11"/>
          <p:cNvSpPr txBox="1">
            <a:spLocks noChangeArrowheads="1"/>
          </p:cNvSpPr>
          <p:nvPr/>
        </p:nvSpPr>
        <p:spPr bwMode="auto">
          <a:xfrm>
            <a:off x="5309691" y="1541239"/>
            <a:ext cx="3413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T</a:t>
            </a:r>
            <a:endParaRPr kumimoji="1" lang="zh-CN" altLang="en-US" i="1">
              <a:solidFill>
                <a:schemeClr val="tx2"/>
              </a:solidFill>
              <a:latin typeface="Times New Roman" panose="02020603050405020304" pitchFamily="18" charset="0"/>
            </a:endParaRPr>
          </a:p>
        </p:txBody>
      </p:sp>
      <p:sp>
        <p:nvSpPr>
          <p:cNvPr id="704524" name="Text Box 12"/>
          <p:cNvSpPr txBox="1">
            <a:spLocks noChangeArrowheads="1"/>
          </p:cNvSpPr>
          <p:nvPr/>
        </p:nvSpPr>
        <p:spPr bwMode="auto">
          <a:xfrm>
            <a:off x="4750891" y="1541239"/>
            <a:ext cx="4429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000" b="1" dirty="0">
                <a:solidFill>
                  <a:srgbClr val="0000FF"/>
                </a:solidFill>
                <a:latin typeface="Times New Roman" panose="02020603050405020304" pitchFamily="18" charset="0"/>
                <a:cs typeface="Times New Roman" panose="02020603050405020304" pitchFamily="18" charset="0"/>
              </a:rPr>
              <a:t>＋</a:t>
            </a:r>
          </a:p>
        </p:txBody>
      </p:sp>
      <p:sp>
        <p:nvSpPr>
          <p:cNvPr id="704525" name="Text Box 13"/>
          <p:cNvSpPr txBox="1">
            <a:spLocks noChangeArrowheads="1"/>
          </p:cNvSpPr>
          <p:nvPr/>
        </p:nvSpPr>
        <p:spPr bwMode="auto">
          <a:xfrm>
            <a:off x="5741491" y="1541239"/>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E</a:t>
            </a:r>
            <a:r>
              <a:rPr kumimoji="1" lang="en-US" altLang="zh-CN" sz="2000" b="1" i="1">
                <a:latin typeface="Times New Roman" panose="02020603050405020304" pitchFamily="18" charset="0"/>
              </a:rPr>
              <a:t>’</a:t>
            </a:r>
            <a:endParaRPr kumimoji="1" lang="zh-CN" altLang="en-US" sz="2000" b="1" i="1">
              <a:latin typeface="Times New Roman" panose="02020603050405020304" pitchFamily="18" charset="0"/>
            </a:endParaRPr>
          </a:p>
        </p:txBody>
      </p:sp>
      <p:cxnSp>
        <p:nvCxnSpPr>
          <p:cNvPr id="704526" name="AutoShape 14"/>
          <p:cNvCxnSpPr>
            <a:cxnSpLocks noChangeShapeType="1"/>
          </p:cNvCxnSpPr>
          <p:nvPr/>
        </p:nvCxnSpPr>
        <p:spPr bwMode="auto">
          <a:xfrm flipV="1">
            <a:off x="5022354" y="1253902"/>
            <a:ext cx="503237" cy="360362"/>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04527" name="AutoShape 15"/>
          <p:cNvCxnSpPr>
            <a:cxnSpLocks noChangeShapeType="1"/>
          </p:cNvCxnSpPr>
          <p:nvPr/>
        </p:nvCxnSpPr>
        <p:spPr bwMode="auto">
          <a:xfrm>
            <a:off x="5525591" y="1253902"/>
            <a:ext cx="0" cy="360362"/>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04528" name="AutoShape 16"/>
          <p:cNvCxnSpPr>
            <a:cxnSpLocks noChangeShapeType="1"/>
          </p:cNvCxnSpPr>
          <p:nvPr/>
        </p:nvCxnSpPr>
        <p:spPr bwMode="auto">
          <a:xfrm>
            <a:off x="5525591" y="1253902"/>
            <a:ext cx="431800" cy="360362"/>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29" name="Text Box 17"/>
          <p:cNvSpPr txBox="1">
            <a:spLocks noChangeArrowheads="1"/>
          </p:cNvSpPr>
          <p:nvPr/>
        </p:nvSpPr>
        <p:spPr bwMode="auto">
          <a:xfrm>
            <a:off x="3707904" y="2149252"/>
            <a:ext cx="3984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dirty="0">
                <a:solidFill>
                  <a:srgbClr val="0000FF"/>
                </a:solidFill>
                <a:latin typeface="Times New Roman" panose="02020603050405020304" pitchFamily="18" charset="0"/>
              </a:rPr>
              <a:t>id</a:t>
            </a:r>
          </a:p>
        </p:txBody>
      </p:sp>
      <p:cxnSp>
        <p:nvCxnSpPr>
          <p:cNvPr id="704530" name="AutoShape 18"/>
          <p:cNvCxnSpPr>
            <a:cxnSpLocks noChangeShapeType="1"/>
          </p:cNvCxnSpPr>
          <p:nvPr/>
        </p:nvCxnSpPr>
        <p:spPr bwMode="auto">
          <a:xfrm>
            <a:off x="3923804" y="1912714"/>
            <a:ext cx="0" cy="288925"/>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31" name="Text Box 19"/>
          <p:cNvSpPr txBox="1">
            <a:spLocks noChangeArrowheads="1"/>
          </p:cNvSpPr>
          <p:nvPr/>
        </p:nvSpPr>
        <p:spPr bwMode="auto">
          <a:xfrm>
            <a:off x="4350841" y="2149252"/>
            <a:ext cx="2905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ε</a:t>
            </a:r>
          </a:p>
        </p:txBody>
      </p:sp>
      <p:cxnSp>
        <p:nvCxnSpPr>
          <p:cNvPr id="704532" name="AutoShape 20"/>
          <p:cNvCxnSpPr>
            <a:cxnSpLocks noChangeShapeType="1"/>
          </p:cNvCxnSpPr>
          <p:nvPr/>
        </p:nvCxnSpPr>
        <p:spPr bwMode="auto">
          <a:xfrm>
            <a:off x="4517529" y="1912714"/>
            <a:ext cx="0" cy="288925"/>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33" name="Text Box 21"/>
          <p:cNvSpPr txBox="1">
            <a:spLocks noChangeArrowheads="1"/>
          </p:cNvSpPr>
          <p:nvPr/>
        </p:nvSpPr>
        <p:spPr bwMode="auto">
          <a:xfrm>
            <a:off x="4993779" y="2158777"/>
            <a:ext cx="35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F</a:t>
            </a:r>
            <a:endParaRPr kumimoji="1" lang="zh-CN" altLang="en-US" sz="2000" b="1" i="1">
              <a:latin typeface="Times New Roman" panose="02020603050405020304" pitchFamily="18" charset="0"/>
              <a:cs typeface="Times New Roman" panose="02020603050405020304" pitchFamily="18" charset="0"/>
            </a:endParaRPr>
          </a:p>
        </p:txBody>
      </p:sp>
      <p:sp>
        <p:nvSpPr>
          <p:cNvPr id="704534" name="Text Box 22"/>
          <p:cNvSpPr txBox="1">
            <a:spLocks noChangeArrowheads="1"/>
          </p:cNvSpPr>
          <p:nvPr/>
        </p:nvSpPr>
        <p:spPr bwMode="auto">
          <a:xfrm>
            <a:off x="5566866" y="2149252"/>
            <a:ext cx="427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rPr>
              <a:t>T’</a:t>
            </a:r>
            <a:endParaRPr kumimoji="1" lang="zh-CN" altLang="en-US" sz="2000" b="1" i="1">
              <a:latin typeface="Times New Roman" panose="02020603050405020304" pitchFamily="18" charset="0"/>
            </a:endParaRPr>
          </a:p>
        </p:txBody>
      </p:sp>
      <p:cxnSp>
        <p:nvCxnSpPr>
          <p:cNvPr id="704535" name="AutoShape 23"/>
          <p:cNvCxnSpPr>
            <a:cxnSpLocks noChangeShapeType="1"/>
          </p:cNvCxnSpPr>
          <p:nvPr/>
        </p:nvCxnSpPr>
        <p:spPr bwMode="auto">
          <a:xfrm rot="10800000" flipV="1">
            <a:off x="5181104" y="1884139"/>
            <a:ext cx="309562" cy="274638"/>
          </a:xfrm>
          <a:prstGeom prst="straightConnector1">
            <a:avLst/>
          </a:prstGeom>
          <a:noFill/>
          <a:ln w="19431">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04536" name="AutoShape 24"/>
          <p:cNvCxnSpPr>
            <a:cxnSpLocks noChangeShapeType="1"/>
          </p:cNvCxnSpPr>
          <p:nvPr/>
        </p:nvCxnSpPr>
        <p:spPr bwMode="auto">
          <a:xfrm rot="16200000" flipH="1">
            <a:off x="5464472" y="1913508"/>
            <a:ext cx="306388" cy="247650"/>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37" name="Text Box 25"/>
          <p:cNvSpPr txBox="1">
            <a:spLocks noChangeArrowheads="1"/>
          </p:cNvSpPr>
          <p:nvPr/>
        </p:nvSpPr>
        <p:spPr bwMode="auto">
          <a:xfrm>
            <a:off x="4666754" y="2730277"/>
            <a:ext cx="3984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dirty="0">
                <a:solidFill>
                  <a:srgbClr val="0000FF"/>
                </a:solidFill>
                <a:latin typeface="Times New Roman" panose="02020603050405020304" pitchFamily="18" charset="0"/>
              </a:rPr>
              <a:t>id</a:t>
            </a:r>
          </a:p>
        </p:txBody>
      </p:sp>
      <p:cxnSp>
        <p:nvCxnSpPr>
          <p:cNvPr id="704538" name="AutoShape 26"/>
          <p:cNvCxnSpPr>
            <a:cxnSpLocks noChangeShapeType="1"/>
          </p:cNvCxnSpPr>
          <p:nvPr/>
        </p:nvCxnSpPr>
        <p:spPr bwMode="auto">
          <a:xfrm rot="5400000">
            <a:off x="4839791" y="2560415"/>
            <a:ext cx="223837" cy="201612"/>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39" name="Text Box 27"/>
          <p:cNvSpPr txBox="1">
            <a:spLocks noChangeArrowheads="1"/>
          </p:cNvSpPr>
          <p:nvPr/>
        </p:nvSpPr>
        <p:spPr bwMode="auto">
          <a:xfrm>
            <a:off x="6062166" y="2117502"/>
            <a:ext cx="2905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ε</a:t>
            </a:r>
          </a:p>
        </p:txBody>
      </p:sp>
      <p:cxnSp>
        <p:nvCxnSpPr>
          <p:cNvPr id="704540" name="AutoShape 28"/>
          <p:cNvCxnSpPr>
            <a:cxnSpLocks noChangeShapeType="1"/>
            <a:stCxn id="704525" idx="2"/>
          </p:cNvCxnSpPr>
          <p:nvPr/>
        </p:nvCxnSpPr>
        <p:spPr bwMode="auto">
          <a:xfrm rot="16200000" flipH="1">
            <a:off x="5955010" y="1948433"/>
            <a:ext cx="260350" cy="246062"/>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41" name="Text Box 29"/>
          <p:cNvSpPr txBox="1">
            <a:spLocks noChangeArrowheads="1"/>
          </p:cNvSpPr>
          <p:nvPr/>
        </p:nvSpPr>
        <p:spPr bwMode="auto">
          <a:xfrm>
            <a:off x="5565279" y="2844577"/>
            <a:ext cx="60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F</a:t>
            </a:r>
            <a:endParaRPr kumimoji="1" lang="zh-CN" altLang="en-US" sz="2000" b="1" i="1">
              <a:latin typeface="Times New Roman" panose="02020603050405020304" pitchFamily="18" charset="0"/>
              <a:cs typeface="Times New Roman" panose="02020603050405020304" pitchFamily="18" charset="0"/>
            </a:endParaRPr>
          </a:p>
        </p:txBody>
      </p:sp>
      <p:sp>
        <p:nvSpPr>
          <p:cNvPr id="704542" name="Text Box 30"/>
          <p:cNvSpPr txBox="1">
            <a:spLocks noChangeArrowheads="1"/>
          </p:cNvSpPr>
          <p:nvPr/>
        </p:nvSpPr>
        <p:spPr bwMode="auto">
          <a:xfrm>
            <a:off x="5136654" y="2844577"/>
            <a:ext cx="442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000" b="1" dirty="0">
                <a:solidFill>
                  <a:srgbClr val="0000FF"/>
                </a:solidFill>
                <a:latin typeface="Times New Roman" panose="02020603050405020304" pitchFamily="18" charset="0"/>
                <a:cs typeface="Times New Roman" panose="02020603050405020304" pitchFamily="18" charset="0"/>
              </a:rPr>
              <a:t>＊</a:t>
            </a:r>
            <a:endParaRPr kumimoji="1" lang="en-US" altLang="zh-CN" sz="2000" b="1" dirty="0">
              <a:solidFill>
                <a:srgbClr val="0000FF"/>
              </a:solidFill>
              <a:latin typeface="Times New Roman" panose="02020603050405020304" pitchFamily="18" charset="0"/>
              <a:cs typeface="Times New Roman" panose="02020603050405020304" pitchFamily="18" charset="0"/>
            </a:endParaRPr>
          </a:p>
        </p:txBody>
      </p:sp>
      <p:sp>
        <p:nvSpPr>
          <p:cNvPr id="704543" name="Text Box 31"/>
          <p:cNvSpPr txBox="1">
            <a:spLocks noChangeArrowheads="1"/>
          </p:cNvSpPr>
          <p:nvPr/>
        </p:nvSpPr>
        <p:spPr bwMode="auto">
          <a:xfrm>
            <a:off x="5922466" y="2844577"/>
            <a:ext cx="427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rPr>
              <a:t>T’</a:t>
            </a:r>
            <a:endParaRPr kumimoji="1" lang="zh-CN" altLang="en-US" sz="2000" b="1" i="1">
              <a:latin typeface="Times New Roman" panose="02020603050405020304" pitchFamily="18" charset="0"/>
            </a:endParaRPr>
          </a:p>
        </p:txBody>
      </p:sp>
      <p:cxnSp>
        <p:nvCxnSpPr>
          <p:cNvPr id="704544" name="AutoShape 32"/>
          <p:cNvCxnSpPr>
            <a:cxnSpLocks noChangeShapeType="1"/>
          </p:cNvCxnSpPr>
          <p:nvPr/>
        </p:nvCxnSpPr>
        <p:spPr bwMode="auto">
          <a:xfrm flipV="1">
            <a:off x="5422404" y="2538189"/>
            <a:ext cx="323850" cy="350838"/>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04545" name="AutoShape 33"/>
          <p:cNvCxnSpPr>
            <a:cxnSpLocks noChangeShapeType="1"/>
          </p:cNvCxnSpPr>
          <p:nvPr/>
        </p:nvCxnSpPr>
        <p:spPr bwMode="auto">
          <a:xfrm rot="5400000">
            <a:off x="5571629" y="2717577"/>
            <a:ext cx="357187" cy="1587"/>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04546" name="AutoShape 34"/>
          <p:cNvCxnSpPr>
            <a:cxnSpLocks noChangeShapeType="1"/>
          </p:cNvCxnSpPr>
          <p:nvPr/>
        </p:nvCxnSpPr>
        <p:spPr bwMode="auto">
          <a:xfrm rot="16200000" flipH="1">
            <a:off x="5715297" y="2573908"/>
            <a:ext cx="357188" cy="285750"/>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47" name="Text Box 35"/>
          <p:cNvSpPr txBox="1">
            <a:spLocks noChangeArrowheads="1"/>
          </p:cNvSpPr>
          <p:nvPr/>
        </p:nvSpPr>
        <p:spPr bwMode="auto">
          <a:xfrm>
            <a:off x="5597029" y="3416077"/>
            <a:ext cx="396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dirty="0">
                <a:solidFill>
                  <a:srgbClr val="0000FF"/>
                </a:solidFill>
                <a:latin typeface="Times New Roman" panose="02020603050405020304" pitchFamily="18" charset="0"/>
              </a:rPr>
              <a:t>id</a:t>
            </a:r>
          </a:p>
        </p:txBody>
      </p:sp>
      <p:cxnSp>
        <p:nvCxnSpPr>
          <p:cNvPr id="704548" name="AutoShape 36"/>
          <p:cNvCxnSpPr>
            <a:cxnSpLocks noChangeShapeType="1"/>
          </p:cNvCxnSpPr>
          <p:nvPr/>
        </p:nvCxnSpPr>
        <p:spPr bwMode="auto">
          <a:xfrm flipH="1">
            <a:off x="5779591" y="3201764"/>
            <a:ext cx="0" cy="279400"/>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49" name="Text Box 37"/>
          <p:cNvSpPr txBox="1">
            <a:spLocks noChangeArrowheads="1"/>
          </p:cNvSpPr>
          <p:nvPr/>
        </p:nvSpPr>
        <p:spPr bwMode="auto">
          <a:xfrm>
            <a:off x="6279654" y="3416077"/>
            <a:ext cx="5349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ε</a:t>
            </a:r>
          </a:p>
        </p:txBody>
      </p:sp>
      <p:cxnSp>
        <p:nvCxnSpPr>
          <p:cNvPr id="704550" name="AutoShape 38"/>
          <p:cNvCxnSpPr>
            <a:cxnSpLocks noChangeShapeType="1"/>
          </p:cNvCxnSpPr>
          <p:nvPr/>
        </p:nvCxnSpPr>
        <p:spPr bwMode="auto">
          <a:xfrm rot="16200000" flipH="1">
            <a:off x="6172498" y="3237482"/>
            <a:ext cx="285750" cy="214313"/>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53" name="Line 41"/>
          <p:cNvSpPr>
            <a:spLocks noChangeShapeType="1"/>
          </p:cNvSpPr>
          <p:nvPr/>
        </p:nvSpPr>
        <p:spPr bwMode="auto">
          <a:xfrm flipV="1">
            <a:off x="1347812" y="4320579"/>
            <a:ext cx="0" cy="269875"/>
          </a:xfrm>
          <a:prstGeom prst="line">
            <a:avLst/>
          </a:prstGeom>
          <a:noFill/>
          <a:ln w="25400">
            <a:solidFill>
              <a:schemeClr val="tx2">
                <a:lumMod val="60000"/>
                <a:lumOff val="40000"/>
              </a:schemeClr>
            </a:solidFill>
            <a:round/>
            <a:tailEnd type="triangle" w="med" len="med"/>
          </a:ln>
        </p:spPr>
        <p:txBody>
          <a:bodyPr/>
          <a:lstStyle/>
          <a:p>
            <a:pPr>
              <a:defRPr/>
            </a:pPr>
            <a:endParaRPr lang="zh-CN" altLang="en-US"/>
          </a:p>
        </p:txBody>
      </p:sp>
      <p:sp>
        <p:nvSpPr>
          <p:cNvPr id="704554" name="Line 42"/>
          <p:cNvSpPr>
            <a:spLocks noChangeShapeType="1"/>
          </p:cNvSpPr>
          <p:nvPr/>
        </p:nvSpPr>
        <p:spPr bwMode="auto">
          <a:xfrm flipV="1">
            <a:off x="1635150" y="4320579"/>
            <a:ext cx="0" cy="269875"/>
          </a:xfrm>
          <a:prstGeom prst="line">
            <a:avLst/>
          </a:prstGeom>
          <a:noFill/>
          <a:ln w="25400">
            <a:solidFill>
              <a:schemeClr val="tx2">
                <a:lumMod val="60000"/>
                <a:lumOff val="40000"/>
              </a:schemeClr>
            </a:solidFill>
            <a:round/>
            <a:tailEnd type="triangle" w="med" len="med"/>
          </a:ln>
        </p:spPr>
        <p:txBody>
          <a:bodyPr/>
          <a:lstStyle/>
          <a:p>
            <a:pPr>
              <a:defRPr/>
            </a:pPr>
            <a:endParaRPr lang="zh-CN" altLang="en-US"/>
          </a:p>
        </p:txBody>
      </p:sp>
      <p:sp>
        <p:nvSpPr>
          <p:cNvPr id="704555" name="Line 43"/>
          <p:cNvSpPr>
            <a:spLocks noChangeShapeType="1"/>
          </p:cNvSpPr>
          <p:nvPr/>
        </p:nvSpPr>
        <p:spPr bwMode="auto">
          <a:xfrm flipV="1">
            <a:off x="1924075" y="4320579"/>
            <a:ext cx="0" cy="269875"/>
          </a:xfrm>
          <a:prstGeom prst="line">
            <a:avLst/>
          </a:prstGeom>
          <a:noFill/>
          <a:ln w="25400">
            <a:solidFill>
              <a:schemeClr val="tx2">
                <a:lumMod val="60000"/>
                <a:lumOff val="40000"/>
              </a:schemeClr>
            </a:solidFill>
            <a:round/>
            <a:tailEnd type="triangle" w="med" len="med"/>
          </a:ln>
        </p:spPr>
        <p:txBody>
          <a:bodyPr/>
          <a:lstStyle/>
          <a:p>
            <a:pPr>
              <a:defRPr/>
            </a:pPr>
            <a:endParaRPr lang="zh-CN" altLang="en-US"/>
          </a:p>
        </p:txBody>
      </p:sp>
      <p:sp>
        <p:nvSpPr>
          <p:cNvPr id="704556" name="Line 44"/>
          <p:cNvSpPr>
            <a:spLocks noChangeShapeType="1"/>
          </p:cNvSpPr>
          <p:nvPr/>
        </p:nvSpPr>
        <p:spPr bwMode="auto">
          <a:xfrm flipV="1">
            <a:off x="2213000" y="4320579"/>
            <a:ext cx="0" cy="269875"/>
          </a:xfrm>
          <a:prstGeom prst="line">
            <a:avLst/>
          </a:prstGeom>
          <a:noFill/>
          <a:ln w="25400">
            <a:solidFill>
              <a:schemeClr val="tx2">
                <a:lumMod val="60000"/>
                <a:lumOff val="40000"/>
              </a:schemeClr>
            </a:solidFill>
            <a:round/>
            <a:tailEnd type="triangle" w="med" len="med"/>
          </a:ln>
        </p:spPr>
        <p:txBody>
          <a:bodyPr/>
          <a:lstStyle/>
          <a:p>
            <a:pPr>
              <a:defRPr/>
            </a:pPr>
            <a:endParaRPr lang="zh-CN" altLang="en-US"/>
          </a:p>
        </p:txBody>
      </p:sp>
      <p:sp>
        <p:nvSpPr>
          <p:cNvPr id="704557" name="Line 45"/>
          <p:cNvSpPr>
            <a:spLocks noChangeShapeType="1"/>
          </p:cNvSpPr>
          <p:nvPr/>
        </p:nvSpPr>
        <p:spPr bwMode="auto">
          <a:xfrm flipV="1">
            <a:off x="2498750" y="4320579"/>
            <a:ext cx="0" cy="269875"/>
          </a:xfrm>
          <a:prstGeom prst="line">
            <a:avLst/>
          </a:prstGeom>
          <a:noFill/>
          <a:ln w="25400">
            <a:solidFill>
              <a:schemeClr val="tx2">
                <a:lumMod val="60000"/>
                <a:lumOff val="40000"/>
              </a:schemeClr>
            </a:solidFill>
            <a:round/>
            <a:tailEnd type="triangle" w="med" len="med"/>
          </a:ln>
        </p:spPr>
        <p:txBody>
          <a:bodyPr/>
          <a:lstStyle/>
          <a:p>
            <a:pPr>
              <a:defRPr/>
            </a:pPr>
            <a:endParaRPr lang="zh-CN" altLang="en-US"/>
          </a:p>
        </p:txBody>
      </p:sp>
      <p:sp>
        <p:nvSpPr>
          <p:cNvPr id="48" name="标题 1"/>
          <p:cNvSpPr>
            <a:spLocks noGrp="1"/>
          </p:cNvSpPr>
          <p:nvPr>
            <p:ph type="title"/>
          </p:nvPr>
        </p:nvSpPr>
        <p:spPr>
          <a:xfrm>
            <a:off x="755650" y="268288"/>
            <a:ext cx="7931150" cy="358775"/>
          </a:xfrm>
        </p:spPr>
        <p:txBody>
          <a:bodyPr/>
          <a:lstStyle/>
          <a:p>
            <a:pPr algn="l" eaLnBrk="1" hangingPunct="1">
              <a:defRPr/>
            </a:pPr>
            <a:r>
              <a:rPr lang="zh-CN" altLang="en-US" sz="3000" b="1" spc="300" dirty="0">
                <a:solidFill>
                  <a:schemeClr val="tx1"/>
                </a:solidFill>
                <a:latin typeface="微软雅黑" panose="020B0503020204020204" pitchFamily="34" charset="-122"/>
                <a:ea typeface="微软雅黑" panose="020B0503020204020204" pitchFamily="34" charset="-122"/>
              </a:rPr>
              <a:t>例</a:t>
            </a:r>
          </a:p>
        </p:txBody>
      </p:sp>
      <p:grpSp>
        <p:nvGrpSpPr>
          <p:cNvPr id="56366" name="组合 5"/>
          <p:cNvGrpSpPr/>
          <p:nvPr/>
        </p:nvGrpSpPr>
        <p:grpSpPr bwMode="auto">
          <a:xfrm>
            <a:off x="0" y="195263"/>
            <a:ext cx="755650" cy="431800"/>
            <a:chOff x="-786" y="195486"/>
            <a:chExt cx="756363" cy="432048"/>
          </a:xfrm>
        </p:grpSpPr>
        <p:sp>
          <p:nvSpPr>
            <p:cNvPr id="50" name="五边形 49"/>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56372" name="五边形 6"/>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grpSp>
      <p:sp>
        <p:nvSpPr>
          <p:cNvPr id="49" name="Line 45"/>
          <p:cNvSpPr>
            <a:spLocks noChangeShapeType="1"/>
          </p:cNvSpPr>
          <p:nvPr/>
        </p:nvSpPr>
        <p:spPr bwMode="auto">
          <a:xfrm flipV="1">
            <a:off x="2771800" y="4299942"/>
            <a:ext cx="0" cy="269875"/>
          </a:xfrm>
          <a:prstGeom prst="line">
            <a:avLst/>
          </a:prstGeom>
          <a:noFill/>
          <a:ln w="25400">
            <a:solidFill>
              <a:schemeClr val="tx2">
                <a:lumMod val="60000"/>
                <a:lumOff val="40000"/>
              </a:schemeClr>
            </a:solidFill>
            <a:round/>
            <a:tailEnd type="triangle" w="med" len="med"/>
          </a:ln>
        </p:spPr>
        <p:txBody>
          <a:bodyPr/>
          <a:lstStyle/>
          <a:p>
            <a:pPr>
              <a:defRPr/>
            </a:pPr>
            <a:endParaRPr lang="zh-CN" altLang="en-US"/>
          </a:p>
        </p:txBody>
      </p:sp>
      <p:sp>
        <p:nvSpPr>
          <p:cNvPr id="2" name="矩形 1"/>
          <p:cNvSpPr/>
          <p:nvPr/>
        </p:nvSpPr>
        <p:spPr>
          <a:xfrm>
            <a:off x="3491880" y="3844701"/>
            <a:ext cx="5112568" cy="1030512"/>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zh-CN" altLang="en-US" sz="2000" b="1" dirty="0">
                <a:solidFill>
                  <a:srgbClr val="0070C0"/>
                </a:solidFill>
              </a:rPr>
              <a:t>候选式的选择：</a:t>
            </a:r>
            <a:endParaRPr lang="en-US" altLang="zh-CN" sz="2000" b="1" dirty="0">
              <a:solidFill>
                <a:srgbClr val="0070C0"/>
              </a:solidFill>
            </a:endParaRPr>
          </a:p>
          <a:p>
            <a:pPr lvl="1"/>
            <a:r>
              <a:rPr lang="zh-CN" altLang="en-US" sz="2000" b="1" dirty="0">
                <a:solidFill>
                  <a:srgbClr val="0070C0"/>
                </a:solidFill>
              </a:rPr>
              <a:t>启发式策略：各候选式生成的</a:t>
            </a:r>
            <a:r>
              <a:rPr lang="zh-CN" altLang="en-US" sz="2000" b="1" dirty="0">
                <a:solidFill>
                  <a:srgbClr val="FF0000"/>
                </a:solidFill>
              </a:rPr>
              <a:t>首终结符</a:t>
            </a:r>
            <a:r>
              <a:rPr lang="zh-CN" altLang="en-US" sz="2000" b="1" dirty="0">
                <a:solidFill>
                  <a:srgbClr val="0070C0"/>
                </a:solidFill>
              </a:rPr>
              <a:t>与当前的</a:t>
            </a:r>
            <a:r>
              <a:rPr lang="zh-CN" altLang="en-US" sz="2000" b="1" dirty="0">
                <a:solidFill>
                  <a:srgbClr val="FF0000"/>
                </a:solidFill>
              </a:rPr>
              <a:t>输入符号</a:t>
            </a:r>
            <a:r>
              <a:rPr lang="zh-CN" altLang="en-US" sz="2000" b="1" dirty="0">
                <a:solidFill>
                  <a:srgbClr val="0070C0"/>
                </a:solidFill>
              </a:rPr>
              <a:t>是否匹配。</a:t>
            </a:r>
          </a:p>
        </p:txBody>
      </p:sp>
      <p:sp>
        <p:nvSpPr>
          <p:cNvPr id="4" name="灯片编号占位符 3"/>
          <p:cNvSpPr>
            <a:spLocks noGrp="1"/>
          </p:cNvSpPr>
          <p:nvPr>
            <p:ph type="sldNum" sz="quarter" idx="12"/>
          </p:nvPr>
        </p:nvSpPr>
        <p:spPr>
          <a:xfrm>
            <a:off x="3990975" y="4870450"/>
            <a:ext cx="1162050" cy="273050"/>
          </a:xfrm>
        </p:spPr>
        <p:txBody>
          <a:bodyPr/>
          <a:lstStyle/>
          <a:p>
            <a:pPr>
              <a:defRPr/>
            </a:pPr>
            <a:fld id="{ECB9F97E-05A3-4C5B-A0AF-D3DCCEFE8E8E}" type="slidenum">
              <a:rPr lang="zh-CN" altLang="en-US" smtClean="0"/>
              <a:t>11</a:t>
            </a:fld>
            <a:endParaRPr lang="en-US" altLang="zh-CN" dirty="0"/>
          </a:p>
        </p:txBody>
      </p:sp>
      <p:sp>
        <p:nvSpPr>
          <p:cNvPr id="3" name="矩形 2"/>
          <p:cNvSpPr/>
          <p:nvPr/>
        </p:nvSpPr>
        <p:spPr>
          <a:xfrm>
            <a:off x="6408420" y="178435"/>
            <a:ext cx="2462530" cy="251269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tx1"/>
                </a:solidFill>
              </a:rPr>
              <a:t>思考：</a:t>
            </a:r>
            <a:endParaRPr lang="en-US" altLang="zh-CN" b="1" dirty="0">
              <a:solidFill>
                <a:schemeClr val="tx1"/>
              </a:solidFill>
            </a:endParaRPr>
          </a:p>
          <a:p>
            <a:pPr>
              <a:lnSpc>
                <a:spcPct val="115000"/>
              </a:lnSpc>
              <a:spcBef>
                <a:spcPts val="0"/>
              </a:spcBef>
              <a:spcAft>
                <a:spcPts val="0"/>
              </a:spcAft>
            </a:pPr>
            <a:r>
              <a:rPr lang="en-US" altLang="zh-CN" b="1" dirty="0">
                <a:solidFill>
                  <a:schemeClr val="tx1"/>
                </a:solidFill>
              </a:rPr>
              <a:t>1. </a:t>
            </a:r>
            <a:r>
              <a:rPr lang="zh-CN" altLang="en-US" b="1" dirty="0">
                <a:solidFill>
                  <a:schemeClr val="tx1"/>
                </a:solidFill>
              </a:rPr>
              <a:t>如果具有相同左部的候选式能生成相同的首终结符是否还能确定地选择候选式？</a:t>
            </a:r>
            <a:endParaRPr lang="en-US" altLang="zh-CN" b="1" dirty="0">
              <a:solidFill>
                <a:schemeClr val="tx1"/>
              </a:solidFill>
            </a:endParaRPr>
          </a:p>
          <a:p>
            <a:pPr>
              <a:lnSpc>
                <a:spcPct val="115000"/>
              </a:lnSpc>
              <a:spcBef>
                <a:spcPts val="0"/>
              </a:spcBef>
              <a:spcAft>
                <a:spcPts val="0"/>
              </a:spcAft>
            </a:pPr>
            <a:r>
              <a:rPr lang="en-US" altLang="zh-CN" b="1" dirty="0">
                <a:solidFill>
                  <a:schemeClr val="tx1"/>
                </a:solidFill>
              </a:rPr>
              <a:t>2. </a:t>
            </a:r>
            <a:r>
              <a:rPr lang="zh-CN" altLang="en-US" b="1" dirty="0">
                <a:solidFill>
                  <a:schemeClr val="tx1"/>
                </a:solidFill>
              </a:rPr>
              <a:t>符合什么条件的文法才能做确定的选择？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5639">
                                            <p:txEl>
                                              <p:pRg st="6" end="6"/>
                                            </p:txEl>
                                          </p:spTgt>
                                        </p:tgtEl>
                                        <p:attrNameLst>
                                          <p:attrName>style.visibility</p:attrName>
                                        </p:attrNameLst>
                                      </p:cBhvr>
                                      <p:to>
                                        <p:strVal val="visible"/>
                                      </p:to>
                                    </p:set>
                                    <p:anim calcmode="lin" valueType="num">
                                      <p:cBhvr>
                                        <p:cTn id="7" dur="500" fill="hold"/>
                                        <p:tgtEl>
                                          <p:spTgt spid="25639">
                                            <p:txEl>
                                              <p:pRg st="6" end="6"/>
                                            </p:txEl>
                                          </p:spTgt>
                                        </p:tgtEl>
                                        <p:attrNameLst>
                                          <p:attrName>ppt_w</p:attrName>
                                        </p:attrNameLst>
                                      </p:cBhvr>
                                      <p:tavLst>
                                        <p:tav tm="0">
                                          <p:val>
                                            <p:fltVal val="0"/>
                                          </p:val>
                                        </p:tav>
                                        <p:tav tm="100000">
                                          <p:val>
                                            <p:strVal val="#ppt_w"/>
                                          </p:val>
                                        </p:tav>
                                      </p:tavLst>
                                    </p:anim>
                                    <p:anim calcmode="lin" valueType="num">
                                      <p:cBhvr>
                                        <p:cTn id="8" dur="500" fill="hold"/>
                                        <p:tgtEl>
                                          <p:spTgt spid="25639">
                                            <p:txEl>
                                              <p:pRg st="6" end="6"/>
                                            </p:txEl>
                                          </p:spTgt>
                                        </p:tgtEl>
                                        <p:attrNameLst>
                                          <p:attrName>ppt_h</p:attrName>
                                        </p:attrNameLst>
                                      </p:cBhvr>
                                      <p:tavLst>
                                        <p:tav tm="0">
                                          <p:val>
                                            <p:fltVal val="0"/>
                                          </p:val>
                                        </p:tav>
                                        <p:tav tm="100000">
                                          <p:val>
                                            <p:strVal val="#ppt_h"/>
                                          </p:val>
                                        </p:tav>
                                      </p:tavLst>
                                    </p:anim>
                                    <p:animEffect transition="in" filter="fade">
                                      <p:cBhvr>
                                        <p:cTn id="9" dur="500"/>
                                        <p:tgtEl>
                                          <p:spTgt spid="25639">
                                            <p:txEl>
                                              <p:pRg st="6" end="6"/>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25639">
                                            <p:txEl>
                                              <p:pRg st="7" end="7"/>
                                            </p:txEl>
                                          </p:spTgt>
                                        </p:tgtEl>
                                        <p:attrNameLst>
                                          <p:attrName>style.visibility</p:attrName>
                                        </p:attrNameLst>
                                      </p:cBhvr>
                                      <p:to>
                                        <p:strVal val="visible"/>
                                      </p:to>
                                    </p:set>
                                    <p:anim calcmode="lin" valueType="num">
                                      <p:cBhvr>
                                        <p:cTn id="12" dur="500" fill="hold"/>
                                        <p:tgtEl>
                                          <p:spTgt spid="25639">
                                            <p:txEl>
                                              <p:pRg st="7" end="7"/>
                                            </p:txEl>
                                          </p:spTgt>
                                        </p:tgtEl>
                                        <p:attrNameLst>
                                          <p:attrName>ppt_w</p:attrName>
                                        </p:attrNameLst>
                                      </p:cBhvr>
                                      <p:tavLst>
                                        <p:tav tm="0">
                                          <p:val>
                                            <p:fltVal val="0"/>
                                          </p:val>
                                        </p:tav>
                                        <p:tav tm="100000">
                                          <p:val>
                                            <p:strVal val="#ppt_w"/>
                                          </p:val>
                                        </p:tav>
                                      </p:tavLst>
                                    </p:anim>
                                    <p:anim calcmode="lin" valueType="num">
                                      <p:cBhvr>
                                        <p:cTn id="13" dur="500" fill="hold"/>
                                        <p:tgtEl>
                                          <p:spTgt spid="25639">
                                            <p:txEl>
                                              <p:pRg st="7" end="7"/>
                                            </p:txEl>
                                          </p:spTgt>
                                        </p:tgtEl>
                                        <p:attrNameLst>
                                          <p:attrName>ppt_h</p:attrName>
                                        </p:attrNameLst>
                                      </p:cBhvr>
                                      <p:tavLst>
                                        <p:tav tm="0">
                                          <p:val>
                                            <p:fltVal val="0"/>
                                          </p:val>
                                        </p:tav>
                                        <p:tav tm="100000">
                                          <p:val>
                                            <p:strVal val="#ppt_h"/>
                                          </p:val>
                                        </p:tav>
                                      </p:tavLst>
                                    </p:anim>
                                    <p:animEffect transition="in" filter="fade">
                                      <p:cBhvr>
                                        <p:cTn id="14" dur="500"/>
                                        <p:tgtEl>
                                          <p:spTgt spid="25639">
                                            <p:txEl>
                                              <p:pRg st="7" end="7"/>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704553"/>
                                        </p:tgtEl>
                                        <p:attrNameLst>
                                          <p:attrName>style.visibility</p:attrName>
                                        </p:attrNameLst>
                                      </p:cBhvr>
                                      <p:to>
                                        <p:strVal val="visible"/>
                                      </p:to>
                                    </p:set>
                                    <p:anim calcmode="lin" valueType="num">
                                      <p:cBhvr>
                                        <p:cTn id="17" dur="500" fill="hold"/>
                                        <p:tgtEl>
                                          <p:spTgt spid="704553"/>
                                        </p:tgtEl>
                                        <p:attrNameLst>
                                          <p:attrName>ppt_w</p:attrName>
                                        </p:attrNameLst>
                                      </p:cBhvr>
                                      <p:tavLst>
                                        <p:tav tm="0">
                                          <p:val>
                                            <p:fltVal val="0"/>
                                          </p:val>
                                        </p:tav>
                                        <p:tav tm="100000">
                                          <p:val>
                                            <p:strVal val="#ppt_w"/>
                                          </p:val>
                                        </p:tav>
                                      </p:tavLst>
                                    </p:anim>
                                    <p:anim calcmode="lin" valueType="num">
                                      <p:cBhvr>
                                        <p:cTn id="18" dur="500" fill="hold"/>
                                        <p:tgtEl>
                                          <p:spTgt spid="704553"/>
                                        </p:tgtEl>
                                        <p:attrNameLst>
                                          <p:attrName>ppt_h</p:attrName>
                                        </p:attrNameLst>
                                      </p:cBhvr>
                                      <p:tavLst>
                                        <p:tav tm="0">
                                          <p:val>
                                            <p:fltVal val="0"/>
                                          </p:val>
                                        </p:tav>
                                        <p:tav tm="100000">
                                          <p:val>
                                            <p:strVal val="#ppt_h"/>
                                          </p:val>
                                        </p:tav>
                                      </p:tavLst>
                                    </p:anim>
                                    <p:animEffect transition="in" filter="fade">
                                      <p:cBhvr>
                                        <p:cTn id="19" dur="500"/>
                                        <p:tgtEl>
                                          <p:spTgt spid="704553"/>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704514"/>
                                        </p:tgtEl>
                                        <p:attrNameLst>
                                          <p:attrName>style.visibility</p:attrName>
                                        </p:attrNameLst>
                                      </p:cBhvr>
                                      <p:to>
                                        <p:strVal val="visible"/>
                                      </p:to>
                                    </p:set>
                                    <p:anim calcmode="lin" valueType="num">
                                      <p:cBhvr>
                                        <p:cTn id="24" dur="500" fill="hold"/>
                                        <p:tgtEl>
                                          <p:spTgt spid="704514"/>
                                        </p:tgtEl>
                                        <p:attrNameLst>
                                          <p:attrName>ppt_w</p:attrName>
                                        </p:attrNameLst>
                                      </p:cBhvr>
                                      <p:tavLst>
                                        <p:tav tm="0">
                                          <p:val>
                                            <p:fltVal val="0"/>
                                          </p:val>
                                        </p:tav>
                                        <p:tav tm="100000">
                                          <p:val>
                                            <p:strVal val="#ppt_w"/>
                                          </p:val>
                                        </p:tav>
                                      </p:tavLst>
                                    </p:anim>
                                    <p:anim calcmode="lin" valueType="num">
                                      <p:cBhvr>
                                        <p:cTn id="25" dur="500" fill="hold"/>
                                        <p:tgtEl>
                                          <p:spTgt spid="704514"/>
                                        </p:tgtEl>
                                        <p:attrNameLst>
                                          <p:attrName>ppt_h</p:attrName>
                                        </p:attrNameLst>
                                      </p:cBhvr>
                                      <p:tavLst>
                                        <p:tav tm="0">
                                          <p:val>
                                            <p:fltVal val="0"/>
                                          </p:val>
                                        </p:tav>
                                        <p:tav tm="100000">
                                          <p:val>
                                            <p:strVal val="#ppt_h"/>
                                          </p:val>
                                        </p:tav>
                                      </p:tavLst>
                                    </p:anim>
                                    <p:animEffect transition="in" filter="fade">
                                      <p:cBhvr>
                                        <p:cTn id="26" dur="500"/>
                                        <p:tgtEl>
                                          <p:spTgt spid="704514"/>
                                        </p:tgtEl>
                                      </p:cBhvr>
                                    </p:animEffect>
                                  </p:childTnLst>
                                </p:cTn>
                              </p:par>
                            </p:childTnLst>
                          </p:cTn>
                        </p:par>
                        <p:par>
                          <p:cTn id="27" fill="hold">
                            <p:stCondLst>
                              <p:cond delay="500"/>
                            </p:stCondLst>
                            <p:childTnLst>
                              <p:par>
                                <p:cTn id="28" presetID="53" presetClass="entr" presetSubtype="16" fill="hold" nodeType="afterEffect">
                                  <p:stCondLst>
                                    <p:cond delay="0"/>
                                  </p:stCondLst>
                                  <p:childTnLst>
                                    <p:set>
                                      <p:cBhvr>
                                        <p:cTn id="29" dur="1" fill="hold">
                                          <p:stCondLst>
                                            <p:cond delay="0"/>
                                          </p:stCondLst>
                                        </p:cTn>
                                        <p:tgtEl>
                                          <p:spTgt spid="704517"/>
                                        </p:tgtEl>
                                        <p:attrNameLst>
                                          <p:attrName>style.visibility</p:attrName>
                                        </p:attrNameLst>
                                      </p:cBhvr>
                                      <p:to>
                                        <p:strVal val="visible"/>
                                      </p:to>
                                    </p:set>
                                    <p:anim calcmode="lin" valueType="num">
                                      <p:cBhvr>
                                        <p:cTn id="30" dur="500" fill="hold"/>
                                        <p:tgtEl>
                                          <p:spTgt spid="704517"/>
                                        </p:tgtEl>
                                        <p:attrNameLst>
                                          <p:attrName>ppt_w</p:attrName>
                                        </p:attrNameLst>
                                      </p:cBhvr>
                                      <p:tavLst>
                                        <p:tav tm="0">
                                          <p:val>
                                            <p:fltVal val="0"/>
                                          </p:val>
                                        </p:tav>
                                        <p:tav tm="100000">
                                          <p:val>
                                            <p:strVal val="#ppt_w"/>
                                          </p:val>
                                        </p:tav>
                                      </p:tavLst>
                                    </p:anim>
                                    <p:anim calcmode="lin" valueType="num">
                                      <p:cBhvr>
                                        <p:cTn id="31" dur="500" fill="hold"/>
                                        <p:tgtEl>
                                          <p:spTgt spid="704517"/>
                                        </p:tgtEl>
                                        <p:attrNameLst>
                                          <p:attrName>ppt_h</p:attrName>
                                        </p:attrNameLst>
                                      </p:cBhvr>
                                      <p:tavLst>
                                        <p:tav tm="0">
                                          <p:val>
                                            <p:fltVal val="0"/>
                                          </p:val>
                                        </p:tav>
                                        <p:tav tm="100000">
                                          <p:val>
                                            <p:strVal val="#ppt_h"/>
                                          </p:val>
                                        </p:tav>
                                      </p:tavLst>
                                    </p:anim>
                                    <p:animEffect transition="in" filter="fade">
                                      <p:cBhvr>
                                        <p:cTn id="32" dur="500"/>
                                        <p:tgtEl>
                                          <p:spTgt spid="704517"/>
                                        </p:tgtEl>
                                      </p:cBhvr>
                                    </p:animEffect>
                                  </p:childTnLst>
                                </p:cTn>
                              </p:par>
                            </p:childTnLst>
                          </p:cTn>
                        </p:par>
                        <p:par>
                          <p:cTn id="33" fill="hold">
                            <p:stCondLst>
                              <p:cond delay="1000"/>
                            </p:stCondLst>
                            <p:childTnLst>
                              <p:par>
                                <p:cTn id="34" presetID="53" presetClass="entr" presetSubtype="16" fill="hold" nodeType="afterEffect">
                                  <p:stCondLst>
                                    <p:cond delay="0"/>
                                  </p:stCondLst>
                                  <p:childTnLst>
                                    <p:set>
                                      <p:cBhvr>
                                        <p:cTn id="35" dur="1" fill="hold">
                                          <p:stCondLst>
                                            <p:cond delay="0"/>
                                          </p:stCondLst>
                                        </p:cTn>
                                        <p:tgtEl>
                                          <p:spTgt spid="704518"/>
                                        </p:tgtEl>
                                        <p:attrNameLst>
                                          <p:attrName>style.visibility</p:attrName>
                                        </p:attrNameLst>
                                      </p:cBhvr>
                                      <p:to>
                                        <p:strVal val="visible"/>
                                      </p:to>
                                    </p:set>
                                    <p:anim calcmode="lin" valueType="num">
                                      <p:cBhvr>
                                        <p:cTn id="36" dur="500" fill="hold"/>
                                        <p:tgtEl>
                                          <p:spTgt spid="704518"/>
                                        </p:tgtEl>
                                        <p:attrNameLst>
                                          <p:attrName>ppt_w</p:attrName>
                                        </p:attrNameLst>
                                      </p:cBhvr>
                                      <p:tavLst>
                                        <p:tav tm="0">
                                          <p:val>
                                            <p:fltVal val="0"/>
                                          </p:val>
                                        </p:tav>
                                        <p:tav tm="100000">
                                          <p:val>
                                            <p:strVal val="#ppt_w"/>
                                          </p:val>
                                        </p:tav>
                                      </p:tavLst>
                                    </p:anim>
                                    <p:anim calcmode="lin" valueType="num">
                                      <p:cBhvr>
                                        <p:cTn id="37" dur="500" fill="hold"/>
                                        <p:tgtEl>
                                          <p:spTgt spid="704518"/>
                                        </p:tgtEl>
                                        <p:attrNameLst>
                                          <p:attrName>ppt_h</p:attrName>
                                        </p:attrNameLst>
                                      </p:cBhvr>
                                      <p:tavLst>
                                        <p:tav tm="0">
                                          <p:val>
                                            <p:fltVal val="0"/>
                                          </p:val>
                                        </p:tav>
                                        <p:tav tm="100000">
                                          <p:val>
                                            <p:strVal val="#ppt_h"/>
                                          </p:val>
                                        </p:tav>
                                      </p:tavLst>
                                    </p:anim>
                                    <p:animEffect transition="in" filter="fade">
                                      <p:cBhvr>
                                        <p:cTn id="38" dur="500"/>
                                        <p:tgtEl>
                                          <p:spTgt spid="704518"/>
                                        </p:tgtEl>
                                      </p:cBhvr>
                                    </p:animEffect>
                                  </p:childTnLst>
                                </p:cTn>
                              </p:par>
                            </p:childTnLst>
                          </p:cTn>
                        </p:par>
                        <p:par>
                          <p:cTn id="39" fill="hold">
                            <p:stCondLst>
                              <p:cond delay="1500"/>
                            </p:stCondLst>
                            <p:childTnLst>
                              <p:par>
                                <p:cTn id="40" presetID="53" presetClass="entr" presetSubtype="16" fill="hold" grpId="0" nodeType="afterEffect">
                                  <p:stCondLst>
                                    <p:cond delay="0"/>
                                  </p:stCondLst>
                                  <p:childTnLst>
                                    <p:set>
                                      <p:cBhvr>
                                        <p:cTn id="41" dur="1" fill="hold">
                                          <p:stCondLst>
                                            <p:cond delay="0"/>
                                          </p:stCondLst>
                                        </p:cTn>
                                        <p:tgtEl>
                                          <p:spTgt spid="704515"/>
                                        </p:tgtEl>
                                        <p:attrNameLst>
                                          <p:attrName>style.visibility</p:attrName>
                                        </p:attrNameLst>
                                      </p:cBhvr>
                                      <p:to>
                                        <p:strVal val="visible"/>
                                      </p:to>
                                    </p:set>
                                    <p:anim calcmode="lin" valueType="num">
                                      <p:cBhvr>
                                        <p:cTn id="42" dur="500" fill="hold"/>
                                        <p:tgtEl>
                                          <p:spTgt spid="704515"/>
                                        </p:tgtEl>
                                        <p:attrNameLst>
                                          <p:attrName>ppt_w</p:attrName>
                                        </p:attrNameLst>
                                      </p:cBhvr>
                                      <p:tavLst>
                                        <p:tav tm="0">
                                          <p:val>
                                            <p:fltVal val="0"/>
                                          </p:val>
                                        </p:tav>
                                        <p:tav tm="100000">
                                          <p:val>
                                            <p:strVal val="#ppt_w"/>
                                          </p:val>
                                        </p:tav>
                                      </p:tavLst>
                                    </p:anim>
                                    <p:anim calcmode="lin" valueType="num">
                                      <p:cBhvr>
                                        <p:cTn id="43" dur="500" fill="hold"/>
                                        <p:tgtEl>
                                          <p:spTgt spid="704515"/>
                                        </p:tgtEl>
                                        <p:attrNameLst>
                                          <p:attrName>ppt_h</p:attrName>
                                        </p:attrNameLst>
                                      </p:cBhvr>
                                      <p:tavLst>
                                        <p:tav tm="0">
                                          <p:val>
                                            <p:fltVal val="0"/>
                                          </p:val>
                                        </p:tav>
                                        <p:tav tm="100000">
                                          <p:val>
                                            <p:strVal val="#ppt_h"/>
                                          </p:val>
                                        </p:tav>
                                      </p:tavLst>
                                    </p:anim>
                                    <p:animEffect transition="in" filter="fade">
                                      <p:cBhvr>
                                        <p:cTn id="44" dur="500"/>
                                        <p:tgtEl>
                                          <p:spTgt spid="704515"/>
                                        </p:tgtEl>
                                      </p:cBhvr>
                                    </p:animEffect>
                                  </p:childTnLst>
                                </p:cTn>
                              </p:par>
                            </p:childTnLst>
                          </p:cTn>
                        </p:par>
                        <p:par>
                          <p:cTn id="45" fill="hold">
                            <p:stCondLst>
                              <p:cond delay="2000"/>
                            </p:stCondLst>
                            <p:childTnLst>
                              <p:par>
                                <p:cTn id="46" presetID="53" presetClass="entr" presetSubtype="16" fill="hold" grpId="0" nodeType="afterEffect">
                                  <p:stCondLst>
                                    <p:cond delay="0"/>
                                  </p:stCondLst>
                                  <p:childTnLst>
                                    <p:set>
                                      <p:cBhvr>
                                        <p:cTn id="47" dur="1" fill="hold">
                                          <p:stCondLst>
                                            <p:cond delay="0"/>
                                          </p:stCondLst>
                                        </p:cTn>
                                        <p:tgtEl>
                                          <p:spTgt spid="704516"/>
                                        </p:tgtEl>
                                        <p:attrNameLst>
                                          <p:attrName>style.visibility</p:attrName>
                                        </p:attrNameLst>
                                      </p:cBhvr>
                                      <p:to>
                                        <p:strVal val="visible"/>
                                      </p:to>
                                    </p:set>
                                    <p:anim calcmode="lin" valueType="num">
                                      <p:cBhvr>
                                        <p:cTn id="48" dur="500" fill="hold"/>
                                        <p:tgtEl>
                                          <p:spTgt spid="704516"/>
                                        </p:tgtEl>
                                        <p:attrNameLst>
                                          <p:attrName>ppt_w</p:attrName>
                                        </p:attrNameLst>
                                      </p:cBhvr>
                                      <p:tavLst>
                                        <p:tav tm="0">
                                          <p:val>
                                            <p:fltVal val="0"/>
                                          </p:val>
                                        </p:tav>
                                        <p:tav tm="100000">
                                          <p:val>
                                            <p:strVal val="#ppt_w"/>
                                          </p:val>
                                        </p:tav>
                                      </p:tavLst>
                                    </p:anim>
                                    <p:anim calcmode="lin" valueType="num">
                                      <p:cBhvr>
                                        <p:cTn id="49" dur="500" fill="hold"/>
                                        <p:tgtEl>
                                          <p:spTgt spid="704516"/>
                                        </p:tgtEl>
                                        <p:attrNameLst>
                                          <p:attrName>ppt_h</p:attrName>
                                        </p:attrNameLst>
                                      </p:cBhvr>
                                      <p:tavLst>
                                        <p:tav tm="0">
                                          <p:val>
                                            <p:fltVal val="0"/>
                                          </p:val>
                                        </p:tav>
                                        <p:tav tm="100000">
                                          <p:val>
                                            <p:strVal val="#ppt_h"/>
                                          </p:val>
                                        </p:tav>
                                      </p:tavLst>
                                    </p:anim>
                                    <p:animEffect transition="in" filter="fade">
                                      <p:cBhvr>
                                        <p:cTn id="50" dur="500"/>
                                        <p:tgtEl>
                                          <p:spTgt spid="704516"/>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704521"/>
                                        </p:tgtEl>
                                        <p:attrNameLst>
                                          <p:attrName>style.visibility</p:attrName>
                                        </p:attrNameLst>
                                      </p:cBhvr>
                                      <p:to>
                                        <p:strVal val="visible"/>
                                      </p:to>
                                    </p:set>
                                    <p:anim calcmode="lin" valueType="num">
                                      <p:cBhvr>
                                        <p:cTn id="55" dur="500" fill="hold"/>
                                        <p:tgtEl>
                                          <p:spTgt spid="704521"/>
                                        </p:tgtEl>
                                        <p:attrNameLst>
                                          <p:attrName>ppt_w</p:attrName>
                                        </p:attrNameLst>
                                      </p:cBhvr>
                                      <p:tavLst>
                                        <p:tav tm="0">
                                          <p:val>
                                            <p:fltVal val="0"/>
                                          </p:val>
                                        </p:tav>
                                        <p:tav tm="100000">
                                          <p:val>
                                            <p:strVal val="#ppt_w"/>
                                          </p:val>
                                        </p:tav>
                                      </p:tavLst>
                                    </p:anim>
                                    <p:anim calcmode="lin" valueType="num">
                                      <p:cBhvr>
                                        <p:cTn id="56" dur="500" fill="hold"/>
                                        <p:tgtEl>
                                          <p:spTgt spid="704521"/>
                                        </p:tgtEl>
                                        <p:attrNameLst>
                                          <p:attrName>ppt_h</p:attrName>
                                        </p:attrNameLst>
                                      </p:cBhvr>
                                      <p:tavLst>
                                        <p:tav tm="0">
                                          <p:val>
                                            <p:fltVal val="0"/>
                                          </p:val>
                                        </p:tav>
                                        <p:tav tm="100000">
                                          <p:val>
                                            <p:strVal val="#ppt_h"/>
                                          </p:val>
                                        </p:tav>
                                      </p:tavLst>
                                    </p:anim>
                                    <p:animEffect transition="in" filter="fade">
                                      <p:cBhvr>
                                        <p:cTn id="57" dur="500"/>
                                        <p:tgtEl>
                                          <p:spTgt spid="704521"/>
                                        </p:tgtEl>
                                      </p:cBhvr>
                                    </p:animEffect>
                                  </p:childTnLst>
                                </p:cTn>
                              </p:par>
                            </p:childTnLst>
                          </p:cTn>
                        </p:par>
                        <p:par>
                          <p:cTn id="58" fill="hold">
                            <p:stCondLst>
                              <p:cond delay="500"/>
                            </p:stCondLst>
                            <p:childTnLst>
                              <p:par>
                                <p:cTn id="59" presetID="53" presetClass="entr" presetSubtype="16" fill="hold" nodeType="afterEffect">
                                  <p:stCondLst>
                                    <p:cond delay="0"/>
                                  </p:stCondLst>
                                  <p:childTnLst>
                                    <p:set>
                                      <p:cBhvr>
                                        <p:cTn id="60" dur="1" fill="hold">
                                          <p:stCondLst>
                                            <p:cond delay="0"/>
                                          </p:stCondLst>
                                        </p:cTn>
                                        <p:tgtEl>
                                          <p:spTgt spid="704522"/>
                                        </p:tgtEl>
                                        <p:attrNameLst>
                                          <p:attrName>style.visibility</p:attrName>
                                        </p:attrNameLst>
                                      </p:cBhvr>
                                      <p:to>
                                        <p:strVal val="visible"/>
                                      </p:to>
                                    </p:set>
                                    <p:anim calcmode="lin" valueType="num">
                                      <p:cBhvr>
                                        <p:cTn id="61" dur="500" fill="hold"/>
                                        <p:tgtEl>
                                          <p:spTgt spid="704522"/>
                                        </p:tgtEl>
                                        <p:attrNameLst>
                                          <p:attrName>ppt_w</p:attrName>
                                        </p:attrNameLst>
                                      </p:cBhvr>
                                      <p:tavLst>
                                        <p:tav tm="0">
                                          <p:val>
                                            <p:fltVal val="0"/>
                                          </p:val>
                                        </p:tav>
                                        <p:tav tm="100000">
                                          <p:val>
                                            <p:strVal val="#ppt_w"/>
                                          </p:val>
                                        </p:tav>
                                      </p:tavLst>
                                    </p:anim>
                                    <p:anim calcmode="lin" valueType="num">
                                      <p:cBhvr>
                                        <p:cTn id="62" dur="500" fill="hold"/>
                                        <p:tgtEl>
                                          <p:spTgt spid="704522"/>
                                        </p:tgtEl>
                                        <p:attrNameLst>
                                          <p:attrName>ppt_h</p:attrName>
                                        </p:attrNameLst>
                                      </p:cBhvr>
                                      <p:tavLst>
                                        <p:tav tm="0">
                                          <p:val>
                                            <p:fltVal val="0"/>
                                          </p:val>
                                        </p:tav>
                                        <p:tav tm="100000">
                                          <p:val>
                                            <p:strVal val="#ppt_h"/>
                                          </p:val>
                                        </p:tav>
                                      </p:tavLst>
                                    </p:anim>
                                    <p:animEffect transition="in" filter="fade">
                                      <p:cBhvr>
                                        <p:cTn id="63" dur="500"/>
                                        <p:tgtEl>
                                          <p:spTgt spid="704522"/>
                                        </p:tgtEl>
                                      </p:cBhvr>
                                    </p:animEffect>
                                  </p:childTnLst>
                                </p:cTn>
                              </p:par>
                            </p:childTnLst>
                          </p:cTn>
                        </p:par>
                        <p:par>
                          <p:cTn id="64" fill="hold">
                            <p:stCondLst>
                              <p:cond delay="1000"/>
                            </p:stCondLst>
                            <p:childTnLst>
                              <p:par>
                                <p:cTn id="65" presetID="53" presetClass="entr" presetSubtype="16" fill="hold" grpId="0" nodeType="afterEffect">
                                  <p:stCondLst>
                                    <p:cond delay="0"/>
                                  </p:stCondLst>
                                  <p:childTnLst>
                                    <p:set>
                                      <p:cBhvr>
                                        <p:cTn id="66" dur="1" fill="hold">
                                          <p:stCondLst>
                                            <p:cond delay="0"/>
                                          </p:stCondLst>
                                        </p:cTn>
                                        <p:tgtEl>
                                          <p:spTgt spid="704519"/>
                                        </p:tgtEl>
                                        <p:attrNameLst>
                                          <p:attrName>style.visibility</p:attrName>
                                        </p:attrNameLst>
                                      </p:cBhvr>
                                      <p:to>
                                        <p:strVal val="visible"/>
                                      </p:to>
                                    </p:set>
                                    <p:anim calcmode="lin" valueType="num">
                                      <p:cBhvr>
                                        <p:cTn id="67" dur="500" fill="hold"/>
                                        <p:tgtEl>
                                          <p:spTgt spid="704519"/>
                                        </p:tgtEl>
                                        <p:attrNameLst>
                                          <p:attrName>ppt_w</p:attrName>
                                        </p:attrNameLst>
                                      </p:cBhvr>
                                      <p:tavLst>
                                        <p:tav tm="0">
                                          <p:val>
                                            <p:fltVal val="0"/>
                                          </p:val>
                                        </p:tav>
                                        <p:tav tm="100000">
                                          <p:val>
                                            <p:strVal val="#ppt_w"/>
                                          </p:val>
                                        </p:tav>
                                      </p:tavLst>
                                    </p:anim>
                                    <p:anim calcmode="lin" valueType="num">
                                      <p:cBhvr>
                                        <p:cTn id="68" dur="500" fill="hold"/>
                                        <p:tgtEl>
                                          <p:spTgt spid="704519"/>
                                        </p:tgtEl>
                                        <p:attrNameLst>
                                          <p:attrName>ppt_h</p:attrName>
                                        </p:attrNameLst>
                                      </p:cBhvr>
                                      <p:tavLst>
                                        <p:tav tm="0">
                                          <p:val>
                                            <p:fltVal val="0"/>
                                          </p:val>
                                        </p:tav>
                                        <p:tav tm="100000">
                                          <p:val>
                                            <p:strVal val="#ppt_h"/>
                                          </p:val>
                                        </p:tav>
                                      </p:tavLst>
                                    </p:anim>
                                    <p:animEffect transition="in" filter="fade">
                                      <p:cBhvr>
                                        <p:cTn id="69" dur="500"/>
                                        <p:tgtEl>
                                          <p:spTgt spid="704519"/>
                                        </p:tgtEl>
                                      </p:cBhvr>
                                    </p:animEffect>
                                  </p:childTnLst>
                                </p:cTn>
                              </p:par>
                            </p:childTnLst>
                          </p:cTn>
                        </p:par>
                        <p:par>
                          <p:cTn id="70" fill="hold">
                            <p:stCondLst>
                              <p:cond delay="1500"/>
                            </p:stCondLst>
                            <p:childTnLst>
                              <p:par>
                                <p:cTn id="71" presetID="53" presetClass="entr" presetSubtype="16" fill="hold" grpId="0" nodeType="afterEffect">
                                  <p:stCondLst>
                                    <p:cond delay="0"/>
                                  </p:stCondLst>
                                  <p:childTnLst>
                                    <p:set>
                                      <p:cBhvr>
                                        <p:cTn id="72" dur="1" fill="hold">
                                          <p:stCondLst>
                                            <p:cond delay="0"/>
                                          </p:stCondLst>
                                        </p:cTn>
                                        <p:tgtEl>
                                          <p:spTgt spid="704520"/>
                                        </p:tgtEl>
                                        <p:attrNameLst>
                                          <p:attrName>style.visibility</p:attrName>
                                        </p:attrNameLst>
                                      </p:cBhvr>
                                      <p:to>
                                        <p:strVal val="visible"/>
                                      </p:to>
                                    </p:set>
                                    <p:anim calcmode="lin" valueType="num">
                                      <p:cBhvr>
                                        <p:cTn id="73" dur="500" fill="hold"/>
                                        <p:tgtEl>
                                          <p:spTgt spid="704520"/>
                                        </p:tgtEl>
                                        <p:attrNameLst>
                                          <p:attrName>ppt_w</p:attrName>
                                        </p:attrNameLst>
                                      </p:cBhvr>
                                      <p:tavLst>
                                        <p:tav tm="0">
                                          <p:val>
                                            <p:fltVal val="0"/>
                                          </p:val>
                                        </p:tav>
                                        <p:tav tm="100000">
                                          <p:val>
                                            <p:strVal val="#ppt_w"/>
                                          </p:val>
                                        </p:tav>
                                      </p:tavLst>
                                    </p:anim>
                                    <p:anim calcmode="lin" valueType="num">
                                      <p:cBhvr>
                                        <p:cTn id="74" dur="500" fill="hold"/>
                                        <p:tgtEl>
                                          <p:spTgt spid="704520"/>
                                        </p:tgtEl>
                                        <p:attrNameLst>
                                          <p:attrName>ppt_h</p:attrName>
                                        </p:attrNameLst>
                                      </p:cBhvr>
                                      <p:tavLst>
                                        <p:tav tm="0">
                                          <p:val>
                                            <p:fltVal val="0"/>
                                          </p:val>
                                        </p:tav>
                                        <p:tav tm="100000">
                                          <p:val>
                                            <p:strVal val="#ppt_h"/>
                                          </p:val>
                                        </p:tav>
                                      </p:tavLst>
                                    </p:anim>
                                    <p:animEffect transition="in" filter="fade">
                                      <p:cBhvr>
                                        <p:cTn id="75" dur="500"/>
                                        <p:tgtEl>
                                          <p:spTgt spid="704520"/>
                                        </p:tgtEl>
                                      </p:cBhvr>
                                    </p:animEffec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nodeType="clickEffect">
                                  <p:stCondLst>
                                    <p:cond delay="0"/>
                                  </p:stCondLst>
                                  <p:childTnLst>
                                    <p:set>
                                      <p:cBhvr>
                                        <p:cTn id="79" dur="1" fill="hold">
                                          <p:stCondLst>
                                            <p:cond delay="0"/>
                                          </p:stCondLst>
                                        </p:cTn>
                                        <p:tgtEl>
                                          <p:spTgt spid="704530"/>
                                        </p:tgtEl>
                                        <p:attrNameLst>
                                          <p:attrName>style.visibility</p:attrName>
                                        </p:attrNameLst>
                                      </p:cBhvr>
                                      <p:to>
                                        <p:strVal val="visible"/>
                                      </p:to>
                                    </p:set>
                                    <p:anim calcmode="lin" valueType="num">
                                      <p:cBhvr>
                                        <p:cTn id="80" dur="500" fill="hold"/>
                                        <p:tgtEl>
                                          <p:spTgt spid="704530"/>
                                        </p:tgtEl>
                                        <p:attrNameLst>
                                          <p:attrName>ppt_w</p:attrName>
                                        </p:attrNameLst>
                                      </p:cBhvr>
                                      <p:tavLst>
                                        <p:tav tm="0">
                                          <p:val>
                                            <p:fltVal val="0"/>
                                          </p:val>
                                        </p:tav>
                                        <p:tav tm="100000">
                                          <p:val>
                                            <p:strVal val="#ppt_w"/>
                                          </p:val>
                                        </p:tav>
                                      </p:tavLst>
                                    </p:anim>
                                    <p:anim calcmode="lin" valueType="num">
                                      <p:cBhvr>
                                        <p:cTn id="81" dur="500" fill="hold"/>
                                        <p:tgtEl>
                                          <p:spTgt spid="704530"/>
                                        </p:tgtEl>
                                        <p:attrNameLst>
                                          <p:attrName>ppt_h</p:attrName>
                                        </p:attrNameLst>
                                      </p:cBhvr>
                                      <p:tavLst>
                                        <p:tav tm="0">
                                          <p:val>
                                            <p:fltVal val="0"/>
                                          </p:val>
                                        </p:tav>
                                        <p:tav tm="100000">
                                          <p:val>
                                            <p:strVal val="#ppt_h"/>
                                          </p:val>
                                        </p:tav>
                                      </p:tavLst>
                                    </p:anim>
                                    <p:animEffect transition="in" filter="fade">
                                      <p:cBhvr>
                                        <p:cTn id="82" dur="500"/>
                                        <p:tgtEl>
                                          <p:spTgt spid="704530"/>
                                        </p:tgtEl>
                                      </p:cBhvr>
                                    </p:animEffect>
                                  </p:childTnLst>
                                </p:cTn>
                              </p:par>
                            </p:childTnLst>
                          </p:cTn>
                        </p:par>
                        <p:par>
                          <p:cTn id="83" fill="hold">
                            <p:stCondLst>
                              <p:cond delay="500"/>
                            </p:stCondLst>
                            <p:childTnLst>
                              <p:par>
                                <p:cTn id="84" presetID="53" presetClass="entr" presetSubtype="16" fill="hold" grpId="0" nodeType="afterEffect">
                                  <p:stCondLst>
                                    <p:cond delay="0"/>
                                  </p:stCondLst>
                                  <p:childTnLst>
                                    <p:set>
                                      <p:cBhvr>
                                        <p:cTn id="85" dur="1" fill="hold">
                                          <p:stCondLst>
                                            <p:cond delay="0"/>
                                          </p:stCondLst>
                                        </p:cTn>
                                        <p:tgtEl>
                                          <p:spTgt spid="704529"/>
                                        </p:tgtEl>
                                        <p:attrNameLst>
                                          <p:attrName>style.visibility</p:attrName>
                                        </p:attrNameLst>
                                      </p:cBhvr>
                                      <p:to>
                                        <p:strVal val="visible"/>
                                      </p:to>
                                    </p:set>
                                    <p:anim calcmode="lin" valueType="num">
                                      <p:cBhvr>
                                        <p:cTn id="86" dur="500" fill="hold"/>
                                        <p:tgtEl>
                                          <p:spTgt spid="704529"/>
                                        </p:tgtEl>
                                        <p:attrNameLst>
                                          <p:attrName>ppt_w</p:attrName>
                                        </p:attrNameLst>
                                      </p:cBhvr>
                                      <p:tavLst>
                                        <p:tav tm="0">
                                          <p:val>
                                            <p:fltVal val="0"/>
                                          </p:val>
                                        </p:tav>
                                        <p:tav tm="100000">
                                          <p:val>
                                            <p:strVal val="#ppt_w"/>
                                          </p:val>
                                        </p:tav>
                                      </p:tavLst>
                                    </p:anim>
                                    <p:anim calcmode="lin" valueType="num">
                                      <p:cBhvr>
                                        <p:cTn id="87" dur="500" fill="hold"/>
                                        <p:tgtEl>
                                          <p:spTgt spid="704529"/>
                                        </p:tgtEl>
                                        <p:attrNameLst>
                                          <p:attrName>ppt_h</p:attrName>
                                        </p:attrNameLst>
                                      </p:cBhvr>
                                      <p:tavLst>
                                        <p:tav tm="0">
                                          <p:val>
                                            <p:fltVal val="0"/>
                                          </p:val>
                                        </p:tav>
                                        <p:tav tm="100000">
                                          <p:val>
                                            <p:strVal val="#ppt_h"/>
                                          </p:val>
                                        </p:tav>
                                      </p:tavLst>
                                    </p:anim>
                                    <p:animEffect transition="in" filter="fade">
                                      <p:cBhvr>
                                        <p:cTn id="88" dur="500"/>
                                        <p:tgtEl>
                                          <p:spTgt spid="704529"/>
                                        </p:tgtEl>
                                      </p:cBhvr>
                                    </p:animEffect>
                                  </p:childTnLst>
                                </p:cTn>
                              </p:par>
                            </p:childTnLst>
                          </p:cTn>
                        </p:par>
                      </p:childTnLst>
                    </p:cTn>
                  </p:par>
                  <p:par>
                    <p:cTn id="89" fill="hold">
                      <p:stCondLst>
                        <p:cond delay="indefinite"/>
                      </p:stCondLst>
                      <p:childTnLst>
                        <p:par>
                          <p:cTn id="90" fill="hold">
                            <p:stCondLst>
                              <p:cond delay="0"/>
                            </p:stCondLst>
                            <p:childTnLst>
                              <p:par>
                                <p:cTn id="91" presetID="53" presetClass="entr" presetSubtype="16" fill="hold" nodeType="clickEffect">
                                  <p:stCondLst>
                                    <p:cond delay="0"/>
                                  </p:stCondLst>
                                  <p:childTnLst>
                                    <p:set>
                                      <p:cBhvr>
                                        <p:cTn id="92" dur="1" fill="hold">
                                          <p:stCondLst>
                                            <p:cond delay="0"/>
                                          </p:stCondLst>
                                        </p:cTn>
                                        <p:tgtEl>
                                          <p:spTgt spid="704554"/>
                                        </p:tgtEl>
                                        <p:attrNameLst>
                                          <p:attrName>style.visibility</p:attrName>
                                        </p:attrNameLst>
                                      </p:cBhvr>
                                      <p:to>
                                        <p:strVal val="visible"/>
                                      </p:to>
                                    </p:set>
                                    <p:anim calcmode="lin" valueType="num">
                                      <p:cBhvr>
                                        <p:cTn id="93" dur="500" fill="hold"/>
                                        <p:tgtEl>
                                          <p:spTgt spid="704554"/>
                                        </p:tgtEl>
                                        <p:attrNameLst>
                                          <p:attrName>ppt_w</p:attrName>
                                        </p:attrNameLst>
                                      </p:cBhvr>
                                      <p:tavLst>
                                        <p:tav tm="0">
                                          <p:val>
                                            <p:fltVal val="0"/>
                                          </p:val>
                                        </p:tav>
                                        <p:tav tm="100000">
                                          <p:val>
                                            <p:strVal val="#ppt_w"/>
                                          </p:val>
                                        </p:tav>
                                      </p:tavLst>
                                    </p:anim>
                                    <p:anim calcmode="lin" valueType="num">
                                      <p:cBhvr>
                                        <p:cTn id="94" dur="500" fill="hold"/>
                                        <p:tgtEl>
                                          <p:spTgt spid="704554"/>
                                        </p:tgtEl>
                                        <p:attrNameLst>
                                          <p:attrName>ppt_h</p:attrName>
                                        </p:attrNameLst>
                                      </p:cBhvr>
                                      <p:tavLst>
                                        <p:tav tm="0">
                                          <p:val>
                                            <p:fltVal val="0"/>
                                          </p:val>
                                        </p:tav>
                                        <p:tav tm="100000">
                                          <p:val>
                                            <p:strVal val="#ppt_h"/>
                                          </p:val>
                                        </p:tav>
                                      </p:tavLst>
                                    </p:anim>
                                    <p:animEffect transition="in" filter="fade">
                                      <p:cBhvr>
                                        <p:cTn id="95" dur="500"/>
                                        <p:tgtEl>
                                          <p:spTgt spid="704554"/>
                                        </p:tgtEl>
                                      </p:cBhvr>
                                    </p:animEffect>
                                  </p:childTnLst>
                                </p:cTn>
                              </p:par>
                              <p:par>
                                <p:cTn id="96" presetID="22" presetClass="exit" presetSubtype="4" fill="hold" grpId="0" nodeType="withEffect">
                                  <p:stCondLst>
                                    <p:cond delay="0"/>
                                  </p:stCondLst>
                                  <p:childTnLst>
                                    <p:animEffect transition="out" filter="wipe(down)">
                                      <p:cBhvr>
                                        <p:cTn id="97" dur="500"/>
                                        <p:tgtEl>
                                          <p:spTgt spid="704553"/>
                                        </p:tgtEl>
                                      </p:cBhvr>
                                    </p:animEffect>
                                    <p:set>
                                      <p:cBhvr>
                                        <p:cTn id="98" dur="1" fill="hold">
                                          <p:stCondLst>
                                            <p:cond delay="499"/>
                                          </p:stCondLst>
                                        </p:cTn>
                                        <p:tgtEl>
                                          <p:spTgt spid="704553"/>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53" presetClass="entr" presetSubtype="16" fill="hold" nodeType="clickEffect">
                                  <p:stCondLst>
                                    <p:cond delay="0"/>
                                  </p:stCondLst>
                                  <p:childTnLst>
                                    <p:set>
                                      <p:cBhvr>
                                        <p:cTn id="102" dur="1" fill="hold">
                                          <p:stCondLst>
                                            <p:cond delay="0"/>
                                          </p:stCondLst>
                                        </p:cTn>
                                        <p:tgtEl>
                                          <p:spTgt spid="704532"/>
                                        </p:tgtEl>
                                        <p:attrNameLst>
                                          <p:attrName>style.visibility</p:attrName>
                                        </p:attrNameLst>
                                      </p:cBhvr>
                                      <p:to>
                                        <p:strVal val="visible"/>
                                      </p:to>
                                    </p:set>
                                    <p:anim calcmode="lin" valueType="num">
                                      <p:cBhvr>
                                        <p:cTn id="103" dur="500" fill="hold"/>
                                        <p:tgtEl>
                                          <p:spTgt spid="704532"/>
                                        </p:tgtEl>
                                        <p:attrNameLst>
                                          <p:attrName>ppt_w</p:attrName>
                                        </p:attrNameLst>
                                      </p:cBhvr>
                                      <p:tavLst>
                                        <p:tav tm="0">
                                          <p:val>
                                            <p:fltVal val="0"/>
                                          </p:val>
                                        </p:tav>
                                        <p:tav tm="100000">
                                          <p:val>
                                            <p:strVal val="#ppt_w"/>
                                          </p:val>
                                        </p:tav>
                                      </p:tavLst>
                                    </p:anim>
                                    <p:anim calcmode="lin" valueType="num">
                                      <p:cBhvr>
                                        <p:cTn id="104" dur="500" fill="hold"/>
                                        <p:tgtEl>
                                          <p:spTgt spid="704532"/>
                                        </p:tgtEl>
                                        <p:attrNameLst>
                                          <p:attrName>ppt_h</p:attrName>
                                        </p:attrNameLst>
                                      </p:cBhvr>
                                      <p:tavLst>
                                        <p:tav tm="0">
                                          <p:val>
                                            <p:fltVal val="0"/>
                                          </p:val>
                                        </p:tav>
                                        <p:tav tm="100000">
                                          <p:val>
                                            <p:strVal val="#ppt_h"/>
                                          </p:val>
                                        </p:tav>
                                      </p:tavLst>
                                    </p:anim>
                                    <p:animEffect transition="in" filter="fade">
                                      <p:cBhvr>
                                        <p:cTn id="105" dur="500"/>
                                        <p:tgtEl>
                                          <p:spTgt spid="704532"/>
                                        </p:tgtEl>
                                      </p:cBhvr>
                                    </p:animEffect>
                                  </p:childTnLst>
                                </p:cTn>
                              </p:par>
                            </p:childTnLst>
                          </p:cTn>
                        </p:par>
                        <p:par>
                          <p:cTn id="106" fill="hold">
                            <p:stCondLst>
                              <p:cond delay="500"/>
                            </p:stCondLst>
                            <p:childTnLst>
                              <p:par>
                                <p:cTn id="107" presetID="53" presetClass="entr" presetSubtype="16" fill="hold" grpId="0" nodeType="afterEffect">
                                  <p:stCondLst>
                                    <p:cond delay="0"/>
                                  </p:stCondLst>
                                  <p:childTnLst>
                                    <p:set>
                                      <p:cBhvr>
                                        <p:cTn id="108" dur="1" fill="hold">
                                          <p:stCondLst>
                                            <p:cond delay="0"/>
                                          </p:stCondLst>
                                        </p:cTn>
                                        <p:tgtEl>
                                          <p:spTgt spid="704531"/>
                                        </p:tgtEl>
                                        <p:attrNameLst>
                                          <p:attrName>style.visibility</p:attrName>
                                        </p:attrNameLst>
                                      </p:cBhvr>
                                      <p:to>
                                        <p:strVal val="visible"/>
                                      </p:to>
                                    </p:set>
                                    <p:anim calcmode="lin" valueType="num">
                                      <p:cBhvr>
                                        <p:cTn id="109" dur="500" fill="hold"/>
                                        <p:tgtEl>
                                          <p:spTgt spid="704531"/>
                                        </p:tgtEl>
                                        <p:attrNameLst>
                                          <p:attrName>ppt_w</p:attrName>
                                        </p:attrNameLst>
                                      </p:cBhvr>
                                      <p:tavLst>
                                        <p:tav tm="0">
                                          <p:val>
                                            <p:fltVal val="0"/>
                                          </p:val>
                                        </p:tav>
                                        <p:tav tm="100000">
                                          <p:val>
                                            <p:strVal val="#ppt_w"/>
                                          </p:val>
                                        </p:tav>
                                      </p:tavLst>
                                    </p:anim>
                                    <p:anim calcmode="lin" valueType="num">
                                      <p:cBhvr>
                                        <p:cTn id="110" dur="500" fill="hold"/>
                                        <p:tgtEl>
                                          <p:spTgt spid="704531"/>
                                        </p:tgtEl>
                                        <p:attrNameLst>
                                          <p:attrName>ppt_h</p:attrName>
                                        </p:attrNameLst>
                                      </p:cBhvr>
                                      <p:tavLst>
                                        <p:tav tm="0">
                                          <p:val>
                                            <p:fltVal val="0"/>
                                          </p:val>
                                        </p:tav>
                                        <p:tav tm="100000">
                                          <p:val>
                                            <p:strVal val="#ppt_h"/>
                                          </p:val>
                                        </p:tav>
                                      </p:tavLst>
                                    </p:anim>
                                    <p:animEffect transition="in" filter="fade">
                                      <p:cBhvr>
                                        <p:cTn id="111" dur="500"/>
                                        <p:tgtEl>
                                          <p:spTgt spid="704531"/>
                                        </p:tgtEl>
                                      </p:cBhvr>
                                    </p:animEffect>
                                  </p:childTnLst>
                                </p:cTn>
                              </p:par>
                            </p:childTnLst>
                          </p:cTn>
                        </p:par>
                      </p:childTnLst>
                    </p:cTn>
                  </p:par>
                  <p:par>
                    <p:cTn id="112" fill="hold">
                      <p:stCondLst>
                        <p:cond delay="indefinite"/>
                      </p:stCondLst>
                      <p:childTnLst>
                        <p:par>
                          <p:cTn id="113" fill="hold">
                            <p:stCondLst>
                              <p:cond delay="0"/>
                            </p:stCondLst>
                            <p:childTnLst>
                              <p:par>
                                <p:cTn id="114" presetID="53" presetClass="entr" presetSubtype="16" fill="hold" nodeType="clickEffect">
                                  <p:stCondLst>
                                    <p:cond delay="0"/>
                                  </p:stCondLst>
                                  <p:childTnLst>
                                    <p:set>
                                      <p:cBhvr>
                                        <p:cTn id="115" dur="1" fill="hold">
                                          <p:stCondLst>
                                            <p:cond delay="0"/>
                                          </p:stCondLst>
                                        </p:cTn>
                                        <p:tgtEl>
                                          <p:spTgt spid="704526"/>
                                        </p:tgtEl>
                                        <p:attrNameLst>
                                          <p:attrName>style.visibility</p:attrName>
                                        </p:attrNameLst>
                                      </p:cBhvr>
                                      <p:to>
                                        <p:strVal val="visible"/>
                                      </p:to>
                                    </p:set>
                                    <p:anim calcmode="lin" valueType="num">
                                      <p:cBhvr>
                                        <p:cTn id="116" dur="500" fill="hold"/>
                                        <p:tgtEl>
                                          <p:spTgt spid="704526"/>
                                        </p:tgtEl>
                                        <p:attrNameLst>
                                          <p:attrName>ppt_w</p:attrName>
                                        </p:attrNameLst>
                                      </p:cBhvr>
                                      <p:tavLst>
                                        <p:tav tm="0">
                                          <p:val>
                                            <p:fltVal val="0"/>
                                          </p:val>
                                        </p:tav>
                                        <p:tav tm="100000">
                                          <p:val>
                                            <p:strVal val="#ppt_w"/>
                                          </p:val>
                                        </p:tav>
                                      </p:tavLst>
                                    </p:anim>
                                    <p:anim calcmode="lin" valueType="num">
                                      <p:cBhvr>
                                        <p:cTn id="117" dur="500" fill="hold"/>
                                        <p:tgtEl>
                                          <p:spTgt spid="704526"/>
                                        </p:tgtEl>
                                        <p:attrNameLst>
                                          <p:attrName>ppt_h</p:attrName>
                                        </p:attrNameLst>
                                      </p:cBhvr>
                                      <p:tavLst>
                                        <p:tav tm="0">
                                          <p:val>
                                            <p:fltVal val="0"/>
                                          </p:val>
                                        </p:tav>
                                        <p:tav tm="100000">
                                          <p:val>
                                            <p:strVal val="#ppt_h"/>
                                          </p:val>
                                        </p:tav>
                                      </p:tavLst>
                                    </p:anim>
                                    <p:animEffect transition="in" filter="fade">
                                      <p:cBhvr>
                                        <p:cTn id="118" dur="500"/>
                                        <p:tgtEl>
                                          <p:spTgt spid="704526"/>
                                        </p:tgtEl>
                                      </p:cBhvr>
                                    </p:animEffect>
                                  </p:childTnLst>
                                </p:cTn>
                              </p:par>
                            </p:childTnLst>
                          </p:cTn>
                        </p:par>
                        <p:par>
                          <p:cTn id="119" fill="hold">
                            <p:stCondLst>
                              <p:cond delay="500"/>
                            </p:stCondLst>
                            <p:childTnLst>
                              <p:par>
                                <p:cTn id="120" presetID="53" presetClass="entr" presetSubtype="16" fill="hold" nodeType="afterEffect">
                                  <p:stCondLst>
                                    <p:cond delay="0"/>
                                  </p:stCondLst>
                                  <p:childTnLst>
                                    <p:set>
                                      <p:cBhvr>
                                        <p:cTn id="121" dur="1" fill="hold">
                                          <p:stCondLst>
                                            <p:cond delay="0"/>
                                          </p:stCondLst>
                                        </p:cTn>
                                        <p:tgtEl>
                                          <p:spTgt spid="704527"/>
                                        </p:tgtEl>
                                        <p:attrNameLst>
                                          <p:attrName>style.visibility</p:attrName>
                                        </p:attrNameLst>
                                      </p:cBhvr>
                                      <p:to>
                                        <p:strVal val="visible"/>
                                      </p:to>
                                    </p:set>
                                    <p:anim calcmode="lin" valueType="num">
                                      <p:cBhvr>
                                        <p:cTn id="122" dur="500" fill="hold"/>
                                        <p:tgtEl>
                                          <p:spTgt spid="704527"/>
                                        </p:tgtEl>
                                        <p:attrNameLst>
                                          <p:attrName>ppt_w</p:attrName>
                                        </p:attrNameLst>
                                      </p:cBhvr>
                                      <p:tavLst>
                                        <p:tav tm="0">
                                          <p:val>
                                            <p:fltVal val="0"/>
                                          </p:val>
                                        </p:tav>
                                        <p:tav tm="100000">
                                          <p:val>
                                            <p:strVal val="#ppt_w"/>
                                          </p:val>
                                        </p:tav>
                                      </p:tavLst>
                                    </p:anim>
                                    <p:anim calcmode="lin" valueType="num">
                                      <p:cBhvr>
                                        <p:cTn id="123" dur="500" fill="hold"/>
                                        <p:tgtEl>
                                          <p:spTgt spid="704527"/>
                                        </p:tgtEl>
                                        <p:attrNameLst>
                                          <p:attrName>ppt_h</p:attrName>
                                        </p:attrNameLst>
                                      </p:cBhvr>
                                      <p:tavLst>
                                        <p:tav tm="0">
                                          <p:val>
                                            <p:fltVal val="0"/>
                                          </p:val>
                                        </p:tav>
                                        <p:tav tm="100000">
                                          <p:val>
                                            <p:strVal val="#ppt_h"/>
                                          </p:val>
                                        </p:tav>
                                      </p:tavLst>
                                    </p:anim>
                                    <p:animEffect transition="in" filter="fade">
                                      <p:cBhvr>
                                        <p:cTn id="124" dur="500"/>
                                        <p:tgtEl>
                                          <p:spTgt spid="704527"/>
                                        </p:tgtEl>
                                      </p:cBhvr>
                                    </p:animEffect>
                                  </p:childTnLst>
                                </p:cTn>
                              </p:par>
                            </p:childTnLst>
                          </p:cTn>
                        </p:par>
                        <p:par>
                          <p:cTn id="125" fill="hold">
                            <p:stCondLst>
                              <p:cond delay="1000"/>
                            </p:stCondLst>
                            <p:childTnLst>
                              <p:par>
                                <p:cTn id="126" presetID="53" presetClass="entr" presetSubtype="16" fill="hold" nodeType="afterEffect">
                                  <p:stCondLst>
                                    <p:cond delay="0"/>
                                  </p:stCondLst>
                                  <p:childTnLst>
                                    <p:set>
                                      <p:cBhvr>
                                        <p:cTn id="127" dur="1" fill="hold">
                                          <p:stCondLst>
                                            <p:cond delay="0"/>
                                          </p:stCondLst>
                                        </p:cTn>
                                        <p:tgtEl>
                                          <p:spTgt spid="704528"/>
                                        </p:tgtEl>
                                        <p:attrNameLst>
                                          <p:attrName>style.visibility</p:attrName>
                                        </p:attrNameLst>
                                      </p:cBhvr>
                                      <p:to>
                                        <p:strVal val="visible"/>
                                      </p:to>
                                    </p:set>
                                    <p:anim calcmode="lin" valueType="num">
                                      <p:cBhvr>
                                        <p:cTn id="128" dur="500" fill="hold"/>
                                        <p:tgtEl>
                                          <p:spTgt spid="704528"/>
                                        </p:tgtEl>
                                        <p:attrNameLst>
                                          <p:attrName>ppt_w</p:attrName>
                                        </p:attrNameLst>
                                      </p:cBhvr>
                                      <p:tavLst>
                                        <p:tav tm="0">
                                          <p:val>
                                            <p:fltVal val="0"/>
                                          </p:val>
                                        </p:tav>
                                        <p:tav tm="100000">
                                          <p:val>
                                            <p:strVal val="#ppt_w"/>
                                          </p:val>
                                        </p:tav>
                                      </p:tavLst>
                                    </p:anim>
                                    <p:anim calcmode="lin" valueType="num">
                                      <p:cBhvr>
                                        <p:cTn id="129" dur="500" fill="hold"/>
                                        <p:tgtEl>
                                          <p:spTgt spid="704528"/>
                                        </p:tgtEl>
                                        <p:attrNameLst>
                                          <p:attrName>ppt_h</p:attrName>
                                        </p:attrNameLst>
                                      </p:cBhvr>
                                      <p:tavLst>
                                        <p:tav tm="0">
                                          <p:val>
                                            <p:fltVal val="0"/>
                                          </p:val>
                                        </p:tav>
                                        <p:tav tm="100000">
                                          <p:val>
                                            <p:strVal val="#ppt_h"/>
                                          </p:val>
                                        </p:tav>
                                      </p:tavLst>
                                    </p:anim>
                                    <p:animEffect transition="in" filter="fade">
                                      <p:cBhvr>
                                        <p:cTn id="130" dur="500"/>
                                        <p:tgtEl>
                                          <p:spTgt spid="704528"/>
                                        </p:tgtEl>
                                      </p:cBhvr>
                                    </p:animEffect>
                                  </p:childTnLst>
                                </p:cTn>
                              </p:par>
                            </p:childTnLst>
                          </p:cTn>
                        </p:par>
                        <p:par>
                          <p:cTn id="131" fill="hold">
                            <p:stCondLst>
                              <p:cond delay="1500"/>
                            </p:stCondLst>
                            <p:childTnLst>
                              <p:par>
                                <p:cTn id="132" presetID="53" presetClass="entr" presetSubtype="16" fill="hold" grpId="0" nodeType="afterEffect">
                                  <p:stCondLst>
                                    <p:cond delay="0"/>
                                  </p:stCondLst>
                                  <p:childTnLst>
                                    <p:set>
                                      <p:cBhvr>
                                        <p:cTn id="133" dur="1" fill="hold">
                                          <p:stCondLst>
                                            <p:cond delay="0"/>
                                          </p:stCondLst>
                                        </p:cTn>
                                        <p:tgtEl>
                                          <p:spTgt spid="704524"/>
                                        </p:tgtEl>
                                        <p:attrNameLst>
                                          <p:attrName>style.visibility</p:attrName>
                                        </p:attrNameLst>
                                      </p:cBhvr>
                                      <p:to>
                                        <p:strVal val="visible"/>
                                      </p:to>
                                    </p:set>
                                    <p:anim calcmode="lin" valueType="num">
                                      <p:cBhvr>
                                        <p:cTn id="134" dur="500" fill="hold"/>
                                        <p:tgtEl>
                                          <p:spTgt spid="704524"/>
                                        </p:tgtEl>
                                        <p:attrNameLst>
                                          <p:attrName>ppt_w</p:attrName>
                                        </p:attrNameLst>
                                      </p:cBhvr>
                                      <p:tavLst>
                                        <p:tav tm="0">
                                          <p:val>
                                            <p:fltVal val="0"/>
                                          </p:val>
                                        </p:tav>
                                        <p:tav tm="100000">
                                          <p:val>
                                            <p:strVal val="#ppt_w"/>
                                          </p:val>
                                        </p:tav>
                                      </p:tavLst>
                                    </p:anim>
                                    <p:anim calcmode="lin" valueType="num">
                                      <p:cBhvr>
                                        <p:cTn id="135" dur="500" fill="hold"/>
                                        <p:tgtEl>
                                          <p:spTgt spid="704524"/>
                                        </p:tgtEl>
                                        <p:attrNameLst>
                                          <p:attrName>ppt_h</p:attrName>
                                        </p:attrNameLst>
                                      </p:cBhvr>
                                      <p:tavLst>
                                        <p:tav tm="0">
                                          <p:val>
                                            <p:fltVal val="0"/>
                                          </p:val>
                                        </p:tav>
                                        <p:tav tm="100000">
                                          <p:val>
                                            <p:strVal val="#ppt_h"/>
                                          </p:val>
                                        </p:tav>
                                      </p:tavLst>
                                    </p:anim>
                                    <p:animEffect transition="in" filter="fade">
                                      <p:cBhvr>
                                        <p:cTn id="136" dur="500"/>
                                        <p:tgtEl>
                                          <p:spTgt spid="704524"/>
                                        </p:tgtEl>
                                      </p:cBhvr>
                                    </p:animEffect>
                                  </p:childTnLst>
                                </p:cTn>
                              </p:par>
                            </p:childTnLst>
                          </p:cTn>
                        </p:par>
                        <p:par>
                          <p:cTn id="137" fill="hold">
                            <p:stCondLst>
                              <p:cond delay="2000"/>
                            </p:stCondLst>
                            <p:childTnLst>
                              <p:par>
                                <p:cTn id="138" presetID="53" presetClass="entr" presetSubtype="16" fill="hold" grpId="0" nodeType="afterEffect">
                                  <p:stCondLst>
                                    <p:cond delay="0"/>
                                  </p:stCondLst>
                                  <p:childTnLst>
                                    <p:set>
                                      <p:cBhvr>
                                        <p:cTn id="139" dur="1" fill="hold">
                                          <p:stCondLst>
                                            <p:cond delay="0"/>
                                          </p:stCondLst>
                                        </p:cTn>
                                        <p:tgtEl>
                                          <p:spTgt spid="704523"/>
                                        </p:tgtEl>
                                        <p:attrNameLst>
                                          <p:attrName>style.visibility</p:attrName>
                                        </p:attrNameLst>
                                      </p:cBhvr>
                                      <p:to>
                                        <p:strVal val="visible"/>
                                      </p:to>
                                    </p:set>
                                    <p:anim calcmode="lin" valueType="num">
                                      <p:cBhvr>
                                        <p:cTn id="140" dur="500" fill="hold"/>
                                        <p:tgtEl>
                                          <p:spTgt spid="704523"/>
                                        </p:tgtEl>
                                        <p:attrNameLst>
                                          <p:attrName>ppt_w</p:attrName>
                                        </p:attrNameLst>
                                      </p:cBhvr>
                                      <p:tavLst>
                                        <p:tav tm="0">
                                          <p:val>
                                            <p:fltVal val="0"/>
                                          </p:val>
                                        </p:tav>
                                        <p:tav tm="100000">
                                          <p:val>
                                            <p:strVal val="#ppt_w"/>
                                          </p:val>
                                        </p:tav>
                                      </p:tavLst>
                                    </p:anim>
                                    <p:anim calcmode="lin" valueType="num">
                                      <p:cBhvr>
                                        <p:cTn id="141" dur="500" fill="hold"/>
                                        <p:tgtEl>
                                          <p:spTgt spid="704523"/>
                                        </p:tgtEl>
                                        <p:attrNameLst>
                                          <p:attrName>ppt_h</p:attrName>
                                        </p:attrNameLst>
                                      </p:cBhvr>
                                      <p:tavLst>
                                        <p:tav tm="0">
                                          <p:val>
                                            <p:fltVal val="0"/>
                                          </p:val>
                                        </p:tav>
                                        <p:tav tm="100000">
                                          <p:val>
                                            <p:strVal val="#ppt_h"/>
                                          </p:val>
                                        </p:tav>
                                      </p:tavLst>
                                    </p:anim>
                                    <p:animEffect transition="in" filter="fade">
                                      <p:cBhvr>
                                        <p:cTn id="142" dur="500"/>
                                        <p:tgtEl>
                                          <p:spTgt spid="704523"/>
                                        </p:tgtEl>
                                      </p:cBhvr>
                                    </p:animEffect>
                                  </p:childTnLst>
                                </p:cTn>
                              </p:par>
                            </p:childTnLst>
                          </p:cTn>
                        </p:par>
                        <p:par>
                          <p:cTn id="143" fill="hold">
                            <p:stCondLst>
                              <p:cond delay="2500"/>
                            </p:stCondLst>
                            <p:childTnLst>
                              <p:par>
                                <p:cTn id="144" presetID="53" presetClass="entr" presetSubtype="16" fill="hold" grpId="0" nodeType="afterEffect">
                                  <p:stCondLst>
                                    <p:cond delay="0"/>
                                  </p:stCondLst>
                                  <p:childTnLst>
                                    <p:set>
                                      <p:cBhvr>
                                        <p:cTn id="145" dur="1" fill="hold">
                                          <p:stCondLst>
                                            <p:cond delay="0"/>
                                          </p:stCondLst>
                                        </p:cTn>
                                        <p:tgtEl>
                                          <p:spTgt spid="704525"/>
                                        </p:tgtEl>
                                        <p:attrNameLst>
                                          <p:attrName>style.visibility</p:attrName>
                                        </p:attrNameLst>
                                      </p:cBhvr>
                                      <p:to>
                                        <p:strVal val="visible"/>
                                      </p:to>
                                    </p:set>
                                    <p:anim calcmode="lin" valueType="num">
                                      <p:cBhvr>
                                        <p:cTn id="146" dur="500" fill="hold"/>
                                        <p:tgtEl>
                                          <p:spTgt spid="704525"/>
                                        </p:tgtEl>
                                        <p:attrNameLst>
                                          <p:attrName>ppt_w</p:attrName>
                                        </p:attrNameLst>
                                      </p:cBhvr>
                                      <p:tavLst>
                                        <p:tav tm="0">
                                          <p:val>
                                            <p:fltVal val="0"/>
                                          </p:val>
                                        </p:tav>
                                        <p:tav tm="100000">
                                          <p:val>
                                            <p:strVal val="#ppt_w"/>
                                          </p:val>
                                        </p:tav>
                                      </p:tavLst>
                                    </p:anim>
                                    <p:anim calcmode="lin" valueType="num">
                                      <p:cBhvr>
                                        <p:cTn id="147" dur="500" fill="hold"/>
                                        <p:tgtEl>
                                          <p:spTgt spid="704525"/>
                                        </p:tgtEl>
                                        <p:attrNameLst>
                                          <p:attrName>ppt_h</p:attrName>
                                        </p:attrNameLst>
                                      </p:cBhvr>
                                      <p:tavLst>
                                        <p:tav tm="0">
                                          <p:val>
                                            <p:fltVal val="0"/>
                                          </p:val>
                                        </p:tav>
                                        <p:tav tm="100000">
                                          <p:val>
                                            <p:strVal val="#ppt_h"/>
                                          </p:val>
                                        </p:tav>
                                      </p:tavLst>
                                    </p:anim>
                                    <p:animEffect transition="in" filter="fade">
                                      <p:cBhvr>
                                        <p:cTn id="148" dur="500"/>
                                        <p:tgtEl>
                                          <p:spTgt spid="704525"/>
                                        </p:tgtEl>
                                      </p:cBhvr>
                                    </p:animEffect>
                                  </p:childTnLst>
                                </p:cTn>
                              </p:par>
                            </p:childTnLst>
                          </p:cTn>
                        </p:par>
                      </p:childTnLst>
                    </p:cTn>
                  </p:par>
                  <p:par>
                    <p:cTn id="149" fill="hold">
                      <p:stCondLst>
                        <p:cond delay="indefinite"/>
                      </p:stCondLst>
                      <p:childTnLst>
                        <p:par>
                          <p:cTn id="150" fill="hold">
                            <p:stCondLst>
                              <p:cond delay="0"/>
                            </p:stCondLst>
                            <p:childTnLst>
                              <p:par>
                                <p:cTn id="151" presetID="53" presetClass="entr" presetSubtype="16" fill="hold" nodeType="clickEffect">
                                  <p:stCondLst>
                                    <p:cond delay="0"/>
                                  </p:stCondLst>
                                  <p:childTnLst>
                                    <p:set>
                                      <p:cBhvr>
                                        <p:cTn id="152" dur="1" fill="hold">
                                          <p:stCondLst>
                                            <p:cond delay="0"/>
                                          </p:stCondLst>
                                        </p:cTn>
                                        <p:tgtEl>
                                          <p:spTgt spid="704555"/>
                                        </p:tgtEl>
                                        <p:attrNameLst>
                                          <p:attrName>style.visibility</p:attrName>
                                        </p:attrNameLst>
                                      </p:cBhvr>
                                      <p:to>
                                        <p:strVal val="visible"/>
                                      </p:to>
                                    </p:set>
                                    <p:anim calcmode="lin" valueType="num">
                                      <p:cBhvr>
                                        <p:cTn id="153" dur="500" fill="hold"/>
                                        <p:tgtEl>
                                          <p:spTgt spid="704555"/>
                                        </p:tgtEl>
                                        <p:attrNameLst>
                                          <p:attrName>ppt_w</p:attrName>
                                        </p:attrNameLst>
                                      </p:cBhvr>
                                      <p:tavLst>
                                        <p:tav tm="0">
                                          <p:val>
                                            <p:fltVal val="0"/>
                                          </p:val>
                                        </p:tav>
                                        <p:tav tm="100000">
                                          <p:val>
                                            <p:strVal val="#ppt_w"/>
                                          </p:val>
                                        </p:tav>
                                      </p:tavLst>
                                    </p:anim>
                                    <p:anim calcmode="lin" valueType="num">
                                      <p:cBhvr>
                                        <p:cTn id="154" dur="500" fill="hold"/>
                                        <p:tgtEl>
                                          <p:spTgt spid="704555"/>
                                        </p:tgtEl>
                                        <p:attrNameLst>
                                          <p:attrName>ppt_h</p:attrName>
                                        </p:attrNameLst>
                                      </p:cBhvr>
                                      <p:tavLst>
                                        <p:tav tm="0">
                                          <p:val>
                                            <p:fltVal val="0"/>
                                          </p:val>
                                        </p:tav>
                                        <p:tav tm="100000">
                                          <p:val>
                                            <p:strVal val="#ppt_h"/>
                                          </p:val>
                                        </p:tav>
                                      </p:tavLst>
                                    </p:anim>
                                    <p:animEffect transition="in" filter="fade">
                                      <p:cBhvr>
                                        <p:cTn id="155" dur="500"/>
                                        <p:tgtEl>
                                          <p:spTgt spid="704555"/>
                                        </p:tgtEl>
                                      </p:cBhvr>
                                    </p:animEffect>
                                  </p:childTnLst>
                                </p:cTn>
                              </p:par>
                              <p:par>
                                <p:cTn id="156" presetID="22" presetClass="exit" presetSubtype="4" fill="hold" grpId="0" nodeType="withEffect">
                                  <p:stCondLst>
                                    <p:cond delay="0"/>
                                  </p:stCondLst>
                                  <p:childTnLst>
                                    <p:animEffect transition="out" filter="wipe(down)">
                                      <p:cBhvr>
                                        <p:cTn id="157" dur="500"/>
                                        <p:tgtEl>
                                          <p:spTgt spid="704554"/>
                                        </p:tgtEl>
                                      </p:cBhvr>
                                    </p:animEffect>
                                    <p:set>
                                      <p:cBhvr>
                                        <p:cTn id="158" dur="1" fill="hold">
                                          <p:stCondLst>
                                            <p:cond delay="499"/>
                                          </p:stCondLst>
                                        </p:cTn>
                                        <p:tgtEl>
                                          <p:spTgt spid="704554"/>
                                        </p:tgtEl>
                                        <p:attrNameLst>
                                          <p:attrName>style.visibility</p:attrName>
                                        </p:attrNameLst>
                                      </p:cBhvr>
                                      <p:to>
                                        <p:strVal val="hidden"/>
                                      </p:to>
                                    </p:set>
                                  </p:childTnLst>
                                </p:cTn>
                              </p:par>
                            </p:childTnLst>
                          </p:cTn>
                        </p:par>
                      </p:childTnLst>
                    </p:cTn>
                  </p:par>
                  <p:par>
                    <p:cTn id="159" fill="hold">
                      <p:stCondLst>
                        <p:cond delay="indefinite"/>
                      </p:stCondLst>
                      <p:childTnLst>
                        <p:par>
                          <p:cTn id="160" fill="hold">
                            <p:stCondLst>
                              <p:cond delay="0"/>
                            </p:stCondLst>
                            <p:childTnLst>
                              <p:par>
                                <p:cTn id="161" presetID="53" presetClass="entr" presetSubtype="16" fill="hold" nodeType="clickEffect">
                                  <p:stCondLst>
                                    <p:cond delay="0"/>
                                  </p:stCondLst>
                                  <p:childTnLst>
                                    <p:set>
                                      <p:cBhvr>
                                        <p:cTn id="162" dur="1" fill="hold">
                                          <p:stCondLst>
                                            <p:cond delay="0"/>
                                          </p:stCondLst>
                                        </p:cTn>
                                        <p:tgtEl>
                                          <p:spTgt spid="704535"/>
                                        </p:tgtEl>
                                        <p:attrNameLst>
                                          <p:attrName>style.visibility</p:attrName>
                                        </p:attrNameLst>
                                      </p:cBhvr>
                                      <p:to>
                                        <p:strVal val="visible"/>
                                      </p:to>
                                    </p:set>
                                    <p:anim calcmode="lin" valueType="num">
                                      <p:cBhvr>
                                        <p:cTn id="163" dur="500" fill="hold"/>
                                        <p:tgtEl>
                                          <p:spTgt spid="704535"/>
                                        </p:tgtEl>
                                        <p:attrNameLst>
                                          <p:attrName>ppt_w</p:attrName>
                                        </p:attrNameLst>
                                      </p:cBhvr>
                                      <p:tavLst>
                                        <p:tav tm="0">
                                          <p:val>
                                            <p:fltVal val="0"/>
                                          </p:val>
                                        </p:tav>
                                        <p:tav tm="100000">
                                          <p:val>
                                            <p:strVal val="#ppt_w"/>
                                          </p:val>
                                        </p:tav>
                                      </p:tavLst>
                                    </p:anim>
                                    <p:anim calcmode="lin" valueType="num">
                                      <p:cBhvr>
                                        <p:cTn id="164" dur="500" fill="hold"/>
                                        <p:tgtEl>
                                          <p:spTgt spid="704535"/>
                                        </p:tgtEl>
                                        <p:attrNameLst>
                                          <p:attrName>ppt_h</p:attrName>
                                        </p:attrNameLst>
                                      </p:cBhvr>
                                      <p:tavLst>
                                        <p:tav tm="0">
                                          <p:val>
                                            <p:fltVal val="0"/>
                                          </p:val>
                                        </p:tav>
                                        <p:tav tm="100000">
                                          <p:val>
                                            <p:strVal val="#ppt_h"/>
                                          </p:val>
                                        </p:tav>
                                      </p:tavLst>
                                    </p:anim>
                                    <p:animEffect transition="in" filter="fade">
                                      <p:cBhvr>
                                        <p:cTn id="165" dur="500"/>
                                        <p:tgtEl>
                                          <p:spTgt spid="704535"/>
                                        </p:tgtEl>
                                      </p:cBhvr>
                                    </p:animEffect>
                                  </p:childTnLst>
                                </p:cTn>
                              </p:par>
                            </p:childTnLst>
                          </p:cTn>
                        </p:par>
                        <p:par>
                          <p:cTn id="166" fill="hold">
                            <p:stCondLst>
                              <p:cond delay="500"/>
                            </p:stCondLst>
                            <p:childTnLst>
                              <p:par>
                                <p:cTn id="167" presetID="53" presetClass="entr" presetSubtype="16" fill="hold" nodeType="afterEffect">
                                  <p:stCondLst>
                                    <p:cond delay="0"/>
                                  </p:stCondLst>
                                  <p:childTnLst>
                                    <p:set>
                                      <p:cBhvr>
                                        <p:cTn id="168" dur="1" fill="hold">
                                          <p:stCondLst>
                                            <p:cond delay="0"/>
                                          </p:stCondLst>
                                        </p:cTn>
                                        <p:tgtEl>
                                          <p:spTgt spid="704536"/>
                                        </p:tgtEl>
                                        <p:attrNameLst>
                                          <p:attrName>style.visibility</p:attrName>
                                        </p:attrNameLst>
                                      </p:cBhvr>
                                      <p:to>
                                        <p:strVal val="visible"/>
                                      </p:to>
                                    </p:set>
                                    <p:anim calcmode="lin" valueType="num">
                                      <p:cBhvr>
                                        <p:cTn id="169" dur="500" fill="hold"/>
                                        <p:tgtEl>
                                          <p:spTgt spid="704536"/>
                                        </p:tgtEl>
                                        <p:attrNameLst>
                                          <p:attrName>ppt_w</p:attrName>
                                        </p:attrNameLst>
                                      </p:cBhvr>
                                      <p:tavLst>
                                        <p:tav tm="0">
                                          <p:val>
                                            <p:fltVal val="0"/>
                                          </p:val>
                                        </p:tav>
                                        <p:tav tm="100000">
                                          <p:val>
                                            <p:strVal val="#ppt_w"/>
                                          </p:val>
                                        </p:tav>
                                      </p:tavLst>
                                    </p:anim>
                                    <p:anim calcmode="lin" valueType="num">
                                      <p:cBhvr>
                                        <p:cTn id="170" dur="500" fill="hold"/>
                                        <p:tgtEl>
                                          <p:spTgt spid="704536"/>
                                        </p:tgtEl>
                                        <p:attrNameLst>
                                          <p:attrName>ppt_h</p:attrName>
                                        </p:attrNameLst>
                                      </p:cBhvr>
                                      <p:tavLst>
                                        <p:tav tm="0">
                                          <p:val>
                                            <p:fltVal val="0"/>
                                          </p:val>
                                        </p:tav>
                                        <p:tav tm="100000">
                                          <p:val>
                                            <p:strVal val="#ppt_h"/>
                                          </p:val>
                                        </p:tav>
                                      </p:tavLst>
                                    </p:anim>
                                    <p:animEffect transition="in" filter="fade">
                                      <p:cBhvr>
                                        <p:cTn id="171" dur="500"/>
                                        <p:tgtEl>
                                          <p:spTgt spid="704536"/>
                                        </p:tgtEl>
                                      </p:cBhvr>
                                    </p:animEffect>
                                  </p:childTnLst>
                                </p:cTn>
                              </p:par>
                            </p:childTnLst>
                          </p:cTn>
                        </p:par>
                        <p:par>
                          <p:cTn id="172" fill="hold">
                            <p:stCondLst>
                              <p:cond delay="1000"/>
                            </p:stCondLst>
                            <p:childTnLst>
                              <p:par>
                                <p:cTn id="173" presetID="53" presetClass="entr" presetSubtype="16" fill="hold" grpId="0" nodeType="afterEffect">
                                  <p:stCondLst>
                                    <p:cond delay="0"/>
                                  </p:stCondLst>
                                  <p:childTnLst>
                                    <p:set>
                                      <p:cBhvr>
                                        <p:cTn id="174" dur="1" fill="hold">
                                          <p:stCondLst>
                                            <p:cond delay="0"/>
                                          </p:stCondLst>
                                        </p:cTn>
                                        <p:tgtEl>
                                          <p:spTgt spid="704533"/>
                                        </p:tgtEl>
                                        <p:attrNameLst>
                                          <p:attrName>style.visibility</p:attrName>
                                        </p:attrNameLst>
                                      </p:cBhvr>
                                      <p:to>
                                        <p:strVal val="visible"/>
                                      </p:to>
                                    </p:set>
                                    <p:anim calcmode="lin" valueType="num">
                                      <p:cBhvr>
                                        <p:cTn id="175" dur="500" fill="hold"/>
                                        <p:tgtEl>
                                          <p:spTgt spid="704533"/>
                                        </p:tgtEl>
                                        <p:attrNameLst>
                                          <p:attrName>ppt_w</p:attrName>
                                        </p:attrNameLst>
                                      </p:cBhvr>
                                      <p:tavLst>
                                        <p:tav tm="0">
                                          <p:val>
                                            <p:fltVal val="0"/>
                                          </p:val>
                                        </p:tav>
                                        <p:tav tm="100000">
                                          <p:val>
                                            <p:strVal val="#ppt_w"/>
                                          </p:val>
                                        </p:tav>
                                      </p:tavLst>
                                    </p:anim>
                                    <p:anim calcmode="lin" valueType="num">
                                      <p:cBhvr>
                                        <p:cTn id="176" dur="500" fill="hold"/>
                                        <p:tgtEl>
                                          <p:spTgt spid="704533"/>
                                        </p:tgtEl>
                                        <p:attrNameLst>
                                          <p:attrName>ppt_h</p:attrName>
                                        </p:attrNameLst>
                                      </p:cBhvr>
                                      <p:tavLst>
                                        <p:tav tm="0">
                                          <p:val>
                                            <p:fltVal val="0"/>
                                          </p:val>
                                        </p:tav>
                                        <p:tav tm="100000">
                                          <p:val>
                                            <p:strVal val="#ppt_h"/>
                                          </p:val>
                                        </p:tav>
                                      </p:tavLst>
                                    </p:anim>
                                    <p:animEffect transition="in" filter="fade">
                                      <p:cBhvr>
                                        <p:cTn id="177" dur="500"/>
                                        <p:tgtEl>
                                          <p:spTgt spid="704533"/>
                                        </p:tgtEl>
                                      </p:cBhvr>
                                    </p:animEffect>
                                  </p:childTnLst>
                                </p:cTn>
                              </p:par>
                            </p:childTnLst>
                          </p:cTn>
                        </p:par>
                        <p:par>
                          <p:cTn id="178" fill="hold">
                            <p:stCondLst>
                              <p:cond delay="1500"/>
                            </p:stCondLst>
                            <p:childTnLst>
                              <p:par>
                                <p:cTn id="179" presetID="53" presetClass="entr" presetSubtype="16" fill="hold" grpId="0" nodeType="afterEffect">
                                  <p:stCondLst>
                                    <p:cond delay="0"/>
                                  </p:stCondLst>
                                  <p:childTnLst>
                                    <p:set>
                                      <p:cBhvr>
                                        <p:cTn id="180" dur="1" fill="hold">
                                          <p:stCondLst>
                                            <p:cond delay="0"/>
                                          </p:stCondLst>
                                        </p:cTn>
                                        <p:tgtEl>
                                          <p:spTgt spid="704534"/>
                                        </p:tgtEl>
                                        <p:attrNameLst>
                                          <p:attrName>style.visibility</p:attrName>
                                        </p:attrNameLst>
                                      </p:cBhvr>
                                      <p:to>
                                        <p:strVal val="visible"/>
                                      </p:to>
                                    </p:set>
                                    <p:anim calcmode="lin" valueType="num">
                                      <p:cBhvr>
                                        <p:cTn id="181" dur="500" fill="hold"/>
                                        <p:tgtEl>
                                          <p:spTgt spid="704534"/>
                                        </p:tgtEl>
                                        <p:attrNameLst>
                                          <p:attrName>ppt_w</p:attrName>
                                        </p:attrNameLst>
                                      </p:cBhvr>
                                      <p:tavLst>
                                        <p:tav tm="0">
                                          <p:val>
                                            <p:fltVal val="0"/>
                                          </p:val>
                                        </p:tav>
                                        <p:tav tm="100000">
                                          <p:val>
                                            <p:strVal val="#ppt_w"/>
                                          </p:val>
                                        </p:tav>
                                      </p:tavLst>
                                    </p:anim>
                                    <p:anim calcmode="lin" valueType="num">
                                      <p:cBhvr>
                                        <p:cTn id="182" dur="500" fill="hold"/>
                                        <p:tgtEl>
                                          <p:spTgt spid="704534"/>
                                        </p:tgtEl>
                                        <p:attrNameLst>
                                          <p:attrName>ppt_h</p:attrName>
                                        </p:attrNameLst>
                                      </p:cBhvr>
                                      <p:tavLst>
                                        <p:tav tm="0">
                                          <p:val>
                                            <p:fltVal val="0"/>
                                          </p:val>
                                        </p:tav>
                                        <p:tav tm="100000">
                                          <p:val>
                                            <p:strVal val="#ppt_h"/>
                                          </p:val>
                                        </p:tav>
                                      </p:tavLst>
                                    </p:anim>
                                    <p:animEffect transition="in" filter="fade">
                                      <p:cBhvr>
                                        <p:cTn id="183" dur="500"/>
                                        <p:tgtEl>
                                          <p:spTgt spid="704534"/>
                                        </p:tgtEl>
                                      </p:cBhvr>
                                    </p:animEffect>
                                  </p:childTnLst>
                                </p:cTn>
                              </p:par>
                            </p:childTnLst>
                          </p:cTn>
                        </p:par>
                      </p:childTnLst>
                    </p:cTn>
                  </p:par>
                  <p:par>
                    <p:cTn id="184" fill="hold">
                      <p:stCondLst>
                        <p:cond delay="indefinite"/>
                      </p:stCondLst>
                      <p:childTnLst>
                        <p:par>
                          <p:cTn id="185" fill="hold">
                            <p:stCondLst>
                              <p:cond delay="0"/>
                            </p:stCondLst>
                            <p:childTnLst>
                              <p:par>
                                <p:cTn id="186" presetID="53" presetClass="entr" presetSubtype="16" fill="hold" nodeType="clickEffect">
                                  <p:stCondLst>
                                    <p:cond delay="0"/>
                                  </p:stCondLst>
                                  <p:childTnLst>
                                    <p:set>
                                      <p:cBhvr>
                                        <p:cTn id="187" dur="1" fill="hold">
                                          <p:stCondLst>
                                            <p:cond delay="0"/>
                                          </p:stCondLst>
                                        </p:cTn>
                                        <p:tgtEl>
                                          <p:spTgt spid="704538"/>
                                        </p:tgtEl>
                                        <p:attrNameLst>
                                          <p:attrName>style.visibility</p:attrName>
                                        </p:attrNameLst>
                                      </p:cBhvr>
                                      <p:to>
                                        <p:strVal val="visible"/>
                                      </p:to>
                                    </p:set>
                                    <p:anim calcmode="lin" valueType="num">
                                      <p:cBhvr>
                                        <p:cTn id="188" dur="500" fill="hold"/>
                                        <p:tgtEl>
                                          <p:spTgt spid="704538"/>
                                        </p:tgtEl>
                                        <p:attrNameLst>
                                          <p:attrName>ppt_w</p:attrName>
                                        </p:attrNameLst>
                                      </p:cBhvr>
                                      <p:tavLst>
                                        <p:tav tm="0">
                                          <p:val>
                                            <p:fltVal val="0"/>
                                          </p:val>
                                        </p:tav>
                                        <p:tav tm="100000">
                                          <p:val>
                                            <p:strVal val="#ppt_w"/>
                                          </p:val>
                                        </p:tav>
                                      </p:tavLst>
                                    </p:anim>
                                    <p:anim calcmode="lin" valueType="num">
                                      <p:cBhvr>
                                        <p:cTn id="189" dur="500" fill="hold"/>
                                        <p:tgtEl>
                                          <p:spTgt spid="704538"/>
                                        </p:tgtEl>
                                        <p:attrNameLst>
                                          <p:attrName>ppt_h</p:attrName>
                                        </p:attrNameLst>
                                      </p:cBhvr>
                                      <p:tavLst>
                                        <p:tav tm="0">
                                          <p:val>
                                            <p:fltVal val="0"/>
                                          </p:val>
                                        </p:tav>
                                        <p:tav tm="100000">
                                          <p:val>
                                            <p:strVal val="#ppt_h"/>
                                          </p:val>
                                        </p:tav>
                                      </p:tavLst>
                                    </p:anim>
                                    <p:animEffect transition="in" filter="fade">
                                      <p:cBhvr>
                                        <p:cTn id="190" dur="500"/>
                                        <p:tgtEl>
                                          <p:spTgt spid="704538"/>
                                        </p:tgtEl>
                                      </p:cBhvr>
                                    </p:animEffect>
                                  </p:childTnLst>
                                </p:cTn>
                              </p:par>
                            </p:childTnLst>
                          </p:cTn>
                        </p:par>
                        <p:par>
                          <p:cTn id="191" fill="hold">
                            <p:stCondLst>
                              <p:cond delay="500"/>
                            </p:stCondLst>
                            <p:childTnLst>
                              <p:par>
                                <p:cTn id="192" presetID="53" presetClass="entr" presetSubtype="16" fill="hold" grpId="0" nodeType="afterEffect">
                                  <p:stCondLst>
                                    <p:cond delay="0"/>
                                  </p:stCondLst>
                                  <p:childTnLst>
                                    <p:set>
                                      <p:cBhvr>
                                        <p:cTn id="193" dur="1" fill="hold">
                                          <p:stCondLst>
                                            <p:cond delay="0"/>
                                          </p:stCondLst>
                                        </p:cTn>
                                        <p:tgtEl>
                                          <p:spTgt spid="704537"/>
                                        </p:tgtEl>
                                        <p:attrNameLst>
                                          <p:attrName>style.visibility</p:attrName>
                                        </p:attrNameLst>
                                      </p:cBhvr>
                                      <p:to>
                                        <p:strVal val="visible"/>
                                      </p:to>
                                    </p:set>
                                    <p:anim calcmode="lin" valueType="num">
                                      <p:cBhvr>
                                        <p:cTn id="194" dur="500" fill="hold"/>
                                        <p:tgtEl>
                                          <p:spTgt spid="704537"/>
                                        </p:tgtEl>
                                        <p:attrNameLst>
                                          <p:attrName>ppt_w</p:attrName>
                                        </p:attrNameLst>
                                      </p:cBhvr>
                                      <p:tavLst>
                                        <p:tav tm="0">
                                          <p:val>
                                            <p:fltVal val="0"/>
                                          </p:val>
                                        </p:tav>
                                        <p:tav tm="100000">
                                          <p:val>
                                            <p:strVal val="#ppt_w"/>
                                          </p:val>
                                        </p:tav>
                                      </p:tavLst>
                                    </p:anim>
                                    <p:anim calcmode="lin" valueType="num">
                                      <p:cBhvr>
                                        <p:cTn id="195" dur="500" fill="hold"/>
                                        <p:tgtEl>
                                          <p:spTgt spid="704537"/>
                                        </p:tgtEl>
                                        <p:attrNameLst>
                                          <p:attrName>ppt_h</p:attrName>
                                        </p:attrNameLst>
                                      </p:cBhvr>
                                      <p:tavLst>
                                        <p:tav tm="0">
                                          <p:val>
                                            <p:fltVal val="0"/>
                                          </p:val>
                                        </p:tav>
                                        <p:tav tm="100000">
                                          <p:val>
                                            <p:strVal val="#ppt_h"/>
                                          </p:val>
                                        </p:tav>
                                      </p:tavLst>
                                    </p:anim>
                                    <p:animEffect transition="in" filter="fade">
                                      <p:cBhvr>
                                        <p:cTn id="196" dur="500"/>
                                        <p:tgtEl>
                                          <p:spTgt spid="704537"/>
                                        </p:tgtEl>
                                      </p:cBhvr>
                                    </p:animEffect>
                                  </p:childTnLst>
                                </p:cTn>
                              </p:par>
                            </p:childTnLst>
                          </p:cTn>
                        </p:par>
                      </p:childTnLst>
                    </p:cTn>
                  </p:par>
                  <p:par>
                    <p:cTn id="197" fill="hold">
                      <p:stCondLst>
                        <p:cond delay="indefinite"/>
                      </p:stCondLst>
                      <p:childTnLst>
                        <p:par>
                          <p:cTn id="198" fill="hold">
                            <p:stCondLst>
                              <p:cond delay="0"/>
                            </p:stCondLst>
                            <p:childTnLst>
                              <p:par>
                                <p:cTn id="199" presetID="53" presetClass="entr" presetSubtype="16" fill="hold" nodeType="clickEffect">
                                  <p:stCondLst>
                                    <p:cond delay="0"/>
                                  </p:stCondLst>
                                  <p:childTnLst>
                                    <p:set>
                                      <p:cBhvr>
                                        <p:cTn id="200" dur="1" fill="hold">
                                          <p:stCondLst>
                                            <p:cond delay="0"/>
                                          </p:stCondLst>
                                        </p:cTn>
                                        <p:tgtEl>
                                          <p:spTgt spid="704556"/>
                                        </p:tgtEl>
                                        <p:attrNameLst>
                                          <p:attrName>style.visibility</p:attrName>
                                        </p:attrNameLst>
                                      </p:cBhvr>
                                      <p:to>
                                        <p:strVal val="visible"/>
                                      </p:to>
                                    </p:set>
                                    <p:anim calcmode="lin" valueType="num">
                                      <p:cBhvr>
                                        <p:cTn id="201" dur="500" fill="hold"/>
                                        <p:tgtEl>
                                          <p:spTgt spid="704556"/>
                                        </p:tgtEl>
                                        <p:attrNameLst>
                                          <p:attrName>ppt_w</p:attrName>
                                        </p:attrNameLst>
                                      </p:cBhvr>
                                      <p:tavLst>
                                        <p:tav tm="0">
                                          <p:val>
                                            <p:fltVal val="0"/>
                                          </p:val>
                                        </p:tav>
                                        <p:tav tm="100000">
                                          <p:val>
                                            <p:strVal val="#ppt_w"/>
                                          </p:val>
                                        </p:tav>
                                      </p:tavLst>
                                    </p:anim>
                                    <p:anim calcmode="lin" valueType="num">
                                      <p:cBhvr>
                                        <p:cTn id="202" dur="500" fill="hold"/>
                                        <p:tgtEl>
                                          <p:spTgt spid="704556"/>
                                        </p:tgtEl>
                                        <p:attrNameLst>
                                          <p:attrName>ppt_h</p:attrName>
                                        </p:attrNameLst>
                                      </p:cBhvr>
                                      <p:tavLst>
                                        <p:tav tm="0">
                                          <p:val>
                                            <p:fltVal val="0"/>
                                          </p:val>
                                        </p:tav>
                                        <p:tav tm="100000">
                                          <p:val>
                                            <p:strVal val="#ppt_h"/>
                                          </p:val>
                                        </p:tav>
                                      </p:tavLst>
                                    </p:anim>
                                    <p:animEffect transition="in" filter="fade">
                                      <p:cBhvr>
                                        <p:cTn id="203" dur="500"/>
                                        <p:tgtEl>
                                          <p:spTgt spid="704556"/>
                                        </p:tgtEl>
                                      </p:cBhvr>
                                    </p:animEffect>
                                  </p:childTnLst>
                                </p:cTn>
                              </p:par>
                              <p:par>
                                <p:cTn id="204" presetID="22" presetClass="exit" presetSubtype="4" fill="hold" grpId="0" nodeType="withEffect">
                                  <p:stCondLst>
                                    <p:cond delay="0"/>
                                  </p:stCondLst>
                                  <p:childTnLst>
                                    <p:animEffect transition="out" filter="wipe(down)">
                                      <p:cBhvr>
                                        <p:cTn id="205" dur="500"/>
                                        <p:tgtEl>
                                          <p:spTgt spid="704555"/>
                                        </p:tgtEl>
                                      </p:cBhvr>
                                    </p:animEffect>
                                    <p:set>
                                      <p:cBhvr>
                                        <p:cTn id="206" dur="1" fill="hold">
                                          <p:stCondLst>
                                            <p:cond delay="499"/>
                                          </p:stCondLst>
                                        </p:cTn>
                                        <p:tgtEl>
                                          <p:spTgt spid="704555"/>
                                        </p:tgtEl>
                                        <p:attrNameLst>
                                          <p:attrName>style.visibility</p:attrName>
                                        </p:attrNameLst>
                                      </p:cBhvr>
                                      <p:to>
                                        <p:strVal val="hidden"/>
                                      </p:to>
                                    </p:set>
                                  </p:childTnLst>
                                </p:cTn>
                              </p:par>
                            </p:childTnLst>
                          </p:cTn>
                        </p:par>
                      </p:childTnLst>
                    </p:cTn>
                  </p:par>
                  <p:par>
                    <p:cTn id="207" fill="hold">
                      <p:stCondLst>
                        <p:cond delay="indefinite"/>
                      </p:stCondLst>
                      <p:childTnLst>
                        <p:par>
                          <p:cTn id="208" fill="hold">
                            <p:stCondLst>
                              <p:cond delay="0"/>
                            </p:stCondLst>
                            <p:childTnLst>
                              <p:par>
                                <p:cTn id="209" presetID="53" presetClass="entr" presetSubtype="16" fill="hold" nodeType="clickEffect">
                                  <p:stCondLst>
                                    <p:cond delay="0"/>
                                  </p:stCondLst>
                                  <p:childTnLst>
                                    <p:set>
                                      <p:cBhvr>
                                        <p:cTn id="210" dur="1" fill="hold">
                                          <p:stCondLst>
                                            <p:cond delay="0"/>
                                          </p:stCondLst>
                                        </p:cTn>
                                        <p:tgtEl>
                                          <p:spTgt spid="704544"/>
                                        </p:tgtEl>
                                        <p:attrNameLst>
                                          <p:attrName>style.visibility</p:attrName>
                                        </p:attrNameLst>
                                      </p:cBhvr>
                                      <p:to>
                                        <p:strVal val="visible"/>
                                      </p:to>
                                    </p:set>
                                    <p:anim calcmode="lin" valueType="num">
                                      <p:cBhvr>
                                        <p:cTn id="211" dur="500" fill="hold"/>
                                        <p:tgtEl>
                                          <p:spTgt spid="704544"/>
                                        </p:tgtEl>
                                        <p:attrNameLst>
                                          <p:attrName>ppt_w</p:attrName>
                                        </p:attrNameLst>
                                      </p:cBhvr>
                                      <p:tavLst>
                                        <p:tav tm="0">
                                          <p:val>
                                            <p:fltVal val="0"/>
                                          </p:val>
                                        </p:tav>
                                        <p:tav tm="100000">
                                          <p:val>
                                            <p:strVal val="#ppt_w"/>
                                          </p:val>
                                        </p:tav>
                                      </p:tavLst>
                                    </p:anim>
                                    <p:anim calcmode="lin" valueType="num">
                                      <p:cBhvr>
                                        <p:cTn id="212" dur="500" fill="hold"/>
                                        <p:tgtEl>
                                          <p:spTgt spid="704544"/>
                                        </p:tgtEl>
                                        <p:attrNameLst>
                                          <p:attrName>ppt_h</p:attrName>
                                        </p:attrNameLst>
                                      </p:cBhvr>
                                      <p:tavLst>
                                        <p:tav tm="0">
                                          <p:val>
                                            <p:fltVal val="0"/>
                                          </p:val>
                                        </p:tav>
                                        <p:tav tm="100000">
                                          <p:val>
                                            <p:strVal val="#ppt_h"/>
                                          </p:val>
                                        </p:tav>
                                      </p:tavLst>
                                    </p:anim>
                                    <p:animEffect transition="in" filter="fade">
                                      <p:cBhvr>
                                        <p:cTn id="213" dur="500"/>
                                        <p:tgtEl>
                                          <p:spTgt spid="704544"/>
                                        </p:tgtEl>
                                      </p:cBhvr>
                                    </p:animEffect>
                                  </p:childTnLst>
                                </p:cTn>
                              </p:par>
                            </p:childTnLst>
                          </p:cTn>
                        </p:par>
                        <p:par>
                          <p:cTn id="214" fill="hold">
                            <p:stCondLst>
                              <p:cond delay="500"/>
                            </p:stCondLst>
                            <p:childTnLst>
                              <p:par>
                                <p:cTn id="215" presetID="53" presetClass="entr" presetSubtype="16" fill="hold" nodeType="afterEffect">
                                  <p:stCondLst>
                                    <p:cond delay="0"/>
                                  </p:stCondLst>
                                  <p:childTnLst>
                                    <p:set>
                                      <p:cBhvr>
                                        <p:cTn id="216" dur="1" fill="hold">
                                          <p:stCondLst>
                                            <p:cond delay="0"/>
                                          </p:stCondLst>
                                        </p:cTn>
                                        <p:tgtEl>
                                          <p:spTgt spid="704545"/>
                                        </p:tgtEl>
                                        <p:attrNameLst>
                                          <p:attrName>style.visibility</p:attrName>
                                        </p:attrNameLst>
                                      </p:cBhvr>
                                      <p:to>
                                        <p:strVal val="visible"/>
                                      </p:to>
                                    </p:set>
                                    <p:anim calcmode="lin" valueType="num">
                                      <p:cBhvr>
                                        <p:cTn id="217" dur="500" fill="hold"/>
                                        <p:tgtEl>
                                          <p:spTgt spid="704545"/>
                                        </p:tgtEl>
                                        <p:attrNameLst>
                                          <p:attrName>ppt_w</p:attrName>
                                        </p:attrNameLst>
                                      </p:cBhvr>
                                      <p:tavLst>
                                        <p:tav tm="0">
                                          <p:val>
                                            <p:fltVal val="0"/>
                                          </p:val>
                                        </p:tav>
                                        <p:tav tm="100000">
                                          <p:val>
                                            <p:strVal val="#ppt_w"/>
                                          </p:val>
                                        </p:tav>
                                      </p:tavLst>
                                    </p:anim>
                                    <p:anim calcmode="lin" valueType="num">
                                      <p:cBhvr>
                                        <p:cTn id="218" dur="500" fill="hold"/>
                                        <p:tgtEl>
                                          <p:spTgt spid="704545"/>
                                        </p:tgtEl>
                                        <p:attrNameLst>
                                          <p:attrName>ppt_h</p:attrName>
                                        </p:attrNameLst>
                                      </p:cBhvr>
                                      <p:tavLst>
                                        <p:tav tm="0">
                                          <p:val>
                                            <p:fltVal val="0"/>
                                          </p:val>
                                        </p:tav>
                                        <p:tav tm="100000">
                                          <p:val>
                                            <p:strVal val="#ppt_h"/>
                                          </p:val>
                                        </p:tav>
                                      </p:tavLst>
                                    </p:anim>
                                    <p:animEffect transition="in" filter="fade">
                                      <p:cBhvr>
                                        <p:cTn id="219" dur="500"/>
                                        <p:tgtEl>
                                          <p:spTgt spid="704545"/>
                                        </p:tgtEl>
                                      </p:cBhvr>
                                    </p:animEffect>
                                  </p:childTnLst>
                                </p:cTn>
                              </p:par>
                            </p:childTnLst>
                          </p:cTn>
                        </p:par>
                        <p:par>
                          <p:cTn id="220" fill="hold">
                            <p:stCondLst>
                              <p:cond delay="1000"/>
                            </p:stCondLst>
                            <p:childTnLst>
                              <p:par>
                                <p:cTn id="221" presetID="53" presetClass="entr" presetSubtype="16" fill="hold" nodeType="afterEffect">
                                  <p:stCondLst>
                                    <p:cond delay="0"/>
                                  </p:stCondLst>
                                  <p:childTnLst>
                                    <p:set>
                                      <p:cBhvr>
                                        <p:cTn id="222" dur="1" fill="hold">
                                          <p:stCondLst>
                                            <p:cond delay="0"/>
                                          </p:stCondLst>
                                        </p:cTn>
                                        <p:tgtEl>
                                          <p:spTgt spid="704546"/>
                                        </p:tgtEl>
                                        <p:attrNameLst>
                                          <p:attrName>style.visibility</p:attrName>
                                        </p:attrNameLst>
                                      </p:cBhvr>
                                      <p:to>
                                        <p:strVal val="visible"/>
                                      </p:to>
                                    </p:set>
                                    <p:anim calcmode="lin" valueType="num">
                                      <p:cBhvr>
                                        <p:cTn id="223" dur="500" fill="hold"/>
                                        <p:tgtEl>
                                          <p:spTgt spid="704546"/>
                                        </p:tgtEl>
                                        <p:attrNameLst>
                                          <p:attrName>ppt_w</p:attrName>
                                        </p:attrNameLst>
                                      </p:cBhvr>
                                      <p:tavLst>
                                        <p:tav tm="0">
                                          <p:val>
                                            <p:fltVal val="0"/>
                                          </p:val>
                                        </p:tav>
                                        <p:tav tm="100000">
                                          <p:val>
                                            <p:strVal val="#ppt_w"/>
                                          </p:val>
                                        </p:tav>
                                      </p:tavLst>
                                    </p:anim>
                                    <p:anim calcmode="lin" valueType="num">
                                      <p:cBhvr>
                                        <p:cTn id="224" dur="500" fill="hold"/>
                                        <p:tgtEl>
                                          <p:spTgt spid="704546"/>
                                        </p:tgtEl>
                                        <p:attrNameLst>
                                          <p:attrName>ppt_h</p:attrName>
                                        </p:attrNameLst>
                                      </p:cBhvr>
                                      <p:tavLst>
                                        <p:tav tm="0">
                                          <p:val>
                                            <p:fltVal val="0"/>
                                          </p:val>
                                        </p:tav>
                                        <p:tav tm="100000">
                                          <p:val>
                                            <p:strVal val="#ppt_h"/>
                                          </p:val>
                                        </p:tav>
                                      </p:tavLst>
                                    </p:anim>
                                    <p:animEffect transition="in" filter="fade">
                                      <p:cBhvr>
                                        <p:cTn id="225" dur="500"/>
                                        <p:tgtEl>
                                          <p:spTgt spid="704546"/>
                                        </p:tgtEl>
                                      </p:cBhvr>
                                    </p:animEffect>
                                  </p:childTnLst>
                                </p:cTn>
                              </p:par>
                            </p:childTnLst>
                          </p:cTn>
                        </p:par>
                        <p:par>
                          <p:cTn id="226" fill="hold">
                            <p:stCondLst>
                              <p:cond delay="1500"/>
                            </p:stCondLst>
                            <p:childTnLst>
                              <p:par>
                                <p:cTn id="227" presetID="53" presetClass="entr" presetSubtype="16" fill="hold" grpId="0" nodeType="afterEffect">
                                  <p:stCondLst>
                                    <p:cond delay="0"/>
                                  </p:stCondLst>
                                  <p:childTnLst>
                                    <p:set>
                                      <p:cBhvr>
                                        <p:cTn id="228" dur="1" fill="hold">
                                          <p:stCondLst>
                                            <p:cond delay="0"/>
                                          </p:stCondLst>
                                        </p:cTn>
                                        <p:tgtEl>
                                          <p:spTgt spid="704542"/>
                                        </p:tgtEl>
                                        <p:attrNameLst>
                                          <p:attrName>style.visibility</p:attrName>
                                        </p:attrNameLst>
                                      </p:cBhvr>
                                      <p:to>
                                        <p:strVal val="visible"/>
                                      </p:to>
                                    </p:set>
                                    <p:anim calcmode="lin" valueType="num">
                                      <p:cBhvr>
                                        <p:cTn id="229" dur="500" fill="hold"/>
                                        <p:tgtEl>
                                          <p:spTgt spid="704542"/>
                                        </p:tgtEl>
                                        <p:attrNameLst>
                                          <p:attrName>ppt_w</p:attrName>
                                        </p:attrNameLst>
                                      </p:cBhvr>
                                      <p:tavLst>
                                        <p:tav tm="0">
                                          <p:val>
                                            <p:fltVal val="0"/>
                                          </p:val>
                                        </p:tav>
                                        <p:tav tm="100000">
                                          <p:val>
                                            <p:strVal val="#ppt_w"/>
                                          </p:val>
                                        </p:tav>
                                      </p:tavLst>
                                    </p:anim>
                                    <p:anim calcmode="lin" valueType="num">
                                      <p:cBhvr>
                                        <p:cTn id="230" dur="500" fill="hold"/>
                                        <p:tgtEl>
                                          <p:spTgt spid="704542"/>
                                        </p:tgtEl>
                                        <p:attrNameLst>
                                          <p:attrName>ppt_h</p:attrName>
                                        </p:attrNameLst>
                                      </p:cBhvr>
                                      <p:tavLst>
                                        <p:tav tm="0">
                                          <p:val>
                                            <p:fltVal val="0"/>
                                          </p:val>
                                        </p:tav>
                                        <p:tav tm="100000">
                                          <p:val>
                                            <p:strVal val="#ppt_h"/>
                                          </p:val>
                                        </p:tav>
                                      </p:tavLst>
                                    </p:anim>
                                    <p:animEffect transition="in" filter="fade">
                                      <p:cBhvr>
                                        <p:cTn id="231" dur="500"/>
                                        <p:tgtEl>
                                          <p:spTgt spid="704542"/>
                                        </p:tgtEl>
                                      </p:cBhvr>
                                    </p:animEffect>
                                  </p:childTnLst>
                                </p:cTn>
                              </p:par>
                            </p:childTnLst>
                          </p:cTn>
                        </p:par>
                        <p:par>
                          <p:cTn id="232" fill="hold">
                            <p:stCondLst>
                              <p:cond delay="2000"/>
                            </p:stCondLst>
                            <p:childTnLst>
                              <p:par>
                                <p:cTn id="233" presetID="53" presetClass="entr" presetSubtype="16" fill="hold" grpId="0" nodeType="afterEffect">
                                  <p:stCondLst>
                                    <p:cond delay="0"/>
                                  </p:stCondLst>
                                  <p:childTnLst>
                                    <p:set>
                                      <p:cBhvr>
                                        <p:cTn id="234" dur="1" fill="hold">
                                          <p:stCondLst>
                                            <p:cond delay="0"/>
                                          </p:stCondLst>
                                        </p:cTn>
                                        <p:tgtEl>
                                          <p:spTgt spid="704541"/>
                                        </p:tgtEl>
                                        <p:attrNameLst>
                                          <p:attrName>style.visibility</p:attrName>
                                        </p:attrNameLst>
                                      </p:cBhvr>
                                      <p:to>
                                        <p:strVal val="visible"/>
                                      </p:to>
                                    </p:set>
                                    <p:anim calcmode="lin" valueType="num">
                                      <p:cBhvr>
                                        <p:cTn id="235" dur="500" fill="hold"/>
                                        <p:tgtEl>
                                          <p:spTgt spid="704541"/>
                                        </p:tgtEl>
                                        <p:attrNameLst>
                                          <p:attrName>ppt_w</p:attrName>
                                        </p:attrNameLst>
                                      </p:cBhvr>
                                      <p:tavLst>
                                        <p:tav tm="0">
                                          <p:val>
                                            <p:fltVal val="0"/>
                                          </p:val>
                                        </p:tav>
                                        <p:tav tm="100000">
                                          <p:val>
                                            <p:strVal val="#ppt_w"/>
                                          </p:val>
                                        </p:tav>
                                      </p:tavLst>
                                    </p:anim>
                                    <p:anim calcmode="lin" valueType="num">
                                      <p:cBhvr>
                                        <p:cTn id="236" dur="500" fill="hold"/>
                                        <p:tgtEl>
                                          <p:spTgt spid="704541"/>
                                        </p:tgtEl>
                                        <p:attrNameLst>
                                          <p:attrName>ppt_h</p:attrName>
                                        </p:attrNameLst>
                                      </p:cBhvr>
                                      <p:tavLst>
                                        <p:tav tm="0">
                                          <p:val>
                                            <p:fltVal val="0"/>
                                          </p:val>
                                        </p:tav>
                                        <p:tav tm="100000">
                                          <p:val>
                                            <p:strVal val="#ppt_h"/>
                                          </p:val>
                                        </p:tav>
                                      </p:tavLst>
                                    </p:anim>
                                    <p:animEffect transition="in" filter="fade">
                                      <p:cBhvr>
                                        <p:cTn id="237" dur="500"/>
                                        <p:tgtEl>
                                          <p:spTgt spid="704541"/>
                                        </p:tgtEl>
                                      </p:cBhvr>
                                    </p:animEffect>
                                  </p:childTnLst>
                                </p:cTn>
                              </p:par>
                            </p:childTnLst>
                          </p:cTn>
                        </p:par>
                        <p:par>
                          <p:cTn id="238" fill="hold">
                            <p:stCondLst>
                              <p:cond delay="2500"/>
                            </p:stCondLst>
                            <p:childTnLst>
                              <p:par>
                                <p:cTn id="239" presetID="53" presetClass="entr" presetSubtype="16" fill="hold" grpId="0" nodeType="afterEffect">
                                  <p:stCondLst>
                                    <p:cond delay="0"/>
                                  </p:stCondLst>
                                  <p:childTnLst>
                                    <p:set>
                                      <p:cBhvr>
                                        <p:cTn id="240" dur="1" fill="hold">
                                          <p:stCondLst>
                                            <p:cond delay="0"/>
                                          </p:stCondLst>
                                        </p:cTn>
                                        <p:tgtEl>
                                          <p:spTgt spid="704543"/>
                                        </p:tgtEl>
                                        <p:attrNameLst>
                                          <p:attrName>style.visibility</p:attrName>
                                        </p:attrNameLst>
                                      </p:cBhvr>
                                      <p:to>
                                        <p:strVal val="visible"/>
                                      </p:to>
                                    </p:set>
                                    <p:anim calcmode="lin" valueType="num">
                                      <p:cBhvr>
                                        <p:cTn id="241" dur="500" fill="hold"/>
                                        <p:tgtEl>
                                          <p:spTgt spid="704543"/>
                                        </p:tgtEl>
                                        <p:attrNameLst>
                                          <p:attrName>ppt_w</p:attrName>
                                        </p:attrNameLst>
                                      </p:cBhvr>
                                      <p:tavLst>
                                        <p:tav tm="0">
                                          <p:val>
                                            <p:fltVal val="0"/>
                                          </p:val>
                                        </p:tav>
                                        <p:tav tm="100000">
                                          <p:val>
                                            <p:strVal val="#ppt_w"/>
                                          </p:val>
                                        </p:tav>
                                      </p:tavLst>
                                    </p:anim>
                                    <p:anim calcmode="lin" valueType="num">
                                      <p:cBhvr>
                                        <p:cTn id="242" dur="500" fill="hold"/>
                                        <p:tgtEl>
                                          <p:spTgt spid="704543"/>
                                        </p:tgtEl>
                                        <p:attrNameLst>
                                          <p:attrName>ppt_h</p:attrName>
                                        </p:attrNameLst>
                                      </p:cBhvr>
                                      <p:tavLst>
                                        <p:tav tm="0">
                                          <p:val>
                                            <p:fltVal val="0"/>
                                          </p:val>
                                        </p:tav>
                                        <p:tav tm="100000">
                                          <p:val>
                                            <p:strVal val="#ppt_h"/>
                                          </p:val>
                                        </p:tav>
                                      </p:tavLst>
                                    </p:anim>
                                    <p:animEffect transition="in" filter="fade">
                                      <p:cBhvr>
                                        <p:cTn id="243" dur="500"/>
                                        <p:tgtEl>
                                          <p:spTgt spid="704543"/>
                                        </p:tgtEl>
                                      </p:cBhvr>
                                    </p:animEffect>
                                  </p:childTnLst>
                                </p:cTn>
                              </p:par>
                            </p:childTnLst>
                          </p:cTn>
                        </p:par>
                      </p:childTnLst>
                    </p:cTn>
                  </p:par>
                  <p:par>
                    <p:cTn id="244" fill="hold">
                      <p:stCondLst>
                        <p:cond delay="indefinite"/>
                      </p:stCondLst>
                      <p:childTnLst>
                        <p:par>
                          <p:cTn id="245" fill="hold">
                            <p:stCondLst>
                              <p:cond delay="0"/>
                            </p:stCondLst>
                            <p:childTnLst>
                              <p:par>
                                <p:cTn id="246" presetID="53" presetClass="entr" presetSubtype="16" fill="hold" nodeType="clickEffect">
                                  <p:stCondLst>
                                    <p:cond delay="0"/>
                                  </p:stCondLst>
                                  <p:childTnLst>
                                    <p:set>
                                      <p:cBhvr>
                                        <p:cTn id="247" dur="1" fill="hold">
                                          <p:stCondLst>
                                            <p:cond delay="0"/>
                                          </p:stCondLst>
                                        </p:cTn>
                                        <p:tgtEl>
                                          <p:spTgt spid="704557"/>
                                        </p:tgtEl>
                                        <p:attrNameLst>
                                          <p:attrName>style.visibility</p:attrName>
                                        </p:attrNameLst>
                                      </p:cBhvr>
                                      <p:to>
                                        <p:strVal val="visible"/>
                                      </p:to>
                                    </p:set>
                                    <p:anim calcmode="lin" valueType="num">
                                      <p:cBhvr>
                                        <p:cTn id="248" dur="500" fill="hold"/>
                                        <p:tgtEl>
                                          <p:spTgt spid="704557"/>
                                        </p:tgtEl>
                                        <p:attrNameLst>
                                          <p:attrName>ppt_w</p:attrName>
                                        </p:attrNameLst>
                                      </p:cBhvr>
                                      <p:tavLst>
                                        <p:tav tm="0">
                                          <p:val>
                                            <p:fltVal val="0"/>
                                          </p:val>
                                        </p:tav>
                                        <p:tav tm="100000">
                                          <p:val>
                                            <p:strVal val="#ppt_w"/>
                                          </p:val>
                                        </p:tav>
                                      </p:tavLst>
                                    </p:anim>
                                    <p:anim calcmode="lin" valueType="num">
                                      <p:cBhvr>
                                        <p:cTn id="249" dur="500" fill="hold"/>
                                        <p:tgtEl>
                                          <p:spTgt spid="704557"/>
                                        </p:tgtEl>
                                        <p:attrNameLst>
                                          <p:attrName>ppt_h</p:attrName>
                                        </p:attrNameLst>
                                      </p:cBhvr>
                                      <p:tavLst>
                                        <p:tav tm="0">
                                          <p:val>
                                            <p:fltVal val="0"/>
                                          </p:val>
                                        </p:tav>
                                        <p:tav tm="100000">
                                          <p:val>
                                            <p:strVal val="#ppt_h"/>
                                          </p:val>
                                        </p:tav>
                                      </p:tavLst>
                                    </p:anim>
                                    <p:animEffect transition="in" filter="fade">
                                      <p:cBhvr>
                                        <p:cTn id="250" dur="500"/>
                                        <p:tgtEl>
                                          <p:spTgt spid="704557"/>
                                        </p:tgtEl>
                                      </p:cBhvr>
                                    </p:animEffect>
                                  </p:childTnLst>
                                </p:cTn>
                              </p:par>
                              <p:par>
                                <p:cTn id="251" presetID="22" presetClass="exit" presetSubtype="4" fill="hold" grpId="0" nodeType="withEffect">
                                  <p:stCondLst>
                                    <p:cond delay="0"/>
                                  </p:stCondLst>
                                  <p:childTnLst>
                                    <p:animEffect transition="out" filter="wipe(down)">
                                      <p:cBhvr>
                                        <p:cTn id="252" dur="500"/>
                                        <p:tgtEl>
                                          <p:spTgt spid="704556"/>
                                        </p:tgtEl>
                                      </p:cBhvr>
                                    </p:animEffect>
                                    <p:set>
                                      <p:cBhvr>
                                        <p:cTn id="253" dur="1" fill="hold">
                                          <p:stCondLst>
                                            <p:cond delay="499"/>
                                          </p:stCondLst>
                                        </p:cTn>
                                        <p:tgtEl>
                                          <p:spTgt spid="704556"/>
                                        </p:tgtEl>
                                        <p:attrNameLst>
                                          <p:attrName>style.visibility</p:attrName>
                                        </p:attrNameLst>
                                      </p:cBhvr>
                                      <p:to>
                                        <p:strVal val="hidden"/>
                                      </p:to>
                                    </p:set>
                                  </p:childTnLst>
                                </p:cTn>
                              </p:par>
                            </p:childTnLst>
                          </p:cTn>
                        </p:par>
                      </p:childTnLst>
                    </p:cTn>
                  </p:par>
                  <p:par>
                    <p:cTn id="254" fill="hold">
                      <p:stCondLst>
                        <p:cond delay="indefinite"/>
                      </p:stCondLst>
                      <p:childTnLst>
                        <p:par>
                          <p:cTn id="255" fill="hold">
                            <p:stCondLst>
                              <p:cond delay="0"/>
                            </p:stCondLst>
                            <p:childTnLst>
                              <p:par>
                                <p:cTn id="256" presetID="53" presetClass="entr" presetSubtype="16" fill="hold" nodeType="clickEffect">
                                  <p:stCondLst>
                                    <p:cond delay="0"/>
                                  </p:stCondLst>
                                  <p:childTnLst>
                                    <p:set>
                                      <p:cBhvr>
                                        <p:cTn id="257" dur="1" fill="hold">
                                          <p:stCondLst>
                                            <p:cond delay="0"/>
                                          </p:stCondLst>
                                        </p:cTn>
                                        <p:tgtEl>
                                          <p:spTgt spid="704548"/>
                                        </p:tgtEl>
                                        <p:attrNameLst>
                                          <p:attrName>style.visibility</p:attrName>
                                        </p:attrNameLst>
                                      </p:cBhvr>
                                      <p:to>
                                        <p:strVal val="visible"/>
                                      </p:to>
                                    </p:set>
                                    <p:anim calcmode="lin" valueType="num">
                                      <p:cBhvr>
                                        <p:cTn id="258" dur="500" fill="hold"/>
                                        <p:tgtEl>
                                          <p:spTgt spid="704548"/>
                                        </p:tgtEl>
                                        <p:attrNameLst>
                                          <p:attrName>ppt_w</p:attrName>
                                        </p:attrNameLst>
                                      </p:cBhvr>
                                      <p:tavLst>
                                        <p:tav tm="0">
                                          <p:val>
                                            <p:fltVal val="0"/>
                                          </p:val>
                                        </p:tav>
                                        <p:tav tm="100000">
                                          <p:val>
                                            <p:strVal val="#ppt_w"/>
                                          </p:val>
                                        </p:tav>
                                      </p:tavLst>
                                    </p:anim>
                                    <p:anim calcmode="lin" valueType="num">
                                      <p:cBhvr>
                                        <p:cTn id="259" dur="500" fill="hold"/>
                                        <p:tgtEl>
                                          <p:spTgt spid="704548"/>
                                        </p:tgtEl>
                                        <p:attrNameLst>
                                          <p:attrName>ppt_h</p:attrName>
                                        </p:attrNameLst>
                                      </p:cBhvr>
                                      <p:tavLst>
                                        <p:tav tm="0">
                                          <p:val>
                                            <p:fltVal val="0"/>
                                          </p:val>
                                        </p:tav>
                                        <p:tav tm="100000">
                                          <p:val>
                                            <p:strVal val="#ppt_h"/>
                                          </p:val>
                                        </p:tav>
                                      </p:tavLst>
                                    </p:anim>
                                    <p:animEffect transition="in" filter="fade">
                                      <p:cBhvr>
                                        <p:cTn id="260" dur="500"/>
                                        <p:tgtEl>
                                          <p:spTgt spid="704548"/>
                                        </p:tgtEl>
                                      </p:cBhvr>
                                    </p:animEffect>
                                  </p:childTnLst>
                                </p:cTn>
                              </p:par>
                            </p:childTnLst>
                          </p:cTn>
                        </p:par>
                        <p:par>
                          <p:cTn id="261" fill="hold">
                            <p:stCondLst>
                              <p:cond delay="500"/>
                            </p:stCondLst>
                            <p:childTnLst>
                              <p:par>
                                <p:cTn id="262" presetID="53" presetClass="entr" presetSubtype="16" fill="hold" grpId="0" nodeType="afterEffect">
                                  <p:stCondLst>
                                    <p:cond delay="0"/>
                                  </p:stCondLst>
                                  <p:childTnLst>
                                    <p:set>
                                      <p:cBhvr>
                                        <p:cTn id="263" dur="1" fill="hold">
                                          <p:stCondLst>
                                            <p:cond delay="0"/>
                                          </p:stCondLst>
                                        </p:cTn>
                                        <p:tgtEl>
                                          <p:spTgt spid="704547"/>
                                        </p:tgtEl>
                                        <p:attrNameLst>
                                          <p:attrName>style.visibility</p:attrName>
                                        </p:attrNameLst>
                                      </p:cBhvr>
                                      <p:to>
                                        <p:strVal val="visible"/>
                                      </p:to>
                                    </p:set>
                                    <p:anim calcmode="lin" valueType="num">
                                      <p:cBhvr>
                                        <p:cTn id="264" dur="500" fill="hold"/>
                                        <p:tgtEl>
                                          <p:spTgt spid="704547"/>
                                        </p:tgtEl>
                                        <p:attrNameLst>
                                          <p:attrName>ppt_w</p:attrName>
                                        </p:attrNameLst>
                                      </p:cBhvr>
                                      <p:tavLst>
                                        <p:tav tm="0">
                                          <p:val>
                                            <p:fltVal val="0"/>
                                          </p:val>
                                        </p:tav>
                                        <p:tav tm="100000">
                                          <p:val>
                                            <p:strVal val="#ppt_w"/>
                                          </p:val>
                                        </p:tav>
                                      </p:tavLst>
                                    </p:anim>
                                    <p:anim calcmode="lin" valueType="num">
                                      <p:cBhvr>
                                        <p:cTn id="265" dur="500" fill="hold"/>
                                        <p:tgtEl>
                                          <p:spTgt spid="704547"/>
                                        </p:tgtEl>
                                        <p:attrNameLst>
                                          <p:attrName>ppt_h</p:attrName>
                                        </p:attrNameLst>
                                      </p:cBhvr>
                                      <p:tavLst>
                                        <p:tav tm="0">
                                          <p:val>
                                            <p:fltVal val="0"/>
                                          </p:val>
                                        </p:tav>
                                        <p:tav tm="100000">
                                          <p:val>
                                            <p:strVal val="#ppt_h"/>
                                          </p:val>
                                        </p:tav>
                                      </p:tavLst>
                                    </p:anim>
                                    <p:animEffect transition="in" filter="fade">
                                      <p:cBhvr>
                                        <p:cTn id="266" dur="500"/>
                                        <p:tgtEl>
                                          <p:spTgt spid="704547"/>
                                        </p:tgtEl>
                                      </p:cBhvr>
                                    </p:animEffect>
                                  </p:childTnLst>
                                </p:cTn>
                              </p:par>
                            </p:childTnLst>
                          </p:cTn>
                        </p:par>
                      </p:childTnLst>
                    </p:cTn>
                  </p:par>
                  <p:par>
                    <p:cTn id="267" fill="hold">
                      <p:stCondLst>
                        <p:cond delay="indefinite"/>
                      </p:stCondLst>
                      <p:childTnLst>
                        <p:par>
                          <p:cTn id="268" fill="hold">
                            <p:stCondLst>
                              <p:cond delay="0"/>
                            </p:stCondLst>
                            <p:childTnLst>
                              <p:par>
                                <p:cTn id="269" presetID="53" presetClass="entr" presetSubtype="16" fill="hold" nodeType="clickEffect">
                                  <p:stCondLst>
                                    <p:cond delay="0"/>
                                  </p:stCondLst>
                                  <p:childTnLst>
                                    <p:set>
                                      <p:cBhvr>
                                        <p:cTn id="270" dur="1" fill="hold">
                                          <p:stCondLst>
                                            <p:cond delay="0"/>
                                          </p:stCondLst>
                                        </p:cTn>
                                        <p:tgtEl>
                                          <p:spTgt spid="49"/>
                                        </p:tgtEl>
                                        <p:attrNameLst>
                                          <p:attrName>style.visibility</p:attrName>
                                        </p:attrNameLst>
                                      </p:cBhvr>
                                      <p:to>
                                        <p:strVal val="visible"/>
                                      </p:to>
                                    </p:set>
                                    <p:anim calcmode="lin" valueType="num">
                                      <p:cBhvr>
                                        <p:cTn id="271" dur="500" fill="hold"/>
                                        <p:tgtEl>
                                          <p:spTgt spid="49"/>
                                        </p:tgtEl>
                                        <p:attrNameLst>
                                          <p:attrName>ppt_w</p:attrName>
                                        </p:attrNameLst>
                                      </p:cBhvr>
                                      <p:tavLst>
                                        <p:tav tm="0">
                                          <p:val>
                                            <p:fltVal val="0"/>
                                          </p:val>
                                        </p:tav>
                                        <p:tav tm="100000">
                                          <p:val>
                                            <p:strVal val="#ppt_w"/>
                                          </p:val>
                                        </p:tav>
                                      </p:tavLst>
                                    </p:anim>
                                    <p:anim calcmode="lin" valueType="num">
                                      <p:cBhvr>
                                        <p:cTn id="272" dur="500" fill="hold"/>
                                        <p:tgtEl>
                                          <p:spTgt spid="49"/>
                                        </p:tgtEl>
                                        <p:attrNameLst>
                                          <p:attrName>ppt_h</p:attrName>
                                        </p:attrNameLst>
                                      </p:cBhvr>
                                      <p:tavLst>
                                        <p:tav tm="0">
                                          <p:val>
                                            <p:fltVal val="0"/>
                                          </p:val>
                                        </p:tav>
                                        <p:tav tm="100000">
                                          <p:val>
                                            <p:strVal val="#ppt_h"/>
                                          </p:val>
                                        </p:tav>
                                      </p:tavLst>
                                    </p:anim>
                                    <p:animEffect transition="in" filter="fade">
                                      <p:cBhvr>
                                        <p:cTn id="273" dur="500"/>
                                        <p:tgtEl>
                                          <p:spTgt spid="49"/>
                                        </p:tgtEl>
                                      </p:cBhvr>
                                    </p:animEffect>
                                  </p:childTnLst>
                                </p:cTn>
                              </p:par>
                              <p:par>
                                <p:cTn id="274" presetID="22" presetClass="exit" presetSubtype="4" fill="hold" grpId="0" nodeType="withEffect">
                                  <p:stCondLst>
                                    <p:cond delay="0"/>
                                  </p:stCondLst>
                                  <p:childTnLst>
                                    <p:animEffect transition="out" filter="wipe(down)">
                                      <p:cBhvr>
                                        <p:cTn id="275" dur="500"/>
                                        <p:tgtEl>
                                          <p:spTgt spid="704557"/>
                                        </p:tgtEl>
                                      </p:cBhvr>
                                    </p:animEffect>
                                    <p:set>
                                      <p:cBhvr>
                                        <p:cTn id="276" dur="1" fill="hold">
                                          <p:stCondLst>
                                            <p:cond delay="499"/>
                                          </p:stCondLst>
                                        </p:cTn>
                                        <p:tgtEl>
                                          <p:spTgt spid="704557"/>
                                        </p:tgtEl>
                                        <p:attrNameLst>
                                          <p:attrName>style.visibility</p:attrName>
                                        </p:attrNameLst>
                                      </p:cBhvr>
                                      <p:to>
                                        <p:strVal val="hidden"/>
                                      </p:to>
                                    </p:set>
                                  </p:childTnLst>
                                </p:cTn>
                              </p:par>
                            </p:childTnLst>
                          </p:cTn>
                        </p:par>
                      </p:childTnLst>
                    </p:cTn>
                  </p:par>
                  <p:par>
                    <p:cTn id="277" fill="hold">
                      <p:stCondLst>
                        <p:cond delay="indefinite"/>
                      </p:stCondLst>
                      <p:childTnLst>
                        <p:par>
                          <p:cTn id="278" fill="hold">
                            <p:stCondLst>
                              <p:cond delay="0"/>
                            </p:stCondLst>
                            <p:childTnLst>
                              <p:par>
                                <p:cTn id="279" presetID="53" presetClass="entr" presetSubtype="16" fill="hold" nodeType="clickEffect">
                                  <p:stCondLst>
                                    <p:cond delay="0"/>
                                  </p:stCondLst>
                                  <p:childTnLst>
                                    <p:set>
                                      <p:cBhvr>
                                        <p:cTn id="280" dur="1" fill="hold">
                                          <p:stCondLst>
                                            <p:cond delay="0"/>
                                          </p:stCondLst>
                                        </p:cTn>
                                        <p:tgtEl>
                                          <p:spTgt spid="704550"/>
                                        </p:tgtEl>
                                        <p:attrNameLst>
                                          <p:attrName>style.visibility</p:attrName>
                                        </p:attrNameLst>
                                      </p:cBhvr>
                                      <p:to>
                                        <p:strVal val="visible"/>
                                      </p:to>
                                    </p:set>
                                    <p:anim calcmode="lin" valueType="num">
                                      <p:cBhvr>
                                        <p:cTn id="281" dur="500" fill="hold"/>
                                        <p:tgtEl>
                                          <p:spTgt spid="704550"/>
                                        </p:tgtEl>
                                        <p:attrNameLst>
                                          <p:attrName>ppt_w</p:attrName>
                                        </p:attrNameLst>
                                      </p:cBhvr>
                                      <p:tavLst>
                                        <p:tav tm="0">
                                          <p:val>
                                            <p:fltVal val="0"/>
                                          </p:val>
                                        </p:tav>
                                        <p:tav tm="100000">
                                          <p:val>
                                            <p:strVal val="#ppt_w"/>
                                          </p:val>
                                        </p:tav>
                                      </p:tavLst>
                                    </p:anim>
                                    <p:anim calcmode="lin" valueType="num">
                                      <p:cBhvr>
                                        <p:cTn id="282" dur="500" fill="hold"/>
                                        <p:tgtEl>
                                          <p:spTgt spid="704550"/>
                                        </p:tgtEl>
                                        <p:attrNameLst>
                                          <p:attrName>ppt_h</p:attrName>
                                        </p:attrNameLst>
                                      </p:cBhvr>
                                      <p:tavLst>
                                        <p:tav tm="0">
                                          <p:val>
                                            <p:fltVal val="0"/>
                                          </p:val>
                                        </p:tav>
                                        <p:tav tm="100000">
                                          <p:val>
                                            <p:strVal val="#ppt_h"/>
                                          </p:val>
                                        </p:tav>
                                      </p:tavLst>
                                    </p:anim>
                                    <p:animEffect transition="in" filter="fade">
                                      <p:cBhvr>
                                        <p:cTn id="283" dur="500"/>
                                        <p:tgtEl>
                                          <p:spTgt spid="704550"/>
                                        </p:tgtEl>
                                      </p:cBhvr>
                                    </p:animEffect>
                                  </p:childTnLst>
                                </p:cTn>
                              </p:par>
                            </p:childTnLst>
                          </p:cTn>
                        </p:par>
                        <p:par>
                          <p:cTn id="284" fill="hold">
                            <p:stCondLst>
                              <p:cond delay="500"/>
                            </p:stCondLst>
                            <p:childTnLst>
                              <p:par>
                                <p:cTn id="285" presetID="53" presetClass="entr" presetSubtype="16" fill="hold" grpId="0" nodeType="afterEffect">
                                  <p:stCondLst>
                                    <p:cond delay="0"/>
                                  </p:stCondLst>
                                  <p:childTnLst>
                                    <p:set>
                                      <p:cBhvr>
                                        <p:cTn id="286" dur="1" fill="hold">
                                          <p:stCondLst>
                                            <p:cond delay="0"/>
                                          </p:stCondLst>
                                        </p:cTn>
                                        <p:tgtEl>
                                          <p:spTgt spid="704549"/>
                                        </p:tgtEl>
                                        <p:attrNameLst>
                                          <p:attrName>style.visibility</p:attrName>
                                        </p:attrNameLst>
                                      </p:cBhvr>
                                      <p:to>
                                        <p:strVal val="visible"/>
                                      </p:to>
                                    </p:set>
                                    <p:anim calcmode="lin" valueType="num">
                                      <p:cBhvr>
                                        <p:cTn id="287" dur="500" fill="hold"/>
                                        <p:tgtEl>
                                          <p:spTgt spid="704549"/>
                                        </p:tgtEl>
                                        <p:attrNameLst>
                                          <p:attrName>ppt_w</p:attrName>
                                        </p:attrNameLst>
                                      </p:cBhvr>
                                      <p:tavLst>
                                        <p:tav tm="0">
                                          <p:val>
                                            <p:fltVal val="0"/>
                                          </p:val>
                                        </p:tav>
                                        <p:tav tm="100000">
                                          <p:val>
                                            <p:strVal val="#ppt_w"/>
                                          </p:val>
                                        </p:tav>
                                      </p:tavLst>
                                    </p:anim>
                                    <p:anim calcmode="lin" valueType="num">
                                      <p:cBhvr>
                                        <p:cTn id="288" dur="500" fill="hold"/>
                                        <p:tgtEl>
                                          <p:spTgt spid="704549"/>
                                        </p:tgtEl>
                                        <p:attrNameLst>
                                          <p:attrName>ppt_h</p:attrName>
                                        </p:attrNameLst>
                                      </p:cBhvr>
                                      <p:tavLst>
                                        <p:tav tm="0">
                                          <p:val>
                                            <p:fltVal val="0"/>
                                          </p:val>
                                        </p:tav>
                                        <p:tav tm="100000">
                                          <p:val>
                                            <p:strVal val="#ppt_h"/>
                                          </p:val>
                                        </p:tav>
                                      </p:tavLst>
                                    </p:anim>
                                    <p:animEffect transition="in" filter="fade">
                                      <p:cBhvr>
                                        <p:cTn id="289" dur="500"/>
                                        <p:tgtEl>
                                          <p:spTgt spid="704549"/>
                                        </p:tgtEl>
                                      </p:cBhvr>
                                    </p:animEffect>
                                  </p:childTnLst>
                                </p:cTn>
                              </p:par>
                            </p:childTnLst>
                          </p:cTn>
                        </p:par>
                      </p:childTnLst>
                    </p:cTn>
                  </p:par>
                  <p:par>
                    <p:cTn id="290" fill="hold">
                      <p:stCondLst>
                        <p:cond delay="indefinite"/>
                      </p:stCondLst>
                      <p:childTnLst>
                        <p:par>
                          <p:cTn id="291" fill="hold">
                            <p:stCondLst>
                              <p:cond delay="0"/>
                            </p:stCondLst>
                            <p:childTnLst>
                              <p:par>
                                <p:cTn id="292" presetID="53" presetClass="entr" presetSubtype="16" fill="hold" nodeType="clickEffect">
                                  <p:stCondLst>
                                    <p:cond delay="0"/>
                                  </p:stCondLst>
                                  <p:childTnLst>
                                    <p:set>
                                      <p:cBhvr>
                                        <p:cTn id="293" dur="1" fill="hold">
                                          <p:stCondLst>
                                            <p:cond delay="0"/>
                                          </p:stCondLst>
                                        </p:cTn>
                                        <p:tgtEl>
                                          <p:spTgt spid="704540"/>
                                        </p:tgtEl>
                                        <p:attrNameLst>
                                          <p:attrName>style.visibility</p:attrName>
                                        </p:attrNameLst>
                                      </p:cBhvr>
                                      <p:to>
                                        <p:strVal val="visible"/>
                                      </p:to>
                                    </p:set>
                                    <p:anim calcmode="lin" valueType="num">
                                      <p:cBhvr>
                                        <p:cTn id="294" dur="500" fill="hold"/>
                                        <p:tgtEl>
                                          <p:spTgt spid="704540"/>
                                        </p:tgtEl>
                                        <p:attrNameLst>
                                          <p:attrName>ppt_w</p:attrName>
                                        </p:attrNameLst>
                                      </p:cBhvr>
                                      <p:tavLst>
                                        <p:tav tm="0">
                                          <p:val>
                                            <p:fltVal val="0"/>
                                          </p:val>
                                        </p:tav>
                                        <p:tav tm="100000">
                                          <p:val>
                                            <p:strVal val="#ppt_w"/>
                                          </p:val>
                                        </p:tav>
                                      </p:tavLst>
                                    </p:anim>
                                    <p:anim calcmode="lin" valueType="num">
                                      <p:cBhvr>
                                        <p:cTn id="295" dur="500" fill="hold"/>
                                        <p:tgtEl>
                                          <p:spTgt spid="704540"/>
                                        </p:tgtEl>
                                        <p:attrNameLst>
                                          <p:attrName>ppt_h</p:attrName>
                                        </p:attrNameLst>
                                      </p:cBhvr>
                                      <p:tavLst>
                                        <p:tav tm="0">
                                          <p:val>
                                            <p:fltVal val="0"/>
                                          </p:val>
                                        </p:tav>
                                        <p:tav tm="100000">
                                          <p:val>
                                            <p:strVal val="#ppt_h"/>
                                          </p:val>
                                        </p:tav>
                                      </p:tavLst>
                                    </p:anim>
                                    <p:animEffect transition="in" filter="fade">
                                      <p:cBhvr>
                                        <p:cTn id="296" dur="500"/>
                                        <p:tgtEl>
                                          <p:spTgt spid="704540"/>
                                        </p:tgtEl>
                                      </p:cBhvr>
                                    </p:animEffect>
                                  </p:childTnLst>
                                </p:cTn>
                              </p:par>
                            </p:childTnLst>
                          </p:cTn>
                        </p:par>
                        <p:par>
                          <p:cTn id="297" fill="hold">
                            <p:stCondLst>
                              <p:cond delay="500"/>
                            </p:stCondLst>
                            <p:childTnLst>
                              <p:par>
                                <p:cTn id="298" presetID="53" presetClass="entr" presetSubtype="16" fill="hold" grpId="0" nodeType="afterEffect">
                                  <p:stCondLst>
                                    <p:cond delay="0"/>
                                  </p:stCondLst>
                                  <p:childTnLst>
                                    <p:set>
                                      <p:cBhvr>
                                        <p:cTn id="299" dur="1" fill="hold">
                                          <p:stCondLst>
                                            <p:cond delay="0"/>
                                          </p:stCondLst>
                                        </p:cTn>
                                        <p:tgtEl>
                                          <p:spTgt spid="704539"/>
                                        </p:tgtEl>
                                        <p:attrNameLst>
                                          <p:attrName>style.visibility</p:attrName>
                                        </p:attrNameLst>
                                      </p:cBhvr>
                                      <p:to>
                                        <p:strVal val="visible"/>
                                      </p:to>
                                    </p:set>
                                    <p:anim calcmode="lin" valueType="num">
                                      <p:cBhvr>
                                        <p:cTn id="300" dur="500" fill="hold"/>
                                        <p:tgtEl>
                                          <p:spTgt spid="704539"/>
                                        </p:tgtEl>
                                        <p:attrNameLst>
                                          <p:attrName>ppt_w</p:attrName>
                                        </p:attrNameLst>
                                      </p:cBhvr>
                                      <p:tavLst>
                                        <p:tav tm="0">
                                          <p:val>
                                            <p:fltVal val="0"/>
                                          </p:val>
                                        </p:tav>
                                        <p:tav tm="100000">
                                          <p:val>
                                            <p:strVal val="#ppt_w"/>
                                          </p:val>
                                        </p:tav>
                                      </p:tavLst>
                                    </p:anim>
                                    <p:anim calcmode="lin" valueType="num">
                                      <p:cBhvr>
                                        <p:cTn id="301" dur="500" fill="hold"/>
                                        <p:tgtEl>
                                          <p:spTgt spid="704539"/>
                                        </p:tgtEl>
                                        <p:attrNameLst>
                                          <p:attrName>ppt_h</p:attrName>
                                        </p:attrNameLst>
                                      </p:cBhvr>
                                      <p:tavLst>
                                        <p:tav tm="0">
                                          <p:val>
                                            <p:fltVal val="0"/>
                                          </p:val>
                                        </p:tav>
                                        <p:tav tm="100000">
                                          <p:val>
                                            <p:strVal val="#ppt_h"/>
                                          </p:val>
                                        </p:tav>
                                      </p:tavLst>
                                    </p:anim>
                                    <p:animEffect transition="in" filter="fade">
                                      <p:cBhvr>
                                        <p:cTn id="302" dur="500"/>
                                        <p:tgtEl>
                                          <p:spTgt spid="704539"/>
                                        </p:tgtEl>
                                      </p:cBhvr>
                                    </p:animEffect>
                                  </p:childTnLst>
                                </p:cTn>
                              </p:par>
                            </p:childTnLst>
                          </p:cTn>
                        </p:par>
                      </p:childTnLst>
                    </p:cTn>
                  </p:par>
                  <p:par>
                    <p:cTn id="303" fill="hold">
                      <p:stCondLst>
                        <p:cond delay="indefinite"/>
                      </p:stCondLst>
                      <p:childTnLst>
                        <p:par>
                          <p:cTn id="304" fill="hold">
                            <p:stCondLst>
                              <p:cond delay="0"/>
                            </p:stCondLst>
                            <p:childTnLst>
                              <p:par>
                                <p:cTn id="305" presetID="22" presetClass="entr" presetSubtype="4" fill="hold" grpId="0" nodeType="clickEffect">
                                  <p:stCondLst>
                                    <p:cond delay="0"/>
                                  </p:stCondLst>
                                  <p:childTnLst>
                                    <p:set>
                                      <p:cBhvr>
                                        <p:cTn id="306" dur="1" fill="hold">
                                          <p:stCondLst>
                                            <p:cond delay="0"/>
                                          </p:stCondLst>
                                        </p:cTn>
                                        <p:tgtEl>
                                          <p:spTgt spid="2"/>
                                        </p:tgtEl>
                                        <p:attrNameLst>
                                          <p:attrName>style.visibility</p:attrName>
                                        </p:attrNameLst>
                                      </p:cBhvr>
                                      <p:to>
                                        <p:strVal val="visible"/>
                                      </p:to>
                                    </p:set>
                                    <p:animEffect transition="in" filter="wipe(down)">
                                      <p:cBhvr>
                                        <p:cTn id="307" dur="500"/>
                                        <p:tgtEl>
                                          <p:spTgt spid="2"/>
                                        </p:tgtEl>
                                      </p:cBhvr>
                                    </p:animEffect>
                                  </p:childTnLst>
                                </p:cTn>
                              </p:par>
                            </p:childTnLst>
                          </p:cTn>
                        </p:par>
                      </p:childTnLst>
                    </p:cTn>
                  </p:par>
                  <p:par>
                    <p:cTn id="308" fill="hold">
                      <p:stCondLst>
                        <p:cond delay="indefinite"/>
                      </p:stCondLst>
                      <p:childTnLst>
                        <p:par>
                          <p:cTn id="309" fill="hold">
                            <p:stCondLst>
                              <p:cond delay="0"/>
                            </p:stCondLst>
                            <p:childTnLst>
                              <p:par>
                                <p:cTn id="310" presetID="22" presetClass="entr" presetSubtype="4" fill="hold" grpId="0" nodeType="clickEffect">
                                  <p:stCondLst>
                                    <p:cond delay="0"/>
                                  </p:stCondLst>
                                  <p:childTnLst>
                                    <p:set>
                                      <p:cBhvr>
                                        <p:cTn id="311" dur="1" fill="hold">
                                          <p:stCondLst>
                                            <p:cond delay="0"/>
                                          </p:stCondLst>
                                        </p:cTn>
                                        <p:tgtEl>
                                          <p:spTgt spid="3">
                                            <p:bg/>
                                          </p:spTgt>
                                        </p:tgtEl>
                                        <p:attrNameLst>
                                          <p:attrName>style.visibility</p:attrName>
                                        </p:attrNameLst>
                                      </p:cBhvr>
                                      <p:to>
                                        <p:strVal val="visible"/>
                                      </p:to>
                                    </p:set>
                                    <p:animEffect transition="in" filter="wipe(down)">
                                      <p:cBhvr>
                                        <p:cTn id="312" dur="500"/>
                                        <p:tgtEl>
                                          <p:spTgt spid="3">
                                            <p:bg/>
                                          </p:spTgt>
                                        </p:tgtEl>
                                      </p:cBhvr>
                                    </p:animEffect>
                                  </p:childTnLst>
                                </p:cTn>
                              </p:par>
                              <p:par>
                                <p:cTn id="313" presetID="22" presetClass="entr" presetSubtype="4" fill="hold" grpId="0" nodeType="withEffect">
                                  <p:stCondLst>
                                    <p:cond delay="0"/>
                                  </p:stCondLst>
                                  <p:childTnLst>
                                    <p:set>
                                      <p:cBhvr>
                                        <p:cTn id="314" dur="1" fill="hold">
                                          <p:stCondLst>
                                            <p:cond delay="0"/>
                                          </p:stCondLst>
                                        </p:cTn>
                                        <p:tgtEl>
                                          <p:spTgt spid="3">
                                            <p:txEl>
                                              <p:pRg st="0" end="0"/>
                                            </p:txEl>
                                          </p:spTgt>
                                        </p:tgtEl>
                                        <p:attrNameLst>
                                          <p:attrName>style.visibility</p:attrName>
                                        </p:attrNameLst>
                                      </p:cBhvr>
                                      <p:to>
                                        <p:strVal val="visible"/>
                                      </p:to>
                                    </p:set>
                                    <p:animEffect transition="in" filter="wipe(down)">
                                      <p:cBhvr>
                                        <p:cTn id="315" dur="500"/>
                                        <p:tgtEl>
                                          <p:spTgt spid="3">
                                            <p:txEl>
                                              <p:pRg st="0" end="0"/>
                                            </p:txEl>
                                          </p:spTgt>
                                        </p:tgtEl>
                                      </p:cBhvr>
                                    </p:animEffect>
                                  </p:childTnLst>
                                </p:cTn>
                              </p:par>
                              <p:par>
                                <p:cTn id="316" presetID="22" presetClass="entr" presetSubtype="4" fill="hold" grpId="0" nodeType="withEffect">
                                  <p:stCondLst>
                                    <p:cond delay="0"/>
                                  </p:stCondLst>
                                  <p:childTnLst>
                                    <p:set>
                                      <p:cBhvr>
                                        <p:cTn id="317" dur="1" fill="hold">
                                          <p:stCondLst>
                                            <p:cond delay="0"/>
                                          </p:stCondLst>
                                        </p:cTn>
                                        <p:tgtEl>
                                          <p:spTgt spid="3">
                                            <p:txEl>
                                              <p:pRg st="1" end="1"/>
                                            </p:txEl>
                                          </p:spTgt>
                                        </p:tgtEl>
                                        <p:attrNameLst>
                                          <p:attrName>style.visibility</p:attrName>
                                        </p:attrNameLst>
                                      </p:cBhvr>
                                      <p:to>
                                        <p:strVal val="visible"/>
                                      </p:to>
                                    </p:set>
                                    <p:animEffect transition="in" filter="wipe(down)">
                                      <p:cBhvr>
                                        <p:cTn id="318" dur="500"/>
                                        <p:tgtEl>
                                          <p:spTgt spid="3">
                                            <p:txEl>
                                              <p:pRg st="1" end="1"/>
                                            </p:txEl>
                                          </p:spTgt>
                                        </p:tgtEl>
                                      </p:cBhvr>
                                    </p:animEffect>
                                  </p:childTnLst>
                                </p:cTn>
                              </p:par>
                            </p:childTnLst>
                          </p:cTn>
                        </p:par>
                      </p:childTnLst>
                    </p:cTn>
                  </p:par>
                  <p:par>
                    <p:cTn id="319" fill="hold">
                      <p:stCondLst>
                        <p:cond delay="indefinite"/>
                      </p:stCondLst>
                      <p:childTnLst>
                        <p:par>
                          <p:cTn id="320" fill="hold">
                            <p:stCondLst>
                              <p:cond delay="0"/>
                            </p:stCondLst>
                            <p:childTnLst>
                              <p:par>
                                <p:cTn id="321" presetID="22" presetClass="entr" presetSubtype="4" fill="hold" grpId="0" nodeType="clickEffect">
                                  <p:stCondLst>
                                    <p:cond delay="0"/>
                                  </p:stCondLst>
                                  <p:childTnLst>
                                    <p:set>
                                      <p:cBhvr>
                                        <p:cTn id="322" dur="1" fill="hold">
                                          <p:stCondLst>
                                            <p:cond delay="0"/>
                                          </p:stCondLst>
                                        </p:cTn>
                                        <p:tgtEl>
                                          <p:spTgt spid="3">
                                            <p:txEl>
                                              <p:pRg st="2" end="2"/>
                                            </p:txEl>
                                          </p:spTgt>
                                        </p:tgtEl>
                                        <p:attrNameLst>
                                          <p:attrName>style.visibility</p:attrName>
                                        </p:attrNameLst>
                                      </p:cBhvr>
                                      <p:to>
                                        <p:strVal val="visible"/>
                                      </p:to>
                                    </p:set>
                                    <p:animEffect transition="in" filter="wipe(down)">
                                      <p:cBhvr>
                                        <p:cTn id="32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514" grpId="0"/>
      <p:bldP spid="704515" grpId="0" autoUpdateAnimBg="0"/>
      <p:bldP spid="704516" grpId="0" autoUpdateAnimBg="0"/>
      <p:bldP spid="704519" grpId="0" autoUpdateAnimBg="0"/>
      <p:bldP spid="704520" grpId="0" autoUpdateAnimBg="0"/>
      <p:bldP spid="704523" grpId="0" autoUpdateAnimBg="0"/>
      <p:bldP spid="704524" grpId="0" autoUpdateAnimBg="0"/>
      <p:bldP spid="704525" grpId="0" autoUpdateAnimBg="0"/>
      <p:bldP spid="704529" grpId="0" autoUpdateAnimBg="0"/>
      <p:bldP spid="704531" grpId="0" autoUpdateAnimBg="0"/>
      <p:bldP spid="704533" grpId="0" autoUpdateAnimBg="0"/>
      <p:bldP spid="704534" grpId="0" autoUpdateAnimBg="0"/>
      <p:bldP spid="704537" grpId="0" autoUpdateAnimBg="0"/>
      <p:bldP spid="704539" grpId="0" autoUpdateAnimBg="0"/>
      <p:bldP spid="704541" grpId="0" autoUpdateAnimBg="0"/>
      <p:bldP spid="704542" grpId="0" autoUpdateAnimBg="0"/>
      <p:bldP spid="704543" grpId="0" autoUpdateAnimBg="0"/>
      <p:bldP spid="704547" grpId="0" autoUpdateAnimBg="0"/>
      <p:bldP spid="704549" grpId="0" autoUpdateAnimBg="0"/>
      <p:bldP spid="704553" grpId="0" animBg="1"/>
      <p:bldP spid="704554" grpId="0" animBg="1"/>
      <p:bldP spid="704555" grpId="0" animBg="1"/>
      <p:bldP spid="704556" grpId="0" animBg="1"/>
      <p:bldP spid="704557" grpId="0" animBg="1"/>
      <p:bldP spid="2" grpId="0" animBg="1"/>
      <p:bldP spid="3" grpId="0" uiExpand="1" build="p"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45283" name="Rectangle 3"/>
          <p:cNvSpPr>
            <a:spLocks noGrp="1" noChangeArrowheads="1"/>
          </p:cNvSpPr>
          <p:nvPr>
            <p:ph idx="1"/>
          </p:nvPr>
        </p:nvSpPr>
        <p:spPr>
          <a:xfrm>
            <a:off x="755576" y="1059582"/>
            <a:ext cx="7488832" cy="3381789"/>
          </a:xfrm>
        </p:spPr>
        <p:txBody>
          <a:bodyPr vert="horz" wrap="square" lIns="69056" tIns="34529" rIns="69056" bIns="34529" numCol="1" anchor="t" anchorCtr="0" compatLnSpc="1"/>
          <a:lstStyle/>
          <a:p>
            <a:pPr marL="609600" indent="-609600" eaLnBrk="1" hangingPunct="1">
              <a:lnSpc>
                <a:spcPts val="3200"/>
              </a:lnSpc>
              <a:spcBef>
                <a:spcPts val="0"/>
              </a:spcBef>
              <a:buNone/>
            </a:pPr>
            <a:r>
              <a:rPr lang="en-US" altLang="zh-CN" sz="2800" b="1" dirty="0">
                <a:solidFill>
                  <a:srgbClr val="0070C0"/>
                </a:solidFill>
                <a:latin typeface="Times New Roman" panose="02020603050405020304" pitchFamily="18" charset="0"/>
              </a:rPr>
              <a:t>1.</a:t>
            </a:r>
            <a:r>
              <a:rPr lang="zh-CN" altLang="en-US" sz="2800" b="1" dirty="0">
                <a:solidFill>
                  <a:srgbClr val="0070C0"/>
                </a:solidFill>
                <a:latin typeface="Times New Roman" panose="02020603050405020304" pitchFamily="18" charset="0"/>
              </a:rPr>
              <a:t>二义性问题</a:t>
            </a:r>
          </a:p>
          <a:p>
            <a:pPr marL="677545" lvl="1" indent="-342900" eaLnBrk="1" hangingPunct="1">
              <a:lnSpc>
                <a:spcPts val="3200"/>
              </a:lnSpc>
              <a:spcBef>
                <a:spcPts val="0"/>
              </a:spcBef>
              <a:buClrTx/>
              <a:buFont typeface="Wingdings" panose="05000000000000000000" pitchFamily="2" charset="2"/>
              <a:buChar char="Ø"/>
            </a:pPr>
            <a:r>
              <a:rPr lang="zh-CN" altLang="en-US" sz="2400" b="1" dirty="0">
                <a:solidFill>
                  <a:schemeClr val="tx1"/>
                </a:solidFill>
              </a:rPr>
              <a:t>对于文法</a:t>
            </a:r>
            <a:r>
              <a:rPr lang="en-US" altLang="zh-CN" sz="2400" b="1" i="1" dirty="0">
                <a:solidFill>
                  <a:schemeClr val="tx1"/>
                </a:solidFill>
              </a:rPr>
              <a:t>G</a:t>
            </a:r>
            <a:r>
              <a:rPr lang="zh-CN" altLang="en-US" sz="2400" b="1" dirty="0">
                <a:solidFill>
                  <a:schemeClr val="tx1"/>
                </a:solidFill>
              </a:rPr>
              <a:t>，如果</a:t>
            </a:r>
            <a:r>
              <a:rPr lang="en-US" altLang="zh-CN" sz="2400" b="1" i="1" dirty="0">
                <a:solidFill>
                  <a:schemeClr val="tx1"/>
                </a:solidFill>
              </a:rPr>
              <a:t>G</a:t>
            </a:r>
            <a:r>
              <a:rPr lang="zh-CN" altLang="en-US" sz="2400" b="1" dirty="0">
                <a:solidFill>
                  <a:schemeClr val="tx1"/>
                </a:solidFill>
              </a:rPr>
              <a:t>是二义性文法。那么，</a:t>
            </a:r>
            <a:r>
              <a:rPr lang="en-US" altLang="zh-CN" sz="2400" b="1" i="1" dirty="0">
                <a:solidFill>
                  <a:schemeClr val="tx1"/>
                </a:solidFill>
              </a:rPr>
              <a:t>L</a:t>
            </a:r>
            <a:r>
              <a:rPr lang="en-US" altLang="zh-CN" sz="2400" b="1" dirty="0">
                <a:solidFill>
                  <a:schemeClr val="tx1"/>
                </a:solidFill>
              </a:rPr>
              <a:t>(</a:t>
            </a:r>
            <a:r>
              <a:rPr lang="en-US" altLang="zh-CN" sz="2400" b="1" i="1" dirty="0">
                <a:solidFill>
                  <a:schemeClr val="tx1"/>
                </a:solidFill>
              </a:rPr>
              <a:t>G</a:t>
            </a:r>
            <a:r>
              <a:rPr lang="en-US" altLang="zh-CN" sz="2400" b="1" dirty="0">
                <a:solidFill>
                  <a:schemeClr val="tx1"/>
                </a:solidFill>
              </a:rPr>
              <a:t>)</a:t>
            </a:r>
            <a:r>
              <a:rPr lang="zh-CN" altLang="en-US" sz="2400" b="1" dirty="0">
                <a:solidFill>
                  <a:schemeClr val="tx1"/>
                </a:solidFill>
              </a:rPr>
              <a:t>中存在一个具有</a:t>
            </a:r>
            <a:r>
              <a:rPr lang="zh-CN" altLang="en-US" sz="2400" b="1" dirty="0">
                <a:solidFill>
                  <a:srgbClr val="0070C0"/>
                </a:solidFill>
              </a:rPr>
              <a:t>两个或两个以上</a:t>
            </a:r>
            <a:r>
              <a:rPr lang="zh-CN" altLang="en-US" sz="2400" b="1" dirty="0">
                <a:solidFill>
                  <a:schemeClr val="tx1"/>
                </a:solidFill>
              </a:rPr>
              <a:t>最左</a:t>
            </a:r>
            <a:r>
              <a:rPr lang="en-US" altLang="zh-CN" sz="2400" b="1" dirty="0">
                <a:solidFill>
                  <a:schemeClr val="tx1"/>
                </a:solidFill>
              </a:rPr>
              <a:t>(</a:t>
            </a:r>
            <a:r>
              <a:rPr lang="zh-CN" altLang="en-US" sz="2400" b="1" dirty="0">
                <a:solidFill>
                  <a:schemeClr val="tx1"/>
                </a:solidFill>
              </a:rPr>
              <a:t>或最右</a:t>
            </a:r>
            <a:r>
              <a:rPr lang="en-US" altLang="zh-CN" sz="2400" b="1" dirty="0">
                <a:solidFill>
                  <a:schemeClr val="tx1"/>
                </a:solidFill>
              </a:rPr>
              <a:t>)</a:t>
            </a:r>
            <a:r>
              <a:rPr lang="zh-CN" altLang="en-US" sz="2400" b="1" dirty="0">
                <a:solidFill>
                  <a:schemeClr val="tx1"/>
                </a:solidFill>
              </a:rPr>
              <a:t>推导的句子。</a:t>
            </a:r>
          </a:p>
          <a:p>
            <a:pPr marL="677545" lvl="1" indent="-342900" eaLnBrk="1" hangingPunct="1">
              <a:lnSpc>
                <a:spcPts val="3200"/>
              </a:lnSpc>
              <a:spcBef>
                <a:spcPts val="0"/>
              </a:spcBef>
              <a:buClrTx/>
              <a:buFont typeface="Wingdings" panose="05000000000000000000" pitchFamily="2" charset="2"/>
              <a:buChar char="Ø"/>
            </a:pPr>
            <a:r>
              <a:rPr lang="zh-CN" altLang="en-US" sz="2400" b="1" dirty="0">
                <a:solidFill>
                  <a:schemeClr val="tx1"/>
                </a:solidFill>
                <a:latin typeface="Times New Roman" panose="02020603050405020304" pitchFamily="18" charset="0"/>
              </a:rPr>
              <a:t>设文法</a:t>
            </a:r>
            <a:r>
              <a:rPr lang="en-US" altLang="zh-CN" sz="2400" b="1" i="1" dirty="0">
                <a:solidFill>
                  <a:schemeClr val="tx1"/>
                </a:solidFill>
                <a:latin typeface="Times New Roman" panose="02020603050405020304" pitchFamily="18" charset="0"/>
              </a:rPr>
              <a:t>G</a:t>
            </a:r>
            <a:r>
              <a:rPr lang="zh-CN" altLang="en-US" sz="2400" b="1" dirty="0">
                <a:solidFill>
                  <a:schemeClr val="tx1"/>
                </a:solidFill>
                <a:latin typeface="Times New Roman" panose="02020603050405020304" pitchFamily="18" charset="0"/>
              </a:rPr>
              <a:t>是二义性的，</a:t>
            </a:r>
            <a:r>
              <a:rPr lang="en-US" altLang="zh-CN" sz="2400" b="1" i="1" dirty="0" err="1">
                <a:solidFill>
                  <a:schemeClr val="tx1"/>
                </a:solidFill>
                <a:latin typeface="Times New Roman" panose="02020603050405020304" pitchFamily="18" charset="0"/>
              </a:rPr>
              <a:t>w</a:t>
            </a:r>
            <a:r>
              <a:rPr lang="en-US" altLang="zh-CN" sz="2400" b="1" dirty="0" err="1">
                <a:solidFill>
                  <a:schemeClr val="tx1"/>
                </a:solidFill>
                <a:latin typeface="Times New Roman" panose="02020603050405020304" pitchFamily="18" charset="0"/>
                <a:sym typeface="Symbol" panose="05050102010706020507" pitchFamily="18" charset="2"/>
              </a:rPr>
              <a:t></a:t>
            </a:r>
            <a:r>
              <a:rPr lang="en-US" altLang="zh-CN" sz="2400" b="1" i="1" dirty="0" err="1">
                <a:solidFill>
                  <a:schemeClr val="tx1"/>
                </a:solidFill>
                <a:latin typeface="Times New Roman" panose="02020603050405020304" pitchFamily="18" charset="0"/>
              </a:rPr>
              <a:t>L</a:t>
            </a:r>
            <a:r>
              <a:rPr lang="en-US" altLang="zh-CN" sz="2400" b="1" dirty="0">
                <a:solidFill>
                  <a:schemeClr val="tx1"/>
                </a:solidFill>
                <a:latin typeface="Times New Roman" panose="02020603050405020304" pitchFamily="18" charset="0"/>
              </a:rPr>
              <a:t>(</a:t>
            </a:r>
            <a:r>
              <a:rPr lang="en-US" altLang="zh-CN" sz="2400" b="1" i="1" dirty="0">
                <a:solidFill>
                  <a:schemeClr val="tx1"/>
                </a:solidFill>
                <a:latin typeface="Times New Roman" panose="02020603050405020304" pitchFamily="18" charset="0"/>
              </a:rPr>
              <a:t>G</a:t>
            </a:r>
            <a:r>
              <a:rPr lang="en-US" altLang="zh-CN" sz="2400" b="1" dirty="0">
                <a:solidFill>
                  <a:schemeClr val="tx1"/>
                </a:solidFill>
                <a:latin typeface="Times New Roman" panose="02020603050405020304" pitchFamily="18" charset="0"/>
              </a:rPr>
              <a:t>)</a:t>
            </a:r>
            <a:r>
              <a:rPr lang="zh-CN" altLang="en-US" sz="2400" b="1" dirty="0">
                <a:solidFill>
                  <a:schemeClr val="tx1"/>
                </a:solidFill>
                <a:latin typeface="Times New Roman" panose="02020603050405020304" pitchFamily="18" charset="0"/>
              </a:rPr>
              <a:t>且</a:t>
            </a:r>
            <a:r>
              <a:rPr lang="en-US" altLang="zh-CN" sz="2400" b="1" i="1" dirty="0">
                <a:solidFill>
                  <a:srgbClr val="0070C0"/>
                </a:solidFill>
                <a:latin typeface="Times New Roman" panose="02020603050405020304" pitchFamily="18" charset="0"/>
              </a:rPr>
              <a:t>w</a:t>
            </a:r>
            <a:r>
              <a:rPr lang="zh-CN" altLang="en-US" sz="2400" b="1" dirty="0">
                <a:solidFill>
                  <a:srgbClr val="0070C0"/>
                </a:solidFill>
                <a:latin typeface="Times New Roman" panose="02020603050405020304" pitchFamily="18" charset="0"/>
              </a:rPr>
              <a:t>存在两个最左推导</a:t>
            </a:r>
            <a:r>
              <a:rPr lang="zh-CN" altLang="en-US" sz="2400" b="1" dirty="0">
                <a:solidFill>
                  <a:schemeClr val="tx1"/>
                </a:solidFill>
                <a:latin typeface="Times New Roman" panose="02020603050405020304" pitchFamily="18" charset="0"/>
              </a:rPr>
              <a:t>，则在对</a:t>
            </a:r>
            <a:r>
              <a:rPr lang="en-US" altLang="zh-CN" sz="2400" b="1" i="1" dirty="0">
                <a:solidFill>
                  <a:schemeClr val="tx1"/>
                </a:solidFill>
                <a:latin typeface="Times New Roman" panose="02020603050405020304" pitchFamily="18" charset="0"/>
              </a:rPr>
              <a:t>w</a:t>
            </a:r>
            <a:r>
              <a:rPr lang="zh-CN" altLang="en-US" sz="2400" b="1" dirty="0">
                <a:solidFill>
                  <a:schemeClr val="tx1"/>
                </a:solidFill>
                <a:latin typeface="Times New Roman" panose="02020603050405020304" pitchFamily="18" charset="0"/>
              </a:rPr>
              <a:t>进行自顶向下的语法分析时，语法分析程序将</a:t>
            </a:r>
            <a:r>
              <a:rPr lang="zh-CN" altLang="en-US" sz="2400" b="1" dirty="0">
                <a:solidFill>
                  <a:srgbClr val="0070C0"/>
                </a:solidFill>
                <a:latin typeface="Times New Roman" panose="02020603050405020304" pitchFamily="18" charset="0"/>
              </a:rPr>
              <a:t>无法确定采用</a:t>
            </a:r>
            <a:r>
              <a:rPr lang="en-US" altLang="zh-CN" sz="2400" b="1" i="1" dirty="0">
                <a:solidFill>
                  <a:srgbClr val="0070C0"/>
                </a:solidFill>
                <a:latin typeface="Times New Roman" panose="02020603050405020304" pitchFamily="18" charset="0"/>
              </a:rPr>
              <a:t>w</a:t>
            </a:r>
            <a:r>
              <a:rPr lang="zh-CN" altLang="en-US" sz="2400" b="1" dirty="0">
                <a:solidFill>
                  <a:srgbClr val="0070C0"/>
                </a:solidFill>
                <a:latin typeface="Times New Roman" panose="02020603050405020304" pitchFamily="18" charset="0"/>
              </a:rPr>
              <a:t>的哪个最左推导</a:t>
            </a:r>
            <a:r>
              <a:rPr lang="zh-CN" altLang="en-US" sz="2400" b="1" dirty="0">
                <a:solidFill>
                  <a:schemeClr val="tx1"/>
                </a:solidFill>
                <a:latin typeface="Times New Roman" panose="02020603050405020304" pitchFamily="18" charset="0"/>
              </a:rPr>
              <a:t>。</a:t>
            </a:r>
            <a:endParaRPr lang="en-US" altLang="zh-CN" sz="2400" b="1" dirty="0">
              <a:solidFill>
                <a:schemeClr val="tx1"/>
              </a:solidFill>
              <a:latin typeface="Times New Roman" panose="02020603050405020304" pitchFamily="18" charset="0"/>
            </a:endParaRPr>
          </a:p>
          <a:p>
            <a:pPr marL="677545" lvl="1" indent="-342900" eaLnBrk="1" hangingPunct="1">
              <a:lnSpc>
                <a:spcPts val="3200"/>
              </a:lnSpc>
              <a:spcBef>
                <a:spcPts val="0"/>
              </a:spcBef>
              <a:buClrTx/>
              <a:buFont typeface="Wingdings" panose="05000000000000000000" pitchFamily="2" charset="2"/>
              <a:buChar char="Ø"/>
            </a:pPr>
            <a:r>
              <a:rPr lang="zh-CN" altLang="en-US" sz="2400" b="1" dirty="0">
                <a:solidFill>
                  <a:srgbClr val="0070C0"/>
                </a:solidFill>
                <a:latin typeface="Times New Roman" panose="02020603050405020304" pitchFamily="18" charset="0"/>
              </a:rPr>
              <a:t>解决方法：改造文法或在分析时使用“消歧规则”</a:t>
            </a:r>
            <a:endParaRPr lang="en-US" altLang="zh-CN" sz="2400" b="1" dirty="0">
              <a:solidFill>
                <a:srgbClr val="0070C0"/>
              </a:solidFill>
              <a:latin typeface="Times New Roman" panose="02020603050405020304" pitchFamily="18" charset="0"/>
            </a:endParaRPr>
          </a:p>
        </p:txBody>
      </p:sp>
      <p:sp>
        <p:nvSpPr>
          <p:cNvPr id="13316" name="Rectangle 2"/>
          <p:cNvSpPr>
            <a:spLocks noGrp="1" noChangeArrowheads="1"/>
          </p:cNvSpPr>
          <p:nvPr>
            <p:ph type="title"/>
          </p:nvPr>
        </p:nvSpPr>
        <p:spPr>
          <a:noFill/>
        </p:spPr>
        <p:txBody>
          <a:bodyPr vert="horz" wrap="square" lIns="69056" tIns="34529" rIns="69056" bIns="34529" numCol="1" anchor="ctr" anchorCtr="0" compatLnSpc="1"/>
          <a:lstStyle/>
          <a:p>
            <a:r>
              <a:rPr lang="zh-CN" altLang="en-US">
                <a:latin typeface="微软雅黑" panose="020B0503020204020204" pitchFamily="34" charset="-122"/>
                <a:ea typeface="微软雅黑" panose="020B0503020204020204" pitchFamily="34" charset="-122"/>
                <a:cs typeface="Times New Roman" panose="02020603050405020304" pitchFamily="18" charset="0"/>
              </a:rPr>
              <a:t>自顶向下分析难于处理的问题</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315"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7832F68E-B8B7-4809-97E0-DB060D288FEF}" type="slidenum">
              <a:rPr lang="en-US" altLang="zh-CN" sz="1050" b="0">
                <a:latin typeface="Arial" panose="020B0604020202020204" pitchFamily="34" charset="0"/>
                <a:ea typeface="宋体" panose="02010600030101010101" pitchFamily="2" charset="-122"/>
              </a:rPr>
              <a:t>12</a:t>
            </a:fld>
            <a:endParaRPr lang="en-US" altLang="zh-CN" sz="1050" b="0" dirty="0">
              <a:latin typeface="Arial" panose="020B0604020202020204" pitchFamily="34" charset="0"/>
              <a:ea typeface="宋体" panose="02010600030101010101" pitchFamily="2" charset="-122"/>
            </a:endParaRPr>
          </a:p>
        </p:txBody>
      </p:sp>
      <p:sp>
        <p:nvSpPr>
          <p:cNvPr id="6" name="标题 2"/>
          <p:cNvSpPr txBox="1"/>
          <p:nvPr/>
        </p:nvSpPr>
        <p:spPr bwMode="auto">
          <a:xfrm>
            <a:off x="1003151" y="756936"/>
            <a:ext cx="79311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4000" b="1" kern="1200" baseline="0">
                <a:solidFill>
                  <a:srgbClr val="FFFFFF"/>
                </a:solidFill>
                <a:latin typeface="Times New Roman" panose="02020603050405020304" pitchFamily="18" charset="0"/>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145283">
                                            <p:txEl>
                                              <p:pRg st="0" end="0"/>
                                            </p:txEl>
                                          </p:spTgt>
                                        </p:tgtEl>
                                        <p:attrNameLst>
                                          <p:attrName>style.visibility</p:attrName>
                                        </p:attrNameLst>
                                      </p:cBhvr>
                                      <p:to>
                                        <p:strVal val="visible"/>
                                      </p:to>
                                    </p:set>
                                    <p:animEffect transition="in" filter="slide(fromBottom)">
                                      <p:cBhvr>
                                        <p:cTn id="7" dur="500"/>
                                        <p:tgtEl>
                                          <p:spTgt spid="2145283">
                                            <p:txEl>
                                              <p:pRg st="0" end="0"/>
                                            </p:txEl>
                                          </p:spTgt>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2145283">
                                            <p:txEl>
                                              <p:pRg st="1" end="1"/>
                                            </p:txEl>
                                          </p:spTgt>
                                        </p:tgtEl>
                                        <p:attrNameLst>
                                          <p:attrName>style.visibility</p:attrName>
                                        </p:attrNameLst>
                                      </p:cBhvr>
                                      <p:to>
                                        <p:strVal val="visible"/>
                                      </p:to>
                                    </p:set>
                                    <p:animEffect transition="in" filter="slide(fromBottom)">
                                      <p:cBhvr>
                                        <p:cTn id="10" dur="500"/>
                                        <p:tgtEl>
                                          <p:spTgt spid="2145283">
                                            <p:txEl>
                                              <p:pRg st="1" end="1"/>
                                            </p:txEl>
                                          </p:spTgt>
                                        </p:tgtEl>
                                      </p:cBhvr>
                                    </p:animEffect>
                                  </p:childTnLst>
                                </p:cTn>
                              </p:par>
                              <p:par>
                                <p:cTn id="11" presetID="12" presetClass="entr" presetSubtype="4" fill="hold" grpId="0" nodeType="withEffect">
                                  <p:stCondLst>
                                    <p:cond delay="0"/>
                                  </p:stCondLst>
                                  <p:childTnLst>
                                    <p:set>
                                      <p:cBhvr>
                                        <p:cTn id="12" dur="1" fill="hold">
                                          <p:stCondLst>
                                            <p:cond delay="0"/>
                                          </p:stCondLst>
                                        </p:cTn>
                                        <p:tgtEl>
                                          <p:spTgt spid="2145283">
                                            <p:txEl>
                                              <p:pRg st="2" end="2"/>
                                            </p:txEl>
                                          </p:spTgt>
                                        </p:tgtEl>
                                        <p:attrNameLst>
                                          <p:attrName>style.visibility</p:attrName>
                                        </p:attrNameLst>
                                      </p:cBhvr>
                                      <p:to>
                                        <p:strVal val="visible"/>
                                      </p:to>
                                    </p:set>
                                    <p:animEffect transition="in" filter="slide(fromBottom)">
                                      <p:cBhvr>
                                        <p:cTn id="13" dur="500"/>
                                        <p:tgtEl>
                                          <p:spTgt spid="2145283">
                                            <p:txEl>
                                              <p:pRg st="2" end="2"/>
                                            </p:txEl>
                                          </p:spTgt>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2145283">
                                            <p:txEl>
                                              <p:pRg st="3" end="3"/>
                                            </p:txEl>
                                          </p:spTgt>
                                        </p:tgtEl>
                                        <p:attrNameLst>
                                          <p:attrName>style.visibility</p:attrName>
                                        </p:attrNameLst>
                                      </p:cBhvr>
                                      <p:to>
                                        <p:strVal val="visible"/>
                                      </p:to>
                                    </p:set>
                                    <p:animEffect transition="in" filter="slide(fromBottom)">
                                      <p:cBhvr>
                                        <p:cTn id="16" dur="500"/>
                                        <p:tgtEl>
                                          <p:spTgt spid="21452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5283" grpId="0" uiExpand="1"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2"/>
          <p:cNvSpPr>
            <a:spLocks noGrp="1"/>
          </p:cNvSpPr>
          <p:nvPr>
            <p:ph type="title"/>
          </p:nvPr>
        </p:nvSpPr>
        <p:spPr>
          <a:xfrm>
            <a:off x="755650" y="268288"/>
            <a:ext cx="7931150" cy="358775"/>
          </a:xfrm>
        </p:spPr>
        <p:txBody>
          <a:bodyPr/>
          <a:lstStyle/>
          <a:p>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自顶向下分析</a:t>
            </a:r>
            <a:r>
              <a:rPr lang="zh-CN" altLang="en-US">
                <a:latin typeface="微软雅黑" panose="020B0503020204020204" pitchFamily="34" charset="-122"/>
                <a:ea typeface="微软雅黑" panose="020B0503020204020204" pitchFamily="34" charset="-122"/>
                <a:cs typeface="Times New Roman" panose="02020603050405020304" pitchFamily="18" charset="0"/>
                <a:sym typeface="+mn-ea"/>
              </a:rPr>
              <a:t>难于处理的问题</a:t>
            </a:r>
            <a:endPar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615950" y="843558"/>
            <a:ext cx="7046913" cy="3576955"/>
          </a:xfrm>
          <a:prstGeom prst="rect">
            <a:avLst/>
          </a:prstGeom>
        </p:spPr>
        <p:txBody>
          <a:bodyPr>
            <a:spAutoFit/>
          </a:bodyPr>
          <a:lstStyle/>
          <a:p>
            <a:pPr eaLnBrk="1" hangingPunct="1">
              <a:lnSpc>
                <a:spcPts val="3000"/>
              </a:lnSpc>
              <a:spcBef>
                <a:spcPct val="20000"/>
              </a:spcBef>
              <a:buSzPct val="100000"/>
              <a:defRPr/>
            </a:pPr>
            <a:r>
              <a:rPr lang="en-US" altLang="zh-CN" sz="32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2. </a:t>
            </a:r>
            <a:r>
              <a:rPr lang="zh-CN" altLang="en-US" sz="28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左公因子引起的回溯问题</a:t>
            </a:r>
            <a:r>
              <a:rPr lang="en-US" altLang="zh-CN" sz="28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 </a:t>
            </a:r>
            <a:endParaRPr lang="en-US" altLang="zh-CN" sz="32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endParaRPr>
          </a:p>
          <a:p>
            <a:pPr marL="576580" lvl="1" indent="-273050" eaLnBrk="1" hangingPunct="1">
              <a:spcBef>
                <a:spcPct val="20000"/>
              </a:spcBef>
              <a:buSzPct val="100000"/>
              <a:buFont typeface="Wingdings" panose="05000000000000000000" pitchFamily="2" charset="2"/>
              <a:buChar char="Ø"/>
              <a:defRPr/>
            </a:pPr>
            <a:r>
              <a:rPr lang="zh-CN" altLang="en-US" sz="2800" b="1" dirty="0">
                <a:latin typeface="华文楷体" panose="02010600040101010101" pitchFamily="2" charset="-122"/>
                <a:ea typeface="华文楷体" panose="02010600040101010101" pitchFamily="2" charset="-122"/>
                <a:cs typeface="Times New Roman" panose="02020603050405020304" pitchFamily="18" charset="0"/>
              </a:rPr>
              <a:t>例：</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文法</a:t>
            </a:r>
            <a:r>
              <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rPr>
              <a:t>G</a:t>
            </a:r>
          </a:p>
          <a:p>
            <a:pPr marL="303530" lvl="1" eaLnBrk="1" hangingPunct="1">
              <a:spcBef>
                <a:spcPct val="20000"/>
              </a:spcBef>
              <a:buSzPct val="100000"/>
              <a:defRPr/>
            </a:pP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rPr>
              <a:t>S </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err="1">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800" b="1" i="1" dirty="0" err="1">
                <a:latin typeface="Times New Roman" panose="02020603050405020304" pitchFamily="18" charset="0"/>
                <a:ea typeface="华文楷体" panose="02010600040101010101" pitchFamily="2" charset="-122"/>
                <a:cs typeface="Times New Roman" panose="02020603050405020304" pitchFamily="18" charset="0"/>
              </a:rPr>
              <a:t>Ad</a:t>
            </a:r>
            <a:r>
              <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err="1">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800" b="1" i="1" dirty="0" err="1">
                <a:latin typeface="Times New Roman" panose="02020603050405020304" pitchFamily="18" charset="0"/>
                <a:ea typeface="华文楷体" panose="02010600040101010101" pitchFamily="2" charset="-122"/>
                <a:cs typeface="Times New Roman" panose="02020603050405020304" pitchFamily="18" charset="0"/>
              </a:rPr>
              <a:t>Be</a:t>
            </a:r>
            <a:endPar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endParaRPr>
          </a:p>
          <a:p>
            <a:pPr marL="303530" lvl="1" eaLnBrk="1" hangingPunct="1">
              <a:spcBef>
                <a:spcPct val="20000"/>
              </a:spcBef>
              <a:buSzPct val="100000"/>
              <a:defRPr/>
            </a:pP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rPr>
              <a:t>c</a:t>
            </a:r>
          </a:p>
          <a:p>
            <a:pPr marL="303530" lvl="1" eaLnBrk="1" hangingPunct="1">
              <a:spcBef>
                <a:spcPct val="20000"/>
              </a:spcBef>
              <a:buSzPct val="100000"/>
              <a:defRPr/>
            </a:pP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rPr>
              <a:t>B</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rPr>
              <a:t>b</a:t>
            </a:r>
          </a:p>
          <a:p>
            <a:pPr marL="576580" lvl="1" indent="-273050" eaLnBrk="1" hangingPunct="1">
              <a:spcBef>
                <a:spcPct val="20000"/>
              </a:spcBef>
              <a:buSzPct val="100000"/>
              <a:buFont typeface="Wingdings" panose="05000000000000000000" pitchFamily="2" charset="2"/>
              <a:buChar char="Ø"/>
              <a:defRPr/>
            </a:pP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输入</a:t>
            </a:r>
          </a:p>
          <a:p>
            <a:pPr marL="303530" lvl="1" eaLnBrk="1" hangingPunct="1">
              <a:spcBef>
                <a:spcPct val="20000"/>
              </a:spcBef>
              <a:buSzPct val="100000"/>
              <a:defRPr/>
            </a:pP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rPr>
              <a:t>a b e </a:t>
            </a:r>
            <a:r>
              <a:rPr lang="en-US" altLang="zh-CN" sz="2800" b="1" dirty="0">
                <a:latin typeface="Times New Roman" panose="02020603050405020304" pitchFamily="18" charset="0"/>
                <a:ea typeface="楷体_GB2312"/>
                <a:cs typeface="Times New Roman" panose="02020603050405020304" pitchFamily="18" charset="0"/>
              </a:rPr>
              <a:t>$</a:t>
            </a:r>
            <a:endPar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 name="内容占位符 1"/>
          <p:cNvSpPr txBox="1"/>
          <p:nvPr/>
        </p:nvSpPr>
        <p:spPr bwMode="auto">
          <a:xfrm>
            <a:off x="2771803" y="3418911"/>
            <a:ext cx="5914988" cy="1457095"/>
          </a:xfrm>
          <a:prstGeom prst="rect">
            <a:avLst/>
          </a:prstGeom>
          <a:solidFill>
            <a:schemeClr val="accent5">
              <a:lumMod val="60000"/>
              <a:lumOff val="40000"/>
            </a:schemeClr>
          </a:solidFill>
          <a:ln w="12700">
            <a:solidFill>
              <a:schemeClr val="tx1"/>
            </a:solidFill>
          </a:ln>
        </p:spPr>
        <p:txBody>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baseline="0">
                <a:solidFill>
                  <a:schemeClr val="tx2"/>
                </a:solidFill>
                <a:latin typeface="Times New Roman" panose="02020603050405020304" pitchFamily="18" charset="0"/>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baseline="0">
                <a:solidFill>
                  <a:schemeClr val="tx2"/>
                </a:solidFill>
                <a:latin typeface="Times New Roman" panose="02020603050405020304" pitchFamily="18" charset="0"/>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baseline="0">
                <a:solidFill>
                  <a:schemeClr val="tx2"/>
                </a:solidFill>
                <a:latin typeface="Times New Roman" panose="02020603050405020304" pitchFamily="18" charset="0"/>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baseline="0">
                <a:solidFill>
                  <a:schemeClr val="tx2"/>
                </a:solidFill>
                <a:latin typeface="Times New Roman" panose="02020603050405020304" pitchFamily="18" charset="0"/>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baseline="0">
                <a:solidFill>
                  <a:schemeClr val="tx2"/>
                </a:solidFill>
                <a:latin typeface="Times New Roman" panose="02020603050405020304" pitchFamily="18" charset="0"/>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a:lstStyle>
          <a:p>
            <a:pPr>
              <a:buClrTx/>
              <a:buFont typeface="Wingdings" panose="05000000000000000000" pitchFamily="2" charset="2"/>
              <a:buChar char="Ø"/>
              <a:defRPr/>
            </a:pPr>
            <a:r>
              <a:rPr lang="zh-CN" altLang="en-US" sz="2000" b="1" dirty="0">
                <a:solidFill>
                  <a:srgbClr val="000000"/>
                </a:solidFill>
                <a:latin typeface="+mn-ea"/>
              </a:rPr>
              <a:t>同一非终结符的多个候选式</a:t>
            </a:r>
            <a:r>
              <a:rPr lang="zh-CN" altLang="en-US" sz="2000" b="1" dirty="0">
                <a:solidFill>
                  <a:srgbClr val="0070C0"/>
                </a:solidFill>
                <a:latin typeface="+mn-ea"/>
              </a:rPr>
              <a:t>存在共同前缀</a:t>
            </a:r>
            <a:r>
              <a:rPr lang="zh-CN" altLang="en-US" sz="2000" b="1" dirty="0">
                <a:solidFill>
                  <a:srgbClr val="000000"/>
                </a:solidFill>
                <a:latin typeface="+mn-ea"/>
              </a:rPr>
              <a:t>时，根据当前输入符号也无法进行唯一的候选式选择，很可能导致</a:t>
            </a:r>
            <a:r>
              <a:rPr lang="zh-CN" altLang="en-US" sz="2000" b="1" dirty="0">
                <a:solidFill>
                  <a:srgbClr val="C00000"/>
                </a:solidFill>
                <a:latin typeface="+mn-ea"/>
              </a:rPr>
              <a:t>回溯</a:t>
            </a:r>
            <a:r>
              <a:rPr lang="zh-CN" altLang="en-US" sz="2000" b="1" dirty="0">
                <a:solidFill>
                  <a:srgbClr val="000000"/>
                </a:solidFill>
                <a:latin typeface="+mn-ea"/>
              </a:rPr>
              <a:t>现象，严重影响分析效率。</a:t>
            </a:r>
            <a:endParaRPr lang="en-US" altLang="zh-CN" sz="2000" b="1" dirty="0">
              <a:solidFill>
                <a:srgbClr val="000000"/>
              </a:solidFill>
              <a:latin typeface="+mn-ea"/>
            </a:endParaRPr>
          </a:p>
          <a:p>
            <a:pPr>
              <a:buClrTx/>
              <a:buFont typeface="Wingdings" panose="05000000000000000000" pitchFamily="2" charset="2"/>
              <a:buChar char="Ø"/>
              <a:defRPr/>
            </a:pPr>
            <a:r>
              <a:rPr lang="zh-CN" altLang="en-US" sz="2000" b="1" dirty="0">
                <a:solidFill>
                  <a:srgbClr val="0070C0"/>
                </a:solidFill>
                <a:latin typeface="+mn-ea"/>
              </a:rPr>
              <a:t>解决方法：改造文法，提取左公因子。</a:t>
            </a:r>
            <a:endParaRPr lang="en-US" altLang="zh-CN" sz="2000" b="1" dirty="0">
              <a:solidFill>
                <a:srgbClr val="0070C0"/>
              </a:solidFill>
              <a:latin typeface="+mn-ea"/>
            </a:endParaRPr>
          </a:p>
        </p:txBody>
      </p:sp>
      <p:sp>
        <p:nvSpPr>
          <p:cNvPr id="15" name="Line 45"/>
          <p:cNvSpPr>
            <a:spLocks noChangeShapeType="1"/>
          </p:cNvSpPr>
          <p:nvPr/>
        </p:nvSpPr>
        <p:spPr bwMode="auto">
          <a:xfrm flipV="1">
            <a:off x="1476375" y="4516438"/>
            <a:ext cx="0" cy="269875"/>
          </a:xfrm>
          <a:prstGeom prst="line">
            <a:avLst/>
          </a:prstGeom>
          <a:noFill/>
          <a:ln w="25400">
            <a:solidFill>
              <a:schemeClr val="tx2">
                <a:lumMod val="60000"/>
                <a:lumOff val="40000"/>
              </a:schemeClr>
            </a:solidFill>
            <a:round/>
            <a:tailEnd type="triangle" w="med" len="med"/>
          </a:ln>
        </p:spPr>
        <p:txBody>
          <a:bodyPr/>
          <a:lstStyle/>
          <a:p>
            <a:pPr>
              <a:defRPr/>
            </a:pPr>
            <a:endParaRPr lang="zh-CN" altLang="en-US"/>
          </a:p>
        </p:txBody>
      </p:sp>
      <p:sp>
        <p:nvSpPr>
          <p:cNvPr id="2" name="矩形 1"/>
          <p:cNvSpPr/>
          <p:nvPr/>
        </p:nvSpPr>
        <p:spPr>
          <a:xfrm>
            <a:off x="4175760" y="1280160"/>
            <a:ext cx="1764665" cy="1336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a:solidFill>
                  <a:schemeClr val="tx1"/>
                </a:solidFill>
                <a:latin typeface="Times New Roman" panose="02020603050405020304" pitchFamily="18" charset="0"/>
                <a:cs typeface="Times New Roman" panose="02020603050405020304" pitchFamily="18" charset="0"/>
              </a:rPr>
              <a:t>最左推导：</a:t>
            </a:r>
            <a:endParaRPr lang="en-US" altLang="zh-CN" sz="2400" b="1" dirty="0">
              <a:solidFill>
                <a:schemeClr val="tx1"/>
              </a:solidFill>
              <a:latin typeface="Times New Roman" panose="02020603050405020304" pitchFamily="18" charset="0"/>
              <a:cs typeface="Times New Roman" panose="02020603050405020304" pitchFamily="18" charset="0"/>
            </a:endParaRPr>
          </a:p>
          <a:p>
            <a:r>
              <a:rPr lang="en-US" altLang="zh-CN" sz="2400" b="1" dirty="0">
                <a:solidFill>
                  <a:schemeClr val="tx1"/>
                </a:solidFill>
                <a:latin typeface="Times New Roman" panose="02020603050405020304" pitchFamily="18" charset="0"/>
                <a:cs typeface="Times New Roman" panose="02020603050405020304" pitchFamily="18" charset="0"/>
              </a:rPr>
              <a:t>S</a:t>
            </a:r>
            <a:r>
              <a:rPr kumimoji="1" lang="en-US" altLang="zh-CN" sz="2400" b="1" kern="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i="1" kern="0"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a:t>
            </a:r>
            <a:r>
              <a:rPr kumimoji="1" lang="en-US" altLang="zh-CN" sz="2400" b="1" kern="0" dirty="0" err="1">
                <a:solidFill>
                  <a:srgbClr val="0070C0"/>
                </a:solidFill>
                <a:latin typeface="Times New Roman" panose="02020603050405020304" pitchFamily="18" charset="0"/>
                <a:cs typeface="Times New Roman" panose="02020603050405020304" pitchFamily="18" charset="0"/>
                <a:sym typeface="Symbol" panose="05050102010706020507" pitchFamily="18" charset="2"/>
              </a:rPr>
              <a:t>A</a:t>
            </a:r>
            <a:r>
              <a:rPr kumimoji="1" lang="en-US" altLang="zh-CN" sz="2400" b="1" i="1" kern="0"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d</a:t>
            </a:r>
            <a:endParaRPr kumimoji="1" lang="en-US" altLang="zh-CN" sz="2400" b="1" i="1" kern="0"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r>
              <a:rPr kumimoji="1" lang="en-US" altLang="zh-CN" sz="2400" b="1" kern="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S</a:t>
            </a:r>
            <a:r>
              <a:rPr kumimoji="1" lang="en-US" altLang="zh-CN" sz="2400" b="1" kern="0"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kern="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kern="0"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a:t>
            </a:r>
            <a:r>
              <a:rPr kumimoji="1" lang="en-US" altLang="zh-CN" sz="2400" b="1" i="1" u="sng" kern="0"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c</a:t>
            </a:r>
            <a:r>
              <a:rPr kumimoji="1" lang="en-US" altLang="zh-CN" sz="2400" b="1" i="1" kern="0"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d</a:t>
            </a:r>
            <a:r>
              <a:rPr kumimoji="1" lang="en-US" altLang="zh-CN" sz="2400" b="1" i="1" kern="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endParaRPr lang="zh-CN" altLang="en-US" sz="2400" b="1" i="1" dirty="0">
              <a:solidFill>
                <a:schemeClr val="tx1"/>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3851920" y="2532841"/>
            <a:ext cx="1944216" cy="706755"/>
          </a:xfrm>
          <a:prstGeom prst="rect">
            <a:avLst/>
          </a:prstGeom>
          <a:noFill/>
        </p:spPr>
        <p:txBody>
          <a:bodyPr wrap="square" rtlCol="0">
            <a:spAutoFit/>
          </a:bodyPr>
          <a:lstStyle/>
          <a:p>
            <a:pPr algn="ctr"/>
            <a:r>
              <a:rPr lang="en-US" altLang="zh-CN" sz="2000" b="1" i="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20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与</a:t>
            </a:r>
            <a:r>
              <a:rPr lang="en-US" altLang="zh-CN" sz="2000" b="1" i="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b</a:t>
            </a:r>
            <a:r>
              <a:rPr lang="zh-CN" altLang="en-US" sz="20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不匹配</a:t>
            </a:r>
            <a:endParaRPr lang="en-US" altLang="zh-CN" sz="20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endParaRPr>
          </a:p>
          <a:p>
            <a:pPr algn="ctr"/>
            <a:r>
              <a:rPr lang="zh-CN" altLang="en-US" sz="20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失败</a:t>
            </a:r>
            <a:r>
              <a:rPr lang="en-US" altLang="zh-CN" sz="20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5" name="矩形 4"/>
          <p:cNvSpPr/>
          <p:nvPr/>
        </p:nvSpPr>
        <p:spPr>
          <a:xfrm>
            <a:off x="6179820" y="1709420"/>
            <a:ext cx="1656080"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b="1" kern="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S</a:t>
            </a:r>
            <a:r>
              <a:rPr kumimoji="1" lang="en-US" altLang="zh-CN" sz="2400" b="1" kern="0"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kern="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i="1" kern="0"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a:t>
            </a:r>
            <a:r>
              <a:rPr kumimoji="1" lang="en-US" altLang="zh-CN" sz="2400" b="1" kern="0" dirty="0" err="1">
                <a:solidFill>
                  <a:srgbClr val="0070C0"/>
                </a:solidFill>
                <a:latin typeface="Times New Roman" panose="02020603050405020304" pitchFamily="18" charset="0"/>
                <a:cs typeface="Times New Roman" panose="02020603050405020304" pitchFamily="18" charset="0"/>
                <a:sym typeface="Symbol" panose="05050102010706020507" pitchFamily="18" charset="2"/>
              </a:rPr>
              <a:t>B</a:t>
            </a:r>
            <a:r>
              <a:rPr kumimoji="1" lang="en-US" altLang="zh-CN" sz="2400" b="1" i="1" kern="0"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e</a:t>
            </a:r>
            <a:endParaRPr kumimoji="1" lang="en-US" altLang="zh-CN" sz="2400" b="1" kern="0"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r>
              <a:rPr kumimoji="1" lang="en-US" altLang="zh-CN" sz="2400" b="1" kern="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S</a:t>
            </a:r>
            <a:r>
              <a:rPr kumimoji="1" lang="en-US" altLang="zh-CN" sz="2400" b="1" kern="0"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kern="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i="1" kern="0"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abe</a:t>
            </a:r>
          </a:p>
        </p:txBody>
      </p:sp>
      <p:sp>
        <p:nvSpPr>
          <p:cNvPr id="10" name="文本框 9"/>
          <p:cNvSpPr txBox="1"/>
          <p:nvPr/>
        </p:nvSpPr>
        <p:spPr>
          <a:xfrm>
            <a:off x="6372200" y="1351895"/>
            <a:ext cx="1128797" cy="461665"/>
          </a:xfrm>
          <a:prstGeom prst="rect">
            <a:avLst/>
          </a:prstGeom>
          <a:noFill/>
        </p:spPr>
        <p:txBody>
          <a:bodyPr wrap="square" rtlCol="0">
            <a:spAutoFit/>
          </a:bodyPr>
          <a:lstStyle/>
          <a:p>
            <a:r>
              <a:rPr lang="zh-CN" altLang="en-US" sz="2400" b="1" dirty="0">
                <a:solidFill>
                  <a:srgbClr val="0070C0"/>
                </a:solidFill>
                <a:latin typeface="华文楷体" panose="02010600040101010101" pitchFamily="2" charset="-122"/>
                <a:ea typeface="华文楷体" panose="02010600040101010101" pitchFamily="2" charset="-122"/>
              </a:rPr>
              <a:t>回退</a:t>
            </a:r>
          </a:p>
        </p:txBody>
      </p:sp>
      <p:sp>
        <p:nvSpPr>
          <p:cNvPr id="14" name="文本框 13"/>
          <p:cNvSpPr txBox="1"/>
          <p:nvPr/>
        </p:nvSpPr>
        <p:spPr>
          <a:xfrm>
            <a:off x="6045835" y="2513965"/>
            <a:ext cx="1617345" cy="398780"/>
          </a:xfrm>
          <a:prstGeom prst="rect">
            <a:avLst/>
          </a:prstGeom>
          <a:noFill/>
        </p:spPr>
        <p:txBody>
          <a:bodyPr wrap="square" rtlCol="0">
            <a:spAutoFit/>
          </a:bodyPr>
          <a:lstStyle/>
          <a:p>
            <a:pPr algn="ctr"/>
            <a:r>
              <a:rPr lang="zh-CN" altLang="en-US" sz="20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成功</a:t>
            </a:r>
            <a:r>
              <a:rPr lang="en-US" altLang="zh-CN" sz="20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7" name="灯片编号占位符 6"/>
          <p:cNvSpPr>
            <a:spLocks noGrp="1"/>
          </p:cNvSpPr>
          <p:nvPr>
            <p:ph type="sldNum" sz="quarter" idx="12"/>
          </p:nvPr>
        </p:nvSpPr>
        <p:spPr/>
        <p:txBody>
          <a:bodyPr/>
          <a:lstStyle/>
          <a:p>
            <a:pPr>
              <a:defRPr/>
            </a:pPr>
            <a:fld id="{EA567855-7F13-4FC5-AD61-2B82F6443E16}" type="slidenum">
              <a:rPr lang="zh-CN" altLang="en-US" smtClean="0"/>
              <a:t>13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
                                            <p:txEl>
                                              <p:pRg st="1" end="1"/>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3">
                                            <p:txEl>
                                              <p:pRg st="2" end="2"/>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3">
                                            <p:txEl>
                                              <p:pRg st="3" end="3"/>
                                            </p:txEl>
                                          </p:spTgt>
                                        </p:tgtEl>
                                      </p:cBhvr>
                                    </p:animEffect>
                                  </p:childTnLst>
                                </p:cTn>
                              </p:par>
                              <p:par>
                                <p:cTn id="25" presetID="53" presetClass="entr" presetSubtype="16"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p:cTn id="27"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8"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29" dur="5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 calcmode="lin" valueType="num">
                                      <p:cBhvr>
                                        <p:cTn id="34"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5"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36" dur="500"/>
                                        <p:tgtEl>
                                          <p:spTgt spid="3">
                                            <p:txEl>
                                              <p:pRg st="5" end="5"/>
                                            </p:txEl>
                                          </p:spTgt>
                                        </p:tgtEl>
                                      </p:cBhvr>
                                    </p:animEffect>
                                  </p:childTnLst>
                                </p:cTn>
                              </p:par>
                              <p:par>
                                <p:cTn id="37" presetID="53" presetClass="entr" presetSubtype="16"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p:cTn id="39"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40"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41" dur="500"/>
                                        <p:tgtEl>
                                          <p:spTgt spid="3">
                                            <p:txEl>
                                              <p:pRg st="6" end="6"/>
                                            </p:txEl>
                                          </p:spTgt>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down)">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2">
                                            <p:txEl>
                                              <p:pRg st="0" end="0"/>
                                            </p:txEl>
                                          </p:spTgt>
                                        </p:tgtEl>
                                        <p:attrNameLst>
                                          <p:attrName>style.visibility</p:attrName>
                                        </p:attrNameLst>
                                      </p:cBhvr>
                                      <p:to>
                                        <p:strVal val="visible"/>
                                      </p:to>
                                    </p:set>
                                    <p:animEffect transition="in" filter="wipe(down)">
                                      <p:cBhvr>
                                        <p:cTn id="49" dur="500"/>
                                        <p:tgtEl>
                                          <p:spTgt spid="2">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2">
                                            <p:txEl>
                                              <p:pRg st="1" end="1"/>
                                            </p:txEl>
                                          </p:spTgt>
                                        </p:tgtEl>
                                        <p:attrNameLst>
                                          <p:attrName>style.visibility</p:attrName>
                                        </p:attrNameLst>
                                      </p:cBhvr>
                                      <p:to>
                                        <p:strVal val="visible"/>
                                      </p:to>
                                    </p:set>
                                    <p:animEffect transition="in" filter="wipe(down)">
                                      <p:cBhvr>
                                        <p:cTn id="54" dur="500"/>
                                        <p:tgtEl>
                                          <p:spTgt spid="2">
                                            <p:txEl>
                                              <p:pRg st="1" end="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2">
                                            <p:txEl>
                                              <p:pRg st="2" end="2"/>
                                            </p:txEl>
                                          </p:spTgt>
                                        </p:tgtEl>
                                        <p:attrNameLst>
                                          <p:attrName>style.visibility</p:attrName>
                                        </p:attrNameLst>
                                      </p:cBhvr>
                                      <p:to>
                                        <p:strVal val="visible"/>
                                      </p:to>
                                    </p:set>
                                    <p:animEffect transition="in" filter="wipe(down)">
                                      <p:cBhvr>
                                        <p:cTn id="59" dur="500"/>
                                        <p:tgtEl>
                                          <p:spTgt spid="2">
                                            <p:txEl>
                                              <p:pRg st="2" end="2"/>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4"/>
                                        </p:tgtEl>
                                        <p:attrNameLst>
                                          <p:attrName>style.visibility</p:attrName>
                                        </p:attrNameLst>
                                      </p:cBhvr>
                                      <p:to>
                                        <p:strVal val="visible"/>
                                      </p:to>
                                    </p:set>
                                    <p:animEffect transition="in" filter="wipe(down)">
                                      <p:cBhvr>
                                        <p:cTn id="64" dur="500"/>
                                        <p:tgtEl>
                                          <p:spTgt spid="4"/>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10"/>
                                        </p:tgtEl>
                                        <p:attrNameLst>
                                          <p:attrName>style.visibility</p:attrName>
                                        </p:attrNameLst>
                                      </p:cBhvr>
                                      <p:to>
                                        <p:strVal val="visible"/>
                                      </p:to>
                                    </p:set>
                                    <p:animEffect transition="in" filter="wipe(down)">
                                      <p:cBhvr>
                                        <p:cTn id="69" dur="500"/>
                                        <p:tgtEl>
                                          <p:spTgt spid="10"/>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5">
                                            <p:bg/>
                                          </p:spTgt>
                                        </p:tgtEl>
                                        <p:attrNameLst>
                                          <p:attrName>style.visibility</p:attrName>
                                        </p:attrNameLst>
                                      </p:cBhvr>
                                      <p:to>
                                        <p:strVal val="visible"/>
                                      </p:to>
                                    </p:set>
                                    <p:animEffect transition="in" filter="wipe(down)">
                                      <p:cBhvr>
                                        <p:cTn id="72" dur="500"/>
                                        <p:tgtEl>
                                          <p:spTgt spid="5">
                                            <p:bg/>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5">
                                            <p:txEl>
                                              <p:pRg st="0" end="0"/>
                                            </p:txEl>
                                          </p:spTgt>
                                        </p:tgtEl>
                                        <p:attrNameLst>
                                          <p:attrName>style.visibility</p:attrName>
                                        </p:attrNameLst>
                                      </p:cBhvr>
                                      <p:to>
                                        <p:strVal val="visible"/>
                                      </p:to>
                                    </p:set>
                                    <p:animEffect transition="in" filter="wipe(down)">
                                      <p:cBhvr>
                                        <p:cTn id="77" dur="500"/>
                                        <p:tgtEl>
                                          <p:spTgt spid="5">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5">
                                            <p:txEl>
                                              <p:pRg st="1" end="1"/>
                                            </p:txEl>
                                          </p:spTgt>
                                        </p:tgtEl>
                                        <p:attrNameLst>
                                          <p:attrName>style.visibility</p:attrName>
                                        </p:attrNameLst>
                                      </p:cBhvr>
                                      <p:to>
                                        <p:strVal val="visible"/>
                                      </p:to>
                                    </p:set>
                                    <p:animEffect transition="in" filter="wipe(down)">
                                      <p:cBhvr>
                                        <p:cTn id="82" dur="500"/>
                                        <p:tgtEl>
                                          <p:spTgt spid="5">
                                            <p:txEl>
                                              <p:pRg st="1" end="1"/>
                                            </p:txEl>
                                          </p:spTgt>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14"/>
                                        </p:tgtEl>
                                        <p:attrNameLst>
                                          <p:attrName>style.visibility</p:attrName>
                                        </p:attrNameLst>
                                      </p:cBhvr>
                                      <p:to>
                                        <p:strVal val="visible"/>
                                      </p:to>
                                    </p:set>
                                    <p:animEffect transition="in" filter="wipe(down)">
                                      <p:cBhvr>
                                        <p:cTn id="85" dur="500"/>
                                        <p:tgtEl>
                                          <p:spTgt spid="14"/>
                                        </p:tgtEl>
                                      </p:cBhvr>
                                    </p:animEffect>
                                  </p:childTnLst>
                                </p:cTn>
                              </p:par>
                            </p:childTnLst>
                          </p:cTn>
                        </p:par>
                      </p:childTnLst>
                    </p:cTn>
                  </p:par>
                  <p:par>
                    <p:cTn id="86" fill="hold">
                      <p:stCondLst>
                        <p:cond delay="indefinite"/>
                      </p:stCondLst>
                      <p:childTnLst>
                        <p:par>
                          <p:cTn id="87" fill="hold">
                            <p:stCondLst>
                              <p:cond delay="0"/>
                            </p:stCondLst>
                            <p:childTnLst>
                              <p:par>
                                <p:cTn id="88" presetID="53" presetClass="entr" presetSubtype="16" fill="hold" grpId="0" nodeType="clickEffect">
                                  <p:stCondLst>
                                    <p:cond delay="0"/>
                                  </p:stCondLst>
                                  <p:childTnLst>
                                    <p:set>
                                      <p:cBhvr>
                                        <p:cTn id="89" dur="1" fill="hold">
                                          <p:stCondLst>
                                            <p:cond delay="0"/>
                                          </p:stCondLst>
                                        </p:cTn>
                                        <p:tgtEl>
                                          <p:spTgt spid="13">
                                            <p:bg/>
                                          </p:spTgt>
                                        </p:tgtEl>
                                        <p:attrNameLst>
                                          <p:attrName>style.visibility</p:attrName>
                                        </p:attrNameLst>
                                      </p:cBhvr>
                                      <p:to>
                                        <p:strVal val="visible"/>
                                      </p:to>
                                    </p:set>
                                    <p:anim calcmode="lin" valueType="num">
                                      <p:cBhvr>
                                        <p:cTn id="90" dur="500" fill="hold"/>
                                        <p:tgtEl>
                                          <p:spTgt spid="13">
                                            <p:bg/>
                                          </p:spTgt>
                                        </p:tgtEl>
                                        <p:attrNameLst>
                                          <p:attrName>ppt_w</p:attrName>
                                        </p:attrNameLst>
                                      </p:cBhvr>
                                      <p:tavLst>
                                        <p:tav tm="0">
                                          <p:val>
                                            <p:fltVal val="0"/>
                                          </p:val>
                                        </p:tav>
                                        <p:tav tm="100000">
                                          <p:val>
                                            <p:strVal val="#ppt_w"/>
                                          </p:val>
                                        </p:tav>
                                      </p:tavLst>
                                    </p:anim>
                                    <p:anim calcmode="lin" valueType="num">
                                      <p:cBhvr>
                                        <p:cTn id="91" dur="500" fill="hold"/>
                                        <p:tgtEl>
                                          <p:spTgt spid="13">
                                            <p:bg/>
                                          </p:spTgt>
                                        </p:tgtEl>
                                        <p:attrNameLst>
                                          <p:attrName>ppt_h</p:attrName>
                                        </p:attrNameLst>
                                      </p:cBhvr>
                                      <p:tavLst>
                                        <p:tav tm="0">
                                          <p:val>
                                            <p:fltVal val="0"/>
                                          </p:val>
                                        </p:tav>
                                        <p:tav tm="100000">
                                          <p:val>
                                            <p:strVal val="#ppt_h"/>
                                          </p:val>
                                        </p:tav>
                                      </p:tavLst>
                                    </p:anim>
                                    <p:animEffect transition="in" filter="fade">
                                      <p:cBhvr>
                                        <p:cTn id="92" dur="500"/>
                                        <p:tgtEl>
                                          <p:spTgt spid="13">
                                            <p:bg/>
                                          </p:spTgt>
                                        </p:tgtEl>
                                      </p:cBhvr>
                                    </p:animEffect>
                                  </p:childTnLst>
                                </p:cTn>
                              </p:par>
                              <p:par>
                                <p:cTn id="93" presetID="53" presetClass="entr" presetSubtype="16" fill="hold" grpId="0" nodeType="withEffect">
                                  <p:stCondLst>
                                    <p:cond delay="0"/>
                                  </p:stCondLst>
                                  <p:childTnLst>
                                    <p:set>
                                      <p:cBhvr>
                                        <p:cTn id="94" dur="1" fill="hold">
                                          <p:stCondLst>
                                            <p:cond delay="0"/>
                                          </p:stCondLst>
                                        </p:cTn>
                                        <p:tgtEl>
                                          <p:spTgt spid="13">
                                            <p:txEl>
                                              <p:pRg st="0" end="0"/>
                                            </p:txEl>
                                          </p:spTgt>
                                        </p:tgtEl>
                                        <p:attrNameLst>
                                          <p:attrName>style.visibility</p:attrName>
                                        </p:attrNameLst>
                                      </p:cBhvr>
                                      <p:to>
                                        <p:strVal val="visible"/>
                                      </p:to>
                                    </p:set>
                                    <p:anim calcmode="lin" valueType="num">
                                      <p:cBhvr>
                                        <p:cTn id="95" dur="500" fill="hold"/>
                                        <p:tgtEl>
                                          <p:spTgt spid="13">
                                            <p:txEl>
                                              <p:pRg st="0" end="0"/>
                                            </p:txEl>
                                          </p:spTgt>
                                        </p:tgtEl>
                                        <p:attrNameLst>
                                          <p:attrName>ppt_w</p:attrName>
                                        </p:attrNameLst>
                                      </p:cBhvr>
                                      <p:tavLst>
                                        <p:tav tm="0">
                                          <p:val>
                                            <p:fltVal val="0"/>
                                          </p:val>
                                        </p:tav>
                                        <p:tav tm="100000">
                                          <p:val>
                                            <p:strVal val="#ppt_w"/>
                                          </p:val>
                                        </p:tav>
                                      </p:tavLst>
                                    </p:anim>
                                    <p:anim calcmode="lin" valueType="num">
                                      <p:cBhvr>
                                        <p:cTn id="96" dur="500" fill="hold"/>
                                        <p:tgtEl>
                                          <p:spTgt spid="13">
                                            <p:txEl>
                                              <p:pRg st="0" end="0"/>
                                            </p:txEl>
                                          </p:spTgt>
                                        </p:tgtEl>
                                        <p:attrNameLst>
                                          <p:attrName>ppt_h</p:attrName>
                                        </p:attrNameLst>
                                      </p:cBhvr>
                                      <p:tavLst>
                                        <p:tav tm="0">
                                          <p:val>
                                            <p:fltVal val="0"/>
                                          </p:val>
                                        </p:tav>
                                        <p:tav tm="100000">
                                          <p:val>
                                            <p:strVal val="#ppt_h"/>
                                          </p:val>
                                        </p:tav>
                                      </p:tavLst>
                                    </p:anim>
                                    <p:animEffect transition="in" filter="fade">
                                      <p:cBhvr>
                                        <p:cTn id="97" dur="500"/>
                                        <p:tgtEl>
                                          <p:spTgt spid="13">
                                            <p:txEl>
                                              <p:pRg st="0" end="0"/>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53" presetClass="entr" presetSubtype="16" fill="hold" grpId="0" nodeType="clickEffect">
                                  <p:stCondLst>
                                    <p:cond delay="0"/>
                                  </p:stCondLst>
                                  <p:childTnLst>
                                    <p:set>
                                      <p:cBhvr>
                                        <p:cTn id="101" dur="1" fill="hold">
                                          <p:stCondLst>
                                            <p:cond delay="0"/>
                                          </p:stCondLst>
                                        </p:cTn>
                                        <p:tgtEl>
                                          <p:spTgt spid="13">
                                            <p:txEl>
                                              <p:pRg st="1" end="1"/>
                                            </p:txEl>
                                          </p:spTgt>
                                        </p:tgtEl>
                                        <p:attrNameLst>
                                          <p:attrName>style.visibility</p:attrName>
                                        </p:attrNameLst>
                                      </p:cBhvr>
                                      <p:to>
                                        <p:strVal val="visible"/>
                                      </p:to>
                                    </p:set>
                                    <p:anim calcmode="lin" valueType="num">
                                      <p:cBhvr>
                                        <p:cTn id="102" dur="500" fill="hold"/>
                                        <p:tgtEl>
                                          <p:spTgt spid="13">
                                            <p:txEl>
                                              <p:pRg st="1" end="1"/>
                                            </p:txEl>
                                          </p:spTgt>
                                        </p:tgtEl>
                                        <p:attrNameLst>
                                          <p:attrName>ppt_w</p:attrName>
                                        </p:attrNameLst>
                                      </p:cBhvr>
                                      <p:tavLst>
                                        <p:tav tm="0">
                                          <p:val>
                                            <p:fltVal val="0"/>
                                          </p:val>
                                        </p:tav>
                                        <p:tav tm="100000">
                                          <p:val>
                                            <p:strVal val="#ppt_w"/>
                                          </p:val>
                                        </p:tav>
                                      </p:tavLst>
                                    </p:anim>
                                    <p:anim calcmode="lin" valueType="num">
                                      <p:cBhvr>
                                        <p:cTn id="103" dur="500" fill="hold"/>
                                        <p:tgtEl>
                                          <p:spTgt spid="13">
                                            <p:txEl>
                                              <p:pRg st="1" end="1"/>
                                            </p:txEl>
                                          </p:spTgt>
                                        </p:tgtEl>
                                        <p:attrNameLst>
                                          <p:attrName>ppt_h</p:attrName>
                                        </p:attrNameLst>
                                      </p:cBhvr>
                                      <p:tavLst>
                                        <p:tav tm="0">
                                          <p:val>
                                            <p:fltVal val="0"/>
                                          </p:val>
                                        </p:tav>
                                        <p:tav tm="100000">
                                          <p:val>
                                            <p:strVal val="#ppt_h"/>
                                          </p:val>
                                        </p:tav>
                                      </p:tavLst>
                                    </p:anim>
                                    <p:animEffect transition="in" filter="fade">
                                      <p:cBhvr>
                                        <p:cTn id="104"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animBg="1"/>
      <p:bldP spid="15" grpId="0" animBg="1"/>
      <p:bldP spid="2" grpId="0" uiExpand="1" build="p"/>
      <p:bldP spid="4" grpId="0"/>
      <p:bldP spid="5" grpId="0" build="p" animBg="1"/>
      <p:bldP spid="10"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5" name="Rectangle 3"/>
          <p:cNvSpPr>
            <a:spLocks noGrp="1" noChangeArrowheads="1"/>
          </p:cNvSpPr>
          <p:nvPr>
            <p:ph idx="1"/>
          </p:nvPr>
        </p:nvSpPr>
        <p:spPr>
          <a:xfrm>
            <a:off x="856427" y="1563638"/>
            <a:ext cx="3410770" cy="2035789"/>
          </a:xfrm>
        </p:spPr>
        <p:txBody>
          <a:bodyPr/>
          <a:lstStyle/>
          <a:p>
            <a:pPr eaLnBrk="1" hangingPunct="1">
              <a:lnSpc>
                <a:spcPct val="80000"/>
              </a:lnSpc>
              <a:defRPr/>
            </a:pPr>
            <a:r>
              <a:rPr lang="zh-CN" altLang="en-US" sz="2600" b="1" dirty="0">
                <a:solidFill>
                  <a:schemeClr val="tx1"/>
                </a:solidFill>
                <a:cs typeface="Times New Roman" panose="02020603050405020304" pitchFamily="18" charset="0"/>
              </a:rPr>
              <a:t>文法</a:t>
            </a:r>
            <a:r>
              <a:rPr lang="en-US" altLang="zh-CN" sz="2600" b="1" i="1" dirty="0">
                <a:solidFill>
                  <a:schemeClr val="tx1"/>
                </a:solidFill>
                <a:cs typeface="Times New Roman" panose="02020603050405020304" pitchFamily="18" charset="0"/>
              </a:rPr>
              <a:t>G</a:t>
            </a:r>
          </a:p>
          <a:p>
            <a:pPr marL="627380" lvl="2" indent="0" eaLnBrk="1" hangingPunct="1">
              <a:lnSpc>
                <a:spcPct val="90000"/>
              </a:lnSpc>
              <a:buClrTx/>
              <a:buNone/>
              <a:defRPr/>
            </a:pPr>
            <a:r>
              <a:rPr lang="pt-BR" altLang="zh-CN" sz="2800" b="1" i="1" dirty="0">
                <a:solidFill>
                  <a:schemeClr val="tx1"/>
                </a:solidFill>
                <a:ea typeface="楷体_GB2312" panose="02010609030101010101" pitchFamily="49" charset="-122"/>
                <a:cs typeface="Times New Roman" panose="02020603050405020304" pitchFamily="18" charset="0"/>
              </a:rPr>
              <a:t>S</a:t>
            </a:r>
            <a:r>
              <a:rPr lang="pt-BR" altLang="zh-CN" sz="2800" b="1" dirty="0">
                <a:solidFill>
                  <a:schemeClr val="tx1"/>
                </a:solidFill>
                <a:ea typeface="楷体_GB2312" panose="02010609030101010101" pitchFamily="49" charset="-122"/>
                <a:cs typeface="Times New Roman" panose="02020603050405020304" pitchFamily="18" charset="0"/>
              </a:rPr>
              <a:t> → </a:t>
            </a:r>
            <a:r>
              <a:rPr lang="pt-BR" altLang="zh-CN" sz="2800" b="1" i="1" dirty="0">
                <a:solidFill>
                  <a:srgbClr val="0070C0"/>
                </a:solidFill>
                <a:ea typeface="楷体_GB2312" panose="02010609030101010101" pitchFamily="49" charset="-122"/>
                <a:cs typeface="Times New Roman" panose="02020603050405020304" pitchFamily="18" charset="0"/>
              </a:rPr>
              <a:t>a</a:t>
            </a:r>
            <a:r>
              <a:rPr lang="pt-BR" altLang="zh-CN" sz="2800" b="1" i="1" dirty="0">
                <a:solidFill>
                  <a:srgbClr val="FF0000"/>
                </a:solidFill>
                <a:ea typeface="楷体_GB2312" panose="02010609030101010101" pitchFamily="49" charset="-122"/>
                <a:cs typeface="Times New Roman" panose="02020603050405020304" pitchFamily="18" charset="0"/>
              </a:rPr>
              <a:t>Ad </a:t>
            </a:r>
            <a:r>
              <a:rPr lang="pt-BR" altLang="zh-CN" sz="2800" b="1" dirty="0">
                <a:solidFill>
                  <a:schemeClr val="tx1"/>
                </a:solidFill>
                <a:ea typeface="楷体_GB2312" panose="02010609030101010101" pitchFamily="49" charset="-122"/>
                <a:cs typeface="Times New Roman" panose="02020603050405020304" pitchFamily="18" charset="0"/>
              </a:rPr>
              <a:t>| </a:t>
            </a:r>
            <a:r>
              <a:rPr lang="pt-BR" altLang="zh-CN" sz="2800" b="1" i="1" dirty="0">
                <a:solidFill>
                  <a:srgbClr val="0070C0"/>
                </a:solidFill>
                <a:ea typeface="楷体_GB2312" panose="02010609030101010101" pitchFamily="49" charset="-122"/>
                <a:cs typeface="Times New Roman" panose="02020603050405020304" pitchFamily="18" charset="0"/>
              </a:rPr>
              <a:t>a</a:t>
            </a:r>
            <a:r>
              <a:rPr lang="pt-BR" altLang="zh-CN" sz="2800" b="1" i="1" dirty="0">
                <a:solidFill>
                  <a:srgbClr val="FF0000"/>
                </a:solidFill>
                <a:ea typeface="楷体_GB2312" panose="02010609030101010101" pitchFamily="49" charset="-122"/>
                <a:cs typeface="Times New Roman" panose="02020603050405020304" pitchFamily="18" charset="0"/>
              </a:rPr>
              <a:t>Be</a:t>
            </a:r>
          </a:p>
          <a:p>
            <a:pPr marL="627380" lvl="2" indent="0" eaLnBrk="1" hangingPunct="1">
              <a:lnSpc>
                <a:spcPct val="90000"/>
              </a:lnSpc>
              <a:buClrTx/>
              <a:buNone/>
              <a:defRPr/>
            </a:pPr>
            <a:r>
              <a:rPr lang="pt-BR" altLang="zh-CN" sz="2800" b="1" i="1" dirty="0">
                <a:solidFill>
                  <a:schemeClr val="tx1"/>
                </a:solidFill>
                <a:ea typeface="楷体_GB2312" panose="02010609030101010101" pitchFamily="49" charset="-122"/>
                <a:cs typeface="Times New Roman" panose="02020603050405020304" pitchFamily="18" charset="0"/>
              </a:rPr>
              <a:t>A</a:t>
            </a:r>
            <a:r>
              <a:rPr lang="pt-BR" altLang="zh-CN" sz="2800" b="1" dirty="0">
                <a:solidFill>
                  <a:schemeClr val="tx1"/>
                </a:solidFill>
                <a:ea typeface="楷体_GB2312" panose="02010609030101010101" pitchFamily="49" charset="-122"/>
                <a:cs typeface="Times New Roman" panose="02020603050405020304" pitchFamily="18" charset="0"/>
              </a:rPr>
              <a:t> → </a:t>
            </a:r>
            <a:r>
              <a:rPr lang="pt-BR" altLang="zh-CN" sz="2800" b="1" i="1" dirty="0">
                <a:solidFill>
                  <a:schemeClr val="tx1"/>
                </a:solidFill>
                <a:ea typeface="楷体_GB2312" panose="02010609030101010101" pitchFamily="49" charset="-122"/>
                <a:cs typeface="Times New Roman" panose="02020603050405020304" pitchFamily="18" charset="0"/>
              </a:rPr>
              <a:t>c</a:t>
            </a:r>
          </a:p>
          <a:p>
            <a:pPr marL="627380" lvl="2" indent="0" eaLnBrk="1" hangingPunct="1">
              <a:lnSpc>
                <a:spcPct val="90000"/>
              </a:lnSpc>
              <a:buClrTx/>
              <a:buNone/>
              <a:defRPr/>
            </a:pPr>
            <a:r>
              <a:rPr lang="pt-BR" altLang="zh-CN" sz="2800" b="1" i="1" dirty="0">
                <a:solidFill>
                  <a:schemeClr val="tx1"/>
                </a:solidFill>
                <a:ea typeface="楷体_GB2312" panose="02010609030101010101" pitchFamily="49" charset="-122"/>
                <a:cs typeface="Times New Roman" panose="02020603050405020304" pitchFamily="18" charset="0"/>
              </a:rPr>
              <a:t>B </a:t>
            </a:r>
            <a:r>
              <a:rPr lang="pt-BR" altLang="zh-CN" sz="2800" b="1" dirty="0">
                <a:solidFill>
                  <a:schemeClr val="tx1"/>
                </a:solidFill>
                <a:ea typeface="楷体_GB2312" panose="02010609030101010101" pitchFamily="49" charset="-122"/>
                <a:cs typeface="Times New Roman" panose="02020603050405020304" pitchFamily="18" charset="0"/>
              </a:rPr>
              <a:t>→ </a:t>
            </a:r>
            <a:r>
              <a:rPr lang="pt-BR" altLang="zh-CN" sz="2800" b="1" i="1" dirty="0">
                <a:solidFill>
                  <a:schemeClr val="tx1"/>
                </a:solidFill>
                <a:ea typeface="楷体_GB2312" panose="02010609030101010101" pitchFamily="49" charset="-122"/>
                <a:cs typeface="Times New Roman" panose="02020603050405020304" pitchFamily="18" charset="0"/>
              </a:rPr>
              <a:t>b</a:t>
            </a:r>
            <a:endParaRPr lang="en-US" altLang="zh-CN" sz="3200" i="1" dirty="0">
              <a:solidFill>
                <a:schemeClr val="tx1"/>
              </a:solidFill>
              <a:ea typeface="楷体_GB2312" panose="02010609030101010101" pitchFamily="49" charset="-122"/>
              <a:cs typeface="Times New Roman" panose="02020603050405020304" pitchFamily="18" charset="0"/>
            </a:endParaRPr>
          </a:p>
          <a:p>
            <a:pPr eaLnBrk="1" hangingPunct="1">
              <a:lnSpc>
                <a:spcPct val="80000"/>
              </a:lnSpc>
              <a:buFont typeface="Wingdings" panose="05000000000000000000" pitchFamily="2" charset="2"/>
              <a:buNone/>
              <a:defRPr/>
            </a:pPr>
            <a:endParaRPr lang="en-US" altLang="zh-CN" sz="2800" dirty="0">
              <a:ea typeface="楷体_GB2312" panose="02010609030101010101" pitchFamily="49" charset="-122"/>
              <a:cs typeface="Times New Roman" panose="02020603050405020304" pitchFamily="18" charset="0"/>
            </a:endParaRPr>
          </a:p>
          <a:p>
            <a:pPr eaLnBrk="1" hangingPunct="1">
              <a:lnSpc>
                <a:spcPct val="80000"/>
              </a:lnSpc>
              <a:buFont typeface="Wingdings" panose="05000000000000000000" pitchFamily="2" charset="2"/>
              <a:buNone/>
              <a:defRPr/>
            </a:pPr>
            <a:r>
              <a:rPr lang="en-US" altLang="zh-CN" sz="2800" dirty="0">
                <a:ea typeface="楷体_GB2312" panose="02010609030101010101" pitchFamily="49" charset="-122"/>
                <a:cs typeface="Times New Roman" panose="02020603050405020304" pitchFamily="18" charset="0"/>
              </a:rPr>
              <a:t>		</a:t>
            </a:r>
            <a:endParaRPr lang="zh-CN" altLang="en-US" sz="2800" dirty="0">
              <a:ea typeface="楷体_GB2312" panose="02010609030101010101" pitchFamily="49" charset="-122"/>
              <a:cs typeface="Times New Roman" panose="02020603050405020304" pitchFamily="18" charset="0"/>
            </a:endParaRPr>
          </a:p>
        </p:txBody>
      </p:sp>
      <p:sp>
        <p:nvSpPr>
          <p:cNvPr id="51203" name="Rectangle 2"/>
          <p:cNvSpPr>
            <a:spLocks noGrp="1" noChangeArrowheads="1"/>
          </p:cNvSpPr>
          <p:nvPr>
            <p:ph type="title"/>
          </p:nvPr>
        </p:nvSpPr>
        <p:spPr>
          <a:xfrm>
            <a:off x="755650" y="268288"/>
            <a:ext cx="7931150" cy="358775"/>
          </a:xfrm>
        </p:spPr>
        <p:txBody>
          <a:bodyPr/>
          <a:lstStyle/>
          <a:p>
            <a:pPr eaLnBrk="1" hangingPunct="1">
              <a:defRPr/>
            </a:pPr>
            <a:r>
              <a:rPr lang="zh-CN" altLang="en-US" spc="300" dirty="0">
                <a:latin typeface="微软雅黑" panose="020B0503020204020204" pitchFamily="34" charset="-122"/>
                <a:ea typeface="微软雅黑" panose="020B0503020204020204" pitchFamily="34" charset="-122"/>
                <a:cs typeface="Times New Roman" panose="02020603050405020304" pitchFamily="18" charset="0"/>
              </a:rPr>
              <a:t>对上下文无关文法的改造</a:t>
            </a:r>
            <a:endParaRPr lang="zh-CN" altLang="en-US" sz="2500" spc="300" dirty="0">
              <a:solidFill>
                <a:schemeClr val="tx1"/>
              </a:solidFill>
              <a:ea typeface="微软雅黑" panose="020B0503020204020204" pitchFamily="34" charset="-122"/>
              <a:cs typeface="Times New Roman" panose="02020603050405020304" pitchFamily="18" charset="0"/>
            </a:endParaRPr>
          </a:p>
        </p:txBody>
      </p:sp>
      <p:sp>
        <p:nvSpPr>
          <p:cNvPr id="3" name="下箭头 2"/>
          <p:cNvSpPr/>
          <p:nvPr/>
        </p:nvSpPr>
        <p:spPr>
          <a:xfrm rot="16200000">
            <a:off x="4372261" y="2355850"/>
            <a:ext cx="1081088" cy="431800"/>
          </a:xfrm>
          <a:prstGeom prst="downArrow">
            <a:avLst/>
          </a:prstGeom>
          <a:solidFill>
            <a:schemeClr val="tx2">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FFFFFF"/>
              </a:solidFill>
            </a:endParaRPr>
          </a:p>
        </p:txBody>
      </p:sp>
      <p:sp>
        <p:nvSpPr>
          <p:cNvPr id="2" name="矩形 1"/>
          <p:cNvSpPr/>
          <p:nvPr/>
        </p:nvSpPr>
        <p:spPr>
          <a:xfrm>
            <a:off x="755651" y="3939902"/>
            <a:ext cx="7632774" cy="861774"/>
          </a:xfrm>
          <a:prstGeom prst="rect">
            <a:avLst/>
          </a:prstGeom>
          <a:solidFill>
            <a:schemeClr val="accent5">
              <a:lumMod val="60000"/>
              <a:lumOff val="40000"/>
            </a:schemeClr>
          </a:solidFill>
          <a:ln w="12700">
            <a:solidFill>
              <a:schemeClr val="tx1"/>
            </a:solidFill>
          </a:ln>
        </p:spPr>
        <p:txBody>
          <a:bodyPr wrap="square">
            <a:spAutoFit/>
          </a:bodyPr>
          <a:lstStyle/>
          <a:p>
            <a:pPr eaLnBrk="1" hangingPunct="1">
              <a:defRPr/>
            </a:pPr>
            <a:r>
              <a:rPr lang="zh-CN" altLang="en-US" sz="2500" b="1" kern="0" dirty="0">
                <a:latin typeface="+mn-ea"/>
                <a:ea typeface="+mn-ea"/>
                <a:cs typeface="Times New Roman" panose="02020603050405020304" pitchFamily="18" charset="0"/>
              </a:rPr>
              <a:t>思想：通过提取左公因子改写产生式来</a:t>
            </a:r>
            <a:r>
              <a:rPr lang="zh-CN" altLang="en-US" sz="2500" b="1" kern="0" dirty="0">
                <a:solidFill>
                  <a:schemeClr val="tx2">
                    <a:lumMod val="60000"/>
                    <a:lumOff val="40000"/>
                  </a:schemeClr>
                </a:solidFill>
                <a:latin typeface="+mn-ea"/>
                <a:ea typeface="+mn-ea"/>
                <a:cs typeface="Times New Roman" panose="02020603050405020304" pitchFamily="18" charset="0"/>
              </a:rPr>
              <a:t>推迟决定</a:t>
            </a:r>
            <a:r>
              <a:rPr lang="zh-CN" altLang="en-US" sz="2500" b="1" kern="0" dirty="0">
                <a:latin typeface="+mn-ea"/>
                <a:ea typeface="+mn-ea"/>
                <a:cs typeface="Times New Roman" panose="02020603050405020304" pitchFamily="18" charset="0"/>
              </a:rPr>
              <a:t>，待读入了足够多的输入时，便能做出确定的选择。</a:t>
            </a:r>
          </a:p>
        </p:txBody>
      </p:sp>
      <p:sp>
        <p:nvSpPr>
          <p:cNvPr id="6" name="Rectangle 3"/>
          <p:cNvSpPr txBox="1">
            <a:spLocks noChangeArrowheads="1"/>
          </p:cNvSpPr>
          <p:nvPr/>
        </p:nvSpPr>
        <p:spPr bwMode="auto">
          <a:xfrm>
            <a:off x="5094144" y="1563638"/>
            <a:ext cx="2747960" cy="219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0" fontAlgn="base" hangingPunct="0">
              <a:spcBef>
                <a:spcPct val="20000"/>
              </a:spcBef>
              <a:spcAft>
                <a:spcPct val="0"/>
              </a:spcAft>
              <a:buClrTx/>
              <a:buSzPct val="100000"/>
              <a:buFont typeface="Wingdings" panose="05000000000000000000" pitchFamily="2" charset="2"/>
              <a:buChar char="Ø"/>
              <a:defRPr sz="2400" b="1" kern="1200" baseline="0">
                <a:solidFill>
                  <a:schemeClr val="tx1"/>
                </a:solidFill>
                <a:latin typeface="Times New Roman" panose="02020603050405020304" pitchFamily="18" charset="0"/>
                <a:ea typeface="+mn-ea"/>
                <a:cs typeface="+mn-cs"/>
              </a:defRPr>
            </a:lvl1pPr>
            <a:lvl2pPr marL="576580" indent="-273050" algn="l" rtl="0" eaLnBrk="0" fontAlgn="base" hangingPunct="0">
              <a:spcBef>
                <a:spcPct val="20000"/>
              </a:spcBef>
              <a:spcAft>
                <a:spcPct val="0"/>
              </a:spcAft>
              <a:buClrTx/>
              <a:buSzPct val="100000"/>
              <a:buFont typeface="Wingdings" panose="05000000000000000000" pitchFamily="2" charset="2"/>
              <a:buChar char="Ø"/>
              <a:defRPr sz="2200" b="1" kern="1200" baseline="0">
                <a:solidFill>
                  <a:schemeClr val="tx1"/>
                </a:solidFill>
                <a:latin typeface="Times New Roman" panose="02020603050405020304" pitchFamily="18" charset="0"/>
                <a:ea typeface="+mn-ea"/>
                <a:cs typeface="+mn-cs"/>
              </a:defRPr>
            </a:lvl2pPr>
            <a:lvl3pPr marL="855980" indent="-228600" algn="l" rtl="0" eaLnBrk="0" fontAlgn="base" hangingPunct="0">
              <a:spcBef>
                <a:spcPct val="20000"/>
              </a:spcBef>
              <a:spcAft>
                <a:spcPct val="0"/>
              </a:spcAft>
              <a:buClrTx/>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3pPr>
            <a:lvl4pPr marL="1143000" indent="-228600" algn="l" rtl="0" eaLnBrk="0" fontAlgn="base" hangingPunct="0">
              <a:spcBef>
                <a:spcPct val="20000"/>
              </a:spcBef>
              <a:spcAft>
                <a:spcPct val="0"/>
              </a:spcAft>
              <a:buClrTx/>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4pPr>
            <a:lvl5pPr marL="1462405" indent="-228600" algn="l" rtl="0" eaLnBrk="0" fontAlgn="base" hangingPunct="0">
              <a:spcBef>
                <a:spcPct val="20000"/>
              </a:spcBef>
              <a:spcAft>
                <a:spcPct val="0"/>
              </a:spcAft>
              <a:buClrTx/>
              <a:buSzPct val="100000"/>
              <a:buFont typeface="Wingdings" panose="05000000000000000000" pitchFamily="2" charset="2"/>
              <a:buChar char="Ø"/>
              <a:defRPr sz="1600" b="1" kern="1200" baseline="0">
                <a:solidFill>
                  <a:schemeClr val="tx1"/>
                </a:solidFill>
                <a:latin typeface="Times New Roman" panose="02020603050405020304" pitchFamily="18" charset="0"/>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a:lstStyle>
          <a:p>
            <a:pPr eaLnBrk="1" hangingPunct="1">
              <a:lnSpc>
                <a:spcPct val="80000"/>
              </a:lnSpc>
              <a:defRPr/>
            </a:pPr>
            <a:r>
              <a:rPr lang="zh-CN" altLang="en-US" sz="2600" dirty="0">
                <a:cs typeface="Times New Roman" panose="02020603050405020304" pitchFamily="18" charset="0"/>
              </a:rPr>
              <a:t>文法</a:t>
            </a:r>
            <a:r>
              <a:rPr lang="en-US" altLang="zh-CN" sz="2600" i="1" dirty="0">
                <a:cs typeface="Times New Roman" panose="02020603050405020304" pitchFamily="18" charset="0"/>
              </a:rPr>
              <a:t>G </a:t>
            </a:r>
            <a:r>
              <a:rPr lang="en-US" altLang="zh-CN" sz="2600" i="1" dirty="0">
                <a:ea typeface="楷体_GB2312" panose="02010609030101010101" pitchFamily="49" charset="-122"/>
                <a:cs typeface="Times New Roman" panose="02020603050405020304" pitchFamily="18" charset="0"/>
              </a:rPr>
              <a:t>'</a:t>
            </a:r>
          </a:p>
          <a:p>
            <a:pPr marL="627380" lvl="2" indent="0" eaLnBrk="1" hangingPunct="1">
              <a:lnSpc>
                <a:spcPct val="90000"/>
              </a:lnSpc>
              <a:buNone/>
              <a:defRPr/>
            </a:pPr>
            <a:r>
              <a:rPr lang="en-US" altLang="zh-CN" sz="2800" i="1" dirty="0">
                <a:ea typeface="楷体_GB2312" panose="02010609030101010101" pitchFamily="49" charset="-122"/>
                <a:cs typeface="Times New Roman" panose="02020603050405020304" pitchFamily="18" charset="0"/>
              </a:rPr>
              <a:t>S → </a:t>
            </a:r>
            <a:r>
              <a:rPr lang="en-US" altLang="zh-CN" sz="2800" i="1" dirty="0">
                <a:solidFill>
                  <a:srgbClr val="0070C0"/>
                </a:solidFill>
                <a:ea typeface="楷体_GB2312" panose="02010609030101010101" pitchFamily="49" charset="-122"/>
                <a:cs typeface="Times New Roman" panose="02020603050405020304" pitchFamily="18" charset="0"/>
              </a:rPr>
              <a:t>a</a:t>
            </a:r>
            <a:r>
              <a:rPr lang="en-US" altLang="zh-CN" sz="2800" i="1" dirty="0">
                <a:ea typeface="楷体_GB2312" panose="02010609030101010101" pitchFamily="49" charset="-122"/>
                <a:cs typeface="Times New Roman" panose="02020603050405020304" pitchFamily="18" charset="0"/>
              </a:rPr>
              <a:t> </a:t>
            </a:r>
            <a:r>
              <a:rPr lang="en-US" altLang="zh-CN" sz="2800" i="1" dirty="0">
                <a:solidFill>
                  <a:srgbClr val="FF0000"/>
                </a:solidFill>
                <a:ea typeface="楷体_GB2312" panose="02010609030101010101" pitchFamily="49" charset="-122"/>
                <a:cs typeface="Times New Roman" panose="02020603050405020304" pitchFamily="18" charset="0"/>
              </a:rPr>
              <a:t>S'</a:t>
            </a:r>
          </a:p>
          <a:p>
            <a:pPr marL="627380" lvl="2" indent="0" eaLnBrk="1" hangingPunct="1">
              <a:lnSpc>
                <a:spcPct val="90000"/>
              </a:lnSpc>
              <a:buNone/>
              <a:defRPr/>
            </a:pPr>
            <a:r>
              <a:rPr lang="en-US" altLang="zh-CN" sz="2800" i="1" dirty="0">
                <a:solidFill>
                  <a:srgbClr val="FF0000"/>
                </a:solidFill>
                <a:ea typeface="楷体_GB2312" panose="02010609030101010101" pitchFamily="49" charset="-122"/>
                <a:cs typeface="Times New Roman" panose="02020603050405020304" pitchFamily="18" charset="0"/>
              </a:rPr>
              <a:t>S' → Ad | Be</a:t>
            </a:r>
          </a:p>
          <a:p>
            <a:pPr marL="627380" lvl="2" indent="0" eaLnBrk="1" hangingPunct="1">
              <a:lnSpc>
                <a:spcPct val="90000"/>
              </a:lnSpc>
              <a:buNone/>
              <a:defRPr/>
            </a:pPr>
            <a:r>
              <a:rPr lang="en-US" altLang="zh-CN" sz="2800" i="1" dirty="0">
                <a:ea typeface="楷体_GB2312" panose="02010609030101010101" pitchFamily="49" charset="-122"/>
                <a:cs typeface="Times New Roman" panose="02020603050405020304" pitchFamily="18" charset="0"/>
              </a:rPr>
              <a:t>A → c</a:t>
            </a:r>
          </a:p>
          <a:p>
            <a:pPr marL="627380" lvl="2" indent="0" eaLnBrk="1" hangingPunct="1">
              <a:lnSpc>
                <a:spcPct val="90000"/>
              </a:lnSpc>
              <a:buNone/>
              <a:defRPr/>
            </a:pPr>
            <a:r>
              <a:rPr lang="en-US" altLang="zh-CN" sz="2800" i="1" dirty="0">
                <a:ea typeface="楷体_GB2312" panose="02010609030101010101" pitchFamily="49" charset="-122"/>
                <a:cs typeface="Times New Roman" panose="02020603050405020304" pitchFamily="18" charset="0"/>
              </a:rPr>
              <a:t>B → b</a:t>
            </a:r>
          </a:p>
        </p:txBody>
      </p:sp>
      <p:sp>
        <p:nvSpPr>
          <p:cNvPr id="4" name="矩形 3"/>
          <p:cNvSpPr/>
          <p:nvPr/>
        </p:nvSpPr>
        <p:spPr>
          <a:xfrm>
            <a:off x="854087" y="913776"/>
            <a:ext cx="5614037" cy="523220"/>
          </a:xfrm>
          <a:prstGeom prst="rect">
            <a:avLst/>
          </a:prstGeom>
        </p:spPr>
        <p:txBody>
          <a:bodyPr wrap="none">
            <a:spAutoFit/>
          </a:bodyPr>
          <a:lstStyle/>
          <a:p>
            <a:r>
              <a:rPr lang="en-US" altLang="zh-CN" sz="2800" b="1" spc="300" dirty="0">
                <a:solidFill>
                  <a:srgbClr val="0070C0"/>
                </a:solidFill>
                <a:latin typeface="Times New Roman" panose="02020603050405020304" pitchFamily="18" charset="0"/>
                <a:ea typeface="+mn-ea"/>
                <a:cs typeface="Times New Roman" panose="02020603050405020304" pitchFamily="18" charset="0"/>
              </a:rPr>
              <a:t>2. </a:t>
            </a:r>
            <a:r>
              <a:rPr lang="zh-CN" altLang="en-US" sz="2800" b="1" spc="300" dirty="0">
                <a:solidFill>
                  <a:srgbClr val="0070C0"/>
                </a:solidFill>
                <a:latin typeface="Times New Roman" panose="02020603050405020304" pitchFamily="18" charset="0"/>
                <a:ea typeface="+mn-ea"/>
                <a:cs typeface="Times New Roman" panose="02020603050405020304" pitchFamily="18" charset="0"/>
              </a:rPr>
              <a:t>提取左公因子</a:t>
            </a:r>
            <a:r>
              <a:rPr lang="en-US" altLang="zh-CN" sz="2800" b="1" spc="300" dirty="0">
                <a:solidFill>
                  <a:srgbClr val="0070C0"/>
                </a:solidFill>
                <a:latin typeface="Times New Roman" panose="02020603050405020304" pitchFamily="18" charset="0"/>
                <a:ea typeface="+mn-ea"/>
                <a:cs typeface="Times New Roman" panose="02020603050405020304" pitchFamily="18" charset="0"/>
              </a:rPr>
              <a:t>(</a:t>
            </a:r>
            <a:r>
              <a:rPr lang="en-US" altLang="zh-CN" sz="2800" b="1" i="1" dirty="0">
                <a:solidFill>
                  <a:srgbClr val="0070C0"/>
                </a:solidFill>
                <a:latin typeface="Times New Roman" panose="02020603050405020304" pitchFamily="18" charset="0"/>
                <a:ea typeface="+mn-ea"/>
                <a:cs typeface="Times New Roman" panose="02020603050405020304" pitchFamily="18" charset="0"/>
              </a:rPr>
              <a:t>Left Factoring </a:t>
            </a:r>
            <a:r>
              <a:rPr lang="en-US" altLang="zh-CN" sz="2800" b="1" spc="300" dirty="0">
                <a:solidFill>
                  <a:srgbClr val="0070C0"/>
                </a:solidFill>
                <a:latin typeface="Times New Roman" panose="02020603050405020304" pitchFamily="18" charset="0"/>
                <a:ea typeface="+mn-ea"/>
                <a:cs typeface="Times New Roman" panose="02020603050405020304" pitchFamily="18" charset="0"/>
              </a:rPr>
              <a:t>)</a:t>
            </a:r>
            <a:endParaRPr lang="zh-CN" altLang="en-US" sz="2800" b="1" dirty="0">
              <a:solidFill>
                <a:srgbClr val="0070C0"/>
              </a:solidFill>
              <a:latin typeface="Times New Roman" panose="02020603050405020304" pitchFamily="18" charset="0"/>
              <a:ea typeface="+mn-ea"/>
              <a:cs typeface="Times New Roman" panose="02020603050405020304" pitchFamily="18" charset="0"/>
            </a:endParaRPr>
          </a:p>
        </p:txBody>
      </p:sp>
      <p:sp>
        <p:nvSpPr>
          <p:cNvPr id="7" name="灯片编号占位符 6"/>
          <p:cNvSpPr>
            <a:spLocks noGrp="1"/>
          </p:cNvSpPr>
          <p:nvPr>
            <p:ph type="sldNum" sz="quarter" idx="12"/>
          </p:nvPr>
        </p:nvSpPr>
        <p:spPr/>
        <p:txBody>
          <a:bodyPr/>
          <a:lstStyle/>
          <a:p>
            <a:pPr>
              <a:defRPr/>
            </a:pPr>
            <a:fld id="{EA567855-7F13-4FC5-AD61-2B82F6443E16}" type="slidenum">
              <a:rPr lang="zh-CN" altLang="en-US" smtClean="0"/>
              <a:t>14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89475">
                                            <p:txEl>
                                              <p:pRg st="0" end="0"/>
                                            </p:txEl>
                                          </p:spTgt>
                                        </p:tgtEl>
                                        <p:attrNameLst>
                                          <p:attrName>style.visibility</p:attrName>
                                        </p:attrNameLst>
                                      </p:cBhvr>
                                      <p:to>
                                        <p:strVal val="visible"/>
                                      </p:to>
                                    </p:set>
                                    <p:anim calcmode="lin" valueType="num">
                                      <p:cBhvr>
                                        <p:cTn id="7" dur="500" fill="hold"/>
                                        <p:tgtEl>
                                          <p:spTgt spid="48947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8947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89475">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489475">
                                            <p:txEl>
                                              <p:pRg st="1" end="1"/>
                                            </p:txEl>
                                          </p:spTgt>
                                        </p:tgtEl>
                                        <p:attrNameLst>
                                          <p:attrName>style.visibility</p:attrName>
                                        </p:attrNameLst>
                                      </p:cBhvr>
                                      <p:to>
                                        <p:strVal val="visible"/>
                                      </p:to>
                                    </p:set>
                                    <p:anim calcmode="lin" valueType="num">
                                      <p:cBhvr>
                                        <p:cTn id="12" dur="500" fill="hold"/>
                                        <p:tgtEl>
                                          <p:spTgt spid="489475">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489475">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489475">
                                            <p:txEl>
                                              <p:pRg st="1" end="1"/>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489475">
                                            <p:txEl>
                                              <p:pRg st="2" end="2"/>
                                            </p:txEl>
                                          </p:spTgt>
                                        </p:tgtEl>
                                        <p:attrNameLst>
                                          <p:attrName>style.visibility</p:attrName>
                                        </p:attrNameLst>
                                      </p:cBhvr>
                                      <p:to>
                                        <p:strVal val="visible"/>
                                      </p:to>
                                    </p:set>
                                    <p:anim calcmode="lin" valueType="num">
                                      <p:cBhvr>
                                        <p:cTn id="17" dur="500" fill="hold"/>
                                        <p:tgtEl>
                                          <p:spTgt spid="489475">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489475">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489475">
                                            <p:txEl>
                                              <p:pRg st="2" end="2"/>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489475">
                                            <p:txEl>
                                              <p:pRg st="3" end="3"/>
                                            </p:txEl>
                                          </p:spTgt>
                                        </p:tgtEl>
                                        <p:attrNameLst>
                                          <p:attrName>style.visibility</p:attrName>
                                        </p:attrNameLst>
                                      </p:cBhvr>
                                      <p:to>
                                        <p:strVal val="visible"/>
                                      </p:to>
                                    </p:set>
                                    <p:anim calcmode="lin" valueType="num">
                                      <p:cBhvr>
                                        <p:cTn id="22" dur="500" fill="hold"/>
                                        <p:tgtEl>
                                          <p:spTgt spid="489475">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489475">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489475">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p:cTn id="29" dur="500" fill="hold"/>
                                        <p:tgtEl>
                                          <p:spTgt spid="3"/>
                                        </p:tgtEl>
                                        <p:attrNameLst>
                                          <p:attrName>ppt_w</p:attrName>
                                        </p:attrNameLst>
                                      </p:cBhvr>
                                      <p:tavLst>
                                        <p:tav tm="0">
                                          <p:val>
                                            <p:fltVal val="0"/>
                                          </p:val>
                                        </p:tav>
                                        <p:tav tm="100000">
                                          <p:val>
                                            <p:strVal val="#ppt_w"/>
                                          </p:val>
                                        </p:tav>
                                      </p:tavLst>
                                    </p:anim>
                                    <p:anim calcmode="lin" valueType="num">
                                      <p:cBhvr>
                                        <p:cTn id="30" dur="500" fill="hold"/>
                                        <p:tgtEl>
                                          <p:spTgt spid="3"/>
                                        </p:tgtEl>
                                        <p:attrNameLst>
                                          <p:attrName>ppt_h</p:attrName>
                                        </p:attrNameLst>
                                      </p:cBhvr>
                                      <p:tavLst>
                                        <p:tav tm="0">
                                          <p:val>
                                            <p:fltVal val="0"/>
                                          </p:val>
                                        </p:tav>
                                        <p:tav tm="100000">
                                          <p:val>
                                            <p:strVal val="#ppt_h"/>
                                          </p:val>
                                        </p:tav>
                                      </p:tavLst>
                                    </p:anim>
                                    <p:animEffect transition="in" filter="fade">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p:cTn id="36" dur="500" fill="hold"/>
                                        <p:tgtEl>
                                          <p:spTgt spid="2"/>
                                        </p:tgtEl>
                                        <p:attrNameLst>
                                          <p:attrName>ppt_w</p:attrName>
                                        </p:attrNameLst>
                                      </p:cBhvr>
                                      <p:tavLst>
                                        <p:tav tm="0">
                                          <p:val>
                                            <p:fltVal val="0"/>
                                          </p:val>
                                        </p:tav>
                                        <p:tav tm="100000">
                                          <p:val>
                                            <p:strVal val="#ppt_w"/>
                                          </p:val>
                                        </p:tav>
                                      </p:tavLst>
                                    </p:anim>
                                    <p:anim calcmode="lin" valueType="num">
                                      <p:cBhvr>
                                        <p:cTn id="37" dur="500" fill="hold"/>
                                        <p:tgtEl>
                                          <p:spTgt spid="2"/>
                                        </p:tgtEl>
                                        <p:attrNameLst>
                                          <p:attrName>ppt_h</p:attrName>
                                        </p:attrNameLst>
                                      </p:cBhvr>
                                      <p:tavLst>
                                        <p:tav tm="0">
                                          <p:val>
                                            <p:fltVal val="0"/>
                                          </p:val>
                                        </p:tav>
                                        <p:tav tm="100000">
                                          <p:val>
                                            <p:strVal val="#ppt_h"/>
                                          </p:val>
                                        </p:tav>
                                      </p:tavLst>
                                    </p:anim>
                                    <p:animEffect transition="in" filter="fade">
                                      <p:cBhvr>
                                        <p:cTn id="38" dur="500"/>
                                        <p:tgtEl>
                                          <p:spTgt spid="2"/>
                                        </p:tgtEl>
                                      </p:cBhvr>
                                    </p:animEffect>
                                  </p:childTnLst>
                                </p:cTn>
                              </p:par>
                              <p:par>
                                <p:cTn id="39" presetID="53" presetClass="entr" presetSubtype="16" fill="hold" nodeType="withEffect">
                                  <p:stCondLst>
                                    <p:cond delay="0"/>
                                  </p:stCondLst>
                                  <p:childTnLst>
                                    <p:set>
                                      <p:cBhvr>
                                        <p:cTn id="40" dur="1" fill="hold">
                                          <p:stCondLst>
                                            <p:cond delay="0"/>
                                          </p:stCondLst>
                                        </p:cTn>
                                        <p:tgtEl>
                                          <p:spTgt spid="6">
                                            <p:txEl>
                                              <p:pRg st="0" end="0"/>
                                            </p:txEl>
                                          </p:spTgt>
                                        </p:tgtEl>
                                        <p:attrNameLst>
                                          <p:attrName>style.visibility</p:attrName>
                                        </p:attrNameLst>
                                      </p:cBhvr>
                                      <p:to>
                                        <p:strVal val="visible"/>
                                      </p:to>
                                    </p:set>
                                    <p:anim calcmode="lin" valueType="num">
                                      <p:cBhvr>
                                        <p:cTn id="41"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42"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43" dur="500"/>
                                        <p:tgtEl>
                                          <p:spTgt spid="6">
                                            <p:txEl>
                                              <p:pRg st="0" end="0"/>
                                            </p:txEl>
                                          </p:spTgt>
                                        </p:tgtEl>
                                      </p:cBhvr>
                                    </p:animEffect>
                                  </p:childTnLst>
                                </p:cTn>
                              </p:par>
                              <p:par>
                                <p:cTn id="44" presetID="53" presetClass="entr" presetSubtype="16" fill="hold" nodeType="withEffect">
                                  <p:stCondLst>
                                    <p:cond delay="0"/>
                                  </p:stCondLst>
                                  <p:childTnLst>
                                    <p:set>
                                      <p:cBhvr>
                                        <p:cTn id="45" dur="1" fill="hold">
                                          <p:stCondLst>
                                            <p:cond delay="0"/>
                                          </p:stCondLst>
                                        </p:cTn>
                                        <p:tgtEl>
                                          <p:spTgt spid="6">
                                            <p:txEl>
                                              <p:pRg st="1" end="1"/>
                                            </p:txEl>
                                          </p:spTgt>
                                        </p:tgtEl>
                                        <p:attrNameLst>
                                          <p:attrName>style.visibility</p:attrName>
                                        </p:attrNameLst>
                                      </p:cBhvr>
                                      <p:to>
                                        <p:strVal val="visible"/>
                                      </p:to>
                                    </p:set>
                                    <p:anim calcmode="lin" valueType="num">
                                      <p:cBhvr>
                                        <p:cTn id="46" dur="500" fill="hold"/>
                                        <p:tgtEl>
                                          <p:spTgt spid="6">
                                            <p:txEl>
                                              <p:pRg st="1" end="1"/>
                                            </p:txEl>
                                          </p:spTgt>
                                        </p:tgtEl>
                                        <p:attrNameLst>
                                          <p:attrName>ppt_w</p:attrName>
                                        </p:attrNameLst>
                                      </p:cBhvr>
                                      <p:tavLst>
                                        <p:tav tm="0">
                                          <p:val>
                                            <p:fltVal val="0"/>
                                          </p:val>
                                        </p:tav>
                                        <p:tav tm="100000">
                                          <p:val>
                                            <p:strVal val="#ppt_w"/>
                                          </p:val>
                                        </p:tav>
                                      </p:tavLst>
                                    </p:anim>
                                    <p:anim calcmode="lin" valueType="num">
                                      <p:cBhvr>
                                        <p:cTn id="47" dur="500" fill="hold"/>
                                        <p:tgtEl>
                                          <p:spTgt spid="6">
                                            <p:txEl>
                                              <p:pRg st="1" end="1"/>
                                            </p:txEl>
                                          </p:spTgt>
                                        </p:tgtEl>
                                        <p:attrNameLst>
                                          <p:attrName>ppt_h</p:attrName>
                                        </p:attrNameLst>
                                      </p:cBhvr>
                                      <p:tavLst>
                                        <p:tav tm="0">
                                          <p:val>
                                            <p:fltVal val="0"/>
                                          </p:val>
                                        </p:tav>
                                        <p:tav tm="100000">
                                          <p:val>
                                            <p:strVal val="#ppt_h"/>
                                          </p:val>
                                        </p:tav>
                                      </p:tavLst>
                                    </p:anim>
                                    <p:animEffect transition="in" filter="fade">
                                      <p:cBhvr>
                                        <p:cTn id="48" dur="500"/>
                                        <p:tgtEl>
                                          <p:spTgt spid="6">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nodeType="click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anim calcmode="lin" valueType="num">
                                      <p:cBhvr>
                                        <p:cTn id="53" dur="500" fill="hold"/>
                                        <p:tgtEl>
                                          <p:spTgt spid="6">
                                            <p:txEl>
                                              <p:pRg st="2" end="2"/>
                                            </p:txEl>
                                          </p:spTgt>
                                        </p:tgtEl>
                                        <p:attrNameLst>
                                          <p:attrName>ppt_w</p:attrName>
                                        </p:attrNameLst>
                                      </p:cBhvr>
                                      <p:tavLst>
                                        <p:tav tm="0">
                                          <p:val>
                                            <p:fltVal val="0"/>
                                          </p:val>
                                        </p:tav>
                                        <p:tav tm="100000">
                                          <p:val>
                                            <p:strVal val="#ppt_w"/>
                                          </p:val>
                                        </p:tav>
                                      </p:tavLst>
                                    </p:anim>
                                    <p:anim calcmode="lin" valueType="num">
                                      <p:cBhvr>
                                        <p:cTn id="54" dur="500" fill="hold"/>
                                        <p:tgtEl>
                                          <p:spTgt spid="6">
                                            <p:txEl>
                                              <p:pRg st="2" end="2"/>
                                            </p:txEl>
                                          </p:spTgt>
                                        </p:tgtEl>
                                        <p:attrNameLst>
                                          <p:attrName>ppt_h</p:attrName>
                                        </p:attrNameLst>
                                      </p:cBhvr>
                                      <p:tavLst>
                                        <p:tav tm="0">
                                          <p:val>
                                            <p:fltVal val="0"/>
                                          </p:val>
                                        </p:tav>
                                        <p:tav tm="100000">
                                          <p:val>
                                            <p:strVal val="#ppt_h"/>
                                          </p:val>
                                        </p:tav>
                                      </p:tavLst>
                                    </p:anim>
                                    <p:animEffect transition="in" filter="fade">
                                      <p:cBhvr>
                                        <p:cTn id="55" dur="500"/>
                                        <p:tgtEl>
                                          <p:spTgt spid="6">
                                            <p:txEl>
                                              <p:pRg st="2" end="2"/>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nodeType="clickEffect">
                                  <p:stCondLst>
                                    <p:cond delay="0"/>
                                  </p:stCondLst>
                                  <p:childTnLst>
                                    <p:set>
                                      <p:cBhvr>
                                        <p:cTn id="59" dur="1" fill="hold">
                                          <p:stCondLst>
                                            <p:cond delay="0"/>
                                          </p:stCondLst>
                                        </p:cTn>
                                        <p:tgtEl>
                                          <p:spTgt spid="6">
                                            <p:txEl>
                                              <p:pRg st="3" end="3"/>
                                            </p:txEl>
                                          </p:spTgt>
                                        </p:tgtEl>
                                        <p:attrNameLst>
                                          <p:attrName>style.visibility</p:attrName>
                                        </p:attrNameLst>
                                      </p:cBhvr>
                                      <p:to>
                                        <p:strVal val="visible"/>
                                      </p:to>
                                    </p:set>
                                    <p:anim calcmode="lin" valueType="num">
                                      <p:cBhvr>
                                        <p:cTn id="60" dur="500" fill="hold"/>
                                        <p:tgtEl>
                                          <p:spTgt spid="6">
                                            <p:txEl>
                                              <p:pRg st="3" end="3"/>
                                            </p:txEl>
                                          </p:spTgt>
                                        </p:tgtEl>
                                        <p:attrNameLst>
                                          <p:attrName>ppt_w</p:attrName>
                                        </p:attrNameLst>
                                      </p:cBhvr>
                                      <p:tavLst>
                                        <p:tav tm="0">
                                          <p:val>
                                            <p:fltVal val="0"/>
                                          </p:val>
                                        </p:tav>
                                        <p:tav tm="100000">
                                          <p:val>
                                            <p:strVal val="#ppt_w"/>
                                          </p:val>
                                        </p:tav>
                                      </p:tavLst>
                                    </p:anim>
                                    <p:anim calcmode="lin" valueType="num">
                                      <p:cBhvr>
                                        <p:cTn id="61" dur="500" fill="hold"/>
                                        <p:tgtEl>
                                          <p:spTgt spid="6">
                                            <p:txEl>
                                              <p:pRg st="3" end="3"/>
                                            </p:txEl>
                                          </p:spTgt>
                                        </p:tgtEl>
                                        <p:attrNameLst>
                                          <p:attrName>ppt_h</p:attrName>
                                        </p:attrNameLst>
                                      </p:cBhvr>
                                      <p:tavLst>
                                        <p:tav tm="0">
                                          <p:val>
                                            <p:fltVal val="0"/>
                                          </p:val>
                                        </p:tav>
                                        <p:tav tm="100000">
                                          <p:val>
                                            <p:strVal val="#ppt_h"/>
                                          </p:val>
                                        </p:tav>
                                      </p:tavLst>
                                    </p:anim>
                                    <p:animEffect transition="in" filter="fade">
                                      <p:cBhvr>
                                        <p:cTn id="62" dur="500"/>
                                        <p:tgtEl>
                                          <p:spTgt spid="6">
                                            <p:txEl>
                                              <p:pRg st="3" end="3"/>
                                            </p:txEl>
                                          </p:spTgt>
                                        </p:tgtEl>
                                      </p:cBhvr>
                                    </p:animEffect>
                                  </p:childTnLst>
                                </p:cTn>
                              </p:par>
                              <p:par>
                                <p:cTn id="63" presetID="53" presetClass="entr" presetSubtype="16" fill="hold" nodeType="withEffect">
                                  <p:stCondLst>
                                    <p:cond delay="0"/>
                                  </p:stCondLst>
                                  <p:childTnLst>
                                    <p:set>
                                      <p:cBhvr>
                                        <p:cTn id="64" dur="1" fill="hold">
                                          <p:stCondLst>
                                            <p:cond delay="0"/>
                                          </p:stCondLst>
                                        </p:cTn>
                                        <p:tgtEl>
                                          <p:spTgt spid="6">
                                            <p:txEl>
                                              <p:pRg st="4" end="4"/>
                                            </p:txEl>
                                          </p:spTgt>
                                        </p:tgtEl>
                                        <p:attrNameLst>
                                          <p:attrName>style.visibility</p:attrName>
                                        </p:attrNameLst>
                                      </p:cBhvr>
                                      <p:to>
                                        <p:strVal val="visible"/>
                                      </p:to>
                                    </p:set>
                                    <p:anim calcmode="lin" valueType="num">
                                      <p:cBhvr>
                                        <p:cTn id="65" dur="500" fill="hold"/>
                                        <p:tgtEl>
                                          <p:spTgt spid="6">
                                            <p:txEl>
                                              <p:pRg st="4" end="4"/>
                                            </p:txEl>
                                          </p:spTgt>
                                        </p:tgtEl>
                                        <p:attrNameLst>
                                          <p:attrName>ppt_w</p:attrName>
                                        </p:attrNameLst>
                                      </p:cBhvr>
                                      <p:tavLst>
                                        <p:tav tm="0">
                                          <p:val>
                                            <p:fltVal val="0"/>
                                          </p:val>
                                        </p:tav>
                                        <p:tav tm="100000">
                                          <p:val>
                                            <p:strVal val="#ppt_w"/>
                                          </p:val>
                                        </p:tav>
                                      </p:tavLst>
                                    </p:anim>
                                    <p:anim calcmode="lin" valueType="num">
                                      <p:cBhvr>
                                        <p:cTn id="66" dur="500" fill="hold"/>
                                        <p:tgtEl>
                                          <p:spTgt spid="6">
                                            <p:txEl>
                                              <p:pRg st="4" end="4"/>
                                            </p:txEl>
                                          </p:spTgt>
                                        </p:tgtEl>
                                        <p:attrNameLst>
                                          <p:attrName>ppt_h</p:attrName>
                                        </p:attrNameLst>
                                      </p:cBhvr>
                                      <p:tavLst>
                                        <p:tav tm="0">
                                          <p:val>
                                            <p:fltVal val="0"/>
                                          </p:val>
                                        </p:tav>
                                        <p:tav tm="100000">
                                          <p:val>
                                            <p:strVal val="#ppt_h"/>
                                          </p:val>
                                        </p:tav>
                                      </p:tavLst>
                                    </p:anim>
                                    <p:animEffect transition="in" filter="fade">
                                      <p:cBhvr>
                                        <p:cTn id="6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内容占位符 2"/>
          <p:cNvSpPr>
            <a:spLocks noGrp="1"/>
          </p:cNvSpPr>
          <p:nvPr>
            <p:ph idx="1"/>
          </p:nvPr>
        </p:nvSpPr>
        <p:spPr>
          <a:xfrm>
            <a:off x="142875" y="785813"/>
            <a:ext cx="8858250" cy="1209675"/>
          </a:xfrm>
        </p:spPr>
        <p:txBody>
          <a:bodyPr/>
          <a:lstStyle/>
          <a:p>
            <a:pPr eaLnBrk="1" hangingPunct="1">
              <a:lnSpc>
                <a:spcPts val="2500"/>
              </a:lnSpc>
              <a:buClrTx/>
              <a:buFont typeface="Wingdings" panose="05000000000000000000" pitchFamily="2" charset="2"/>
              <a:buChar char="Ø"/>
            </a:pPr>
            <a:r>
              <a:rPr lang="zh-CN" altLang="en-US" sz="2000" b="1" dirty="0">
                <a:solidFill>
                  <a:schemeClr val="tx1"/>
                </a:solidFill>
                <a:cs typeface="Times New Roman" panose="02020603050405020304" pitchFamily="18" charset="0"/>
              </a:rPr>
              <a:t>输入：文法</a:t>
            </a:r>
            <a:r>
              <a:rPr lang="en-US" altLang="zh-CN" sz="2000" b="1" i="1" dirty="0">
                <a:solidFill>
                  <a:schemeClr val="tx1"/>
                </a:solidFill>
                <a:cs typeface="Times New Roman" panose="02020603050405020304" pitchFamily="18" charset="0"/>
              </a:rPr>
              <a:t>G</a:t>
            </a:r>
            <a:endParaRPr lang="en-US" altLang="zh-CN" sz="2000" b="1" dirty="0">
              <a:solidFill>
                <a:schemeClr val="tx1"/>
              </a:solidFill>
              <a:cs typeface="Times New Roman" panose="02020603050405020304" pitchFamily="18" charset="0"/>
            </a:endParaRPr>
          </a:p>
          <a:p>
            <a:pPr eaLnBrk="1" hangingPunct="1">
              <a:lnSpc>
                <a:spcPts val="2500"/>
              </a:lnSpc>
              <a:buClrTx/>
              <a:buFont typeface="Wingdings" panose="05000000000000000000" pitchFamily="2" charset="2"/>
              <a:buChar char="Ø"/>
            </a:pPr>
            <a:r>
              <a:rPr lang="zh-CN" altLang="en-US" sz="2000" b="1" dirty="0">
                <a:solidFill>
                  <a:schemeClr val="tx1"/>
                </a:solidFill>
                <a:cs typeface="Times New Roman" panose="02020603050405020304" pitchFamily="18" charset="0"/>
              </a:rPr>
              <a:t>输出：等价的提取了左公因子的文法</a:t>
            </a:r>
            <a:endParaRPr lang="en-US" altLang="zh-CN" sz="2000" b="1" dirty="0">
              <a:solidFill>
                <a:schemeClr val="tx1"/>
              </a:solidFill>
              <a:cs typeface="Times New Roman" panose="02020603050405020304" pitchFamily="18" charset="0"/>
            </a:endParaRPr>
          </a:p>
          <a:p>
            <a:pPr eaLnBrk="1" hangingPunct="1">
              <a:lnSpc>
                <a:spcPts val="2500"/>
              </a:lnSpc>
              <a:buClrTx/>
              <a:buFont typeface="Wingdings" panose="05000000000000000000" pitchFamily="2" charset="2"/>
              <a:buChar char="Ø"/>
            </a:pPr>
            <a:r>
              <a:rPr lang="zh-CN" altLang="en-US" sz="2000" b="1" dirty="0">
                <a:solidFill>
                  <a:schemeClr val="tx1"/>
                </a:solidFill>
                <a:cs typeface="Times New Roman" panose="02020603050405020304" pitchFamily="18" charset="0"/>
              </a:rPr>
              <a:t>方法：</a:t>
            </a:r>
            <a:endParaRPr lang="en-US" altLang="zh-CN" sz="2000" b="1" dirty="0">
              <a:solidFill>
                <a:schemeClr val="tx1"/>
              </a:solidFill>
              <a:cs typeface="Times New Roman" panose="02020603050405020304" pitchFamily="18" charset="0"/>
            </a:endParaRPr>
          </a:p>
          <a:p>
            <a:pPr eaLnBrk="1" hangingPunct="1">
              <a:lnSpc>
                <a:spcPts val="2500"/>
              </a:lnSpc>
              <a:buFont typeface="Wingdings" panose="05000000000000000000" pitchFamily="2" charset="2"/>
              <a:buNone/>
            </a:pPr>
            <a:r>
              <a:rPr lang="en-US" altLang="zh-CN" sz="2000" b="1" dirty="0">
                <a:solidFill>
                  <a:schemeClr val="tx1"/>
                </a:solidFill>
                <a:cs typeface="Times New Roman" panose="02020603050405020304" pitchFamily="18" charset="0"/>
              </a:rPr>
              <a:t>	</a:t>
            </a:r>
          </a:p>
        </p:txBody>
      </p:sp>
      <p:sp>
        <p:nvSpPr>
          <p:cNvPr id="53251" name="标题 1"/>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提取左公因子算法</a:t>
            </a:r>
          </a:p>
        </p:txBody>
      </p:sp>
      <p:sp>
        <p:nvSpPr>
          <p:cNvPr id="2" name="矩形 1"/>
          <p:cNvSpPr/>
          <p:nvPr/>
        </p:nvSpPr>
        <p:spPr>
          <a:xfrm>
            <a:off x="361315" y="1924050"/>
            <a:ext cx="8459788" cy="3160713"/>
          </a:xfrm>
          <a:prstGeom prst="rect">
            <a:avLst/>
          </a:prstGeom>
          <a:solidFill>
            <a:schemeClr val="accent2">
              <a:lumMod val="40000"/>
              <a:lumOff val="60000"/>
            </a:schemeClr>
          </a:solidFill>
          <a:ln>
            <a:solidFill>
              <a:schemeClr val="tx1"/>
            </a:solidFill>
          </a:ln>
        </p:spPr>
        <p:txBody>
          <a:bodyPr>
            <a:spAutoFit/>
          </a:bodyPr>
          <a:lstStyle/>
          <a:p>
            <a:pPr marL="273050" indent="-273050" eaLnBrk="1" hangingPunct="1">
              <a:lnSpc>
                <a:spcPts val="2500"/>
              </a:lnSpc>
              <a:spcBef>
                <a:spcPct val="20000"/>
              </a:spcBef>
              <a:buClr>
                <a:srgbClr val="31B6FD"/>
              </a:buClr>
              <a:buSzPct val="100000"/>
              <a:defRPr/>
            </a:pPr>
            <a:r>
              <a:rPr lang="zh-CN" altLang="en-US" b="1"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对于每个非终结符</a:t>
            </a:r>
            <a:r>
              <a:rPr lang="en-US" altLang="zh-CN" b="1" i="1"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A</a:t>
            </a:r>
            <a:r>
              <a:rPr lang="zh-CN" altLang="en-US" b="1"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，找出它的两个或多个选项之间的最长公共前缀</a:t>
            </a:r>
            <a:r>
              <a:rPr kumimoji="1" lang="en-US" altLang="zh-CN" b="1" i="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α</a:t>
            </a:r>
            <a:r>
              <a:rPr lang="zh-CN" altLang="en-US"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prstClr val="black"/>
                </a:solidFill>
                <a:latin typeface="楷体" panose="02010609060101010101" pitchFamily="49" charset="-122"/>
                <a:ea typeface="华文楷体" panose="02010600040101010101" pitchFamily="2" charset="-122"/>
                <a:cs typeface="Times New Roman" panose="02020603050405020304" pitchFamily="18" charset="0"/>
              </a:rPr>
              <a:t>如果</a:t>
            </a:r>
            <a:r>
              <a:rPr kumimoji="1" lang="en-US" altLang="zh-CN" b="1" i="1" dirty="0">
                <a:solidFill>
                  <a:srgbClr val="FF0000"/>
                </a:solidFill>
                <a:latin typeface="Times New Roman" panose="02020603050405020304" pitchFamily="18" charset="0"/>
                <a:ea typeface="楷体_GB2312" panose="02010609030101010101" pitchFamily="49" charset="-122"/>
              </a:rPr>
              <a:t>α </a:t>
            </a:r>
            <a:r>
              <a:rPr lang="en-US" altLang="zh-CN" b="1" dirty="0">
                <a:solidFill>
                  <a:prstClr val="black"/>
                </a:solidFill>
                <a:latin typeface="Times New Roman" panose="02020603050405020304" pitchFamily="18" charset="0"/>
                <a:ea typeface="华文楷体" panose="02010600040101010101" pitchFamily="2" charset="-122"/>
              </a:rPr>
              <a:t>≠ </a:t>
            </a:r>
            <a:r>
              <a:rPr lang="en-US" altLang="zh-CN" b="1" i="1" dirty="0">
                <a:solidFill>
                  <a:prstClr val="black"/>
                </a:solidFill>
                <a:latin typeface="Times New Roman" panose="02020603050405020304" pitchFamily="18" charset="0"/>
                <a:ea typeface="华文楷体" panose="02010600040101010101" pitchFamily="2" charset="-122"/>
              </a:rPr>
              <a:t>ε</a:t>
            </a:r>
            <a:r>
              <a:rPr lang="zh-CN" altLang="en-US" b="1" i="1" dirty="0">
                <a:solidFill>
                  <a:prstClr val="black"/>
                </a:solidFill>
                <a:latin typeface="Times New Roman" panose="02020603050405020304" pitchFamily="18" charset="0"/>
                <a:ea typeface="华文楷体" panose="02010600040101010101" pitchFamily="2" charset="-122"/>
              </a:rPr>
              <a:t>，</a:t>
            </a:r>
            <a:endParaRPr lang="en-US" altLang="zh-CN" b="1" dirty="0">
              <a:solidFill>
                <a:prstClr val="black"/>
              </a:solidFill>
              <a:latin typeface="Times New Roman" panose="02020603050405020304" pitchFamily="18" charset="0"/>
              <a:ea typeface="华文楷体" panose="02010600040101010101" pitchFamily="2" charset="-122"/>
            </a:endParaRPr>
          </a:p>
          <a:p>
            <a:pPr marL="273050" indent="-273050" eaLnBrk="1" hangingPunct="1">
              <a:lnSpc>
                <a:spcPts val="2500"/>
              </a:lnSpc>
              <a:spcBef>
                <a:spcPct val="20000"/>
              </a:spcBef>
              <a:buClr>
                <a:srgbClr val="31B6FD"/>
              </a:buClr>
              <a:buSzPct val="100000"/>
              <a:defRPr/>
            </a:pPr>
            <a:r>
              <a:rPr lang="zh-CN" altLang="en-US" b="1" dirty="0">
                <a:solidFill>
                  <a:prstClr val="black"/>
                </a:solidFill>
                <a:latin typeface="Times New Roman" panose="02020603050405020304" pitchFamily="18" charset="0"/>
                <a:ea typeface="华文楷体" panose="02010600040101010101" pitchFamily="2" charset="-122"/>
              </a:rPr>
              <a:t>即存在一个非平凡的</a:t>
            </a:r>
            <a:r>
              <a:rPr lang="en-US" altLang="zh-CN" b="1" dirty="0">
                <a:solidFill>
                  <a:prstClr val="black"/>
                </a:solidFill>
                <a:latin typeface="Times New Roman" panose="02020603050405020304" pitchFamily="18" charset="0"/>
                <a:ea typeface="华文楷体" panose="02010600040101010101" pitchFamily="2" charset="-122"/>
              </a:rPr>
              <a:t>( </a:t>
            </a:r>
            <a:r>
              <a:rPr lang="en-US" altLang="zh-CN" b="1" i="1" dirty="0">
                <a:solidFill>
                  <a:prstClr val="black"/>
                </a:solidFill>
                <a:latin typeface="Times New Roman" panose="02020603050405020304" pitchFamily="18" charset="0"/>
                <a:ea typeface="华文楷体" panose="02010600040101010101" pitchFamily="2" charset="-122"/>
              </a:rPr>
              <a:t>nontrivial </a:t>
            </a:r>
            <a:r>
              <a:rPr lang="en-US" altLang="zh-CN" b="1" dirty="0">
                <a:solidFill>
                  <a:prstClr val="black"/>
                </a:solidFill>
                <a:latin typeface="Times New Roman" panose="02020603050405020304" pitchFamily="18" charset="0"/>
                <a:ea typeface="华文楷体" panose="02010600040101010101" pitchFamily="2" charset="-122"/>
              </a:rPr>
              <a:t>)</a:t>
            </a:r>
            <a:r>
              <a:rPr lang="zh-CN" altLang="en-US" b="1" dirty="0">
                <a:solidFill>
                  <a:prstClr val="black"/>
                </a:solidFill>
                <a:latin typeface="Times New Roman" panose="02020603050405020304" pitchFamily="18" charset="0"/>
                <a:ea typeface="华文楷体" panose="02010600040101010101" pitchFamily="2" charset="-122"/>
              </a:rPr>
              <a:t>公共前缀，那么将所有</a:t>
            </a:r>
            <a:r>
              <a:rPr lang="en-US" altLang="zh-CN" b="1" i="1" dirty="0">
                <a:solidFill>
                  <a:prstClr val="black"/>
                </a:solidFill>
                <a:latin typeface="Times New Roman" panose="02020603050405020304" pitchFamily="18" charset="0"/>
                <a:ea typeface="华文楷体" panose="02010600040101010101" pitchFamily="2" charset="-122"/>
              </a:rPr>
              <a:t>A</a:t>
            </a:r>
            <a:r>
              <a:rPr lang="en-US" altLang="zh-CN" b="1" dirty="0">
                <a:solidFill>
                  <a:prstClr val="black"/>
                </a:solidFill>
                <a:latin typeface="Times New Roman" panose="02020603050405020304" pitchFamily="18" charset="0"/>
                <a:ea typeface="华文楷体" panose="02010600040101010101" pitchFamily="2" charset="-122"/>
              </a:rPr>
              <a:t>-</a:t>
            </a:r>
            <a:r>
              <a:rPr lang="zh-CN" altLang="en-US" b="1" dirty="0">
                <a:solidFill>
                  <a:prstClr val="black"/>
                </a:solidFill>
                <a:latin typeface="Times New Roman" panose="02020603050405020304" pitchFamily="18" charset="0"/>
                <a:ea typeface="华文楷体" panose="02010600040101010101" pitchFamily="2" charset="-122"/>
              </a:rPr>
              <a:t>产生式</a:t>
            </a:r>
            <a:endParaRPr lang="en-US" altLang="zh-CN" b="1" dirty="0">
              <a:solidFill>
                <a:prstClr val="black"/>
              </a:solidFill>
              <a:latin typeface="Times New Roman" panose="02020603050405020304" pitchFamily="18" charset="0"/>
              <a:ea typeface="华文楷体" panose="02010600040101010101" pitchFamily="2" charset="-122"/>
            </a:endParaRPr>
          </a:p>
          <a:p>
            <a:pPr marL="273050" indent="-273050" algn="ctr" eaLnBrk="1" hangingPunct="1">
              <a:lnSpc>
                <a:spcPts val="2500"/>
              </a:lnSpc>
              <a:spcBef>
                <a:spcPct val="20000"/>
              </a:spcBef>
              <a:buClr>
                <a:srgbClr val="31B6FD"/>
              </a:buClr>
              <a:buSzPct val="100000"/>
              <a:defRPr/>
            </a:pPr>
            <a:r>
              <a:rPr lang="en-US" altLang="zh-CN" b="1" i="1" dirty="0">
                <a:solidFill>
                  <a:prstClr val="black"/>
                </a:solidFill>
                <a:latin typeface="Times New Roman" panose="02020603050405020304" pitchFamily="18" charset="0"/>
                <a:ea typeface="楷体_GB2312" panose="02010609030101010101" pitchFamily="49" charset="-122"/>
              </a:rPr>
              <a:t>A </a:t>
            </a:r>
            <a:r>
              <a:rPr lang="en-US" altLang="zh-CN" b="1" dirty="0">
                <a:solidFill>
                  <a:prstClr val="black"/>
                </a:solidFill>
                <a:latin typeface="Times New Roman" panose="02020603050405020304" pitchFamily="18" charset="0"/>
                <a:ea typeface="楷体_GB2312" panose="02010609030101010101" pitchFamily="49" charset="-122"/>
              </a:rPr>
              <a:t>→</a:t>
            </a:r>
            <a:r>
              <a:rPr lang="en-US" altLang="zh-CN" b="1" dirty="0">
                <a:solidFill>
                  <a:srgbClr val="FF0000"/>
                </a:solidFill>
                <a:latin typeface="Times New Roman" panose="02020603050405020304" pitchFamily="18" charset="0"/>
                <a:ea typeface="楷体_GB2312" panose="02010609030101010101" pitchFamily="49" charset="-122"/>
              </a:rPr>
              <a:t> </a:t>
            </a:r>
            <a:r>
              <a:rPr kumimoji="1" lang="en-US" altLang="zh-CN" b="1" i="1" dirty="0">
                <a:solidFill>
                  <a:srgbClr val="FF0000"/>
                </a:solidFill>
                <a:latin typeface="Times New Roman" panose="02020603050405020304" pitchFamily="18" charset="0"/>
                <a:ea typeface="楷体_GB2312" panose="02010609030101010101" pitchFamily="49" charset="-122"/>
              </a:rPr>
              <a:t>α</a:t>
            </a:r>
            <a:r>
              <a:rPr kumimoji="1" lang="en-US" altLang="zh-CN" b="1" dirty="0">
                <a:solidFill>
                  <a:srgbClr val="FF0000"/>
                </a:solidFill>
                <a:latin typeface="Times New Roman" panose="02020603050405020304" pitchFamily="18" charset="0"/>
                <a:ea typeface="楷体_GB2312" panose="02010609030101010101" pitchFamily="49" charset="-122"/>
              </a:rPr>
              <a:t> </a:t>
            </a:r>
            <a:r>
              <a:rPr lang="en-US" altLang="zh-CN" b="1" i="1" dirty="0">
                <a:solidFill>
                  <a:prstClr val="black"/>
                </a:solidFill>
                <a:latin typeface="Times New Roman" panose="02020603050405020304" pitchFamily="18" charset="0"/>
                <a:ea typeface="楷体_GB2312" panose="02010609030101010101" pitchFamily="49" charset="-122"/>
              </a:rPr>
              <a:t>β</a:t>
            </a:r>
            <a:r>
              <a:rPr lang="en-US" altLang="zh-CN" b="1" i="1" baseline="-30000" dirty="0">
                <a:solidFill>
                  <a:prstClr val="black"/>
                </a:solidFill>
                <a:latin typeface="Times New Roman" panose="02020603050405020304" pitchFamily="18" charset="0"/>
                <a:ea typeface="楷体_GB2312" panose="02010609030101010101" pitchFamily="49" charset="-122"/>
              </a:rPr>
              <a:t>1 </a:t>
            </a:r>
            <a:r>
              <a:rPr lang="en-US" altLang="zh-CN" b="1" dirty="0">
                <a:solidFill>
                  <a:prstClr val="black"/>
                </a:solidFill>
                <a:latin typeface="Times New Roman" panose="02020603050405020304" pitchFamily="18" charset="0"/>
                <a:ea typeface="楷体_GB2312" panose="02010609030101010101" pitchFamily="49" charset="-122"/>
              </a:rPr>
              <a:t>| </a:t>
            </a:r>
            <a:r>
              <a:rPr kumimoji="1" lang="en-US" altLang="zh-CN" b="1" i="1" dirty="0">
                <a:solidFill>
                  <a:srgbClr val="FF0000"/>
                </a:solidFill>
                <a:latin typeface="Times New Roman" panose="02020603050405020304" pitchFamily="18" charset="0"/>
                <a:ea typeface="楷体_GB2312" panose="02010609030101010101" pitchFamily="49" charset="-122"/>
              </a:rPr>
              <a:t>α</a:t>
            </a:r>
            <a:r>
              <a:rPr kumimoji="1" lang="en-US" altLang="zh-CN" b="1" dirty="0">
                <a:solidFill>
                  <a:prstClr val="black"/>
                </a:solidFill>
                <a:latin typeface="Times New Roman" panose="02020603050405020304" pitchFamily="18" charset="0"/>
                <a:ea typeface="楷体_GB2312" panose="02010609030101010101" pitchFamily="49" charset="-122"/>
              </a:rPr>
              <a:t> </a:t>
            </a:r>
            <a:r>
              <a:rPr lang="en-US" altLang="zh-CN" b="1" i="1" dirty="0">
                <a:solidFill>
                  <a:prstClr val="black"/>
                </a:solidFill>
                <a:latin typeface="Times New Roman" panose="02020603050405020304" pitchFamily="18" charset="0"/>
                <a:ea typeface="楷体_GB2312" panose="02010609030101010101" pitchFamily="49" charset="-122"/>
              </a:rPr>
              <a:t>β</a:t>
            </a:r>
            <a:r>
              <a:rPr lang="en-US" altLang="zh-CN" b="1" i="1" baseline="-30000" dirty="0">
                <a:solidFill>
                  <a:prstClr val="black"/>
                </a:solidFill>
                <a:latin typeface="Times New Roman" panose="02020603050405020304" pitchFamily="18" charset="0"/>
                <a:ea typeface="楷体_GB2312" panose="02010609030101010101" pitchFamily="49" charset="-122"/>
              </a:rPr>
              <a:t>2 </a:t>
            </a:r>
            <a:r>
              <a:rPr lang="en-US" altLang="zh-CN" b="1" dirty="0">
                <a:solidFill>
                  <a:prstClr val="black"/>
                </a:solidFill>
                <a:latin typeface="Times New Roman" panose="02020603050405020304" pitchFamily="18" charset="0"/>
                <a:ea typeface="楷体_GB2312" panose="02010609030101010101" pitchFamily="49" charset="-122"/>
              </a:rPr>
              <a:t>| … | </a:t>
            </a:r>
            <a:r>
              <a:rPr kumimoji="1" lang="en-US" altLang="zh-CN" b="1" i="1" dirty="0">
                <a:solidFill>
                  <a:srgbClr val="FF0000"/>
                </a:solidFill>
                <a:latin typeface="Times New Roman" panose="02020603050405020304" pitchFamily="18" charset="0"/>
                <a:ea typeface="楷体_GB2312" panose="02010609030101010101" pitchFamily="49" charset="-122"/>
              </a:rPr>
              <a:t>α</a:t>
            </a:r>
            <a:r>
              <a:rPr kumimoji="1" lang="en-US" altLang="zh-CN" b="1" dirty="0">
                <a:solidFill>
                  <a:prstClr val="black"/>
                </a:solidFill>
                <a:latin typeface="Times New Roman" panose="02020603050405020304" pitchFamily="18" charset="0"/>
                <a:ea typeface="楷体_GB2312" panose="02010609030101010101" pitchFamily="49" charset="-122"/>
              </a:rPr>
              <a:t> </a:t>
            </a:r>
            <a:r>
              <a:rPr lang="en-US" altLang="zh-CN" b="1" i="1" dirty="0">
                <a:solidFill>
                  <a:prstClr val="black"/>
                </a:solidFill>
                <a:latin typeface="Times New Roman" panose="02020603050405020304" pitchFamily="18" charset="0"/>
                <a:ea typeface="楷体_GB2312" panose="02010609030101010101" pitchFamily="49" charset="-122"/>
              </a:rPr>
              <a:t>β</a:t>
            </a:r>
            <a:r>
              <a:rPr lang="en-US" altLang="zh-CN" b="1" i="1" baseline="-30000" dirty="0">
                <a:solidFill>
                  <a:prstClr val="black"/>
                </a:solidFill>
                <a:latin typeface="Times New Roman" panose="02020603050405020304" pitchFamily="18" charset="0"/>
                <a:ea typeface="楷体_GB2312" panose="02010609030101010101" pitchFamily="49" charset="-122"/>
              </a:rPr>
              <a:t>n</a:t>
            </a:r>
            <a:r>
              <a:rPr lang="en-US" altLang="zh-CN" b="1" dirty="0">
                <a:solidFill>
                  <a:prstClr val="black"/>
                </a:solidFill>
                <a:latin typeface="Times New Roman" panose="02020603050405020304" pitchFamily="18" charset="0"/>
                <a:ea typeface="楷体_GB2312" panose="02010609030101010101" pitchFamily="49" charset="-122"/>
              </a:rPr>
              <a:t> | </a:t>
            </a:r>
            <a:r>
              <a:rPr lang="en-US" altLang="zh-CN" b="1" i="1" dirty="0">
                <a:solidFill>
                  <a:prstClr val="black"/>
                </a:solidFill>
                <a:latin typeface="Times New Roman" panose="02020603050405020304" pitchFamily="18" charset="0"/>
                <a:ea typeface="楷体_GB2312" panose="02010609030101010101" pitchFamily="49" charset="-122"/>
              </a:rPr>
              <a:t>γ</a:t>
            </a:r>
            <a:r>
              <a:rPr lang="en-US" altLang="zh-CN" b="1" i="1" baseline="-25000" dirty="0">
                <a:solidFill>
                  <a:prstClr val="black"/>
                </a:solidFill>
                <a:latin typeface="Times New Roman" panose="02020603050405020304" pitchFamily="18" charset="0"/>
                <a:ea typeface="楷体_GB2312" panose="02010609030101010101" pitchFamily="49" charset="-122"/>
              </a:rPr>
              <a:t>1</a:t>
            </a:r>
            <a:r>
              <a:rPr lang="en-US" altLang="zh-CN" b="1" baseline="-25000" dirty="0">
                <a:solidFill>
                  <a:prstClr val="black"/>
                </a:solidFill>
                <a:latin typeface="Times New Roman" panose="02020603050405020304" pitchFamily="18" charset="0"/>
                <a:ea typeface="楷体_GB2312" panose="02010609030101010101" pitchFamily="49" charset="-122"/>
              </a:rPr>
              <a:t> </a:t>
            </a:r>
            <a:r>
              <a:rPr lang="en-US" altLang="zh-CN" b="1" dirty="0">
                <a:solidFill>
                  <a:prstClr val="black"/>
                </a:solidFill>
                <a:latin typeface="Times New Roman" panose="02020603050405020304" pitchFamily="18" charset="0"/>
                <a:ea typeface="楷体_GB2312" panose="02010609030101010101" pitchFamily="49" charset="-122"/>
              </a:rPr>
              <a:t>| </a:t>
            </a:r>
            <a:r>
              <a:rPr lang="en-US" altLang="zh-CN" b="1" i="1" dirty="0">
                <a:solidFill>
                  <a:prstClr val="black"/>
                </a:solidFill>
                <a:latin typeface="Times New Roman" panose="02020603050405020304" pitchFamily="18" charset="0"/>
                <a:ea typeface="楷体_GB2312" panose="02010609030101010101" pitchFamily="49" charset="-122"/>
              </a:rPr>
              <a:t>γ</a:t>
            </a:r>
            <a:r>
              <a:rPr lang="en-US" altLang="zh-CN" b="1" i="1" baseline="-25000" dirty="0">
                <a:solidFill>
                  <a:prstClr val="black"/>
                </a:solidFill>
                <a:latin typeface="Times New Roman" panose="02020603050405020304" pitchFamily="18" charset="0"/>
                <a:ea typeface="楷体_GB2312" panose="02010609030101010101" pitchFamily="49" charset="-122"/>
              </a:rPr>
              <a:t>2</a:t>
            </a:r>
            <a:r>
              <a:rPr lang="en-US" altLang="zh-CN" b="1" baseline="-25000" dirty="0">
                <a:solidFill>
                  <a:prstClr val="black"/>
                </a:solidFill>
                <a:latin typeface="Times New Roman" panose="02020603050405020304" pitchFamily="18" charset="0"/>
                <a:ea typeface="楷体_GB2312" panose="02010609030101010101" pitchFamily="49" charset="-122"/>
              </a:rPr>
              <a:t> </a:t>
            </a:r>
            <a:r>
              <a:rPr lang="en-US" altLang="zh-CN" b="1" dirty="0">
                <a:solidFill>
                  <a:prstClr val="black"/>
                </a:solidFill>
                <a:latin typeface="Times New Roman" panose="02020603050405020304" pitchFamily="18" charset="0"/>
                <a:ea typeface="楷体_GB2312" panose="02010609030101010101" pitchFamily="49" charset="-122"/>
              </a:rPr>
              <a:t>| … | </a:t>
            </a:r>
            <a:r>
              <a:rPr lang="en-US" altLang="zh-CN" b="1" i="1" dirty="0" err="1">
                <a:solidFill>
                  <a:prstClr val="black"/>
                </a:solidFill>
                <a:latin typeface="Times New Roman" panose="02020603050405020304" pitchFamily="18" charset="0"/>
                <a:ea typeface="楷体_GB2312" panose="02010609030101010101" pitchFamily="49" charset="-122"/>
              </a:rPr>
              <a:t>γ</a:t>
            </a:r>
            <a:r>
              <a:rPr lang="en-US" altLang="zh-CN" b="1" i="1" baseline="-25000" dirty="0" err="1">
                <a:solidFill>
                  <a:prstClr val="black"/>
                </a:solidFill>
                <a:latin typeface="Times New Roman" panose="02020603050405020304" pitchFamily="18" charset="0"/>
                <a:ea typeface="楷体_GB2312" panose="02010609030101010101" pitchFamily="49" charset="-122"/>
              </a:rPr>
              <a:t>m</a:t>
            </a:r>
            <a:endParaRPr lang="en-US" altLang="zh-CN" b="1" i="1" dirty="0">
              <a:solidFill>
                <a:prstClr val="black"/>
              </a:solidFill>
              <a:latin typeface="Times New Roman" panose="02020603050405020304" pitchFamily="18" charset="0"/>
              <a:ea typeface="楷体_GB2312" panose="02010609030101010101" pitchFamily="49" charset="-122"/>
            </a:endParaRPr>
          </a:p>
          <a:p>
            <a:pPr marL="273050" indent="-273050" eaLnBrk="1" hangingPunct="1">
              <a:lnSpc>
                <a:spcPts val="2500"/>
              </a:lnSpc>
              <a:spcBef>
                <a:spcPct val="20000"/>
              </a:spcBef>
              <a:buClr>
                <a:srgbClr val="31B6FD"/>
              </a:buClr>
              <a:buSzPct val="100000"/>
              <a:defRPr/>
            </a:pPr>
            <a:r>
              <a:rPr lang="zh-CN" altLang="en-US" b="1" dirty="0">
                <a:solidFill>
                  <a:prstClr val="black"/>
                </a:solidFill>
                <a:latin typeface="Times New Roman" panose="02020603050405020304" pitchFamily="18" charset="0"/>
                <a:ea typeface="华文楷体" panose="02010600040101010101" pitchFamily="2" charset="-122"/>
              </a:rPr>
              <a:t>替换为</a:t>
            </a:r>
            <a:endParaRPr lang="en-US" altLang="zh-CN" b="1" dirty="0">
              <a:solidFill>
                <a:prstClr val="black"/>
              </a:solidFill>
              <a:latin typeface="Times New Roman" panose="02020603050405020304" pitchFamily="18" charset="0"/>
              <a:ea typeface="华文楷体" panose="02010600040101010101" pitchFamily="2" charset="-122"/>
            </a:endParaRPr>
          </a:p>
          <a:p>
            <a:pPr marL="273050" indent="-273050" algn="ctr" eaLnBrk="1" hangingPunct="1">
              <a:lnSpc>
                <a:spcPts val="2500"/>
              </a:lnSpc>
              <a:spcBef>
                <a:spcPct val="20000"/>
              </a:spcBef>
              <a:buClr>
                <a:srgbClr val="31B6FD"/>
              </a:buClr>
              <a:buSzPct val="100000"/>
              <a:defRPr/>
            </a:pPr>
            <a:r>
              <a:rPr lang="en-US" altLang="zh-CN" b="1" i="1" dirty="0">
                <a:solidFill>
                  <a:prstClr val="black"/>
                </a:solidFill>
                <a:latin typeface="Times New Roman" panose="02020603050405020304" pitchFamily="18" charset="0"/>
                <a:ea typeface="楷体_GB2312" panose="02010609030101010101" pitchFamily="49" charset="-122"/>
              </a:rPr>
              <a:t>A </a:t>
            </a:r>
            <a:r>
              <a:rPr lang="en-US" altLang="zh-CN" b="1" dirty="0">
                <a:solidFill>
                  <a:prstClr val="black"/>
                </a:solidFill>
                <a:latin typeface="Times New Roman" panose="02020603050405020304" pitchFamily="18" charset="0"/>
                <a:ea typeface="楷体_GB2312" panose="02010609030101010101" pitchFamily="49" charset="-122"/>
              </a:rPr>
              <a:t>→ </a:t>
            </a:r>
            <a:r>
              <a:rPr kumimoji="1" lang="en-US" altLang="zh-CN" b="1" i="1" dirty="0">
                <a:solidFill>
                  <a:srgbClr val="FF0000"/>
                </a:solidFill>
                <a:latin typeface="Times New Roman" panose="02020603050405020304" pitchFamily="18" charset="0"/>
                <a:ea typeface="楷体_GB2312" panose="02010609030101010101" pitchFamily="49" charset="-122"/>
              </a:rPr>
              <a:t>α</a:t>
            </a:r>
            <a:r>
              <a:rPr kumimoji="1" lang="en-US" altLang="zh-CN" b="1" dirty="0">
                <a:solidFill>
                  <a:prstClr val="black"/>
                </a:solidFill>
                <a:latin typeface="Times New Roman" panose="02020603050405020304" pitchFamily="18" charset="0"/>
                <a:ea typeface="楷体_GB2312" panose="02010609030101010101" pitchFamily="49" charset="-122"/>
              </a:rPr>
              <a:t> </a:t>
            </a:r>
            <a:r>
              <a:rPr lang="en-US" altLang="zh-CN" b="1" i="1" dirty="0">
                <a:solidFill>
                  <a:prstClr val="black"/>
                </a:solidFill>
                <a:latin typeface="Times New Roman" panose="02020603050405020304" pitchFamily="18" charset="0"/>
                <a:ea typeface="楷体_GB2312" panose="02010609030101010101" pitchFamily="49" charset="-122"/>
              </a:rPr>
              <a:t>A'</a:t>
            </a:r>
            <a:r>
              <a:rPr lang="en-US" altLang="zh-CN" b="1" dirty="0">
                <a:solidFill>
                  <a:prstClr val="black"/>
                </a:solidFill>
                <a:latin typeface="Times New Roman" panose="02020603050405020304" pitchFamily="18" charset="0"/>
                <a:ea typeface="楷体_GB2312" panose="02010609030101010101" pitchFamily="49" charset="-122"/>
              </a:rPr>
              <a:t> | </a:t>
            </a:r>
            <a:r>
              <a:rPr lang="en-US" altLang="zh-CN" b="1" i="1" dirty="0">
                <a:solidFill>
                  <a:prstClr val="black"/>
                </a:solidFill>
                <a:latin typeface="Times New Roman" panose="02020603050405020304" pitchFamily="18" charset="0"/>
                <a:ea typeface="楷体_GB2312" panose="02010609030101010101" pitchFamily="49" charset="-122"/>
              </a:rPr>
              <a:t>γ</a:t>
            </a:r>
            <a:r>
              <a:rPr lang="en-US" altLang="zh-CN" b="1" i="1" baseline="-25000" dirty="0">
                <a:solidFill>
                  <a:prstClr val="black"/>
                </a:solidFill>
                <a:latin typeface="Times New Roman" panose="02020603050405020304" pitchFamily="18" charset="0"/>
                <a:ea typeface="楷体_GB2312" panose="02010609030101010101" pitchFamily="49" charset="-122"/>
              </a:rPr>
              <a:t>1</a:t>
            </a:r>
            <a:r>
              <a:rPr lang="en-US" altLang="zh-CN" b="1" baseline="-25000" dirty="0">
                <a:solidFill>
                  <a:prstClr val="black"/>
                </a:solidFill>
                <a:latin typeface="Times New Roman" panose="02020603050405020304" pitchFamily="18" charset="0"/>
                <a:ea typeface="楷体_GB2312" panose="02010609030101010101" pitchFamily="49" charset="-122"/>
              </a:rPr>
              <a:t> </a:t>
            </a:r>
            <a:r>
              <a:rPr lang="en-US" altLang="zh-CN" b="1" dirty="0">
                <a:solidFill>
                  <a:prstClr val="black"/>
                </a:solidFill>
                <a:latin typeface="Times New Roman" panose="02020603050405020304" pitchFamily="18" charset="0"/>
                <a:ea typeface="楷体_GB2312" panose="02010609030101010101" pitchFamily="49" charset="-122"/>
              </a:rPr>
              <a:t>| </a:t>
            </a:r>
            <a:r>
              <a:rPr lang="en-US" altLang="zh-CN" b="1" i="1" dirty="0">
                <a:solidFill>
                  <a:prstClr val="black"/>
                </a:solidFill>
                <a:latin typeface="Times New Roman" panose="02020603050405020304" pitchFamily="18" charset="0"/>
                <a:ea typeface="楷体_GB2312" panose="02010609030101010101" pitchFamily="49" charset="-122"/>
              </a:rPr>
              <a:t>γ</a:t>
            </a:r>
            <a:r>
              <a:rPr lang="en-US" altLang="zh-CN" b="1" i="1" baseline="-25000" dirty="0">
                <a:solidFill>
                  <a:prstClr val="black"/>
                </a:solidFill>
                <a:latin typeface="Times New Roman" panose="02020603050405020304" pitchFamily="18" charset="0"/>
                <a:ea typeface="楷体_GB2312" panose="02010609030101010101" pitchFamily="49" charset="-122"/>
              </a:rPr>
              <a:t>2</a:t>
            </a:r>
            <a:r>
              <a:rPr lang="en-US" altLang="zh-CN" b="1" baseline="-25000" dirty="0">
                <a:solidFill>
                  <a:prstClr val="black"/>
                </a:solidFill>
                <a:latin typeface="Times New Roman" panose="02020603050405020304" pitchFamily="18" charset="0"/>
                <a:ea typeface="楷体_GB2312" panose="02010609030101010101" pitchFamily="49" charset="-122"/>
              </a:rPr>
              <a:t> </a:t>
            </a:r>
            <a:r>
              <a:rPr lang="en-US" altLang="zh-CN" b="1" dirty="0">
                <a:solidFill>
                  <a:prstClr val="black"/>
                </a:solidFill>
                <a:latin typeface="Times New Roman" panose="02020603050405020304" pitchFamily="18" charset="0"/>
                <a:ea typeface="楷体_GB2312" panose="02010609030101010101" pitchFamily="49" charset="-122"/>
              </a:rPr>
              <a:t>| … | </a:t>
            </a:r>
            <a:r>
              <a:rPr lang="en-US" altLang="zh-CN" b="1" i="1" dirty="0" err="1">
                <a:solidFill>
                  <a:prstClr val="black"/>
                </a:solidFill>
                <a:latin typeface="Times New Roman" panose="02020603050405020304" pitchFamily="18" charset="0"/>
                <a:ea typeface="楷体_GB2312" panose="02010609030101010101" pitchFamily="49" charset="-122"/>
              </a:rPr>
              <a:t>γ</a:t>
            </a:r>
            <a:r>
              <a:rPr lang="en-US" altLang="zh-CN" b="1" i="1" baseline="-25000" dirty="0" err="1">
                <a:solidFill>
                  <a:prstClr val="black"/>
                </a:solidFill>
                <a:latin typeface="Times New Roman" panose="02020603050405020304" pitchFamily="18" charset="0"/>
                <a:ea typeface="楷体_GB2312" panose="02010609030101010101" pitchFamily="49" charset="-122"/>
              </a:rPr>
              <a:t>m</a:t>
            </a:r>
            <a:endParaRPr lang="en-US" altLang="zh-CN" b="1" i="1" dirty="0">
              <a:solidFill>
                <a:prstClr val="black"/>
              </a:solidFill>
              <a:latin typeface="Times New Roman" panose="02020603050405020304" pitchFamily="18" charset="0"/>
              <a:ea typeface="楷体_GB2312" panose="02010609030101010101" pitchFamily="49" charset="-122"/>
            </a:endParaRPr>
          </a:p>
          <a:p>
            <a:pPr marL="273050" indent="-273050" algn="ctr" eaLnBrk="1" hangingPunct="1">
              <a:lnSpc>
                <a:spcPts val="2800"/>
              </a:lnSpc>
              <a:spcBef>
                <a:spcPct val="20000"/>
              </a:spcBef>
              <a:buClr>
                <a:srgbClr val="31B6FD"/>
              </a:buClr>
              <a:buSzPct val="100000"/>
              <a:defRPr/>
            </a:pPr>
            <a:r>
              <a:rPr lang="en-US" altLang="zh-CN" b="1" i="1" dirty="0">
                <a:solidFill>
                  <a:prstClr val="black"/>
                </a:solidFill>
                <a:latin typeface="Times New Roman" panose="02020603050405020304" pitchFamily="18" charset="0"/>
                <a:ea typeface="楷体_GB2312" panose="02010609030101010101" pitchFamily="49" charset="-122"/>
              </a:rPr>
              <a:t>A'</a:t>
            </a:r>
            <a:r>
              <a:rPr lang="en-US" altLang="zh-CN" b="1" dirty="0">
                <a:solidFill>
                  <a:prstClr val="black"/>
                </a:solidFill>
                <a:latin typeface="Times New Roman" panose="02020603050405020304" pitchFamily="18" charset="0"/>
                <a:ea typeface="楷体_GB2312" panose="02010609030101010101" pitchFamily="49" charset="-122"/>
              </a:rPr>
              <a:t> → </a:t>
            </a:r>
            <a:r>
              <a:rPr lang="en-US" altLang="zh-CN" b="1" i="1" dirty="0">
                <a:solidFill>
                  <a:prstClr val="black"/>
                </a:solidFill>
                <a:latin typeface="Times New Roman" panose="02020603050405020304" pitchFamily="18" charset="0"/>
                <a:ea typeface="楷体_GB2312" panose="02010609030101010101" pitchFamily="49" charset="-122"/>
              </a:rPr>
              <a:t>β</a:t>
            </a:r>
            <a:r>
              <a:rPr lang="en-US" altLang="zh-CN" b="1" i="1" baseline="-25000" dirty="0">
                <a:solidFill>
                  <a:prstClr val="black"/>
                </a:solidFill>
                <a:latin typeface="Times New Roman" panose="02020603050405020304" pitchFamily="18" charset="0"/>
                <a:ea typeface="楷体_GB2312" panose="02010609030101010101" pitchFamily="49" charset="-122"/>
              </a:rPr>
              <a:t>1</a:t>
            </a:r>
            <a:r>
              <a:rPr lang="en-US" altLang="zh-CN" b="1" baseline="-25000" dirty="0">
                <a:solidFill>
                  <a:prstClr val="black"/>
                </a:solidFill>
                <a:latin typeface="Times New Roman" panose="02020603050405020304" pitchFamily="18" charset="0"/>
                <a:ea typeface="楷体_GB2312" panose="02010609030101010101" pitchFamily="49" charset="-122"/>
              </a:rPr>
              <a:t> </a:t>
            </a:r>
            <a:r>
              <a:rPr lang="en-US" altLang="zh-CN" b="1" dirty="0">
                <a:solidFill>
                  <a:prstClr val="black"/>
                </a:solidFill>
                <a:latin typeface="Times New Roman" panose="02020603050405020304" pitchFamily="18" charset="0"/>
                <a:ea typeface="楷体_GB2312" panose="02010609030101010101" pitchFamily="49" charset="-122"/>
              </a:rPr>
              <a:t>| </a:t>
            </a:r>
            <a:r>
              <a:rPr lang="en-US" altLang="zh-CN" b="1" i="1" dirty="0">
                <a:solidFill>
                  <a:prstClr val="black"/>
                </a:solidFill>
                <a:latin typeface="Times New Roman" panose="02020603050405020304" pitchFamily="18" charset="0"/>
                <a:ea typeface="楷体_GB2312" panose="02010609030101010101" pitchFamily="49" charset="-122"/>
              </a:rPr>
              <a:t>β</a:t>
            </a:r>
            <a:r>
              <a:rPr lang="en-US" altLang="zh-CN" b="1" i="1" baseline="-25000" dirty="0">
                <a:solidFill>
                  <a:prstClr val="black"/>
                </a:solidFill>
                <a:latin typeface="Times New Roman" panose="02020603050405020304" pitchFamily="18" charset="0"/>
                <a:ea typeface="楷体_GB2312" panose="02010609030101010101" pitchFamily="49" charset="-122"/>
              </a:rPr>
              <a:t>2</a:t>
            </a:r>
            <a:r>
              <a:rPr lang="en-US" altLang="zh-CN" b="1" baseline="-25000" dirty="0">
                <a:solidFill>
                  <a:prstClr val="black"/>
                </a:solidFill>
                <a:latin typeface="Times New Roman" panose="02020603050405020304" pitchFamily="18" charset="0"/>
                <a:ea typeface="楷体_GB2312" panose="02010609030101010101" pitchFamily="49" charset="-122"/>
              </a:rPr>
              <a:t> </a:t>
            </a:r>
            <a:r>
              <a:rPr lang="en-US" altLang="zh-CN" b="1" dirty="0">
                <a:solidFill>
                  <a:prstClr val="black"/>
                </a:solidFill>
                <a:latin typeface="Times New Roman" panose="02020603050405020304" pitchFamily="18" charset="0"/>
                <a:ea typeface="楷体_GB2312" panose="02010609030101010101" pitchFamily="49" charset="-122"/>
              </a:rPr>
              <a:t>| … | </a:t>
            </a:r>
            <a:r>
              <a:rPr lang="en-US" altLang="zh-CN" b="1" i="1" dirty="0">
                <a:solidFill>
                  <a:prstClr val="black"/>
                </a:solidFill>
                <a:latin typeface="Times New Roman" panose="02020603050405020304" pitchFamily="18" charset="0"/>
                <a:ea typeface="楷体_GB2312" panose="02010609030101010101" pitchFamily="49" charset="-122"/>
              </a:rPr>
              <a:t>β</a:t>
            </a:r>
            <a:r>
              <a:rPr lang="en-US" altLang="zh-CN" b="1" i="1" baseline="-25000" dirty="0">
                <a:solidFill>
                  <a:prstClr val="black"/>
                </a:solidFill>
                <a:latin typeface="Times New Roman" panose="02020603050405020304" pitchFamily="18" charset="0"/>
                <a:ea typeface="楷体_GB2312" panose="02010609030101010101" pitchFamily="49" charset="-122"/>
              </a:rPr>
              <a:t>n</a:t>
            </a:r>
            <a:endParaRPr lang="en-US" altLang="zh-CN" b="1" i="1" dirty="0">
              <a:solidFill>
                <a:prstClr val="black"/>
              </a:solidFill>
              <a:latin typeface="Times New Roman" panose="02020603050405020304" pitchFamily="18" charset="0"/>
              <a:ea typeface="楷体_GB2312" panose="02010609030101010101" pitchFamily="49" charset="-122"/>
            </a:endParaRPr>
          </a:p>
          <a:p>
            <a:pPr marL="273050" indent="-273050" eaLnBrk="1" hangingPunct="1">
              <a:lnSpc>
                <a:spcPts val="2800"/>
              </a:lnSpc>
              <a:spcBef>
                <a:spcPct val="20000"/>
              </a:spcBef>
              <a:buClr>
                <a:srgbClr val="31B6FD"/>
              </a:buClr>
              <a:buSzPct val="100000"/>
              <a:defRPr/>
            </a:pPr>
            <a:r>
              <a:rPr lang="zh-CN" altLang="en-US" b="1" dirty="0">
                <a:solidFill>
                  <a:prstClr val="black"/>
                </a:solidFill>
                <a:latin typeface="Times New Roman" panose="02020603050405020304" pitchFamily="18" charset="0"/>
                <a:ea typeface="华文楷体" panose="02010600040101010101" pitchFamily="2" charset="-122"/>
              </a:rPr>
              <a:t>其中，</a:t>
            </a:r>
            <a:r>
              <a:rPr lang="en-US" altLang="zh-CN" b="1" dirty="0">
                <a:solidFill>
                  <a:prstClr val="black"/>
                </a:solidFill>
                <a:latin typeface="Times New Roman" panose="02020603050405020304" pitchFamily="18" charset="0"/>
                <a:ea typeface="华文楷体" panose="02010600040101010101" pitchFamily="2" charset="-122"/>
              </a:rPr>
              <a:t> </a:t>
            </a:r>
            <a:r>
              <a:rPr lang="en-US" altLang="zh-CN" b="1" i="1" dirty="0" err="1">
                <a:solidFill>
                  <a:prstClr val="black"/>
                </a:solidFill>
                <a:latin typeface="Times New Roman" panose="02020603050405020304" pitchFamily="18" charset="0"/>
                <a:ea typeface="楷体_GB2312" panose="02010609030101010101" pitchFamily="49" charset="-122"/>
              </a:rPr>
              <a:t>γ</a:t>
            </a:r>
            <a:r>
              <a:rPr lang="en-US" altLang="zh-CN" b="1" i="1" baseline="-25000" dirty="0" err="1">
                <a:solidFill>
                  <a:prstClr val="black"/>
                </a:solidFill>
                <a:latin typeface="Times New Roman" panose="02020603050405020304" pitchFamily="18" charset="0"/>
                <a:ea typeface="楷体_GB2312" panose="02010609030101010101" pitchFamily="49" charset="-122"/>
              </a:rPr>
              <a:t>i</a:t>
            </a:r>
            <a:r>
              <a:rPr lang="en-US" altLang="zh-CN" b="1" i="1" dirty="0">
                <a:solidFill>
                  <a:prstClr val="black"/>
                </a:solidFill>
                <a:latin typeface="Times New Roman" panose="02020603050405020304" pitchFamily="18" charset="0"/>
                <a:ea typeface="华文楷体" panose="02010600040101010101" pitchFamily="2" charset="-122"/>
              </a:rPr>
              <a:t> </a:t>
            </a:r>
            <a:r>
              <a:rPr lang="zh-CN" altLang="en-US" b="1" dirty="0">
                <a:solidFill>
                  <a:prstClr val="black"/>
                </a:solidFill>
                <a:latin typeface="Times New Roman" panose="02020603050405020304" pitchFamily="18" charset="0"/>
                <a:ea typeface="华文楷体" panose="02010600040101010101" pitchFamily="2" charset="-122"/>
              </a:rPr>
              <a:t>表示所有不以</a:t>
            </a:r>
            <a:r>
              <a:rPr kumimoji="1" lang="en-US" altLang="zh-CN" b="1" i="1" dirty="0">
                <a:solidFill>
                  <a:srgbClr val="FF0000"/>
                </a:solidFill>
                <a:latin typeface="Times New Roman" panose="02020603050405020304" pitchFamily="18" charset="0"/>
                <a:ea typeface="楷体_GB2312" panose="02010609030101010101" pitchFamily="49" charset="-122"/>
              </a:rPr>
              <a:t>α</a:t>
            </a:r>
            <a:r>
              <a:rPr lang="zh-CN" altLang="en-US" b="1" dirty="0">
                <a:solidFill>
                  <a:prstClr val="black"/>
                </a:solidFill>
                <a:latin typeface="楷体" panose="02010609060101010101" pitchFamily="49" charset="-122"/>
                <a:ea typeface="华文楷体" panose="02010600040101010101" pitchFamily="2" charset="-122"/>
              </a:rPr>
              <a:t>开头的产生式体</a:t>
            </a:r>
            <a:r>
              <a:rPr lang="zh-CN" altLang="en-US" b="1" dirty="0">
                <a:solidFill>
                  <a:prstClr val="black"/>
                </a:solidFill>
                <a:latin typeface="Times New Roman" panose="02020603050405020304" pitchFamily="18" charset="0"/>
                <a:ea typeface="楷体_GB2312" panose="02010609030101010101" pitchFamily="49" charset="-122"/>
              </a:rPr>
              <a:t>；</a:t>
            </a:r>
            <a:r>
              <a:rPr lang="en-US" altLang="zh-CN" b="1" i="1" dirty="0">
                <a:solidFill>
                  <a:srgbClr val="073E87">
                    <a:lumMod val="60000"/>
                    <a:lumOff val="40000"/>
                  </a:srgbClr>
                </a:solidFill>
                <a:latin typeface="Times New Roman" panose="02020603050405020304" pitchFamily="18" charset="0"/>
                <a:ea typeface="华文楷体" panose="02010600040101010101" pitchFamily="2" charset="-122"/>
              </a:rPr>
              <a:t> </a:t>
            </a:r>
            <a:r>
              <a:rPr lang="en-US" altLang="zh-CN" b="1" i="1" dirty="0">
                <a:solidFill>
                  <a:srgbClr val="FF0000"/>
                </a:solidFill>
                <a:latin typeface="Times New Roman" panose="02020603050405020304" pitchFamily="18" charset="0"/>
                <a:ea typeface="华文楷体" panose="02010600040101010101" pitchFamily="2" charset="-122"/>
              </a:rPr>
              <a:t>A'</a:t>
            </a:r>
            <a:r>
              <a:rPr lang="zh-CN" altLang="en-US" b="1" dirty="0">
                <a:solidFill>
                  <a:prstClr val="black"/>
                </a:solidFill>
                <a:latin typeface="Times New Roman" panose="02020603050405020304" pitchFamily="18" charset="0"/>
                <a:ea typeface="华文楷体" panose="02010600040101010101" pitchFamily="2" charset="-122"/>
              </a:rPr>
              <a:t>是一个新的非终结符。</a:t>
            </a:r>
            <a:r>
              <a:rPr lang="zh-CN" altLang="en-US" b="1" dirty="0">
                <a:solidFill>
                  <a:srgbClr val="0070C0"/>
                </a:solidFill>
                <a:latin typeface="Times New Roman" panose="02020603050405020304" pitchFamily="18" charset="0"/>
                <a:ea typeface="华文楷体" panose="02010600040101010101" pitchFamily="2" charset="-122"/>
              </a:rPr>
              <a:t>不断应用这个</a:t>
            </a:r>
            <a:endParaRPr lang="en-US" altLang="zh-CN" b="1" dirty="0">
              <a:solidFill>
                <a:srgbClr val="0070C0"/>
              </a:solidFill>
              <a:latin typeface="Times New Roman" panose="02020603050405020304" pitchFamily="18" charset="0"/>
              <a:ea typeface="华文楷体" panose="02010600040101010101" pitchFamily="2" charset="-122"/>
            </a:endParaRPr>
          </a:p>
          <a:p>
            <a:pPr marL="273050" indent="-273050" eaLnBrk="1" hangingPunct="1">
              <a:lnSpc>
                <a:spcPts val="2800"/>
              </a:lnSpc>
              <a:spcBef>
                <a:spcPct val="20000"/>
              </a:spcBef>
              <a:buClr>
                <a:srgbClr val="31B6FD"/>
              </a:buClr>
              <a:buSzPct val="100000"/>
              <a:defRPr/>
            </a:pPr>
            <a:r>
              <a:rPr lang="zh-CN" altLang="en-US" b="1" dirty="0">
                <a:solidFill>
                  <a:srgbClr val="0070C0"/>
                </a:solidFill>
                <a:latin typeface="Times New Roman" panose="02020603050405020304" pitchFamily="18" charset="0"/>
                <a:ea typeface="华文楷体" panose="02010600040101010101" pitchFamily="2" charset="-122"/>
              </a:rPr>
              <a:t>转换</a:t>
            </a:r>
            <a:r>
              <a:rPr lang="zh-CN" altLang="en-US" b="1" dirty="0">
                <a:solidFill>
                  <a:prstClr val="black"/>
                </a:solidFill>
                <a:latin typeface="Times New Roman" panose="02020603050405020304" pitchFamily="18" charset="0"/>
                <a:ea typeface="华文楷体" panose="02010600040101010101" pitchFamily="2" charset="-122"/>
              </a:rPr>
              <a:t>，直到每个非终结符的任意两个产生式体都没有公共前缀为止</a:t>
            </a:r>
            <a:endParaRPr lang="en-US" altLang="zh-CN" b="1" dirty="0">
              <a:solidFill>
                <a:prstClr val="black"/>
              </a:solidFill>
              <a:latin typeface="Times New Roman" panose="02020603050405020304" pitchFamily="18" charset="0"/>
              <a:ea typeface="华文楷体" panose="02010600040101010101" pitchFamily="2" charset="-122"/>
            </a:endParaRPr>
          </a:p>
        </p:txBody>
      </p:sp>
      <p:sp>
        <p:nvSpPr>
          <p:cNvPr id="4" name="灯片编号占位符 3"/>
          <p:cNvSpPr>
            <a:spLocks noGrp="1"/>
          </p:cNvSpPr>
          <p:nvPr>
            <p:ph type="sldNum" sz="quarter" idx="12"/>
          </p:nvPr>
        </p:nvSpPr>
        <p:spPr/>
        <p:txBody>
          <a:bodyPr/>
          <a:lstStyle/>
          <a:p>
            <a:pPr>
              <a:defRPr/>
            </a:pPr>
            <a:fld id="{EA567855-7F13-4FC5-AD61-2B82F6443E16}" type="slidenum">
              <a:rPr lang="zh-CN" altLang="en-US" smtClean="0"/>
              <a:t>15</a:t>
            </a:fld>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2"/>
          <p:cNvSpPr>
            <a:spLocks noGrp="1"/>
          </p:cNvSpPr>
          <p:nvPr>
            <p:ph type="title"/>
          </p:nvPr>
        </p:nvSpPr>
        <p:spPr>
          <a:xfrm>
            <a:off x="755650" y="268288"/>
            <a:ext cx="7931150" cy="358775"/>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mn-ea"/>
              </a:rPr>
              <a:t>自顶向下分析</a:t>
            </a:r>
            <a:r>
              <a:rPr lang="zh-CN" altLang="en-US">
                <a:latin typeface="微软雅黑" panose="020B0503020204020204" pitchFamily="34" charset="-122"/>
                <a:ea typeface="微软雅黑" panose="020B0503020204020204" pitchFamily="34" charset="-122"/>
                <a:cs typeface="Times New Roman" panose="02020603050405020304" pitchFamily="18" charset="0"/>
                <a:sym typeface="+mn-ea"/>
              </a:rPr>
              <a:t>难于处理的问题</a:t>
            </a:r>
            <a:endPar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765448" y="1059582"/>
            <a:ext cx="7046912" cy="2914650"/>
          </a:xfrm>
          <a:prstGeom prst="rect">
            <a:avLst/>
          </a:prstGeom>
        </p:spPr>
        <p:txBody>
          <a:bodyPr>
            <a:spAutoFit/>
          </a:bodyPr>
          <a:lstStyle/>
          <a:p>
            <a:pPr eaLnBrk="1" hangingPunct="1">
              <a:lnSpc>
                <a:spcPts val="3000"/>
              </a:lnSpc>
              <a:spcBef>
                <a:spcPct val="20000"/>
              </a:spcBef>
              <a:buSzPct val="100000"/>
              <a:defRPr/>
            </a:pPr>
            <a:r>
              <a:rPr lang="en-US" altLang="zh-CN" sz="28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3. </a:t>
            </a:r>
            <a:r>
              <a:rPr lang="zh-CN" altLang="en-US" sz="28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左递归引起的问题</a:t>
            </a:r>
          </a:p>
          <a:p>
            <a:pPr marL="576580" lvl="1" indent="-273050" eaLnBrk="1" hangingPunct="1">
              <a:spcBef>
                <a:spcPct val="20000"/>
              </a:spcBef>
              <a:buSzPct val="100000"/>
              <a:buFont typeface="Wingdings" panose="05000000000000000000" pitchFamily="2" charset="2"/>
              <a:buChar char="Ø"/>
              <a:defRPr/>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文法</a:t>
            </a:r>
            <a:r>
              <a:rPr lang="en-US" altLang="zh-CN" sz="2400" b="1" i="1" dirty="0">
                <a:latin typeface="Times New Roman" panose="02020603050405020304" pitchFamily="18" charset="0"/>
                <a:ea typeface="华文楷体" panose="02010600040101010101" pitchFamily="2" charset="-122"/>
                <a:cs typeface="Times New Roman" panose="02020603050405020304" pitchFamily="18" charset="0"/>
              </a:rPr>
              <a:t>G</a:t>
            </a:r>
          </a:p>
          <a:p>
            <a:pPr lvl="1" eaLnBrk="1" hangingPunct="1">
              <a:defRPr/>
            </a:pPr>
            <a:r>
              <a:rPr lang="en-US" altLang="zh-CN" sz="2400" b="1" i="1" dirty="0">
                <a:solidFill>
                  <a:prstClr val="black"/>
                </a:solidFill>
                <a:latin typeface="Times New Roman" panose="02020603050405020304" pitchFamily="18" charset="0"/>
                <a:ea typeface="楷体_GB2312"/>
                <a:cs typeface="Times New Roman" panose="02020603050405020304" pitchFamily="18" charset="0"/>
              </a:rPr>
              <a:t>  </a:t>
            </a:r>
            <a:r>
              <a:rPr lang="en-US" altLang="zh-CN" sz="2400" b="1" i="1" dirty="0">
                <a:solidFill>
                  <a:srgbClr val="0070C0"/>
                </a:solidFill>
                <a:latin typeface="Times New Roman" panose="02020603050405020304" pitchFamily="18" charset="0"/>
                <a:ea typeface="楷体_GB2312"/>
                <a:cs typeface="Times New Roman" panose="02020603050405020304" pitchFamily="18" charset="0"/>
              </a:rPr>
              <a:t>E</a:t>
            </a:r>
            <a:r>
              <a:rPr lang="en-US" altLang="zh-CN" sz="2400" b="1" i="1" dirty="0">
                <a:solidFill>
                  <a:prstClr val="black"/>
                </a:solidFill>
                <a:latin typeface="Times New Roman" panose="02020603050405020304" pitchFamily="18" charset="0"/>
                <a:ea typeface="楷体_GB2312"/>
                <a:cs typeface="Times New Roman" panose="02020603050405020304" pitchFamily="18" charset="0"/>
              </a:rPr>
              <a:t> </a:t>
            </a:r>
            <a:r>
              <a:rPr lang="en-US" altLang="zh-CN" sz="2400" b="1" dirty="0">
                <a:solidFill>
                  <a:prstClr val="black"/>
                </a:solidFill>
                <a:latin typeface="Times New Roman" panose="02020603050405020304" pitchFamily="18" charset="0"/>
                <a:ea typeface="楷体_GB2312"/>
                <a:cs typeface="Times New Roman" panose="02020603050405020304" pitchFamily="18" charset="0"/>
              </a:rPr>
              <a:t>→ </a:t>
            </a:r>
            <a:r>
              <a:rPr lang="en-US" altLang="zh-CN" sz="2400" b="1" i="1" dirty="0">
                <a:solidFill>
                  <a:srgbClr val="0070C0"/>
                </a:solidFill>
                <a:latin typeface="Times New Roman" panose="02020603050405020304" pitchFamily="18" charset="0"/>
                <a:ea typeface="楷体_GB2312"/>
                <a:cs typeface="Times New Roman" panose="02020603050405020304" pitchFamily="18" charset="0"/>
              </a:rPr>
              <a:t>E</a:t>
            </a:r>
            <a:r>
              <a:rPr lang="en-US" altLang="zh-CN" sz="2400" b="1" i="1" dirty="0">
                <a:solidFill>
                  <a:prstClr val="black"/>
                </a:solidFill>
                <a:latin typeface="Times New Roman" panose="02020603050405020304" pitchFamily="18" charset="0"/>
                <a:ea typeface="楷体_GB2312"/>
                <a:cs typeface="Times New Roman" panose="02020603050405020304" pitchFamily="18" charset="0"/>
              </a:rPr>
              <a:t> </a:t>
            </a:r>
            <a:r>
              <a:rPr lang="en-US" altLang="zh-CN" sz="2400" b="1" dirty="0">
                <a:solidFill>
                  <a:prstClr val="black"/>
                </a:solidFill>
                <a:latin typeface="Times New Roman" panose="02020603050405020304" pitchFamily="18" charset="0"/>
                <a:ea typeface="楷体_GB2312"/>
                <a:cs typeface="Times New Roman" panose="02020603050405020304" pitchFamily="18" charset="0"/>
              </a:rPr>
              <a:t>+ </a:t>
            </a:r>
            <a:r>
              <a:rPr lang="en-US" altLang="zh-CN" sz="2400" b="1" i="1" dirty="0">
                <a:solidFill>
                  <a:prstClr val="black"/>
                </a:solidFill>
                <a:latin typeface="Times New Roman" panose="02020603050405020304" pitchFamily="18" charset="0"/>
                <a:ea typeface="楷体_GB2312"/>
                <a:cs typeface="Times New Roman" panose="02020603050405020304" pitchFamily="18" charset="0"/>
              </a:rPr>
              <a:t>T </a:t>
            </a:r>
            <a:r>
              <a:rPr lang="en-US" altLang="zh-CN" sz="2400" b="1" dirty="0">
                <a:solidFill>
                  <a:prstClr val="black"/>
                </a:solidFill>
                <a:latin typeface="Times New Roman" panose="02020603050405020304" pitchFamily="18" charset="0"/>
                <a:ea typeface="楷体_GB2312"/>
                <a:cs typeface="Times New Roman" panose="02020603050405020304" pitchFamily="18" charset="0"/>
              </a:rPr>
              <a:t>| </a:t>
            </a:r>
            <a:r>
              <a:rPr lang="en-US" altLang="zh-CN" sz="2400" b="1" i="1" dirty="0">
                <a:solidFill>
                  <a:srgbClr val="0070C0"/>
                </a:solidFill>
                <a:latin typeface="Times New Roman" panose="02020603050405020304" pitchFamily="18" charset="0"/>
                <a:ea typeface="楷体_GB2312"/>
                <a:cs typeface="Times New Roman" panose="02020603050405020304" pitchFamily="18" charset="0"/>
              </a:rPr>
              <a:t>E</a:t>
            </a:r>
            <a:r>
              <a:rPr lang="en-US" altLang="zh-CN" sz="2400" b="1" i="1" dirty="0">
                <a:solidFill>
                  <a:prstClr val="black"/>
                </a:solidFill>
                <a:latin typeface="Times New Roman" panose="02020603050405020304" pitchFamily="18" charset="0"/>
                <a:ea typeface="楷体_GB2312"/>
                <a:cs typeface="Times New Roman" panose="02020603050405020304" pitchFamily="18" charset="0"/>
              </a:rPr>
              <a:t> </a:t>
            </a:r>
            <a:r>
              <a:rPr lang="en-US" altLang="zh-CN" sz="2400" b="1" dirty="0">
                <a:solidFill>
                  <a:prstClr val="black"/>
                </a:solidFill>
                <a:latin typeface="Times New Roman" panose="02020603050405020304" pitchFamily="18" charset="0"/>
                <a:ea typeface="楷体_GB2312"/>
                <a:cs typeface="Times New Roman" panose="02020603050405020304" pitchFamily="18" charset="0"/>
              </a:rPr>
              <a:t>– </a:t>
            </a:r>
            <a:r>
              <a:rPr lang="en-US" altLang="zh-CN" sz="2400" b="1" i="1" dirty="0">
                <a:solidFill>
                  <a:prstClr val="black"/>
                </a:solidFill>
                <a:latin typeface="Times New Roman" panose="02020603050405020304" pitchFamily="18" charset="0"/>
                <a:ea typeface="楷体_GB2312"/>
                <a:cs typeface="Times New Roman" panose="02020603050405020304" pitchFamily="18" charset="0"/>
              </a:rPr>
              <a:t>T </a:t>
            </a:r>
            <a:r>
              <a:rPr lang="en-US" altLang="zh-CN" sz="2400" b="1" dirty="0">
                <a:solidFill>
                  <a:prstClr val="black"/>
                </a:solidFill>
                <a:latin typeface="Times New Roman" panose="02020603050405020304" pitchFamily="18" charset="0"/>
                <a:ea typeface="楷体_GB2312"/>
                <a:cs typeface="Times New Roman" panose="02020603050405020304" pitchFamily="18" charset="0"/>
              </a:rPr>
              <a:t>| </a:t>
            </a:r>
            <a:r>
              <a:rPr lang="en-US" altLang="zh-CN" sz="2400" b="1" i="1" dirty="0">
                <a:solidFill>
                  <a:prstClr val="black"/>
                </a:solidFill>
                <a:latin typeface="Times New Roman" panose="02020603050405020304" pitchFamily="18" charset="0"/>
                <a:ea typeface="楷体_GB2312"/>
                <a:cs typeface="Times New Roman" panose="02020603050405020304" pitchFamily="18" charset="0"/>
              </a:rPr>
              <a:t>T</a:t>
            </a:r>
          </a:p>
          <a:p>
            <a:pPr lvl="1" eaLnBrk="1" hangingPunct="1">
              <a:defRPr/>
            </a:pPr>
            <a:r>
              <a:rPr lang="en-US" altLang="zh-CN" sz="2400" b="1" i="1" dirty="0">
                <a:solidFill>
                  <a:prstClr val="black"/>
                </a:solidFill>
                <a:latin typeface="Times New Roman" panose="02020603050405020304" pitchFamily="18" charset="0"/>
                <a:ea typeface="楷体_GB2312"/>
                <a:cs typeface="Times New Roman" panose="02020603050405020304" pitchFamily="18" charset="0"/>
              </a:rPr>
              <a:t>  </a:t>
            </a:r>
            <a:r>
              <a:rPr lang="en-US" altLang="zh-CN" sz="2400" b="1" i="1" dirty="0">
                <a:solidFill>
                  <a:srgbClr val="0070C0"/>
                </a:solidFill>
                <a:latin typeface="Times New Roman" panose="02020603050405020304" pitchFamily="18" charset="0"/>
                <a:ea typeface="楷体_GB2312"/>
                <a:cs typeface="Times New Roman" panose="02020603050405020304" pitchFamily="18" charset="0"/>
              </a:rPr>
              <a:t>T</a:t>
            </a:r>
            <a:r>
              <a:rPr lang="en-US" altLang="zh-CN" sz="2400" b="1" dirty="0">
                <a:solidFill>
                  <a:prstClr val="black"/>
                </a:solidFill>
                <a:latin typeface="Times New Roman" panose="02020603050405020304" pitchFamily="18" charset="0"/>
                <a:ea typeface="楷体_GB2312"/>
                <a:cs typeface="Times New Roman" panose="02020603050405020304" pitchFamily="18" charset="0"/>
              </a:rPr>
              <a:t> → </a:t>
            </a:r>
            <a:r>
              <a:rPr lang="en-US" altLang="zh-CN" sz="2400" b="1" i="1" dirty="0">
                <a:solidFill>
                  <a:srgbClr val="0070C0"/>
                </a:solidFill>
                <a:latin typeface="Times New Roman" panose="02020603050405020304" pitchFamily="18" charset="0"/>
                <a:ea typeface="楷体_GB2312"/>
                <a:cs typeface="Times New Roman" panose="02020603050405020304" pitchFamily="18" charset="0"/>
              </a:rPr>
              <a:t>T</a:t>
            </a:r>
            <a:r>
              <a:rPr lang="en-US" altLang="zh-CN" sz="2400" b="1" dirty="0">
                <a:solidFill>
                  <a:prstClr val="black"/>
                </a:solidFill>
                <a:latin typeface="Times New Roman" panose="02020603050405020304" pitchFamily="18" charset="0"/>
                <a:ea typeface="楷体_GB2312"/>
                <a:cs typeface="Times New Roman" panose="02020603050405020304" pitchFamily="18" charset="0"/>
              </a:rPr>
              <a:t> * </a:t>
            </a:r>
            <a:r>
              <a:rPr lang="en-US" altLang="zh-CN" sz="2400" b="1" i="1" dirty="0">
                <a:solidFill>
                  <a:prstClr val="black"/>
                </a:solidFill>
                <a:latin typeface="Times New Roman" panose="02020603050405020304" pitchFamily="18" charset="0"/>
                <a:ea typeface="楷体_GB2312"/>
                <a:cs typeface="Times New Roman" panose="02020603050405020304" pitchFamily="18" charset="0"/>
              </a:rPr>
              <a:t>F</a:t>
            </a:r>
            <a:r>
              <a:rPr lang="en-US" altLang="zh-CN" sz="2400" b="1" dirty="0">
                <a:solidFill>
                  <a:prstClr val="black"/>
                </a:solidFill>
                <a:latin typeface="Times New Roman" panose="02020603050405020304" pitchFamily="18" charset="0"/>
                <a:ea typeface="楷体_GB2312"/>
                <a:cs typeface="Times New Roman" panose="02020603050405020304" pitchFamily="18" charset="0"/>
              </a:rPr>
              <a:t> | </a:t>
            </a:r>
            <a:r>
              <a:rPr lang="en-US" altLang="zh-CN" sz="2400" b="1" i="1" dirty="0">
                <a:solidFill>
                  <a:srgbClr val="0070C0"/>
                </a:solidFill>
                <a:latin typeface="Times New Roman" panose="02020603050405020304" pitchFamily="18" charset="0"/>
                <a:ea typeface="楷体_GB2312"/>
                <a:cs typeface="Times New Roman" panose="02020603050405020304" pitchFamily="18" charset="0"/>
              </a:rPr>
              <a:t>T</a:t>
            </a:r>
            <a:r>
              <a:rPr lang="en-US" altLang="zh-CN" sz="2400" b="1" dirty="0">
                <a:solidFill>
                  <a:srgbClr val="0070C0"/>
                </a:solidFill>
                <a:latin typeface="Times New Roman" panose="02020603050405020304" pitchFamily="18" charset="0"/>
                <a:ea typeface="楷体_GB2312"/>
                <a:cs typeface="Times New Roman" panose="02020603050405020304" pitchFamily="18" charset="0"/>
              </a:rPr>
              <a:t> </a:t>
            </a:r>
            <a:r>
              <a:rPr lang="en-US" altLang="zh-CN" sz="2400" b="1" dirty="0">
                <a:solidFill>
                  <a:prstClr val="black"/>
                </a:solidFill>
                <a:latin typeface="Times New Roman" panose="02020603050405020304" pitchFamily="18" charset="0"/>
                <a:ea typeface="楷体_GB2312"/>
                <a:cs typeface="Times New Roman" panose="02020603050405020304" pitchFamily="18" charset="0"/>
              </a:rPr>
              <a:t>/ </a:t>
            </a:r>
            <a:r>
              <a:rPr lang="en-US" altLang="zh-CN" sz="2400" b="1" i="1" dirty="0">
                <a:solidFill>
                  <a:prstClr val="black"/>
                </a:solidFill>
                <a:latin typeface="Times New Roman" panose="02020603050405020304" pitchFamily="18" charset="0"/>
                <a:ea typeface="楷体_GB2312"/>
                <a:cs typeface="Times New Roman" panose="02020603050405020304" pitchFamily="18" charset="0"/>
              </a:rPr>
              <a:t>F</a:t>
            </a:r>
            <a:r>
              <a:rPr lang="en-US" altLang="zh-CN" sz="2400" b="1" dirty="0">
                <a:solidFill>
                  <a:prstClr val="black"/>
                </a:solidFill>
                <a:latin typeface="Times New Roman" panose="02020603050405020304" pitchFamily="18" charset="0"/>
                <a:ea typeface="楷体_GB2312"/>
                <a:cs typeface="Times New Roman" panose="02020603050405020304" pitchFamily="18" charset="0"/>
              </a:rPr>
              <a:t> | </a:t>
            </a:r>
            <a:r>
              <a:rPr lang="en-US" altLang="zh-CN" sz="2400" b="1" i="1" dirty="0">
                <a:solidFill>
                  <a:prstClr val="black"/>
                </a:solidFill>
                <a:latin typeface="Times New Roman" panose="02020603050405020304" pitchFamily="18" charset="0"/>
                <a:ea typeface="楷体_GB2312"/>
                <a:cs typeface="Times New Roman" panose="02020603050405020304" pitchFamily="18" charset="0"/>
              </a:rPr>
              <a:t>F</a:t>
            </a:r>
          </a:p>
          <a:p>
            <a:pPr lvl="1" eaLnBrk="1" hangingPunct="1">
              <a:defRPr/>
            </a:pPr>
            <a:r>
              <a:rPr lang="en-US" altLang="zh-CN" sz="2400" b="1" i="1" dirty="0">
                <a:solidFill>
                  <a:prstClr val="black"/>
                </a:solidFill>
                <a:latin typeface="Times New Roman" panose="02020603050405020304" pitchFamily="18" charset="0"/>
                <a:ea typeface="楷体_GB2312"/>
                <a:cs typeface="Times New Roman" panose="02020603050405020304" pitchFamily="18" charset="0"/>
              </a:rPr>
              <a:t>  F</a:t>
            </a:r>
            <a:r>
              <a:rPr lang="en-US" altLang="zh-CN" sz="2400" b="1" dirty="0">
                <a:solidFill>
                  <a:prstClr val="black"/>
                </a:solidFill>
                <a:latin typeface="Times New Roman" panose="02020603050405020304" pitchFamily="18" charset="0"/>
                <a:ea typeface="楷体_GB2312"/>
                <a:cs typeface="Times New Roman" panose="02020603050405020304" pitchFamily="18" charset="0"/>
              </a:rPr>
              <a:t> → ( </a:t>
            </a:r>
            <a:r>
              <a:rPr lang="en-US" altLang="zh-CN" sz="2400" b="1" i="1" dirty="0">
                <a:solidFill>
                  <a:prstClr val="black"/>
                </a:solidFill>
                <a:latin typeface="Times New Roman" panose="02020603050405020304" pitchFamily="18" charset="0"/>
                <a:ea typeface="楷体_GB2312"/>
                <a:cs typeface="Times New Roman" panose="02020603050405020304" pitchFamily="18" charset="0"/>
              </a:rPr>
              <a:t>E</a:t>
            </a:r>
            <a:r>
              <a:rPr lang="en-US" altLang="zh-CN" sz="2400" b="1" dirty="0">
                <a:solidFill>
                  <a:prstClr val="black"/>
                </a:solidFill>
                <a:latin typeface="Times New Roman" panose="02020603050405020304" pitchFamily="18" charset="0"/>
                <a:ea typeface="楷体_GB2312"/>
                <a:cs typeface="Times New Roman" panose="02020603050405020304" pitchFamily="18" charset="0"/>
              </a:rPr>
              <a:t> ) | id</a:t>
            </a:r>
          </a:p>
          <a:p>
            <a:pPr marL="576580" lvl="1" indent="-273050" eaLnBrk="1" hangingPunct="1">
              <a:spcBef>
                <a:spcPct val="20000"/>
              </a:spcBef>
              <a:buSzPct val="100000"/>
              <a:buFont typeface="Wingdings" panose="05000000000000000000" pitchFamily="2" charset="2"/>
              <a:buChar char="Ø"/>
              <a:defRPr/>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输入</a:t>
            </a:r>
          </a:p>
          <a:p>
            <a:pPr marL="303530" lvl="1" eaLnBrk="1" hangingPunct="1">
              <a:spcBef>
                <a:spcPct val="20000"/>
              </a:spcBef>
              <a:buSzPct val="100000"/>
              <a:defRPr/>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id + id * id</a:t>
            </a:r>
            <a:r>
              <a:rPr lang="en-US" altLang="zh-CN" sz="2400" b="1" dirty="0">
                <a:latin typeface="Times New Roman" panose="02020603050405020304" pitchFamily="18" charset="0"/>
                <a:ea typeface="楷体_GB2312"/>
                <a:cs typeface="Times New Roman" panose="02020603050405020304" pitchFamily="18" charset="0"/>
              </a:rPr>
              <a:t> $</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 name="内容占位符 1"/>
          <p:cNvSpPr txBox="1"/>
          <p:nvPr/>
        </p:nvSpPr>
        <p:spPr bwMode="auto">
          <a:xfrm>
            <a:off x="899592" y="4271974"/>
            <a:ext cx="7344816" cy="820056"/>
          </a:xfrm>
          <a:prstGeom prst="rect">
            <a:avLst/>
          </a:prstGeom>
          <a:solidFill>
            <a:schemeClr val="accent5">
              <a:lumMod val="60000"/>
              <a:lumOff val="40000"/>
            </a:schemeClr>
          </a:solidFill>
          <a:ln>
            <a:solidFill>
              <a:schemeClr val="tx1"/>
            </a:solidFill>
          </a:ln>
        </p:spPr>
        <p:txBody>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baseline="0">
                <a:solidFill>
                  <a:schemeClr val="tx2"/>
                </a:solidFill>
                <a:latin typeface="Times New Roman" panose="02020603050405020304" pitchFamily="18" charset="0"/>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baseline="0">
                <a:solidFill>
                  <a:schemeClr val="tx2"/>
                </a:solidFill>
                <a:latin typeface="Times New Roman" panose="02020603050405020304" pitchFamily="18" charset="0"/>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baseline="0">
                <a:solidFill>
                  <a:schemeClr val="tx2"/>
                </a:solidFill>
                <a:latin typeface="Times New Roman" panose="02020603050405020304" pitchFamily="18" charset="0"/>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baseline="0">
                <a:solidFill>
                  <a:schemeClr val="tx2"/>
                </a:solidFill>
                <a:latin typeface="Times New Roman" panose="02020603050405020304" pitchFamily="18" charset="0"/>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baseline="0">
                <a:solidFill>
                  <a:schemeClr val="tx2"/>
                </a:solidFill>
                <a:latin typeface="Times New Roman" panose="02020603050405020304" pitchFamily="18" charset="0"/>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a:lstStyle>
          <a:p>
            <a:pPr marL="0" indent="0" algn="ctr">
              <a:buNone/>
              <a:defRPr/>
            </a:pPr>
            <a:r>
              <a:rPr lang="zh-CN" altLang="en-US" b="1" dirty="0">
                <a:solidFill>
                  <a:srgbClr val="000000"/>
                </a:solidFill>
                <a:latin typeface="Arial" panose="020B0604020202020204" pitchFamily="34" charset="0"/>
              </a:rPr>
              <a:t>左递归文法可能会使自顶向下分析陷入</a:t>
            </a:r>
            <a:r>
              <a:rPr lang="zh-CN" altLang="en-US" b="1" dirty="0">
                <a:solidFill>
                  <a:schemeClr val="tx2">
                    <a:lumMod val="60000"/>
                    <a:lumOff val="40000"/>
                  </a:schemeClr>
                </a:solidFill>
                <a:latin typeface="Arial" panose="020B0604020202020204" pitchFamily="34" charset="0"/>
              </a:rPr>
              <a:t>无限循环</a:t>
            </a:r>
            <a:endParaRPr lang="en-US" altLang="zh-CN" b="1" dirty="0">
              <a:solidFill>
                <a:schemeClr val="tx2">
                  <a:lumMod val="60000"/>
                  <a:lumOff val="40000"/>
                </a:schemeClr>
              </a:solidFill>
              <a:latin typeface="Arial" panose="020B0604020202020204" pitchFamily="34" charset="0"/>
            </a:endParaRPr>
          </a:p>
          <a:p>
            <a:pPr marL="0" indent="0" algn="ctr">
              <a:buNone/>
              <a:defRPr/>
            </a:pPr>
            <a:r>
              <a:rPr lang="zh-CN" altLang="en-US" b="1" dirty="0">
                <a:solidFill>
                  <a:schemeClr val="tx2">
                    <a:lumMod val="60000"/>
                    <a:lumOff val="40000"/>
                  </a:schemeClr>
                </a:solidFill>
                <a:latin typeface="Arial" panose="020B0604020202020204" pitchFamily="34" charset="0"/>
              </a:rPr>
              <a:t>解决办法：消除左递归</a:t>
            </a:r>
            <a:endParaRPr lang="zh-CN" altLang="en-US" dirty="0"/>
          </a:p>
        </p:txBody>
      </p:sp>
      <p:sp>
        <p:nvSpPr>
          <p:cNvPr id="15" name="Line 45"/>
          <p:cNvSpPr>
            <a:spLocks noChangeShapeType="1"/>
          </p:cNvSpPr>
          <p:nvPr/>
        </p:nvSpPr>
        <p:spPr bwMode="auto">
          <a:xfrm flipV="1">
            <a:off x="1597298" y="3917082"/>
            <a:ext cx="0" cy="269875"/>
          </a:xfrm>
          <a:prstGeom prst="line">
            <a:avLst/>
          </a:prstGeom>
          <a:noFill/>
          <a:ln w="25400">
            <a:solidFill>
              <a:schemeClr val="tx2">
                <a:lumMod val="60000"/>
                <a:lumOff val="40000"/>
              </a:schemeClr>
            </a:solidFill>
            <a:round/>
            <a:tailEnd type="triangle" w="med" len="med"/>
          </a:ln>
        </p:spPr>
        <p:txBody>
          <a:bodyPr/>
          <a:lstStyle/>
          <a:p>
            <a:pPr>
              <a:defRPr/>
            </a:pPr>
            <a:endParaRPr lang="zh-CN" altLang="en-US"/>
          </a:p>
        </p:txBody>
      </p:sp>
      <p:sp>
        <p:nvSpPr>
          <p:cNvPr id="6" name="Rectangle 6"/>
          <p:cNvSpPr>
            <a:spLocks noChangeArrowheads="1"/>
          </p:cNvSpPr>
          <p:nvPr/>
        </p:nvSpPr>
        <p:spPr bwMode="auto">
          <a:xfrm>
            <a:off x="4529410" y="1621383"/>
            <a:ext cx="204311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Tahoma" panose="020B0604030504040204" pitchFamily="34" charset="0"/>
                <a:ea typeface="宋体" panose="02010600030101010101" pitchFamily="2" charset="-122"/>
              </a:defRPr>
            </a:lvl1pPr>
            <a:lvl2pPr marL="19050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a:spcBef>
                <a:spcPct val="20000"/>
              </a:spcBef>
              <a:buClr>
                <a:srgbClr val="3333CC"/>
              </a:buClr>
              <a:buSzPct val="75000"/>
            </a:pPr>
            <a:r>
              <a:rPr kumimoji="1" lang="en-US" altLang="zh-CN" sz="2400" b="1" i="1" dirty="0">
                <a:solidFill>
                  <a:srgbClr val="0070C0"/>
                </a:solidFill>
                <a:latin typeface="Times New Roman" panose="02020603050405020304" pitchFamily="18" charset="0"/>
                <a:cs typeface="Times New Roman" panose="02020603050405020304" pitchFamily="18" charset="0"/>
              </a:rPr>
              <a:t>E</a:t>
            </a:r>
            <a:r>
              <a:rPr kumimoji="1" lang="en-US" altLang="zh-CN" sz="2400" b="1" i="1" dirty="0">
                <a:latin typeface="Times New Roman" panose="02020603050405020304" pitchFamily="18" charset="0"/>
                <a:cs typeface="Times New Roman" panose="02020603050405020304" pitchFamily="18" charset="0"/>
              </a:rPr>
              <a:t> </a:t>
            </a:r>
            <a:r>
              <a:rPr kumimoji="1"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dirty="0">
                <a:latin typeface="Times New Roman" panose="02020603050405020304" pitchFamily="18" charset="0"/>
                <a:cs typeface="Times New Roman" panose="02020603050405020304" pitchFamily="18" charset="0"/>
              </a:rPr>
              <a:t> </a:t>
            </a:r>
            <a:r>
              <a:rPr kumimoji="1" lang="en-US" altLang="zh-CN" sz="2400" b="1" i="1" u="sng" dirty="0">
                <a:solidFill>
                  <a:srgbClr val="0070C0"/>
                </a:solidFill>
                <a:latin typeface="Times New Roman" panose="02020603050405020304" pitchFamily="18" charset="0"/>
                <a:cs typeface="Times New Roman" panose="02020603050405020304" pitchFamily="18" charset="0"/>
              </a:rPr>
              <a:t>E</a:t>
            </a:r>
            <a:r>
              <a:rPr kumimoji="1" lang="en-US" altLang="zh-CN" sz="2400" b="1" i="1" u="sng" dirty="0">
                <a:latin typeface="Times New Roman" panose="02020603050405020304" pitchFamily="18" charset="0"/>
                <a:cs typeface="Times New Roman" panose="02020603050405020304" pitchFamily="18" charset="0"/>
              </a:rPr>
              <a:t> </a:t>
            </a:r>
            <a:r>
              <a:rPr kumimoji="1" lang="en-US" altLang="zh-CN" sz="2400" b="1" u="sng" dirty="0">
                <a:latin typeface="Times New Roman" panose="02020603050405020304" pitchFamily="18" charset="0"/>
                <a:cs typeface="Times New Roman" panose="02020603050405020304" pitchFamily="18" charset="0"/>
              </a:rPr>
              <a:t>+ </a:t>
            </a:r>
            <a:r>
              <a:rPr kumimoji="1" lang="en-US" altLang="zh-CN" sz="2400" b="1" i="1" u="sng" dirty="0">
                <a:latin typeface="Times New Roman" panose="02020603050405020304" pitchFamily="18" charset="0"/>
                <a:cs typeface="Times New Roman" panose="02020603050405020304" pitchFamily="18" charset="0"/>
              </a:rPr>
              <a:t>T</a:t>
            </a:r>
            <a:r>
              <a:rPr kumimoji="1" lang="en-US" altLang="zh-CN" sz="2400" b="1" u="sng" dirty="0">
                <a:latin typeface="Times New Roman" panose="02020603050405020304" pitchFamily="18" charset="0"/>
                <a:cs typeface="Times New Roman" panose="02020603050405020304" pitchFamily="18" charset="0"/>
              </a:rPr>
              <a:t> </a:t>
            </a:r>
          </a:p>
        </p:txBody>
      </p:sp>
      <p:sp>
        <p:nvSpPr>
          <p:cNvPr id="7" name="矩形 6"/>
          <p:cNvSpPr>
            <a:spLocks noChangeArrowheads="1"/>
          </p:cNvSpPr>
          <p:nvPr/>
        </p:nvSpPr>
        <p:spPr bwMode="auto">
          <a:xfrm>
            <a:off x="4738960" y="2348458"/>
            <a:ext cx="27368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19050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a:spcBef>
                <a:spcPct val="20000"/>
              </a:spcBef>
              <a:buClr>
                <a:srgbClr val="3333CC"/>
              </a:buClr>
              <a:buSzPct val="75000"/>
            </a:pPr>
            <a:r>
              <a:rPr kumimoji="1"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dirty="0">
                <a:latin typeface="Times New Roman" panose="02020603050405020304" pitchFamily="18" charset="0"/>
                <a:cs typeface="Times New Roman" panose="02020603050405020304" pitchFamily="18" charset="0"/>
              </a:rPr>
              <a:t> </a:t>
            </a:r>
            <a:r>
              <a:rPr kumimoji="1" lang="en-US" altLang="zh-CN" sz="2400" b="1" i="1" u="sng" dirty="0">
                <a:solidFill>
                  <a:srgbClr val="0070C0"/>
                </a:solidFill>
                <a:latin typeface="Times New Roman" panose="02020603050405020304" pitchFamily="18" charset="0"/>
                <a:cs typeface="Times New Roman" panose="02020603050405020304" pitchFamily="18" charset="0"/>
              </a:rPr>
              <a:t>E </a:t>
            </a:r>
            <a:r>
              <a:rPr kumimoji="1" lang="en-US" altLang="zh-CN" sz="2400" b="1" u="sng" dirty="0">
                <a:latin typeface="Times New Roman" panose="02020603050405020304" pitchFamily="18" charset="0"/>
                <a:cs typeface="Times New Roman" panose="02020603050405020304" pitchFamily="18" charset="0"/>
              </a:rPr>
              <a:t>+ </a:t>
            </a:r>
            <a:r>
              <a:rPr kumimoji="1" lang="en-US" altLang="zh-CN" sz="2400" b="1" i="1" u="sng" dirty="0">
                <a:latin typeface="Times New Roman" panose="02020603050405020304" pitchFamily="18" charset="0"/>
                <a:cs typeface="Times New Roman" panose="02020603050405020304" pitchFamily="18" charset="0"/>
              </a:rPr>
              <a:t>T </a:t>
            </a:r>
            <a:r>
              <a:rPr kumimoji="1" lang="en-US" altLang="zh-CN" sz="2400" b="1" dirty="0">
                <a:latin typeface="Times New Roman" panose="02020603050405020304" pitchFamily="18" charset="0"/>
                <a:cs typeface="Times New Roman" panose="02020603050405020304" pitchFamily="18" charset="0"/>
              </a:rPr>
              <a:t>+ </a:t>
            </a:r>
            <a:r>
              <a:rPr kumimoji="1" lang="en-US" altLang="zh-CN" sz="2400" b="1" i="1" dirty="0">
                <a:latin typeface="Times New Roman" panose="02020603050405020304" pitchFamily="18" charset="0"/>
                <a:cs typeface="Times New Roman" panose="02020603050405020304" pitchFamily="18" charset="0"/>
              </a:rPr>
              <a:t>T </a:t>
            </a:r>
            <a:r>
              <a:rPr kumimoji="1" lang="en-US" altLang="zh-CN" sz="2400" b="1" dirty="0">
                <a:latin typeface="Times New Roman" panose="02020603050405020304" pitchFamily="18" charset="0"/>
                <a:cs typeface="Times New Roman" panose="02020603050405020304" pitchFamily="18" charset="0"/>
              </a:rPr>
              <a:t>+ </a:t>
            </a:r>
            <a:r>
              <a:rPr kumimoji="1" lang="en-US" altLang="zh-CN" sz="2400" b="1" i="1" dirty="0">
                <a:latin typeface="Times New Roman" panose="02020603050405020304" pitchFamily="18" charset="0"/>
                <a:cs typeface="Times New Roman" panose="02020603050405020304" pitchFamily="18" charset="0"/>
              </a:rPr>
              <a:t>T</a:t>
            </a:r>
            <a:endParaRPr kumimoji="1" lang="en-US" altLang="zh-CN" sz="2400" b="1" dirty="0">
              <a:latin typeface="Times New Roman" panose="02020603050405020304" pitchFamily="18" charset="0"/>
              <a:cs typeface="Times New Roman" panose="02020603050405020304" pitchFamily="18" charset="0"/>
            </a:endParaRPr>
          </a:p>
        </p:txBody>
      </p:sp>
      <p:sp>
        <p:nvSpPr>
          <p:cNvPr id="8" name="矩形 7"/>
          <p:cNvSpPr>
            <a:spLocks noChangeArrowheads="1"/>
          </p:cNvSpPr>
          <p:nvPr/>
        </p:nvSpPr>
        <p:spPr bwMode="auto">
          <a:xfrm>
            <a:off x="4754835" y="1980158"/>
            <a:ext cx="19954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19050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a:spcBef>
                <a:spcPct val="20000"/>
              </a:spcBef>
              <a:buClr>
                <a:srgbClr val="3333CC"/>
              </a:buClr>
              <a:buSzPct val="75000"/>
            </a:pPr>
            <a:r>
              <a:rPr kumimoji="1"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dirty="0">
                <a:latin typeface="Times New Roman" panose="02020603050405020304" pitchFamily="18" charset="0"/>
                <a:cs typeface="Times New Roman" panose="02020603050405020304" pitchFamily="18" charset="0"/>
              </a:rPr>
              <a:t> </a:t>
            </a:r>
            <a:r>
              <a:rPr kumimoji="1" lang="en-US" altLang="zh-CN" sz="2400" b="1" i="1" u="sng" dirty="0">
                <a:solidFill>
                  <a:srgbClr val="0070C0"/>
                </a:solidFill>
                <a:latin typeface="Times New Roman" panose="02020603050405020304" pitchFamily="18" charset="0"/>
                <a:cs typeface="Times New Roman" panose="02020603050405020304" pitchFamily="18" charset="0"/>
              </a:rPr>
              <a:t>E</a:t>
            </a:r>
            <a:r>
              <a:rPr kumimoji="1" lang="en-US" altLang="zh-CN" sz="2400" b="1" i="1" u="sng" dirty="0">
                <a:latin typeface="Times New Roman" panose="02020603050405020304" pitchFamily="18" charset="0"/>
                <a:cs typeface="Times New Roman" panose="02020603050405020304" pitchFamily="18" charset="0"/>
              </a:rPr>
              <a:t> </a:t>
            </a:r>
            <a:r>
              <a:rPr kumimoji="1" lang="en-US" altLang="zh-CN" sz="2400" b="1" u="sng" dirty="0">
                <a:latin typeface="Times New Roman" panose="02020603050405020304" pitchFamily="18" charset="0"/>
                <a:cs typeface="Times New Roman" panose="02020603050405020304" pitchFamily="18" charset="0"/>
              </a:rPr>
              <a:t>+ </a:t>
            </a:r>
            <a:r>
              <a:rPr kumimoji="1" lang="en-US" altLang="zh-CN" sz="2400" b="1" i="1" u="sng" dirty="0">
                <a:latin typeface="Times New Roman" panose="02020603050405020304" pitchFamily="18" charset="0"/>
                <a:cs typeface="Times New Roman" panose="02020603050405020304" pitchFamily="18" charset="0"/>
              </a:rPr>
              <a:t>T </a:t>
            </a:r>
            <a:r>
              <a:rPr kumimoji="1" lang="en-US" altLang="zh-CN" sz="2400" b="1" dirty="0">
                <a:latin typeface="Times New Roman" panose="02020603050405020304" pitchFamily="18" charset="0"/>
                <a:cs typeface="Times New Roman" panose="02020603050405020304" pitchFamily="18" charset="0"/>
              </a:rPr>
              <a:t>+ </a:t>
            </a:r>
            <a:r>
              <a:rPr kumimoji="1" lang="en-US" altLang="zh-CN" sz="2400" b="1" i="1" dirty="0">
                <a:latin typeface="Times New Roman" panose="02020603050405020304" pitchFamily="18" charset="0"/>
                <a:cs typeface="Times New Roman" panose="02020603050405020304" pitchFamily="18" charset="0"/>
              </a:rPr>
              <a:t>T</a:t>
            </a:r>
            <a:endParaRPr kumimoji="1" lang="en-US" altLang="zh-CN" sz="2400" b="1" dirty="0">
              <a:latin typeface="Times New Roman" panose="02020603050405020304" pitchFamily="18" charset="0"/>
              <a:cs typeface="Times New Roman" panose="02020603050405020304" pitchFamily="18" charset="0"/>
            </a:endParaRPr>
          </a:p>
        </p:txBody>
      </p:sp>
      <p:sp>
        <p:nvSpPr>
          <p:cNvPr id="9" name="矩形 8"/>
          <p:cNvSpPr>
            <a:spLocks noChangeArrowheads="1"/>
          </p:cNvSpPr>
          <p:nvPr/>
        </p:nvSpPr>
        <p:spPr bwMode="auto">
          <a:xfrm>
            <a:off x="4929460" y="2670720"/>
            <a:ext cx="873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a:latin typeface="Times New Roman" panose="02020603050405020304" pitchFamily="18" charset="0"/>
                <a:cs typeface="Times New Roman" panose="02020603050405020304" pitchFamily="18" charset="0"/>
              </a:rPr>
              <a:t> …</a:t>
            </a:r>
            <a:endParaRPr lang="zh-CN" altLang="en-US" sz="2800"/>
          </a:p>
        </p:txBody>
      </p:sp>
      <p:sp>
        <p:nvSpPr>
          <p:cNvPr id="4" name="灯片编号占位符 3"/>
          <p:cNvSpPr>
            <a:spLocks noGrp="1"/>
          </p:cNvSpPr>
          <p:nvPr>
            <p:ph type="sldNum" sz="quarter" idx="12"/>
          </p:nvPr>
        </p:nvSpPr>
        <p:spPr/>
        <p:txBody>
          <a:bodyPr/>
          <a:lstStyle/>
          <a:p>
            <a:pPr>
              <a:defRPr/>
            </a:pPr>
            <a:fld id="{EA567855-7F13-4FC5-AD61-2B82F6443E16}" type="slidenum">
              <a:rPr lang="zh-CN" altLang="en-US" smtClean="0"/>
              <a:t>16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p:cTn id="7"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8"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9" dur="500"/>
                                        <p:tgtEl>
                                          <p:spTgt spid="3">
                                            <p:txEl>
                                              <p:pRg st="5" end="5"/>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 calcmode="lin" valueType="num">
                                      <p:cBhvr>
                                        <p:cTn id="12"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14" dur="500"/>
                                        <p:tgtEl>
                                          <p:spTgt spid="3">
                                            <p:txEl>
                                              <p:pRg st="6" end="6"/>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p:cTn id="17" dur="500" fill="hold"/>
                                        <p:tgtEl>
                                          <p:spTgt spid="15"/>
                                        </p:tgtEl>
                                        <p:attrNameLst>
                                          <p:attrName>ppt_w</p:attrName>
                                        </p:attrNameLst>
                                      </p:cBhvr>
                                      <p:tavLst>
                                        <p:tav tm="0">
                                          <p:val>
                                            <p:fltVal val="0"/>
                                          </p:val>
                                        </p:tav>
                                        <p:tav tm="100000">
                                          <p:val>
                                            <p:strVal val="#ppt_w"/>
                                          </p:val>
                                        </p:tav>
                                      </p:tavLst>
                                    </p:anim>
                                    <p:anim calcmode="lin" valueType="num">
                                      <p:cBhvr>
                                        <p:cTn id="18" dur="500" fill="hold"/>
                                        <p:tgtEl>
                                          <p:spTgt spid="15"/>
                                        </p:tgtEl>
                                        <p:attrNameLst>
                                          <p:attrName>ppt_h</p:attrName>
                                        </p:attrNameLst>
                                      </p:cBhvr>
                                      <p:tavLst>
                                        <p:tav tm="0">
                                          <p:val>
                                            <p:fltVal val="0"/>
                                          </p:val>
                                        </p:tav>
                                        <p:tav tm="100000">
                                          <p:val>
                                            <p:strVal val="#ppt_h"/>
                                          </p:val>
                                        </p:tav>
                                      </p:tavLst>
                                    </p:anim>
                                    <p:animEffect transition="in" filter="fade">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 calcmode="lin" valueType="num">
                                      <p:cBhvr>
                                        <p:cTn id="24"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25"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26" dur="500"/>
                                        <p:tgtEl>
                                          <p:spTgt spid="6">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Effect transition="in" filter="fade">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p:cTn id="38" dur="500" fill="hold"/>
                                        <p:tgtEl>
                                          <p:spTgt spid="7"/>
                                        </p:tgtEl>
                                        <p:attrNameLst>
                                          <p:attrName>ppt_w</p:attrName>
                                        </p:attrNameLst>
                                      </p:cBhvr>
                                      <p:tavLst>
                                        <p:tav tm="0">
                                          <p:val>
                                            <p:fltVal val="0"/>
                                          </p:val>
                                        </p:tav>
                                        <p:tav tm="100000">
                                          <p:val>
                                            <p:strVal val="#ppt_w"/>
                                          </p:val>
                                        </p:tav>
                                      </p:tavLst>
                                    </p:anim>
                                    <p:anim calcmode="lin" valueType="num">
                                      <p:cBhvr>
                                        <p:cTn id="39" dur="500" fill="hold"/>
                                        <p:tgtEl>
                                          <p:spTgt spid="7"/>
                                        </p:tgtEl>
                                        <p:attrNameLst>
                                          <p:attrName>ppt_h</p:attrName>
                                        </p:attrNameLst>
                                      </p:cBhvr>
                                      <p:tavLst>
                                        <p:tav tm="0">
                                          <p:val>
                                            <p:fltVal val="0"/>
                                          </p:val>
                                        </p:tav>
                                        <p:tav tm="100000">
                                          <p:val>
                                            <p:strVal val="#ppt_h"/>
                                          </p:val>
                                        </p:tav>
                                      </p:tavLst>
                                    </p:anim>
                                    <p:animEffect transition="in" filter="fade">
                                      <p:cBhvr>
                                        <p:cTn id="40" dur="500"/>
                                        <p:tgtEl>
                                          <p:spTgt spid="7"/>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500" fill="hold"/>
                                        <p:tgtEl>
                                          <p:spTgt spid="9"/>
                                        </p:tgtEl>
                                        <p:attrNameLst>
                                          <p:attrName>ppt_w</p:attrName>
                                        </p:attrNameLst>
                                      </p:cBhvr>
                                      <p:tavLst>
                                        <p:tav tm="0">
                                          <p:val>
                                            <p:fltVal val="0"/>
                                          </p:val>
                                        </p:tav>
                                        <p:tav tm="100000">
                                          <p:val>
                                            <p:strVal val="#ppt_w"/>
                                          </p:val>
                                        </p:tav>
                                      </p:tavLst>
                                    </p:anim>
                                    <p:anim calcmode="lin" valueType="num">
                                      <p:cBhvr>
                                        <p:cTn id="44" dur="500" fill="hold"/>
                                        <p:tgtEl>
                                          <p:spTgt spid="9"/>
                                        </p:tgtEl>
                                        <p:attrNameLst>
                                          <p:attrName>ppt_h</p:attrName>
                                        </p:attrNameLst>
                                      </p:cBhvr>
                                      <p:tavLst>
                                        <p:tav tm="0">
                                          <p:val>
                                            <p:fltVal val="0"/>
                                          </p:val>
                                        </p:tav>
                                        <p:tav tm="100000">
                                          <p:val>
                                            <p:strVal val="#ppt_h"/>
                                          </p:val>
                                        </p:tav>
                                      </p:tavLst>
                                    </p:anim>
                                    <p:animEffect transition="in" filter="fade">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p:cTn id="50" dur="500" fill="hold"/>
                                        <p:tgtEl>
                                          <p:spTgt spid="13"/>
                                        </p:tgtEl>
                                        <p:attrNameLst>
                                          <p:attrName>ppt_w</p:attrName>
                                        </p:attrNameLst>
                                      </p:cBhvr>
                                      <p:tavLst>
                                        <p:tav tm="0">
                                          <p:val>
                                            <p:fltVal val="0"/>
                                          </p:val>
                                        </p:tav>
                                        <p:tav tm="100000">
                                          <p:val>
                                            <p:strVal val="#ppt_w"/>
                                          </p:val>
                                        </p:tav>
                                      </p:tavLst>
                                    </p:anim>
                                    <p:anim calcmode="lin" valueType="num">
                                      <p:cBhvr>
                                        <p:cTn id="51" dur="500" fill="hold"/>
                                        <p:tgtEl>
                                          <p:spTgt spid="13"/>
                                        </p:tgtEl>
                                        <p:attrNameLst>
                                          <p:attrName>ppt_h</p:attrName>
                                        </p:attrNameLst>
                                      </p:cBhvr>
                                      <p:tavLst>
                                        <p:tav tm="0">
                                          <p:val>
                                            <p:fltVal val="0"/>
                                          </p:val>
                                        </p:tav>
                                        <p:tav tm="100000">
                                          <p:val>
                                            <p:strVal val="#ppt_h"/>
                                          </p:val>
                                        </p:tav>
                                      </p:tavLst>
                                    </p:anim>
                                    <p:animEffect transition="in" filter="fade">
                                      <p:cBhvr>
                                        <p:cTn id="5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 grpId="0"/>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131590"/>
            <a:ext cx="5904656" cy="3672408"/>
          </a:xfrm>
        </p:spPr>
        <p:txBody>
          <a:bodyPr/>
          <a:lstStyle/>
          <a:p>
            <a:pPr marL="609600" indent="-609600" eaLnBrk="1" hangingPunct="1">
              <a:lnSpc>
                <a:spcPct val="90000"/>
              </a:lnSpc>
              <a:buNone/>
            </a:pPr>
            <a:r>
              <a:rPr lang="en-US" altLang="zh-CN" sz="2800" dirty="0">
                <a:solidFill>
                  <a:srgbClr val="0070C0"/>
                </a:solidFill>
              </a:rPr>
              <a:t>1.</a:t>
            </a:r>
            <a:r>
              <a:rPr lang="zh-CN" altLang="en-US" sz="2800" dirty="0">
                <a:solidFill>
                  <a:srgbClr val="0070C0"/>
                </a:solidFill>
              </a:rPr>
              <a:t>消除直接左递归</a:t>
            </a:r>
            <a:endParaRPr lang="en-US" altLang="zh-CN" sz="2800" dirty="0">
              <a:solidFill>
                <a:srgbClr val="0070C0"/>
              </a:solidFill>
            </a:endParaRPr>
          </a:p>
          <a:p>
            <a:pPr lvl="1" eaLnBrk="1" hangingPunct="1">
              <a:lnSpc>
                <a:spcPct val="90000"/>
              </a:lnSpc>
            </a:pPr>
            <a:r>
              <a:rPr lang="zh-CN" altLang="en-US" sz="2400" dirty="0">
                <a:solidFill>
                  <a:srgbClr val="0070C0"/>
                </a:solidFill>
              </a:rPr>
              <a:t>思想：</a:t>
            </a:r>
            <a:r>
              <a:rPr lang="zh-CN" altLang="en-US" sz="2400" dirty="0">
                <a:solidFill>
                  <a:srgbClr val="FF0000"/>
                </a:solidFill>
              </a:rPr>
              <a:t>左递归转换为右递归</a:t>
            </a:r>
            <a:endParaRPr lang="en-US" altLang="zh-CN" sz="2400" dirty="0">
              <a:solidFill>
                <a:srgbClr val="FF0000"/>
              </a:solidFill>
            </a:endParaRPr>
          </a:p>
          <a:p>
            <a:pPr lvl="1" eaLnBrk="1" hangingPunct="1">
              <a:defRPr/>
            </a:pPr>
            <a:r>
              <a:rPr lang="zh-CN" altLang="en-US" sz="2600" dirty="0"/>
              <a:t>引入新的变量</a:t>
            </a:r>
            <a:r>
              <a:rPr lang="en-US" altLang="zh-CN" sz="2600" i="1" dirty="0">
                <a:solidFill>
                  <a:srgbClr val="0070C0"/>
                </a:solidFill>
              </a:rPr>
              <a:t>A</a:t>
            </a:r>
            <a:r>
              <a:rPr lang="en-US" altLang="zh-CN" sz="2600" dirty="0">
                <a:solidFill>
                  <a:srgbClr val="0070C0"/>
                </a:solidFill>
                <a:cs typeface="Times New Roman" panose="02020603050405020304" pitchFamily="18" charset="0"/>
              </a:rPr>
              <a:t>'</a:t>
            </a:r>
            <a:r>
              <a:rPr lang="en-US" altLang="zh-CN" sz="2600" dirty="0"/>
              <a:t> </a:t>
            </a:r>
            <a:r>
              <a:rPr lang="zh-CN" altLang="en-US" sz="2600" dirty="0"/>
              <a:t>，将左递归产生式：</a:t>
            </a:r>
            <a:endParaRPr lang="en-US" altLang="zh-CN" sz="2600" dirty="0"/>
          </a:p>
          <a:p>
            <a:pPr marL="0" indent="0" algn="ctr" eaLnBrk="1" hangingPunct="1">
              <a:spcAft>
                <a:spcPts val="1200"/>
              </a:spcAft>
              <a:buNone/>
              <a:defRPr/>
            </a:pPr>
            <a:r>
              <a:rPr kumimoji="1" lang="en-US" altLang="zh-CN" sz="2500" b="1" i="1" dirty="0">
                <a:solidFill>
                  <a:srgbClr val="FF0000"/>
                </a:solidFill>
                <a:ea typeface="楷体_GB2312" panose="02010609030101010101" pitchFamily="49" charset="-122"/>
                <a:cs typeface="Times New Roman" panose="02020603050405020304" pitchFamily="18" charset="0"/>
              </a:rPr>
              <a:t>              A</a:t>
            </a:r>
            <a:r>
              <a:rPr kumimoji="1" lang="en-US" altLang="zh-CN" sz="2500" b="1" dirty="0">
                <a:solidFill>
                  <a:srgbClr val="FF0000"/>
                </a:solidFill>
                <a:ea typeface="楷体_GB2312" panose="02010609030101010101" pitchFamily="49" charset="-122"/>
                <a:cs typeface="Times New Roman" panose="02020603050405020304" pitchFamily="18" charset="0"/>
              </a:rPr>
              <a:t>  → </a:t>
            </a:r>
            <a:r>
              <a:rPr kumimoji="1" lang="en-US" altLang="zh-CN" sz="2500" b="1" i="1" dirty="0">
                <a:solidFill>
                  <a:srgbClr val="FF0000"/>
                </a:solidFill>
                <a:ea typeface="楷体_GB2312" panose="02010609030101010101" pitchFamily="49" charset="-122"/>
                <a:cs typeface="Times New Roman" panose="02020603050405020304" pitchFamily="18" charset="0"/>
              </a:rPr>
              <a:t>Aα</a:t>
            </a:r>
            <a:r>
              <a:rPr kumimoji="1" lang="en-US" altLang="zh-CN" sz="2500" b="1" dirty="0">
                <a:solidFill>
                  <a:srgbClr val="FF0000"/>
                </a:solidFill>
                <a:ea typeface="楷体_GB2312" panose="02010609030101010101" pitchFamily="49" charset="-122"/>
                <a:cs typeface="Times New Roman" panose="02020603050405020304" pitchFamily="18" charset="0"/>
              </a:rPr>
              <a:t> | </a:t>
            </a:r>
            <a:r>
              <a:rPr kumimoji="1" lang="en-US" altLang="zh-CN" sz="2500" b="1" i="1" dirty="0">
                <a:solidFill>
                  <a:srgbClr val="FF0000"/>
                </a:solidFill>
                <a:ea typeface="楷体_GB2312" panose="02010609030101010101" pitchFamily="49" charset="-122"/>
                <a:cs typeface="Times New Roman" panose="02020603050405020304" pitchFamily="18" charset="0"/>
              </a:rPr>
              <a:t>β</a:t>
            </a:r>
            <a:r>
              <a:rPr kumimoji="1" lang="en-US" altLang="zh-CN" sz="2500" b="1" dirty="0">
                <a:solidFill>
                  <a:schemeClr val="tx1"/>
                </a:solidFill>
                <a:ea typeface="楷体_GB2312" panose="02010609030101010101" pitchFamily="49" charset="-122"/>
                <a:cs typeface="Times New Roman" panose="02020603050405020304" pitchFamily="18" charset="0"/>
              </a:rPr>
              <a:t>	(</a:t>
            </a:r>
            <a:r>
              <a:rPr kumimoji="1" lang="en-US" altLang="zh-CN" sz="2500" b="1" i="1" dirty="0">
                <a:solidFill>
                  <a:schemeClr val="tx1"/>
                </a:solidFill>
                <a:ea typeface="楷体_GB2312" panose="02010609030101010101" pitchFamily="49" charset="-122"/>
                <a:cs typeface="Times New Roman" panose="02020603050405020304" pitchFamily="18" charset="0"/>
              </a:rPr>
              <a:t>α</a:t>
            </a:r>
            <a:r>
              <a:rPr kumimoji="1" lang="el-GR" altLang="zh-CN" sz="2500" b="1" i="1" dirty="0">
                <a:solidFill>
                  <a:schemeClr val="tx1"/>
                </a:solidFill>
                <a:ea typeface="楷体_GB2312" panose="02010609030101010101" pitchFamily="49" charset="-122"/>
                <a:cs typeface="Times New Roman" panose="02020603050405020304" pitchFamily="18" charset="0"/>
              </a:rPr>
              <a:t>≠ ε</a:t>
            </a:r>
            <a:r>
              <a:rPr kumimoji="1" lang="en-US" altLang="zh-CN" sz="2500" b="1" dirty="0">
                <a:solidFill>
                  <a:schemeClr val="tx1"/>
                </a:solidFill>
                <a:ea typeface="楷体_GB2312" panose="02010609030101010101" pitchFamily="49" charset="-122"/>
                <a:cs typeface="Times New Roman" panose="02020603050405020304" pitchFamily="18" charset="0"/>
              </a:rPr>
              <a:t>,</a:t>
            </a:r>
            <a:r>
              <a:rPr lang="en-US" altLang="zh-CN" sz="2500" b="1" dirty="0">
                <a:solidFill>
                  <a:schemeClr val="tx1"/>
                </a:solidFill>
                <a:ea typeface="楷体_GB2312" panose="02010609030101010101" pitchFamily="49" charset="-122"/>
                <a:cs typeface="Times New Roman" panose="02020603050405020304" pitchFamily="18" charset="0"/>
              </a:rPr>
              <a:t> </a:t>
            </a:r>
            <a:r>
              <a:rPr kumimoji="1" lang="en-US" altLang="zh-CN" sz="2500" b="1" i="1" dirty="0">
                <a:solidFill>
                  <a:schemeClr val="tx1"/>
                </a:solidFill>
                <a:ea typeface="楷体_GB2312" panose="02010609030101010101" pitchFamily="49" charset="-122"/>
                <a:cs typeface="Times New Roman" panose="02020603050405020304" pitchFamily="18" charset="0"/>
              </a:rPr>
              <a:t>β</a:t>
            </a:r>
            <a:r>
              <a:rPr lang="zh-CN" altLang="en-US" sz="2500" b="1" dirty="0">
                <a:solidFill>
                  <a:schemeClr val="tx1"/>
                </a:solidFill>
                <a:cs typeface="Times New Roman" panose="02020603050405020304" pitchFamily="18" charset="0"/>
              </a:rPr>
              <a:t>不以</a:t>
            </a:r>
            <a:r>
              <a:rPr lang="en-US" altLang="zh-CN" sz="2500" b="1" i="1" dirty="0">
                <a:solidFill>
                  <a:schemeClr val="tx1"/>
                </a:solidFill>
                <a:cs typeface="Times New Roman" panose="02020603050405020304" pitchFamily="18" charset="0"/>
              </a:rPr>
              <a:t>A</a:t>
            </a:r>
            <a:r>
              <a:rPr lang="zh-CN" altLang="en-US" sz="2500" b="1" dirty="0">
                <a:solidFill>
                  <a:schemeClr val="tx1"/>
                </a:solidFill>
                <a:cs typeface="Times New Roman" panose="02020603050405020304" pitchFamily="18" charset="0"/>
              </a:rPr>
              <a:t>开头</a:t>
            </a:r>
            <a:r>
              <a:rPr kumimoji="1" lang="en-US" altLang="zh-CN" sz="2500" b="1" dirty="0">
                <a:solidFill>
                  <a:schemeClr val="tx1"/>
                </a:solidFill>
                <a:ea typeface="楷体_GB2312" panose="02010609030101010101" pitchFamily="49" charset="-122"/>
                <a:cs typeface="Times New Roman" panose="02020603050405020304" pitchFamily="18" charset="0"/>
              </a:rPr>
              <a:t>)</a:t>
            </a:r>
            <a:r>
              <a:rPr kumimoji="1" lang="zh-CN" altLang="en-US" sz="2500" b="1" dirty="0">
                <a:solidFill>
                  <a:schemeClr val="tx1"/>
                </a:solidFill>
                <a:ea typeface="楷体_GB2312" panose="02010609030101010101" pitchFamily="49" charset="-122"/>
                <a:cs typeface="Times New Roman" panose="02020603050405020304" pitchFamily="18" charset="0"/>
              </a:rPr>
              <a:t>	</a:t>
            </a:r>
            <a:endParaRPr kumimoji="1" lang="en-US" altLang="zh-CN" sz="2500" b="1" dirty="0">
              <a:solidFill>
                <a:schemeClr val="tx1"/>
              </a:solidFill>
              <a:ea typeface="楷体_GB2312" panose="02010609030101010101" pitchFamily="49" charset="-122"/>
              <a:cs typeface="Times New Roman" panose="02020603050405020304" pitchFamily="18" charset="0"/>
            </a:endParaRPr>
          </a:p>
          <a:p>
            <a:pPr marL="0" indent="0" eaLnBrk="1" hangingPunct="1">
              <a:buFont typeface="Wingdings" panose="05000000000000000000" pitchFamily="2" charset="2"/>
              <a:buNone/>
              <a:defRPr/>
            </a:pPr>
            <a:endParaRPr kumimoji="1" lang="en-US" altLang="zh-CN" sz="2000" b="1" dirty="0">
              <a:ea typeface="楷体_GB2312" panose="02010609030101010101" pitchFamily="49" charset="-122"/>
              <a:cs typeface="Times New Roman" panose="02020603050405020304" pitchFamily="18" charset="0"/>
            </a:endParaRPr>
          </a:p>
          <a:p>
            <a:pPr marL="0" indent="0" eaLnBrk="1" hangingPunct="1">
              <a:buFont typeface="Wingdings" panose="05000000000000000000" pitchFamily="2" charset="2"/>
              <a:buNone/>
              <a:defRPr/>
            </a:pPr>
            <a:r>
              <a:rPr kumimoji="1" lang="en-US" altLang="zh-CN" sz="2500" b="1" i="1" dirty="0">
                <a:solidFill>
                  <a:schemeClr val="tx1"/>
                </a:solidFill>
                <a:ea typeface="楷体_GB2312" panose="02010609030101010101" pitchFamily="49" charset="-122"/>
                <a:cs typeface="Times New Roman" panose="02020603050405020304" pitchFamily="18" charset="0"/>
              </a:rPr>
              <a:t>     </a:t>
            </a:r>
            <a:r>
              <a:rPr kumimoji="1" lang="en-US" altLang="zh-CN" sz="2500" b="1" i="1" dirty="0">
                <a:solidFill>
                  <a:srgbClr val="FF0000"/>
                </a:solidFill>
                <a:ea typeface="楷体_GB2312" panose="02010609030101010101" pitchFamily="49" charset="-122"/>
                <a:cs typeface="Times New Roman" panose="02020603050405020304" pitchFamily="18" charset="0"/>
              </a:rPr>
              <a:t>A</a:t>
            </a:r>
            <a:r>
              <a:rPr kumimoji="1" lang="en-US" altLang="zh-CN" sz="2500" b="1" dirty="0">
                <a:solidFill>
                  <a:srgbClr val="FF0000"/>
                </a:solidFill>
                <a:ea typeface="楷体_GB2312" panose="02010609030101010101" pitchFamily="49" charset="-122"/>
                <a:cs typeface="Times New Roman" panose="02020603050405020304" pitchFamily="18" charset="0"/>
              </a:rPr>
              <a:t>  → </a:t>
            </a:r>
            <a:r>
              <a:rPr kumimoji="1" lang="en-US" altLang="zh-CN" sz="2500" b="1" i="1" dirty="0">
                <a:solidFill>
                  <a:srgbClr val="FF0000"/>
                </a:solidFill>
                <a:ea typeface="楷体_GB2312" panose="02010609030101010101" pitchFamily="49" charset="-122"/>
                <a:cs typeface="Times New Roman" panose="02020603050405020304" pitchFamily="18" charset="0"/>
              </a:rPr>
              <a:t>β A</a:t>
            </a:r>
            <a:r>
              <a:rPr kumimoji="1" lang="en-US" altLang="zh-CN" sz="2500" b="1" dirty="0">
                <a:solidFill>
                  <a:srgbClr val="FF0000"/>
                </a:solidFill>
                <a:ea typeface="楷体_GB2312" panose="02010609030101010101" pitchFamily="49" charset="-122"/>
                <a:cs typeface="Times New Roman" panose="02020603050405020304" pitchFamily="18" charset="0"/>
              </a:rPr>
              <a:t>′    </a:t>
            </a:r>
            <a:r>
              <a:rPr kumimoji="1" lang="en-US" altLang="zh-CN" sz="2500" b="1" i="1" dirty="0">
                <a:solidFill>
                  <a:srgbClr val="FF0000"/>
                </a:solidFill>
                <a:ea typeface="楷体_GB2312" panose="02010609030101010101" pitchFamily="49" charset="-122"/>
                <a:cs typeface="Times New Roman" panose="02020603050405020304" pitchFamily="18" charset="0"/>
              </a:rPr>
              <a:t> A</a:t>
            </a:r>
            <a:r>
              <a:rPr kumimoji="1" lang="en-US" altLang="zh-CN" sz="2500" b="1" dirty="0">
                <a:solidFill>
                  <a:srgbClr val="FF0000"/>
                </a:solidFill>
                <a:ea typeface="楷体_GB2312" panose="02010609030101010101" pitchFamily="49" charset="-122"/>
                <a:cs typeface="Times New Roman" panose="02020603050405020304" pitchFamily="18" charset="0"/>
              </a:rPr>
              <a:t>′ → </a:t>
            </a:r>
            <a:r>
              <a:rPr kumimoji="1" lang="en-US" altLang="zh-CN" sz="2500" b="1" i="1" dirty="0">
                <a:solidFill>
                  <a:srgbClr val="FF0000"/>
                </a:solidFill>
                <a:ea typeface="楷体_GB2312" panose="02010609030101010101" pitchFamily="49" charset="-122"/>
                <a:cs typeface="Times New Roman" panose="02020603050405020304" pitchFamily="18" charset="0"/>
              </a:rPr>
              <a:t>α </a:t>
            </a:r>
            <a:r>
              <a:rPr kumimoji="1" lang="en-US" altLang="zh-CN" sz="2500" b="1" i="1" dirty="0" err="1">
                <a:solidFill>
                  <a:srgbClr val="FF0000"/>
                </a:solidFill>
                <a:ea typeface="楷体_GB2312" panose="02010609030101010101" pitchFamily="49" charset="-122"/>
                <a:cs typeface="Times New Roman" panose="02020603050405020304" pitchFamily="18" charset="0"/>
              </a:rPr>
              <a:t>A</a:t>
            </a:r>
            <a:r>
              <a:rPr kumimoji="1" lang="en-US" altLang="zh-CN" sz="2500" b="1" dirty="0" err="1">
                <a:solidFill>
                  <a:srgbClr val="FF0000"/>
                </a:solidFill>
                <a:ea typeface="楷体_GB2312" panose="02010609030101010101" pitchFamily="49" charset="-122"/>
                <a:cs typeface="Times New Roman" panose="02020603050405020304" pitchFamily="18" charset="0"/>
              </a:rPr>
              <a:t>′｜</a:t>
            </a:r>
            <a:r>
              <a:rPr kumimoji="1" lang="en-US" altLang="zh-CN" sz="2500" b="1" i="1" dirty="0" err="1">
                <a:solidFill>
                  <a:srgbClr val="FF0000"/>
                </a:solidFill>
                <a:ea typeface="楷体_GB2312" panose="02010609030101010101" pitchFamily="49" charset="-122"/>
                <a:cs typeface="Times New Roman" panose="02020603050405020304" pitchFamily="18" charset="0"/>
              </a:rPr>
              <a:t>ε</a:t>
            </a:r>
            <a:endParaRPr lang="zh-CN" altLang="en-US" sz="2500" b="1" dirty="0">
              <a:solidFill>
                <a:srgbClr val="FF0000"/>
              </a:solidFill>
            </a:endParaRPr>
          </a:p>
        </p:txBody>
      </p:sp>
      <p:sp>
        <p:nvSpPr>
          <p:cNvPr id="22" name="标题 1"/>
          <p:cNvSpPr>
            <a:spLocks noGrp="1"/>
          </p:cNvSpPr>
          <p:nvPr>
            <p:ph type="title"/>
          </p:nvPr>
        </p:nvSpPr>
        <p:spPr/>
        <p:txBody>
          <a:bodyPr/>
          <a:lstStyle/>
          <a:p>
            <a:pPr eaLnBrk="1" hangingPunct="1">
              <a:defRPr/>
            </a:pPr>
            <a:r>
              <a:rPr lang="zh-CN" altLang="en-US" dirty="0">
                <a:latin typeface="微软雅黑" panose="020B0503020204020204" pitchFamily="34" charset="-122"/>
                <a:ea typeface="微软雅黑" panose="020B0503020204020204" pitchFamily="34" charset="-122"/>
              </a:rPr>
              <a:t>对上下文无关文法的改造 </a:t>
            </a:r>
            <a:endParaRPr lang="zh-CN" altLang="en-US" dirty="0">
              <a:solidFill>
                <a:srgbClr val="000099"/>
              </a:solidFill>
              <a:ea typeface="楷体_GB2312"/>
              <a:cs typeface="Times New Roman" panose="02020603050405020304" pitchFamily="18" charset="0"/>
            </a:endParaRPr>
          </a:p>
        </p:txBody>
      </p:sp>
      <p:sp>
        <p:nvSpPr>
          <p:cNvPr id="17" name="矩形 16"/>
          <p:cNvSpPr>
            <a:spLocks noChangeArrowheads="1"/>
          </p:cNvSpPr>
          <p:nvPr/>
        </p:nvSpPr>
        <p:spPr bwMode="auto">
          <a:xfrm>
            <a:off x="6602876" y="384621"/>
            <a:ext cx="1758950" cy="20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000"/>
              </a:lnSpc>
              <a:spcBef>
                <a:spcPct val="20000"/>
              </a:spcBef>
              <a:buClr>
                <a:srgbClr val="3333CC"/>
              </a:buClr>
              <a:buSzPct val="100000"/>
            </a:pPr>
            <a:r>
              <a:rPr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a:t>
            </a:r>
            <a:r>
              <a:rPr kumimoji="1" lang="en-US" altLang="zh-CN" sz="2000" b="1" i="1" dirty="0">
                <a:latin typeface="Times New Roman" panose="02020603050405020304" pitchFamily="18" charset="0"/>
                <a:ea typeface="楷体_GB2312"/>
                <a:cs typeface="Times New Roman" panose="02020603050405020304" pitchFamily="18" charset="0"/>
              </a:rPr>
              <a:t>α</a:t>
            </a:r>
            <a:endPar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8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a:t>
            </a:r>
            <a:r>
              <a:rPr kumimoji="1" lang="en-US" altLang="zh-CN" sz="2400" b="1" i="1" dirty="0">
                <a:latin typeface="Times New Roman" panose="02020603050405020304" pitchFamily="18" charset="0"/>
                <a:ea typeface="楷体_GB2312"/>
                <a:cs typeface="Times New Roman" panose="02020603050405020304" pitchFamily="18" charset="0"/>
              </a:rPr>
              <a:t>αα</a:t>
            </a:r>
            <a:endPar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8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a:t>
            </a:r>
            <a:r>
              <a:rPr kumimoji="1" lang="en-US" altLang="zh-CN" sz="2400" b="1" i="1" dirty="0">
                <a:latin typeface="Times New Roman" panose="02020603050405020304" pitchFamily="18" charset="0"/>
                <a:ea typeface="楷体_GB2312"/>
                <a:cs typeface="Times New Roman" panose="02020603050405020304" pitchFamily="18" charset="0"/>
              </a:rPr>
              <a:t>ααα</a:t>
            </a:r>
            <a:endPar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pPr>
            <a:r>
              <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p>
          <a:p>
            <a:pPr eaLnBrk="1" hangingPunct="1">
              <a:lnSpc>
                <a:spcPts val="2000"/>
              </a:lnSpc>
              <a:spcBef>
                <a:spcPct val="20000"/>
              </a:spcBef>
              <a:buClr>
                <a:srgbClr val="3333CC"/>
              </a:buClr>
              <a:buSzPct val="100000"/>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8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a:t>
            </a:r>
            <a:r>
              <a:rPr kumimoji="1" lang="en-US" altLang="zh-CN" sz="2400" b="1" i="1" dirty="0">
                <a:latin typeface="Times New Roman" panose="02020603050405020304" pitchFamily="18" charset="0"/>
                <a:ea typeface="楷体_GB2312"/>
                <a:cs typeface="Times New Roman" panose="02020603050405020304" pitchFamily="18" charset="0"/>
              </a:rPr>
              <a:t>α </a:t>
            </a:r>
            <a:r>
              <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400" b="1" i="1" dirty="0">
                <a:latin typeface="Times New Roman" panose="02020603050405020304" pitchFamily="18" charset="0"/>
                <a:ea typeface="楷体_GB2312"/>
                <a:cs typeface="Times New Roman" panose="02020603050405020304" pitchFamily="18" charset="0"/>
              </a:rPr>
              <a:t>α</a:t>
            </a:r>
            <a:endPar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dirty="0">
                <a:latin typeface="Times New Roman" panose="02020603050405020304" pitchFamily="18" charset="0"/>
                <a:ea typeface="楷体_GB2312"/>
                <a:cs typeface="Times New Roman" panose="02020603050405020304" pitchFamily="18" charset="0"/>
              </a:rPr>
              <a:t>β </a:t>
            </a:r>
            <a:r>
              <a:rPr kumimoji="1" lang="en-US" altLang="zh-CN" sz="2400" b="1" i="1" u="sng" dirty="0">
                <a:latin typeface="Times New Roman" panose="02020603050405020304" pitchFamily="18" charset="0"/>
                <a:ea typeface="楷体_GB2312"/>
                <a:cs typeface="Times New Roman" panose="02020603050405020304" pitchFamily="18" charset="0"/>
              </a:rPr>
              <a:t>α</a:t>
            </a:r>
            <a:r>
              <a:rPr kumimoji="1" lang="en-US" altLang="zh-CN" sz="2000" b="1" i="1" u="sng" dirty="0">
                <a:latin typeface="Times New Roman" panose="02020603050405020304" pitchFamily="18" charset="0"/>
                <a:ea typeface="楷体_GB2312"/>
                <a:cs typeface="Times New Roman" panose="02020603050405020304" pitchFamily="18" charset="0"/>
              </a:rPr>
              <a:t> </a:t>
            </a:r>
            <a:r>
              <a:rPr kumimoji="1" lang="en-US" altLang="zh-CN" sz="2400" b="1" i="1" u="sng"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400" b="1" i="1" u="sng" dirty="0">
                <a:latin typeface="Times New Roman" panose="02020603050405020304" pitchFamily="18" charset="0"/>
                <a:ea typeface="楷体_GB2312"/>
                <a:cs typeface="Times New Roman" panose="02020603050405020304" pitchFamily="18" charset="0"/>
              </a:rPr>
              <a:t>α</a:t>
            </a:r>
            <a:endParaRPr kumimoji="1" lang="en-US" altLang="zh-CN" sz="2400" b="1" i="1" u="sng"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sp>
        <p:nvSpPr>
          <p:cNvPr id="18" name="矩形 17"/>
          <p:cNvSpPr>
            <a:spLocks noChangeArrowheads="1"/>
          </p:cNvSpPr>
          <p:nvPr/>
        </p:nvSpPr>
        <p:spPr bwMode="auto">
          <a:xfrm>
            <a:off x="6444208" y="2643758"/>
            <a:ext cx="1967205" cy="2007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000"/>
              </a:lnSpc>
              <a:spcBef>
                <a:spcPct val="20000"/>
              </a:spcBef>
              <a:buClr>
                <a:srgbClr val="3333CC"/>
              </a:buClr>
              <a:buSzPct val="100000"/>
            </a:pPr>
            <a:r>
              <a:rPr kumimoji="1" lang="en-US" altLang="zh-CN" sz="2400" b="1" i="1" dirty="0">
                <a:latin typeface="Times New Roman" panose="02020603050405020304" pitchFamily="18" charset="0"/>
                <a:ea typeface="楷体_GB2312"/>
                <a:cs typeface="Times New Roman" panose="02020603050405020304" pitchFamily="18" charset="0"/>
              </a:rPr>
              <a:t>A</a:t>
            </a:r>
            <a:r>
              <a:rPr kumimoji="1" lang="en-US" altLang="zh-CN" sz="2400" b="1" dirty="0">
                <a:latin typeface="Times New Roman" panose="02020603050405020304" pitchFamily="18" charset="0"/>
                <a:ea typeface="楷体_GB2312"/>
                <a:cs typeface="Times New Roman" panose="02020603050405020304" pitchFamily="18" charset="0"/>
              </a:rPr>
              <a:t>′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dirty="0">
                <a:latin typeface="Times New Roman" panose="02020603050405020304" pitchFamily="18" charset="0"/>
                <a:ea typeface="楷体_GB2312"/>
                <a:cs typeface="Times New Roman" panose="02020603050405020304" pitchFamily="18" charset="0"/>
              </a:rPr>
              <a:t>αA</a:t>
            </a:r>
            <a:r>
              <a:rPr kumimoji="1" lang="en-US" altLang="zh-CN" sz="2400" b="1" dirty="0">
                <a:latin typeface="Times New Roman" panose="02020603050405020304" pitchFamily="18" charset="0"/>
                <a:ea typeface="楷体_GB2312"/>
                <a:cs typeface="Times New Roman" panose="02020603050405020304" pitchFamily="18" charset="0"/>
              </a:rPr>
              <a:t>′ </a:t>
            </a:r>
            <a:endPar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dirty="0">
                <a:latin typeface="Times New Roman" panose="02020603050405020304" pitchFamily="18" charset="0"/>
                <a:ea typeface="楷体_GB2312"/>
                <a:cs typeface="Times New Roman" panose="02020603050405020304" pitchFamily="18" charset="0"/>
              </a:rPr>
              <a:t>ααA</a:t>
            </a:r>
            <a:r>
              <a:rPr kumimoji="1" lang="en-US" altLang="zh-CN" sz="2400" b="1" dirty="0">
                <a:latin typeface="Times New Roman" panose="02020603050405020304" pitchFamily="18" charset="0"/>
                <a:ea typeface="楷体_GB2312"/>
                <a:cs typeface="Times New Roman" panose="02020603050405020304" pitchFamily="18" charset="0"/>
              </a:rPr>
              <a:t>′</a:t>
            </a:r>
            <a:endPar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dirty="0">
                <a:latin typeface="Times New Roman" panose="02020603050405020304" pitchFamily="18" charset="0"/>
                <a:ea typeface="楷体_GB2312"/>
                <a:cs typeface="Times New Roman" panose="02020603050405020304" pitchFamily="18" charset="0"/>
              </a:rPr>
              <a:t>αααA</a:t>
            </a:r>
            <a:r>
              <a:rPr kumimoji="1" lang="en-US" altLang="zh-CN" sz="2400" b="1" dirty="0">
                <a:latin typeface="Times New Roman" panose="02020603050405020304" pitchFamily="18" charset="0"/>
                <a:ea typeface="楷体_GB2312"/>
                <a:cs typeface="Times New Roman" panose="02020603050405020304" pitchFamily="18" charset="0"/>
              </a:rPr>
              <a:t>′</a:t>
            </a:r>
            <a:endPar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pPr>
            <a:r>
              <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p>
          <a:p>
            <a:pPr eaLnBrk="1" hangingPunct="1">
              <a:lnSpc>
                <a:spcPts val="2000"/>
              </a:lnSpc>
              <a:spcBef>
                <a:spcPct val="20000"/>
              </a:spcBef>
              <a:buClr>
                <a:srgbClr val="3333CC"/>
              </a:buClr>
              <a:buSzPct val="100000"/>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dirty="0">
                <a:latin typeface="Times New Roman" panose="02020603050405020304" pitchFamily="18" charset="0"/>
                <a:ea typeface="楷体_GB2312"/>
                <a:cs typeface="Times New Roman" panose="02020603050405020304" pitchFamily="18" charset="0"/>
              </a:rPr>
              <a:t>α </a:t>
            </a:r>
            <a:r>
              <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400" b="1" i="1" dirty="0">
                <a:latin typeface="Times New Roman" panose="02020603050405020304" pitchFamily="18" charset="0"/>
                <a:ea typeface="楷体_GB2312"/>
                <a:cs typeface="Times New Roman" panose="02020603050405020304" pitchFamily="18" charset="0"/>
              </a:rPr>
              <a:t>αA</a:t>
            </a:r>
            <a:r>
              <a:rPr kumimoji="1" lang="en-US" altLang="zh-CN" sz="2400" b="1" dirty="0">
                <a:latin typeface="Times New Roman" panose="02020603050405020304" pitchFamily="18" charset="0"/>
                <a:ea typeface="楷体_GB2312"/>
                <a:cs typeface="Times New Roman" panose="02020603050405020304" pitchFamily="18" charset="0"/>
              </a:rPr>
              <a:t>′</a:t>
            </a:r>
            <a:endPar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u="sng" dirty="0">
                <a:latin typeface="Times New Roman" panose="02020603050405020304" pitchFamily="18" charset="0"/>
                <a:ea typeface="楷体_GB2312"/>
                <a:cs typeface="Times New Roman" panose="02020603050405020304" pitchFamily="18" charset="0"/>
              </a:rPr>
              <a:t>α </a:t>
            </a:r>
            <a:r>
              <a:rPr kumimoji="1" lang="en-US" altLang="zh-CN" sz="2400" b="1" i="1" u="sng"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400" b="1" i="1" u="sng" dirty="0">
                <a:latin typeface="Times New Roman" panose="02020603050405020304" pitchFamily="18" charset="0"/>
                <a:ea typeface="楷体_GB2312"/>
                <a:cs typeface="Times New Roman" panose="02020603050405020304" pitchFamily="18" charset="0"/>
              </a:rPr>
              <a:t>α</a:t>
            </a:r>
          </a:p>
        </p:txBody>
      </p:sp>
      <p:sp>
        <p:nvSpPr>
          <p:cNvPr id="10" name="矩形 9"/>
          <p:cNvSpPr/>
          <p:nvPr/>
        </p:nvSpPr>
        <p:spPr>
          <a:xfrm>
            <a:off x="5338412" y="1060095"/>
            <a:ext cx="1052195" cy="460375"/>
          </a:xfrm>
          <a:prstGeom prst="rect">
            <a:avLst/>
          </a:prstGeom>
          <a:solidFill>
            <a:schemeClr val="accent2">
              <a:lumMod val="40000"/>
              <a:lumOff val="60000"/>
            </a:schemeClr>
          </a:solidFill>
          <a:ln w="12700">
            <a:solidFill>
              <a:schemeClr val="tx1"/>
            </a:solidFill>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400" b="1" i="1">
                <a:solidFill>
                  <a:srgbClr val="000000"/>
                </a:solidFill>
                <a:latin typeface="Times New Roman" panose="02020603050405020304" pitchFamily="18" charset="0"/>
                <a:ea typeface="楷体_GB2312"/>
                <a:cs typeface="Times New Roman" panose="02020603050405020304" pitchFamily="18" charset="0"/>
              </a:rPr>
              <a:t>r = βα</a:t>
            </a:r>
            <a:r>
              <a:rPr kumimoji="1" lang="zh-CN" altLang="en-US" sz="2400" b="1" i="1" baseline="30000">
                <a:solidFill>
                  <a:srgbClr val="000000"/>
                </a:solidFill>
                <a:latin typeface="Times New Roman" panose="02020603050405020304" pitchFamily="18" charset="0"/>
                <a:ea typeface="楷体_GB2312"/>
                <a:cs typeface="Times New Roman" panose="02020603050405020304" pitchFamily="18" charset="0"/>
              </a:rPr>
              <a:t>*</a:t>
            </a:r>
            <a:endParaRPr lang="zh-CN" altLang="en-US" baseline="30000">
              <a:ea typeface="楷体_GB2312"/>
              <a:cs typeface="Times New Roman" panose="02020603050405020304" pitchFamily="18" charset="0"/>
            </a:endParaRPr>
          </a:p>
        </p:txBody>
      </p:sp>
      <p:grpSp>
        <p:nvGrpSpPr>
          <p:cNvPr id="11" name="组合 10"/>
          <p:cNvGrpSpPr/>
          <p:nvPr/>
        </p:nvGrpSpPr>
        <p:grpSpPr>
          <a:xfrm>
            <a:off x="1691680" y="2987115"/>
            <a:ext cx="1490651" cy="369332"/>
            <a:chOff x="2217253" y="3570570"/>
            <a:chExt cx="1490651" cy="369332"/>
          </a:xfrm>
        </p:grpSpPr>
        <p:sp>
          <p:nvSpPr>
            <p:cNvPr id="5" name="下箭头 4"/>
            <p:cNvSpPr/>
            <p:nvPr/>
          </p:nvSpPr>
          <p:spPr>
            <a:xfrm flipH="1">
              <a:off x="3131840" y="3601037"/>
              <a:ext cx="576064" cy="323850"/>
            </a:xfrm>
            <a:prstGeom prst="downArrow">
              <a:avLst/>
            </a:prstGeom>
            <a:solidFill>
              <a:schemeClr val="tx2">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0070C0"/>
                </a:solidFill>
              </a:endParaRPr>
            </a:p>
          </p:txBody>
        </p:sp>
        <p:sp>
          <p:nvSpPr>
            <p:cNvPr id="2" name="矩形 1"/>
            <p:cNvSpPr/>
            <p:nvPr/>
          </p:nvSpPr>
          <p:spPr>
            <a:xfrm>
              <a:off x="2217253" y="3570570"/>
              <a:ext cx="877163" cy="369332"/>
            </a:xfrm>
            <a:prstGeom prst="rect">
              <a:avLst/>
            </a:prstGeom>
          </p:spPr>
          <p:txBody>
            <a:bodyPr wrap="none">
              <a:spAutoFit/>
            </a:bodyPr>
            <a:lstStyle/>
            <a:p>
              <a:r>
                <a:rPr lang="zh-CN" altLang="en-US" b="1" dirty="0">
                  <a:solidFill>
                    <a:srgbClr val="0070C0"/>
                  </a:solidFill>
                  <a:latin typeface="微软雅黑" panose="020B0503020204020204" pitchFamily="34" charset="-122"/>
                  <a:ea typeface="微软雅黑" panose="020B0503020204020204" pitchFamily="34" charset="-122"/>
                </a:rPr>
                <a:t>替换为</a:t>
              </a:r>
            </a:p>
          </p:txBody>
        </p:sp>
      </p:grpSp>
      <p:sp>
        <p:nvSpPr>
          <p:cNvPr id="6" name="灯片编号占位符 5"/>
          <p:cNvSpPr>
            <a:spLocks noGrp="1"/>
          </p:cNvSpPr>
          <p:nvPr>
            <p:ph type="sldNum" sz="quarter" idx="12"/>
          </p:nvPr>
        </p:nvSpPr>
        <p:spPr/>
        <p:txBody>
          <a:bodyPr/>
          <a:lstStyle/>
          <a:p>
            <a:pPr>
              <a:defRPr/>
            </a:pPr>
            <a:fld id="{EA567855-7F13-4FC5-AD61-2B82F6443E16}" type="slidenum">
              <a:rPr lang="zh-CN" altLang="en-US" smtClean="0"/>
              <a:t>17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 calcmode="lin" valueType="num">
                                      <p:cBhvr>
                                        <p:cTn id="14"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7">
                                            <p:txEl>
                                              <p:pRg st="0" end="0"/>
                                            </p:txEl>
                                          </p:spTgt>
                                        </p:tgtEl>
                                        <p:attrNameLst>
                                          <p:attrName>style.visibility</p:attrName>
                                        </p:attrNameLst>
                                      </p:cBhvr>
                                      <p:to>
                                        <p:strVal val="visible"/>
                                      </p:to>
                                    </p:set>
                                    <p:anim calcmode="lin" valueType="num">
                                      <p:cBhvr>
                                        <p:cTn id="21"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7">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7">
                                            <p:txEl>
                                              <p:pRg st="1" end="1"/>
                                            </p:txEl>
                                          </p:spTgt>
                                        </p:tgtEl>
                                        <p:attrNameLst>
                                          <p:attrName>style.visibility</p:attrName>
                                        </p:attrNameLst>
                                      </p:cBhvr>
                                      <p:to>
                                        <p:strVal val="visible"/>
                                      </p:to>
                                    </p:set>
                                    <p:anim calcmode="lin" valueType="num">
                                      <p:cBhvr>
                                        <p:cTn id="28" dur="5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29" dur="500" fill="hold"/>
                                        <p:tgtEl>
                                          <p:spTgt spid="17">
                                            <p:txEl>
                                              <p:pRg st="1" end="1"/>
                                            </p:txEl>
                                          </p:spTgt>
                                        </p:tgtEl>
                                        <p:attrNameLst>
                                          <p:attrName>ppt_h</p:attrName>
                                        </p:attrNameLst>
                                      </p:cBhvr>
                                      <p:tavLst>
                                        <p:tav tm="0">
                                          <p:val>
                                            <p:fltVal val="0"/>
                                          </p:val>
                                        </p:tav>
                                        <p:tav tm="100000">
                                          <p:val>
                                            <p:strVal val="#ppt_h"/>
                                          </p:val>
                                        </p:tav>
                                      </p:tavLst>
                                    </p:anim>
                                    <p:animEffect transition="in" filter="fade">
                                      <p:cBhvr>
                                        <p:cTn id="30" dur="500"/>
                                        <p:tgtEl>
                                          <p:spTgt spid="17">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7">
                                            <p:txEl>
                                              <p:pRg st="2" end="2"/>
                                            </p:txEl>
                                          </p:spTgt>
                                        </p:tgtEl>
                                        <p:attrNameLst>
                                          <p:attrName>style.visibility</p:attrName>
                                        </p:attrNameLst>
                                      </p:cBhvr>
                                      <p:to>
                                        <p:strVal val="visible"/>
                                      </p:to>
                                    </p:set>
                                    <p:anim calcmode="lin" valueType="num">
                                      <p:cBhvr>
                                        <p:cTn id="35" dur="500" fill="hold"/>
                                        <p:tgtEl>
                                          <p:spTgt spid="17">
                                            <p:txEl>
                                              <p:pRg st="2" end="2"/>
                                            </p:txEl>
                                          </p:spTgt>
                                        </p:tgtEl>
                                        <p:attrNameLst>
                                          <p:attrName>ppt_w</p:attrName>
                                        </p:attrNameLst>
                                      </p:cBhvr>
                                      <p:tavLst>
                                        <p:tav tm="0">
                                          <p:val>
                                            <p:fltVal val="0"/>
                                          </p:val>
                                        </p:tav>
                                        <p:tav tm="100000">
                                          <p:val>
                                            <p:strVal val="#ppt_w"/>
                                          </p:val>
                                        </p:tav>
                                      </p:tavLst>
                                    </p:anim>
                                    <p:anim calcmode="lin" valueType="num">
                                      <p:cBhvr>
                                        <p:cTn id="36" dur="500" fill="hold"/>
                                        <p:tgtEl>
                                          <p:spTgt spid="17">
                                            <p:txEl>
                                              <p:pRg st="2" end="2"/>
                                            </p:txEl>
                                          </p:spTgt>
                                        </p:tgtEl>
                                        <p:attrNameLst>
                                          <p:attrName>ppt_h</p:attrName>
                                        </p:attrNameLst>
                                      </p:cBhvr>
                                      <p:tavLst>
                                        <p:tav tm="0">
                                          <p:val>
                                            <p:fltVal val="0"/>
                                          </p:val>
                                        </p:tav>
                                        <p:tav tm="100000">
                                          <p:val>
                                            <p:strVal val="#ppt_h"/>
                                          </p:val>
                                        </p:tav>
                                      </p:tavLst>
                                    </p:anim>
                                    <p:animEffect transition="in" filter="fade">
                                      <p:cBhvr>
                                        <p:cTn id="37" dur="500"/>
                                        <p:tgtEl>
                                          <p:spTgt spid="17">
                                            <p:txEl>
                                              <p:pRg st="2" end="2"/>
                                            </p:txEl>
                                          </p:spTgt>
                                        </p:tgtEl>
                                      </p:cBhvr>
                                    </p:animEffect>
                                  </p:childTnLst>
                                </p:cTn>
                              </p:par>
                              <p:par>
                                <p:cTn id="38" presetID="53" presetClass="entr" presetSubtype="16" fill="hold" nodeType="withEffect">
                                  <p:stCondLst>
                                    <p:cond delay="0"/>
                                  </p:stCondLst>
                                  <p:childTnLst>
                                    <p:set>
                                      <p:cBhvr>
                                        <p:cTn id="39" dur="1" fill="hold">
                                          <p:stCondLst>
                                            <p:cond delay="0"/>
                                          </p:stCondLst>
                                        </p:cTn>
                                        <p:tgtEl>
                                          <p:spTgt spid="17">
                                            <p:txEl>
                                              <p:pRg st="3" end="3"/>
                                            </p:txEl>
                                          </p:spTgt>
                                        </p:tgtEl>
                                        <p:attrNameLst>
                                          <p:attrName>style.visibility</p:attrName>
                                        </p:attrNameLst>
                                      </p:cBhvr>
                                      <p:to>
                                        <p:strVal val="visible"/>
                                      </p:to>
                                    </p:set>
                                    <p:anim calcmode="lin" valueType="num">
                                      <p:cBhvr>
                                        <p:cTn id="40" dur="500" fill="hold"/>
                                        <p:tgtEl>
                                          <p:spTgt spid="17">
                                            <p:txEl>
                                              <p:pRg st="3" end="3"/>
                                            </p:txEl>
                                          </p:spTgt>
                                        </p:tgtEl>
                                        <p:attrNameLst>
                                          <p:attrName>ppt_w</p:attrName>
                                        </p:attrNameLst>
                                      </p:cBhvr>
                                      <p:tavLst>
                                        <p:tav tm="0">
                                          <p:val>
                                            <p:fltVal val="0"/>
                                          </p:val>
                                        </p:tav>
                                        <p:tav tm="100000">
                                          <p:val>
                                            <p:strVal val="#ppt_w"/>
                                          </p:val>
                                        </p:tav>
                                      </p:tavLst>
                                    </p:anim>
                                    <p:anim calcmode="lin" valueType="num">
                                      <p:cBhvr>
                                        <p:cTn id="41" dur="500" fill="hold"/>
                                        <p:tgtEl>
                                          <p:spTgt spid="17">
                                            <p:txEl>
                                              <p:pRg st="3" end="3"/>
                                            </p:txEl>
                                          </p:spTgt>
                                        </p:tgtEl>
                                        <p:attrNameLst>
                                          <p:attrName>ppt_h</p:attrName>
                                        </p:attrNameLst>
                                      </p:cBhvr>
                                      <p:tavLst>
                                        <p:tav tm="0">
                                          <p:val>
                                            <p:fltVal val="0"/>
                                          </p:val>
                                        </p:tav>
                                        <p:tav tm="100000">
                                          <p:val>
                                            <p:strVal val="#ppt_h"/>
                                          </p:val>
                                        </p:tav>
                                      </p:tavLst>
                                    </p:anim>
                                    <p:animEffect transition="in" filter="fade">
                                      <p:cBhvr>
                                        <p:cTn id="42" dur="500"/>
                                        <p:tgtEl>
                                          <p:spTgt spid="17">
                                            <p:txEl>
                                              <p:pRg st="3" end="3"/>
                                            </p:txEl>
                                          </p:spTgt>
                                        </p:tgtEl>
                                      </p:cBhvr>
                                    </p:animEffect>
                                  </p:childTnLst>
                                </p:cTn>
                              </p:par>
                              <p:par>
                                <p:cTn id="43" presetID="53" presetClass="entr" presetSubtype="16" fill="hold" nodeType="withEffect">
                                  <p:stCondLst>
                                    <p:cond delay="0"/>
                                  </p:stCondLst>
                                  <p:childTnLst>
                                    <p:set>
                                      <p:cBhvr>
                                        <p:cTn id="44" dur="1" fill="hold">
                                          <p:stCondLst>
                                            <p:cond delay="0"/>
                                          </p:stCondLst>
                                        </p:cTn>
                                        <p:tgtEl>
                                          <p:spTgt spid="17">
                                            <p:txEl>
                                              <p:pRg st="4" end="4"/>
                                            </p:txEl>
                                          </p:spTgt>
                                        </p:tgtEl>
                                        <p:attrNameLst>
                                          <p:attrName>style.visibility</p:attrName>
                                        </p:attrNameLst>
                                      </p:cBhvr>
                                      <p:to>
                                        <p:strVal val="visible"/>
                                      </p:to>
                                    </p:set>
                                    <p:anim calcmode="lin" valueType="num">
                                      <p:cBhvr>
                                        <p:cTn id="45" dur="500" fill="hold"/>
                                        <p:tgtEl>
                                          <p:spTgt spid="17">
                                            <p:txEl>
                                              <p:pRg st="4" end="4"/>
                                            </p:txEl>
                                          </p:spTgt>
                                        </p:tgtEl>
                                        <p:attrNameLst>
                                          <p:attrName>ppt_w</p:attrName>
                                        </p:attrNameLst>
                                      </p:cBhvr>
                                      <p:tavLst>
                                        <p:tav tm="0">
                                          <p:val>
                                            <p:fltVal val="0"/>
                                          </p:val>
                                        </p:tav>
                                        <p:tav tm="100000">
                                          <p:val>
                                            <p:strVal val="#ppt_w"/>
                                          </p:val>
                                        </p:tav>
                                      </p:tavLst>
                                    </p:anim>
                                    <p:anim calcmode="lin" valueType="num">
                                      <p:cBhvr>
                                        <p:cTn id="46" dur="500" fill="hold"/>
                                        <p:tgtEl>
                                          <p:spTgt spid="17">
                                            <p:txEl>
                                              <p:pRg st="4" end="4"/>
                                            </p:txEl>
                                          </p:spTgt>
                                        </p:tgtEl>
                                        <p:attrNameLst>
                                          <p:attrName>ppt_h</p:attrName>
                                        </p:attrNameLst>
                                      </p:cBhvr>
                                      <p:tavLst>
                                        <p:tav tm="0">
                                          <p:val>
                                            <p:fltVal val="0"/>
                                          </p:val>
                                        </p:tav>
                                        <p:tav tm="100000">
                                          <p:val>
                                            <p:strVal val="#ppt_h"/>
                                          </p:val>
                                        </p:tav>
                                      </p:tavLst>
                                    </p:anim>
                                    <p:animEffect transition="in" filter="fade">
                                      <p:cBhvr>
                                        <p:cTn id="47" dur="500"/>
                                        <p:tgtEl>
                                          <p:spTgt spid="17">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nodeType="clickEffect">
                                  <p:stCondLst>
                                    <p:cond delay="0"/>
                                  </p:stCondLst>
                                  <p:childTnLst>
                                    <p:set>
                                      <p:cBhvr>
                                        <p:cTn id="51" dur="1" fill="hold">
                                          <p:stCondLst>
                                            <p:cond delay="0"/>
                                          </p:stCondLst>
                                        </p:cTn>
                                        <p:tgtEl>
                                          <p:spTgt spid="17">
                                            <p:txEl>
                                              <p:pRg st="5" end="5"/>
                                            </p:txEl>
                                          </p:spTgt>
                                        </p:tgtEl>
                                        <p:attrNameLst>
                                          <p:attrName>style.visibility</p:attrName>
                                        </p:attrNameLst>
                                      </p:cBhvr>
                                      <p:to>
                                        <p:strVal val="visible"/>
                                      </p:to>
                                    </p:set>
                                    <p:anim calcmode="lin" valueType="num">
                                      <p:cBhvr>
                                        <p:cTn id="52" dur="500" fill="hold"/>
                                        <p:tgtEl>
                                          <p:spTgt spid="17">
                                            <p:txEl>
                                              <p:pRg st="5" end="5"/>
                                            </p:txEl>
                                          </p:spTgt>
                                        </p:tgtEl>
                                        <p:attrNameLst>
                                          <p:attrName>ppt_w</p:attrName>
                                        </p:attrNameLst>
                                      </p:cBhvr>
                                      <p:tavLst>
                                        <p:tav tm="0">
                                          <p:val>
                                            <p:fltVal val="0"/>
                                          </p:val>
                                        </p:tav>
                                        <p:tav tm="100000">
                                          <p:val>
                                            <p:strVal val="#ppt_w"/>
                                          </p:val>
                                        </p:tav>
                                      </p:tavLst>
                                    </p:anim>
                                    <p:anim calcmode="lin" valueType="num">
                                      <p:cBhvr>
                                        <p:cTn id="53" dur="500" fill="hold"/>
                                        <p:tgtEl>
                                          <p:spTgt spid="17">
                                            <p:txEl>
                                              <p:pRg st="5" end="5"/>
                                            </p:txEl>
                                          </p:spTgt>
                                        </p:tgtEl>
                                        <p:attrNameLst>
                                          <p:attrName>ppt_h</p:attrName>
                                        </p:attrNameLst>
                                      </p:cBhvr>
                                      <p:tavLst>
                                        <p:tav tm="0">
                                          <p:val>
                                            <p:fltVal val="0"/>
                                          </p:val>
                                        </p:tav>
                                        <p:tav tm="100000">
                                          <p:val>
                                            <p:strVal val="#ppt_h"/>
                                          </p:val>
                                        </p:tav>
                                      </p:tavLst>
                                    </p:anim>
                                    <p:animEffect transition="in" filter="fade">
                                      <p:cBhvr>
                                        <p:cTn id="54" dur="500"/>
                                        <p:tgtEl>
                                          <p:spTgt spid="17">
                                            <p:txEl>
                                              <p:pRg st="5" end="5"/>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 calcmode="lin" valueType="num">
                                      <p:cBhvr>
                                        <p:cTn id="59" dur="500" fill="hold"/>
                                        <p:tgtEl>
                                          <p:spTgt spid="10"/>
                                        </p:tgtEl>
                                        <p:attrNameLst>
                                          <p:attrName>ppt_w</p:attrName>
                                        </p:attrNameLst>
                                      </p:cBhvr>
                                      <p:tavLst>
                                        <p:tav tm="0">
                                          <p:val>
                                            <p:fltVal val="0"/>
                                          </p:val>
                                        </p:tav>
                                        <p:tav tm="100000">
                                          <p:val>
                                            <p:strVal val="#ppt_w"/>
                                          </p:val>
                                        </p:tav>
                                      </p:tavLst>
                                    </p:anim>
                                    <p:anim calcmode="lin" valueType="num">
                                      <p:cBhvr>
                                        <p:cTn id="60" dur="500" fill="hold"/>
                                        <p:tgtEl>
                                          <p:spTgt spid="10"/>
                                        </p:tgtEl>
                                        <p:attrNameLst>
                                          <p:attrName>ppt_h</p:attrName>
                                        </p:attrNameLst>
                                      </p:cBhvr>
                                      <p:tavLst>
                                        <p:tav tm="0">
                                          <p:val>
                                            <p:fltVal val="0"/>
                                          </p:val>
                                        </p:tav>
                                        <p:tav tm="100000">
                                          <p:val>
                                            <p:strVal val="#ppt_h"/>
                                          </p:val>
                                        </p:tav>
                                      </p:tavLst>
                                    </p:anim>
                                    <p:animEffect transition="in" filter="fade">
                                      <p:cBhvr>
                                        <p:cTn id="61" dur="500"/>
                                        <p:tgtEl>
                                          <p:spTgt spid="10"/>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nodeType="clickEffect">
                                  <p:stCondLst>
                                    <p:cond delay="0"/>
                                  </p:stCondLst>
                                  <p:childTnLst>
                                    <p:set>
                                      <p:cBhvr>
                                        <p:cTn id="65" dur="1" fill="hold">
                                          <p:stCondLst>
                                            <p:cond delay="0"/>
                                          </p:stCondLst>
                                        </p:cTn>
                                        <p:tgtEl>
                                          <p:spTgt spid="18">
                                            <p:txEl>
                                              <p:pRg st="0" end="0"/>
                                            </p:txEl>
                                          </p:spTgt>
                                        </p:tgtEl>
                                        <p:attrNameLst>
                                          <p:attrName>style.visibility</p:attrName>
                                        </p:attrNameLst>
                                      </p:cBhvr>
                                      <p:to>
                                        <p:strVal val="visible"/>
                                      </p:to>
                                    </p:set>
                                    <p:anim calcmode="lin" valueType="num">
                                      <p:cBhvr>
                                        <p:cTn id="66" dur="500" fill="hold"/>
                                        <p:tgtEl>
                                          <p:spTgt spid="18">
                                            <p:txEl>
                                              <p:pRg st="0" end="0"/>
                                            </p:txEl>
                                          </p:spTgt>
                                        </p:tgtEl>
                                        <p:attrNameLst>
                                          <p:attrName>ppt_w</p:attrName>
                                        </p:attrNameLst>
                                      </p:cBhvr>
                                      <p:tavLst>
                                        <p:tav tm="0">
                                          <p:val>
                                            <p:fltVal val="0"/>
                                          </p:val>
                                        </p:tav>
                                        <p:tav tm="100000">
                                          <p:val>
                                            <p:strVal val="#ppt_w"/>
                                          </p:val>
                                        </p:tav>
                                      </p:tavLst>
                                    </p:anim>
                                    <p:anim calcmode="lin" valueType="num">
                                      <p:cBhvr>
                                        <p:cTn id="67" dur="500" fill="hold"/>
                                        <p:tgtEl>
                                          <p:spTgt spid="18">
                                            <p:txEl>
                                              <p:pRg st="0" end="0"/>
                                            </p:txEl>
                                          </p:spTgt>
                                        </p:tgtEl>
                                        <p:attrNameLst>
                                          <p:attrName>ppt_h</p:attrName>
                                        </p:attrNameLst>
                                      </p:cBhvr>
                                      <p:tavLst>
                                        <p:tav tm="0">
                                          <p:val>
                                            <p:fltVal val="0"/>
                                          </p:val>
                                        </p:tav>
                                        <p:tav tm="100000">
                                          <p:val>
                                            <p:strVal val="#ppt_h"/>
                                          </p:val>
                                        </p:tav>
                                      </p:tavLst>
                                    </p:anim>
                                    <p:animEffect transition="in" filter="fade">
                                      <p:cBhvr>
                                        <p:cTn id="68" dur="500"/>
                                        <p:tgtEl>
                                          <p:spTgt spid="18">
                                            <p:txEl>
                                              <p:pRg st="0" end="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nodeType="clickEffect">
                                  <p:stCondLst>
                                    <p:cond delay="0"/>
                                  </p:stCondLst>
                                  <p:childTnLst>
                                    <p:set>
                                      <p:cBhvr>
                                        <p:cTn id="72" dur="1" fill="hold">
                                          <p:stCondLst>
                                            <p:cond delay="0"/>
                                          </p:stCondLst>
                                        </p:cTn>
                                        <p:tgtEl>
                                          <p:spTgt spid="18">
                                            <p:txEl>
                                              <p:pRg st="1" end="1"/>
                                            </p:txEl>
                                          </p:spTgt>
                                        </p:tgtEl>
                                        <p:attrNameLst>
                                          <p:attrName>style.visibility</p:attrName>
                                        </p:attrNameLst>
                                      </p:cBhvr>
                                      <p:to>
                                        <p:strVal val="visible"/>
                                      </p:to>
                                    </p:set>
                                    <p:anim calcmode="lin" valueType="num">
                                      <p:cBhvr>
                                        <p:cTn id="73" dur="500" fill="hold"/>
                                        <p:tgtEl>
                                          <p:spTgt spid="18">
                                            <p:txEl>
                                              <p:pRg st="1" end="1"/>
                                            </p:txEl>
                                          </p:spTgt>
                                        </p:tgtEl>
                                        <p:attrNameLst>
                                          <p:attrName>ppt_w</p:attrName>
                                        </p:attrNameLst>
                                      </p:cBhvr>
                                      <p:tavLst>
                                        <p:tav tm="0">
                                          <p:val>
                                            <p:fltVal val="0"/>
                                          </p:val>
                                        </p:tav>
                                        <p:tav tm="100000">
                                          <p:val>
                                            <p:strVal val="#ppt_w"/>
                                          </p:val>
                                        </p:tav>
                                      </p:tavLst>
                                    </p:anim>
                                    <p:anim calcmode="lin" valueType="num">
                                      <p:cBhvr>
                                        <p:cTn id="74" dur="500" fill="hold"/>
                                        <p:tgtEl>
                                          <p:spTgt spid="18">
                                            <p:txEl>
                                              <p:pRg st="1" end="1"/>
                                            </p:txEl>
                                          </p:spTgt>
                                        </p:tgtEl>
                                        <p:attrNameLst>
                                          <p:attrName>ppt_h</p:attrName>
                                        </p:attrNameLst>
                                      </p:cBhvr>
                                      <p:tavLst>
                                        <p:tav tm="0">
                                          <p:val>
                                            <p:fltVal val="0"/>
                                          </p:val>
                                        </p:tav>
                                        <p:tav tm="100000">
                                          <p:val>
                                            <p:strVal val="#ppt_h"/>
                                          </p:val>
                                        </p:tav>
                                      </p:tavLst>
                                    </p:anim>
                                    <p:animEffect transition="in" filter="fade">
                                      <p:cBhvr>
                                        <p:cTn id="75" dur="500"/>
                                        <p:tgtEl>
                                          <p:spTgt spid="18">
                                            <p:txEl>
                                              <p:pRg st="1" end="1"/>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nodeType="clickEffect">
                                  <p:stCondLst>
                                    <p:cond delay="0"/>
                                  </p:stCondLst>
                                  <p:childTnLst>
                                    <p:set>
                                      <p:cBhvr>
                                        <p:cTn id="79" dur="1" fill="hold">
                                          <p:stCondLst>
                                            <p:cond delay="0"/>
                                          </p:stCondLst>
                                        </p:cTn>
                                        <p:tgtEl>
                                          <p:spTgt spid="18">
                                            <p:txEl>
                                              <p:pRg st="2" end="2"/>
                                            </p:txEl>
                                          </p:spTgt>
                                        </p:tgtEl>
                                        <p:attrNameLst>
                                          <p:attrName>style.visibility</p:attrName>
                                        </p:attrNameLst>
                                      </p:cBhvr>
                                      <p:to>
                                        <p:strVal val="visible"/>
                                      </p:to>
                                    </p:set>
                                    <p:anim calcmode="lin" valueType="num">
                                      <p:cBhvr>
                                        <p:cTn id="80" dur="500" fill="hold"/>
                                        <p:tgtEl>
                                          <p:spTgt spid="18">
                                            <p:txEl>
                                              <p:pRg st="2" end="2"/>
                                            </p:txEl>
                                          </p:spTgt>
                                        </p:tgtEl>
                                        <p:attrNameLst>
                                          <p:attrName>ppt_w</p:attrName>
                                        </p:attrNameLst>
                                      </p:cBhvr>
                                      <p:tavLst>
                                        <p:tav tm="0">
                                          <p:val>
                                            <p:fltVal val="0"/>
                                          </p:val>
                                        </p:tav>
                                        <p:tav tm="100000">
                                          <p:val>
                                            <p:strVal val="#ppt_w"/>
                                          </p:val>
                                        </p:tav>
                                      </p:tavLst>
                                    </p:anim>
                                    <p:anim calcmode="lin" valueType="num">
                                      <p:cBhvr>
                                        <p:cTn id="81" dur="500" fill="hold"/>
                                        <p:tgtEl>
                                          <p:spTgt spid="18">
                                            <p:txEl>
                                              <p:pRg st="2" end="2"/>
                                            </p:txEl>
                                          </p:spTgt>
                                        </p:tgtEl>
                                        <p:attrNameLst>
                                          <p:attrName>ppt_h</p:attrName>
                                        </p:attrNameLst>
                                      </p:cBhvr>
                                      <p:tavLst>
                                        <p:tav tm="0">
                                          <p:val>
                                            <p:fltVal val="0"/>
                                          </p:val>
                                        </p:tav>
                                        <p:tav tm="100000">
                                          <p:val>
                                            <p:strVal val="#ppt_h"/>
                                          </p:val>
                                        </p:tav>
                                      </p:tavLst>
                                    </p:anim>
                                    <p:animEffect transition="in" filter="fade">
                                      <p:cBhvr>
                                        <p:cTn id="82" dur="500"/>
                                        <p:tgtEl>
                                          <p:spTgt spid="18">
                                            <p:txEl>
                                              <p:pRg st="2" end="2"/>
                                            </p:txEl>
                                          </p:spTgt>
                                        </p:tgtEl>
                                      </p:cBhvr>
                                    </p:animEffect>
                                  </p:childTnLst>
                                </p:cTn>
                              </p:par>
                              <p:par>
                                <p:cTn id="83" presetID="53" presetClass="entr" presetSubtype="16" fill="hold" nodeType="withEffect">
                                  <p:stCondLst>
                                    <p:cond delay="0"/>
                                  </p:stCondLst>
                                  <p:childTnLst>
                                    <p:set>
                                      <p:cBhvr>
                                        <p:cTn id="84" dur="1" fill="hold">
                                          <p:stCondLst>
                                            <p:cond delay="0"/>
                                          </p:stCondLst>
                                        </p:cTn>
                                        <p:tgtEl>
                                          <p:spTgt spid="18">
                                            <p:txEl>
                                              <p:pRg st="3" end="3"/>
                                            </p:txEl>
                                          </p:spTgt>
                                        </p:tgtEl>
                                        <p:attrNameLst>
                                          <p:attrName>style.visibility</p:attrName>
                                        </p:attrNameLst>
                                      </p:cBhvr>
                                      <p:to>
                                        <p:strVal val="visible"/>
                                      </p:to>
                                    </p:set>
                                    <p:anim calcmode="lin" valueType="num">
                                      <p:cBhvr>
                                        <p:cTn id="85" dur="500" fill="hold"/>
                                        <p:tgtEl>
                                          <p:spTgt spid="18">
                                            <p:txEl>
                                              <p:pRg st="3" end="3"/>
                                            </p:txEl>
                                          </p:spTgt>
                                        </p:tgtEl>
                                        <p:attrNameLst>
                                          <p:attrName>ppt_w</p:attrName>
                                        </p:attrNameLst>
                                      </p:cBhvr>
                                      <p:tavLst>
                                        <p:tav tm="0">
                                          <p:val>
                                            <p:fltVal val="0"/>
                                          </p:val>
                                        </p:tav>
                                        <p:tav tm="100000">
                                          <p:val>
                                            <p:strVal val="#ppt_w"/>
                                          </p:val>
                                        </p:tav>
                                      </p:tavLst>
                                    </p:anim>
                                    <p:anim calcmode="lin" valueType="num">
                                      <p:cBhvr>
                                        <p:cTn id="86" dur="500" fill="hold"/>
                                        <p:tgtEl>
                                          <p:spTgt spid="18">
                                            <p:txEl>
                                              <p:pRg st="3" end="3"/>
                                            </p:txEl>
                                          </p:spTgt>
                                        </p:tgtEl>
                                        <p:attrNameLst>
                                          <p:attrName>ppt_h</p:attrName>
                                        </p:attrNameLst>
                                      </p:cBhvr>
                                      <p:tavLst>
                                        <p:tav tm="0">
                                          <p:val>
                                            <p:fltVal val="0"/>
                                          </p:val>
                                        </p:tav>
                                        <p:tav tm="100000">
                                          <p:val>
                                            <p:strVal val="#ppt_h"/>
                                          </p:val>
                                        </p:tav>
                                      </p:tavLst>
                                    </p:anim>
                                    <p:animEffect transition="in" filter="fade">
                                      <p:cBhvr>
                                        <p:cTn id="87" dur="500"/>
                                        <p:tgtEl>
                                          <p:spTgt spid="18">
                                            <p:txEl>
                                              <p:pRg st="3" end="3"/>
                                            </p:txEl>
                                          </p:spTgt>
                                        </p:tgtEl>
                                      </p:cBhvr>
                                    </p:animEffect>
                                  </p:childTnLst>
                                </p:cTn>
                              </p:par>
                              <p:par>
                                <p:cTn id="88" presetID="53" presetClass="entr" presetSubtype="16" fill="hold" nodeType="withEffect">
                                  <p:stCondLst>
                                    <p:cond delay="0"/>
                                  </p:stCondLst>
                                  <p:childTnLst>
                                    <p:set>
                                      <p:cBhvr>
                                        <p:cTn id="89" dur="1" fill="hold">
                                          <p:stCondLst>
                                            <p:cond delay="0"/>
                                          </p:stCondLst>
                                        </p:cTn>
                                        <p:tgtEl>
                                          <p:spTgt spid="18">
                                            <p:txEl>
                                              <p:pRg st="4" end="4"/>
                                            </p:txEl>
                                          </p:spTgt>
                                        </p:tgtEl>
                                        <p:attrNameLst>
                                          <p:attrName>style.visibility</p:attrName>
                                        </p:attrNameLst>
                                      </p:cBhvr>
                                      <p:to>
                                        <p:strVal val="visible"/>
                                      </p:to>
                                    </p:set>
                                    <p:anim calcmode="lin" valueType="num">
                                      <p:cBhvr>
                                        <p:cTn id="90" dur="500" fill="hold"/>
                                        <p:tgtEl>
                                          <p:spTgt spid="18">
                                            <p:txEl>
                                              <p:pRg st="4" end="4"/>
                                            </p:txEl>
                                          </p:spTgt>
                                        </p:tgtEl>
                                        <p:attrNameLst>
                                          <p:attrName>ppt_w</p:attrName>
                                        </p:attrNameLst>
                                      </p:cBhvr>
                                      <p:tavLst>
                                        <p:tav tm="0">
                                          <p:val>
                                            <p:fltVal val="0"/>
                                          </p:val>
                                        </p:tav>
                                        <p:tav tm="100000">
                                          <p:val>
                                            <p:strVal val="#ppt_w"/>
                                          </p:val>
                                        </p:tav>
                                      </p:tavLst>
                                    </p:anim>
                                    <p:anim calcmode="lin" valueType="num">
                                      <p:cBhvr>
                                        <p:cTn id="91" dur="500" fill="hold"/>
                                        <p:tgtEl>
                                          <p:spTgt spid="18">
                                            <p:txEl>
                                              <p:pRg st="4" end="4"/>
                                            </p:txEl>
                                          </p:spTgt>
                                        </p:tgtEl>
                                        <p:attrNameLst>
                                          <p:attrName>ppt_h</p:attrName>
                                        </p:attrNameLst>
                                      </p:cBhvr>
                                      <p:tavLst>
                                        <p:tav tm="0">
                                          <p:val>
                                            <p:fltVal val="0"/>
                                          </p:val>
                                        </p:tav>
                                        <p:tav tm="100000">
                                          <p:val>
                                            <p:strVal val="#ppt_h"/>
                                          </p:val>
                                        </p:tav>
                                      </p:tavLst>
                                    </p:anim>
                                    <p:animEffect transition="in" filter="fade">
                                      <p:cBhvr>
                                        <p:cTn id="92" dur="500"/>
                                        <p:tgtEl>
                                          <p:spTgt spid="18">
                                            <p:txEl>
                                              <p:pRg st="4" end="4"/>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53" presetClass="entr" presetSubtype="16" fill="hold" nodeType="clickEffect">
                                  <p:stCondLst>
                                    <p:cond delay="0"/>
                                  </p:stCondLst>
                                  <p:childTnLst>
                                    <p:set>
                                      <p:cBhvr>
                                        <p:cTn id="96" dur="1" fill="hold">
                                          <p:stCondLst>
                                            <p:cond delay="0"/>
                                          </p:stCondLst>
                                        </p:cTn>
                                        <p:tgtEl>
                                          <p:spTgt spid="18">
                                            <p:txEl>
                                              <p:pRg st="5" end="5"/>
                                            </p:txEl>
                                          </p:spTgt>
                                        </p:tgtEl>
                                        <p:attrNameLst>
                                          <p:attrName>style.visibility</p:attrName>
                                        </p:attrNameLst>
                                      </p:cBhvr>
                                      <p:to>
                                        <p:strVal val="visible"/>
                                      </p:to>
                                    </p:set>
                                    <p:anim calcmode="lin" valueType="num">
                                      <p:cBhvr>
                                        <p:cTn id="97" dur="500" fill="hold"/>
                                        <p:tgtEl>
                                          <p:spTgt spid="18">
                                            <p:txEl>
                                              <p:pRg st="5" end="5"/>
                                            </p:txEl>
                                          </p:spTgt>
                                        </p:tgtEl>
                                        <p:attrNameLst>
                                          <p:attrName>ppt_w</p:attrName>
                                        </p:attrNameLst>
                                      </p:cBhvr>
                                      <p:tavLst>
                                        <p:tav tm="0">
                                          <p:val>
                                            <p:fltVal val="0"/>
                                          </p:val>
                                        </p:tav>
                                        <p:tav tm="100000">
                                          <p:val>
                                            <p:strVal val="#ppt_w"/>
                                          </p:val>
                                        </p:tav>
                                      </p:tavLst>
                                    </p:anim>
                                    <p:anim calcmode="lin" valueType="num">
                                      <p:cBhvr>
                                        <p:cTn id="98" dur="500" fill="hold"/>
                                        <p:tgtEl>
                                          <p:spTgt spid="18">
                                            <p:txEl>
                                              <p:pRg st="5" end="5"/>
                                            </p:txEl>
                                          </p:spTgt>
                                        </p:tgtEl>
                                        <p:attrNameLst>
                                          <p:attrName>ppt_h</p:attrName>
                                        </p:attrNameLst>
                                      </p:cBhvr>
                                      <p:tavLst>
                                        <p:tav tm="0">
                                          <p:val>
                                            <p:fltVal val="0"/>
                                          </p:val>
                                        </p:tav>
                                        <p:tav tm="100000">
                                          <p:val>
                                            <p:strVal val="#ppt_h"/>
                                          </p:val>
                                        </p:tav>
                                      </p:tavLst>
                                    </p:anim>
                                    <p:animEffect transition="in" filter="fade">
                                      <p:cBhvr>
                                        <p:cTn id="99" dur="500"/>
                                        <p:tgtEl>
                                          <p:spTgt spid="18">
                                            <p:txEl>
                                              <p:pRg st="5" end="5"/>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53" presetClass="exit" presetSubtype="32" fill="hold" grpId="0" nodeType="clickEffect">
                                  <p:stCondLst>
                                    <p:cond delay="0"/>
                                  </p:stCondLst>
                                  <p:childTnLst>
                                    <p:anim calcmode="lin" valueType="num">
                                      <p:cBhvr>
                                        <p:cTn id="103" dur="500"/>
                                        <p:tgtEl>
                                          <p:spTgt spid="17">
                                            <p:txEl>
                                              <p:pRg st="0" end="0"/>
                                            </p:txEl>
                                          </p:spTgt>
                                        </p:tgtEl>
                                        <p:attrNameLst>
                                          <p:attrName>ppt_w</p:attrName>
                                        </p:attrNameLst>
                                      </p:cBhvr>
                                      <p:tavLst>
                                        <p:tav tm="0">
                                          <p:val>
                                            <p:strVal val="ppt_w"/>
                                          </p:val>
                                        </p:tav>
                                        <p:tav tm="100000">
                                          <p:val>
                                            <p:fltVal val="0"/>
                                          </p:val>
                                        </p:tav>
                                      </p:tavLst>
                                    </p:anim>
                                    <p:anim calcmode="lin" valueType="num">
                                      <p:cBhvr>
                                        <p:cTn id="104" dur="500"/>
                                        <p:tgtEl>
                                          <p:spTgt spid="17">
                                            <p:txEl>
                                              <p:pRg st="0" end="0"/>
                                            </p:txEl>
                                          </p:spTgt>
                                        </p:tgtEl>
                                        <p:attrNameLst>
                                          <p:attrName>ppt_h</p:attrName>
                                        </p:attrNameLst>
                                      </p:cBhvr>
                                      <p:tavLst>
                                        <p:tav tm="0">
                                          <p:val>
                                            <p:strVal val="ppt_h"/>
                                          </p:val>
                                        </p:tav>
                                        <p:tav tm="100000">
                                          <p:val>
                                            <p:fltVal val="0"/>
                                          </p:val>
                                        </p:tav>
                                      </p:tavLst>
                                    </p:anim>
                                    <p:animEffect transition="out" filter="fade">
                                      <p:cBhvr>
                                        <p:cTn id="105" dur="500"/>
                                        <p:tgtEl>
                                          <p:spTgt spid="17">
                                            <p:txEl>
                                              <p:pRg st="0" end="0"/>
                                            </p:txEl>
                                          </p:spTgt>
                                        </p:tgtEl>
                                      </p:cBhvr>
                                    </p:animEffect>
                                    <p:set>
                                      <p:cBhvr>
                                        <p:cTn id="106" dur="1" fill="hold">
                                          <p:stCondLst>
                                            <p:cond delay="499"/>
                                          </p:stCondLst>
                                        </p:cTn>
                                        <p:tgtEl>
                                          <p:spTgt spid="17">
                                            <p:txEl>
                                              <p:pRg st="0" end="0"/>
                                            </p:txEl>
                                          </p:spTgt>
                                        </p:tgtEl>
                                        <p:attrNameLst>
                                          <p:attrName>style.visibility</p:attrName>
                                        </p:attrNameLst>
                                      </p:cBhvr>
                                      <p:to>
                                        <p:strVal val="hidden"/>
                                      </p:to>
                                    </p:set>
                                  </p:childTnLst>
                                </p:cTn>
                              </p:par>
                              <p:par>
                                <p:cTn id="107" presetID="53" presetClass="exit" presetSubtype="32" fill="hold" grpId="0" nodeType="withEffect">
                                  <p:stCondLst>
                                    <p:cond delay="0"/>
                                  </p:stCondLst>
                                  <p:childTnLst>
                                    <p:anim calcmode="lin" valueType="num">
                                      <p:cBhvr>
                                        <p:cTn id="108" dur="500"/>
                                        <p:tgtEl>
                                          <p:spTgt spid="17">
                                            <p:txEl>
                                              <p:pRg st="1" end="1"/>
                                            </p:txEl>
                                          </p:spTgt>
                                        </p:tgtEl>
                                        <p:attrNameLst>
                                          <p:attrName>ppt_w</p:attrName>
                                        </p:attrNameLst>
                                      </p:cBhvr>
                                      <p:tavLst>
                                        <p:tav tm="0">
                                          <p:val>
                                            <p:strVal val="ppt_w"/>
                                          </p:val>
                                        </p:tav>
                                        <p:tav tm="100000">
                                          <p:val>
                                            <p:fltVal val="0"/>
                                          </p:val>
                                        </p:tav>
                                      </p:tavLst>
                                    </p:anim>
                                    <p:anim calcmode="lin" valueType="num">
                                      <p:cBhvr>
                                        <p:cTn id="109" dur="500"/>
                                        <p:tgtEl>
                                          <p:spTgt spid="17">
                                            <p:txEl>
                                              <p:pRg st="1" end="1"/>
                                            </p:txEl>
                                          </p:spTgt>
                                        </p:tgtEl>
                                        <p:attrNameLst>
                                          <p:attrName>ppt_h</p:attrName>
                                        </p:attrNameLst>
                                      </p:cBhvr>
                                      <p:tavLst>
                                        <p:tav tm="0">
                                          <p:val>
                                            <p:strVal val="ppt_h"/>
                                          </p:val>
                                        </p:tav>
                                        <p:tav tm="100000">
                                          <p:val>
                                            <p:fltVal val="0"/>
                                          </p:val>
                                        </p:tav>
                                      </p:tavLst>
                                    </p:anim>
                                    <p:animEffect transition="out" filter="fade">
                                      <p:cBhvr>
                                        <p:cTn id="110" dur="500"/>
                                        <p:tgtEl>
                                          <p:spTgt spid="17">
                                            <p:txEl>
                                              <p:pRg st="1" end="1"/>
                                            </p:txEl>
                                          </p:spTgt>
                                        </p:tgtEl>
                                      </p:cBhvr>
                                    </p:animEffect>
                                    <p:set>
                                      <p:cBhvr>
                                        <p:cTn id="111" dur="1" fill="hold">
                                          <p:stCondLst>
                                            <p:cond delay="499"/>
                                          </p:stCondLst>
                                        </p:cTn>
                                        <p:tgtEl>
                                          <p:spTgt spid="17">
                                            <p:txEl>
                                              <p:pRg st="1" end="1"/>
                                            </p:txEl>
                                          </p:spTgt>
                                        </p:tgtEl>
                                        <p:attrNameLst>
                                          <p:attrName>style.visibility</p:attrName>
                                        </p:attrNameLst>
                                      </p:cBhvr>
                                      <p:to>
                                        <p:strVal val="hidden"/>
                                      </p:to>
                                    </p:set>
                                  </p:childTnLst>
                                </p:cTn>
                              </p:par>
                              <p:par>
                                <p:cTn id="112" presetID="53" presetClass="exit" presetSubtype="32" fill="hold" grpId="0" nodeType="withEffect">
                                  <p:stCondLst>
                                    <p:cond delay="0"/>
                                  </p:stCondLst>
                                  <p:childTnLst>
                                    <p:anim calcmode="lin" valueType="num">
                                      <p:cBhvr>
                                        <p:cTn id="113" dur="500"/>
                                        <p:tgtEl>
                                          <p:spTgt spid="17">
                                            <p:txEl>
                                              <p:pRg st="2" end="2"/>
                                            </p:txEl>
                                          </p:spTgt>
                                        </p:tgtEl>
                                        <p:attrNameLst>
                                          <p:attrName>ppt_w</p:attrName>
                                        </p:attrNameLst>
                                      </p:cBhvr>
                                      <p:tavLst>
                                        <p:tav tm="0">
                                          <p:val>
                                            <p:strVal val="ppt_w"/>
                                          </p:val>
                                        </p:tav>
                                        <p:tav tm="100000">
                                          <p:val>
                                            <p:fltVal val="0"/>
                                          </p:val>
                                        </p:tav>
                                      </p:tavLst>
                                    </p:anim>
                                    <p:anim calcmode="lin" valueType="num">
                                      <p:cBhvr>
                                        <p:cTn id="114" dur="500"/>
                                        <p:tgtEl>
                                          <p:spTgt spid="17">
                                            <p:txEl>
                                              <p:pRg st="2" end="2"/>
                                            </p:txEl>
                                          </p:spTgt>
                                        </p:tgtEl>
                                        <p:attrNameLst>
                                          <p:attrName>ppt_h</p:attrName>
                                        </p:attrNameLst>
                                      </p:cBhvr>
                                      <p:tavLst>
                                        <p:tav tm="0">
                                          <p:val>
                                            <p:strVal val="ppt_h"/>
                                          </p:val>
                                        </p:tav>
                                        <p:tav tm="100000">
                                          <p:val>
                                            <p:fltVal val="0"/>
                                          </p:val>
                                        </p:tav>
                                      </p:tavLst>
                                    </p:anim>
                                    <p:animEffect transition="out" filter="fade">
                                      <p:cBhvr>
                                        <p:cTn id="115" dur="500"/>
                                        <p:tgtEl>
                                          <p:spTgt spid="17">
                                            <p:txEl>
                                              <p:pRg st="2" end="2"/>
                                            </p:txEl>
                                          </p:spTgt>
                                        </p:tgtEl>
                                      </p:cBhvr>
                                    </p:animEffect>
                                    <p:set>
                                      <p:cBhvr>
                                        <p:cTn id="116" dur="1" fill="hold">
                                          <p:stCondLst>
                                            <p:cond delay="499"/>
                                          </p:stCondLst>
                                        </p:cTn>
                                        <p:tgtEl>
                                          <p:spTgt spid="17">
                                            <p:txEl>
                                              <p:pRg st="2" end="2"/>
                                            </p:txEl>
                                          </p:spTgt>
                                        </p:tgtEl>
                                        <p:attrNameLst>
                                          <p:attrName>style.visibility</p:attrName>
                                        </p:attrNameLst>
                                      </p:cBhvr>
                                      <p:to>
                                        <p:strVal val="hidden"/>
                                      </p:to>
                                    </p:set>
                                  </p:childTnLst>
                                </p:cTn>
                              </p:par>
                              <p:par>
                                <p:cTn id="117" presetID="53" presetClass="exit" presetSubtype="32" fill="hold" grpId="0" nodeType="withEffect">
                                  <p:stCondLst>
                                    <p:cond delay="0"/>
                                  </p:stCondLst>
                                  <p:childTnLst>
                                    <p:anim calcmode="lin" valueType="num">
                                      <p:cBhvr>
                                        <p:cTn id="118" dur="500"/>
                                        <p:tgtEl>
                                          <p:spTgt spid="17">
                                            <p:txEl>
                                              <p:pRg st="3" end="3"/>
                                            </p:txEl>
                                          </p:spTgt>
                                        </p:tgtEl>
                                        <p:attrNameLst>
                                          <p:attrName>ppt_w</p:attrName>
                                        </p:attrNameLst>
                                      </p:cBhvr>
                                      <p:tavLst>
                                        <p:tav tm="0">
                                          <p:val>
                                            <p:strVal val="ppt_w"/>
                                          </p:val>
                                        </p:tav>
                                        <p:tav tm="100000">
                                          <p:val>
                                            <p:fltVal val="0"/>
                                          </p:val>
                                        </p:tav>
                                      </p:tavLst>
                                    </p:anim>
                                    <p:anim calcmode="lin" valueType="num">
                                      <p:cBhvr>
                                        <p:cTn id="119" dur="500"/>
                                        <p:tgtEl>
                                          <p:spTgt spid="17">
                                            <p:txEl>
                                              <p:pRg st="3" end="3"/>
                                            </p:txEl>
                                          </p:spTgt>
                                        </p:tgtEl>
                                        <p:attrNameLst>
                                          <p:attrName>ppt_h</p:attrName>
                                        </p:attrNameLst>
                                      </p:cBhvr>
                                      <p:tavLst>
                                        <p:tav tm="0">
                                          <p:val>
                                            <p:strVal val="ppt_h"/>
                                          </p:val>
                                        </p:tav>
                                        <p:tav tm="100000">
                                          <p:val>
                                            <p:fltVal val="0"/>
                                          </p:val>
                                        </p:tav>
                                      </p:tavLst>
                                    </p:anim>
                                    <p:animEffect transition="out" filter="fade">
                                      <p:cBhvr>
                                        <p:cTn id="120" dur="500"/>
                                        <p:tgtEl>
                                          <p:spTgt spid="17">
                                            <p:txEl>
                                              <p:pRg st="3" end="3"/>
                                            </p:txEl>
                                          </p:spTgt>
                                        </p:tgtEl>
                                      </p:cBhvr>
                                    </p:animEffect>
                                    <p:set>
                                      <p:cBhvr>
                                        <p:cTn id="121" dur="1" fill="hold">
                                          <p:stCondLst>
                                            <p:cond delay="499"/>
                                          </p:stCondLst>
                                        </p:cTn>
                                        <p:tgtEl>
                                          <p:spTgt spid="17">
                                            <p:txEl>
                                              <p:pRg st="3" end="3"/>
                                            </p:txEl>
                                          </p:spTgt>
                                        </p:tgtEl>
                                        <p:attrNameLst>
                                          <p:attrName>style.visibility</p:attrName>
                                        </p:attrNameLst>
                                      </p:cBhvr>
                                      <p:to>
                                        <p:strVal val="hidden"/>
                                      </p:to>
                                    </p:set>
                                  </p:childTnLst>
                                </p:cTn>
                              </p:par>
                              <p:par>
                                <p:cTn id="122" presetID="53" presetClass="exit" presetSubtype="32" fill="hold" grpId="0" nodeType="withEffect">
                                  <p:stCondLst>
                                    <p:cond delay="0"/>
                                  </p:stCondLst>
                                  <p:childTnLst>
                                    <p:anim calcmode="lin" valueType="num">
                                      <p:cBhvr>
                                        <p:cTn id="123" dur="500"/>
                                        <p:tgtEl>
                                          <p:spTgt spid="17">
                                            <p:txEl>
                                              <p:pRg st="4" end="4"/>
                                            </p:txEl>
                                          </p:spTgt>
                                        </p:tgtEl>
                                        <p:attrNameLst>
                                          <p:attrName>ppt_w</p:attrName>
                                        </p:attrNameLst>
                                      </p:cBhvr>
                                      <p:tavLst>
                                        <p:tav tm="0">
                                          <p:val>
                                            <p:strVal val="ppt_w"/>
                                          </p:val>
                                        </p:tav>
                                        <p:tav tm="100000">
                                          <p:val>
                                            <p:fltVal val="0"/>
                                          </p:val>
                                        </p:tav>
                                      </p:tavLst>
                                    </p:anim>
                                    <p:anim calcmode="lin" valueType="num">
                                      <p:cBhvr>
                                        <p:cTn id="124" dur="500"/>
                                        <p:tgtEl>
                                          <p:spTgt spid="17">
                                            <p:txEl>
                                              <p:pRg st="4" end="4"/>
                                            </p:txEl>
                                          </p:spTgt>
                                        </p:tgtEl>
                                        <p:attrNameLst>
                                          <p:attrName>ppt_h</p:attrName>
                                        </p:attrNameLst>
                                      </p:cBhvr>
                                      <p:tavLst>
                                        <p:tav tm="0">
                                          <p:val>
                                            <p:strVal val="ppt_h"/>
                                          </p:val>
                                        </p:tav>
                                        <p:tav tm="100000">
                                          <p:val>
                                            <p:fltVal val="0"/>
                                          </p:val>
                                        </p:tav>
                                      </p:tavLst>
                                    </p:anim>
                                    <p:animEffect transition="out" filter="fade">
                                      <p:cBhvr>
                                        <p:cTn id="125" dur="500"/>
                                        <p:tgtEl>
                                          <p:spTgt spid="17">
                                            <p:txEl>
                                              <p:pRg st="4" end="4"/>
                                            </p:txEl>
                                          </p:spTgt>
                                        </p:tgtEl>
                                      </p:cBhvr>
                                    </p:animEffect>
                                    <p:set>
                                      <p:cBhvr>
                                        <p:cTn id="126" dur="1" fill="hold">
                                          <p:stCondLst>
                                            <p:cond delay="499"/>
                                          </p:stCondLst>
                                        </p:cTn>
                                        <p:tgtEl>
                                          <p:spTgt spid="17">
                                            <p:txEl>
                                              <p:pRg st="4" end="4"/>
                                            </p:txEl>
                                          </p:spTgt>
                                        </p:tgtEl>
                                        <p:attrNameLst>
                                          <p:attrName>style.visibility</p:attrName>
                                        </p:attrNameLst>
                                      </p:cBhvr>
                                      <p:to>
                                        <p:strVal val="hidden"/>
                                      </p:to>
                                    </p:set>
                                  </p:childTnLst>
                                </p:cTn>
                              </p:par>
                              <p:par>
                                <p:cTn id="127" presetID="53" presetClass="exit" presetSubtype="32" fill="hold" grpId="0" nodeType="withEffect">
                                  <p:stCondLst>
                                    <p:cond delay="0"/>
                                  </p:stCondLst>
                                  <p:childTnLst>
                                    <p:anim calcmode="lin" valueType="num">
                                      <p:cBhvr>
                                        <p:cTn id="128" dur="500"/>
                                        <p:tgtEl>
                                          <p:spTgt spid="17">
                                            <p:txEl>
                                              <p:pRg st="5" end="5"/>
                                            </p:txEl>
                                          </p:spTgt>
                                        </p:tgtEl>
                                        <p:attrNameLst>
                                          <p:attrName>ppt_w</p:attrName>
                                        </p:attrNameLst>
                                      </p:cBhvr>
                                      <p:tavLst>
                                        <p:tav tm="0">
                                          <p:val>
                                            <p:strVal val="ppt_w"/>
                                          </p:val>
                                        </p:tav>
                                        <p:tav tm="100000">
                                          <p:val>
                                            <p:fltVal val="0"/>
                                          </p:val>
                                        </p:tav>
                                      </p:tavLst>
                                    </p:anim>
                                    <p:anim calcmode="lin" valueType="num">
                                      <p:cBhvr>
                                        <p:cTn id="129" dur="500"/>
                                        <p:tgtEl>
                                          <p:spTgt spid="17">
                                            <p:txEl>
                                              <p:pRg st="5" end="5"/>
                                            </p:txEl>
                                          </p:spTgt>
                                        </p:tgtEl>
                                        <p:attrNameLst>
                                          <p:attrName>ppt_h</p:attrName>
                                        </p:attrNameLst>
                                      </p:cBhvr>
                                      <p:tavLst>
                                        <p:tav tm="0">
                                          <p:val>
                                            <p:strVal val="ppt_h"/>
                                          </p:val>
                                        </p:tav>
                                        <p:tav tm="100000">
                                          <p:val>
                                            <p:fltVal val="0"/>
                                          </p:val>
                                        </p:tav>
                                      </p:tavLst>
                                    </p:anim>
                                    <p:animEffect transition="out" filter="fade">
                                      <p:cBhvr>
                                        <p:cTn id="130" dur="500"/>
                                        <p:tgtEl>
                                          <p:spTgt spid="17">
                                            <p:txEl>
                                              <p:pRg st="5" end="5"/>
                                            </p:txEl>
                                          </p:spTgt>
                                        </p:tgtEl>
                                      </p:cBhvr>
                                    </p:animEffect>
                                    <p:set>
                                      <p:cBhvr>
                                        <p:cTn id="131" dur="1" fill="hold">
                                          <p:stCondLst>
                                            <p:cond delay="499"/>
                                          </p:stCondLst>
                                        </p:cTn>
                                        <p:tgtEl>
                                          <p:spTgt spid="17">
                                            <p:txEl>
                                              <p:pRg st="5" end="5"/>
                                            </p:txEl>
                                          </p:spTgt>
                                        </p:tgtEl>
                                        <p:attrNameLst>
                                          <p:attrName>style.visibility</p:attrName>
                                        </p:attrNameLst>
                                      </p:cBhvr>
                                      <p:to>
                                        <p:strVal val="hidden"/>
                                      </p:to>
                                    </p:set>
                                  </p:childTnLst>
                                </p:cTn>
                              </p:par>
                              <p:par>
                                <p:cTn id="132" presetID="53" presetClass="exit" presetSubtype="32" fill="hold" grpId="0" nodeType="withEffect">
                                  <p:stCondLst>
                                    <p:cond delay="0"/>
                                  </p:stCondLst>
                                  <p:childTnLst>
                                    <p:anim calcmode="lin" valueType="num">
                                      <p:cBhvr>
                                        <p:cTn id="133" dur="500"/>
                                        <p:tgtEl>
                                          <p:spTgt spid="18">
                                            <p:txEl>
                                              <p:pRg st="0" end="0"/>
                                            </p:txEl>
                                          </p:spTgt>
                                        </p:tgtEl>
                                        <p:attrNameLst>
                                          <p:attrName>ppt_w</p:attrName>
                                        </p:attrNameLst>
                                      </p:cBhvr>
                                      <p:tavLst>
                                        <p:tav tm="0">
                                          <p:val>
                                            <p:strVal val="ppt_w"/>
                                          </p:val>
                                        </p:tav>
                                        <p:tav tm="100000">
                                          <p:val>
                                            <p:fltVal val="0"/>
                                          </p:val>
                                        </p:tav>
                                      </p:tavLst>
                                    </p:anim>
                                    <p:anim calcmode="lin" valueType="num">
                                      <p:cBhvr>
                                        <p:cTn id="134" dur="500"/>
                                        <p:tgtEl>
                                          <p:spTgt spid="18">
                                            <p:txEl>
                                              <p:pRg st="0" end="0"/>
                                            </p:txEl>
                                          </p:spTgt>
                                        </p:tgtEl>
                                        <p:attrNameLst>
                                          <p:attrName>ppt_h</p:attrName>
                                        </p:attrNameLst>
                                      </p:cBhvr>
                                      <p:tavLst>
                                        <p:tav tm="0">
                                          <p:val>
                                            <p:strVal val="ppt_h"/>
                                          </p:val>
                                        </p:tav>
                                        <p:tav tm="100000">
                                          <p:val>
                                            <p:fltVal val="0"/>
                                          </p:val>
                                        </p:tav>
                                      </p:tavLst>
                                    </p:anim>
                                    <p:animEffect transition="out" filter="fade">
                                      <p:cBhvr>
                                        <p:cTn id="135" dur="500"/>
                                        <p:tgtEl>
                                          <p:spTgt spid="18">
                                            <p:txEl>
                                              <p:pRg st="0" end="0"/>
                                            </p:txEl>
                                          </p:spTgt>
                                        </p:tgtEl>
                                      </p:cBhvr>
                                    </p:animEffect>
                                    <p:set>
                                      <p:cBhvr>
                                        <p:cTn id="136" dur="1" fill="hold">
                                          <p:stCondLst>
                                            <p:cond delay="499"/>
                                          </p:stCondLst>
                                        </p:cTn>
                                        <p:tgtEl>
                                          <p:spTgt spid="18">
                                            <p:txEl>
                                              <p:pRg st="0" end="0"/>
                                            </p:txEl>
                                          </p:spTgt>
                                        </p:tgtEl>
                                        <p:attrNameLst>
                                          <p:attrName>style.visibility</p:attrName>
                                        </p:attrNameLst>
                                      </p:cBhvr>
                                      <p:to>
                                        <p:strVal val="hidden"/>
                                      </p:to>
                                    </p:set>
                                  </p:childTnLst>
                                </p:cTn>
                              </p:par>
                              <p:par>
                                <p:cTn id="137" presetID="53" presetClass="exit" presetSubtype="32" fill="hold" grpId="0" nodeType="withEffect">
                                  <p:stCondLst>
                                    <p:cond delay="0"/>
                                  </p:stCondLst>
                                  <p:childTnLst>
                                    <p:anim calcmode="lin" valueType="num">
                                      <p:cBhvr>
                                        <p:cTn id="138" dur="500"/>
                                        <p:tgtEl>
                                          <p:spTgt spid="18">
                                            <p:txEl>
                                              <p:pRg st="1" end="1"/>
                                            </p:txEl>
                                          </p:spTgt>
                                        </p:tgtEl>
                                        <p:attrNameLst>
                                          <p:attrName>ppt_w</p:attrName>
                                        </p:attrNameLst>
                                      </p:cBhvr>
                                      <p:tavLst>
                                        <p:tav tm="0">
                                          <p:val>
                                            <p:strVal val="ppt_w"/>
                                          </p:val>
                                        </p:tav>
                                        <p:tav tm="100000">
                                          <p:val>
                                            <p:fltVal val="0"/>
                                          </p:val>
                                        </p:tav>
                                      </p:tavLst>
                                    </p:anim>
                                    <p:anim calcmode="lin" valueType="num">
                                      <p:cBhvr>
                                        <p:cTn id="139" dur="500"/>
                                        <p:tgtEl>
                                          <p:spTgt spid="18">
                                            <p:txEl>
                                              <p:pRg st="1" end="1"/>
                                            </p:txEl>
                                          </p:spTgt>
                                        </p:tgtEl>
                                        <p:attrNameLst>
                                          <p:attrName>ppt_h</p:attrName>
                                        </p:attrNameLst>
                                      </p:cBhvr>
                                      <p:tavLst>
                                        <p:tav tm="0">
                                          <p:val>
                                            <p:strVal val="ppt_h"/>
                                          </p:val>
                                        </p:tav>
                                        <p:tav tm="100000">
                                          <p:val>
                                            <p:fltVal val="0"/>
                                          </p:val>
                                        </p:tav>
                                      </p:tavLst>
                                    </p:anim>
                                    <p:animEffect transition="out" filter="fade">
                                      <p:cBhvr>
                                        <p:cTn id="140" dur="500"/>
                                        <p:tgtEl>
                                          <p:spTgt spid="18">
                                            <p:txEl>
                                              <p:pRg st="1" end="1"/>
                                            </p:txEl>
                                          </p:spTgt>
                                        </p:tgtEl>
                                      </p:cBhvr>
                                    </p:animEffect>
                                    <p:set>
                                      <p:cBhvr>
                                        <p:cTn id="141" dur="1" fill="hold">
                                          <p:stCondLst>
                                            <p:cond delay="499"/>
                                          </p:stCondLst>
                                        </p:cTn>
                                        <p:tgtEl>
                                          <p:spTgt spid="18">
                                            <p:txEl>
                                              <p:pRg st="1" end="1"/>
                                            </p:txEl>
                                          </p:spTgt>
                                        </p:tgtEl>
                                        <p:attrNameLst>
                                          <p:attrName>style.visibility</p:attrName>
                                        </p:attrNameLst>
                                      </p:cBhvr>
                                      <p:to>
                                        <p:strVal val="hidden"/>
                                      </p:to>
                                    </p:set>
                                  </p:childTnLst>
                                </p:cTn>
                              </p:par>
                              <p:par>
                                <p:cTn id="142" presetID="53" presetClass="exit" presetSubtype="32" fill="hold" grpId="0" nodeType="withEffect">
                                  <p:stCondLst>
                                    <p:cond delay="0"/>
                                  </p:stCondLst>
                                  <p:childTnLst>
                                    <p:anim calcmode="lin" valueType="num">
                                      <p:cBhvr>
                                        <p:cTn id="143" dur="500"/>
                                        <p:tgtEl>
                                          <p:spTgt spid="18">
                                            <p:txEl>
                                              <p:pRg st="2" end="2"/>
                                            </p:txEl>
                                          </p:spTgt>
                                        </p:tgtEl>
                                        <p:attrNameLst>
                                          <p:attrName>ppt_w</p:attrName>
                                        </p:attrNameLst>
                                      </p:cBhvr>
                                      <p:tavLst>
                                        <p:tav tm="0">
                                          <p:val>
                                            <p:strVal val="ppt_w"/>
                                          </p:val>
                                        </p:tav>
                                        <p:tav tm="100000">
                                          <p:val>
                                            <p:fltVal val="0"/>
                                          </p:val>
                                        </p:tav>
                                      </p:tavLst>
                                    </p:anim>
                                    <p:anim calcmode="lin" valueType="num">
                                      <p:cBhvr>
                                        <p:cTn id="144" dur="500"/>
                                        <p:tgtEl>
                                          <p:spTgt spid="18">
                                            <p:txEl>
                                              <p:pRg st="2" end="2"/>
                                            </p:txEl>
                                          </p:spTgt>
                                        </p:tgtEl>
                                        <p:attrNameLst>
                                          <p:attrName>ppt_h</p:attrName>
                                        </p:attrNameLst>
                                      </p:cBhvr>
                                      <p:tavLst>
                                        <p:tav tm="0">
                                          <p:val>
                                            <p:strVal val="ppt_h"/>
                                          </p:val>
                                        </p:tav>
                                        <p:tav tm="100000">
                                          <p:val>
                                            <p:fltVal val="0"/>
                                          </p:val>
                                        </p:tav>
                                      </p:tavLst>
                                    </p:anim>
                                    <p:animEffect transition="out" filter="fade">
                                      <p:cBhvr>
                                        <p:cTn id="145" dur="500"/>
                                        <p:tgtEl>
                                          <p:spTgt spid="18">
                                            <p:txEl>
                                              <p:pRg st="2" end="2"/>
                                            </p:txEl>
                                          </p:spTgt>
                                        </p:tgtEl>
                                      </p:cBhvr>
                                    </p:animEffect>
                                    <p:set>
                                      <p:cBhvr>
                                        <p:cTn id="146" dur="1" fill="hold">
                                          <p:stCondLst>
                                            <p:cond delay="499"/>
                                          </p:stCondLst>
                                        </p:cTn>
                                        <p:tgtEl>
                                          <p:spTgt spid="18">
                                            <p:txEl>
                                              <p:pRg st="2" end="2"/>
                                            </p:txEl>
                                          </p:spTgt>
                                        </p:tgtEl>
                                        <p:attrNameLst>
                                          <p:attrName>style.visibility</p:attrName>
                                        </p:attrNameLst>
                                      </p:cBhvr>
                                      <p:to>
                                        <p:strVal val="hidden"/>
                                      </p:to>
                                    </p:set>
                                  </p:childTnLst>
                                </p:cTn>
                              </p:par>
                              <p:par>
                                <p:cTn id="147" presetID="53" presetClass="exit" presetSubtype="32" fill="hold" grpId="0" nodeType="withEffect">
                                  <p:stCondLst>
                                    <p:cond delay="0"/>
                                  </p:stCondLst>
                                  <p:childTnLst>
                                    <p:anim calcmode="lin" valueType="num">
                                      <p:cBhvr>
                                        <p:cTn id="148" dur="500"/>
                                        <p:tgtEl>
                                          <p:spTgt spid="18">
                                            <p:txEl>
                                              <p:pRg st="3" end="3"/>
                                            </p:txEl>
                                          </p:spTgt>
                                        </p:tgtEl>
                                        <p:attrNameLst>
                                          <p:attrName>ppt_w</p:attrName>
                                        </p:attrNameLst>
                                      </p:cBhvr>
                                      <p:tavLst>
                                        <p:tav tm="0">
                                          <p:val>
                                            <p:strVal val="ppt_w"/>
                                          </p:val>
                                        </p:tav>
                                        <p:tav tm="100000">
                                          <p:val>
                                            <p:fltVal val="0"/>
                                          </p:val>
                                        </p:tav>
                                      </p:tavLst>
                                    </p:anim>
                                    <p:anim calcmode="lin" valueType="num">
                                      <p:cBhvr>
                                        <p:cTn id="149" dur="500"/>
                                        <p:tgtEl>
                                          <p:spTgt spid="18">
                                            <p:txEl>
                                              <p:pRg st="3" end="3"/>
                                            </p:txEl>
                                          </p:spTgt>
                                        </p:tgtEl>
                                        <p:attrNameLst>
                                          <p:attrName>ppt_h</p:attrName>
                                        </p:attrNameLst>
                                      </p:cBhvr>
                                      <p:tavLst>
                                        <p:tav tm="0">
                                          <p:val>
                                            <p:strVal val="ppt_h"/>
                                          </p:val>
                                        </p:tav>
                                        <p:tav tm="100000">
                                          <p:val>
                                            <p:fltVal val="0"/>
                                          </p:val>
                                        </p:tav>
                                      </p:tavLst>
                                    </p:anim>
                                    <p:animEffect transition="out" filter="fade">
                                      <p:cBhvr>
                                        <p:cTn id="150" dur="500"/>
                                        <p:tgtEl>
                                          <p:spTgt spid="18">
                                            <p:txEl>
                                              <p:pRg st="3" end="3"/>
                                            </p:txEl>
                                          </p:spTgt>
                                        </p:tgtEl>
                                      </p:cBhvr>
                                    </p:animEffect>
                                    <p:set>
                                      <p:cBhvr>
                                        <p:cTn id="151" dur="1" fill="hold">
                                          <p:stCondLst>
                                            <p:cond delay="499"/>
                                          </p:stCondLst>
                                        </p:cTn>
                                        <p:tgtEl>
                                          <p:spTgt spid="18">
                                            <p:txEl>
                                              <p:pRg st="3" end="3"/>
                                            </p:txEl>
                                          </p:spTgt>
                                        </p:tgtEl>
                                        <p:attrNameLst>
                                          <p:attrName>style.visibility</p:attrName>
                                        </p:attrNameLst>
                                      </p:cBhvr>
                                      <p:to>
                                        <p:strVal val="hidden"/>
                                      </p:to>
                                    </p:set>
                                  </p:childTnLst>
                                </p:cTn>
                              </p:par>
                              <p:par>
                                <p:cTn id="152" presetID="53" presetClass="exit" presetSubtype="32" fill="hold" grpId="0" nodeType="withEffect">
                                  <p:stCondLst>
                                    <p:cond delay="0"/>
                                  </p:stCondLst>
                                  <p:childTnLst>
                                    <p:anim calcmode="lin" valueType="num">
                                      <p:cBhvr>
                                        <p:cTn id="153" dur="500"/>
                                        <p:tgtEl>
                                          <p:spTgt spid="18">
                                            <p:txEl>
                                              <p:pRg st="4" end="4"/>
                                            </p:txEl>
                                          </p:spTgt>
                                        </p:tgtEl>
                                        <p:attrNameLst>
                                          <p:attrName>ppt_w</p:attrName>
                                        </p:attrNameLst>
                                      </p:cBhvr>
                                      <p:tavLst>
                                        <p:tav tm="0">
                                          <p:val>
                                            <p:strVal val="ppt_w"/>
                                          </p:val>
                                        </p:tav>
                                        <p:tav tm="100000">
                                          <p:val>
                                            <p:fltVal val="0"/>
                                          </p:val>
                                        </p:tav>
                                      </p:tavLst>
                                    </p:anim>
                                    <p:anim calcmode="lin" valueType="num">
                                      <p:cBhvr>
                                        <p:cTn id="154" dur="500"/>
                                        <p:tgtEl>
                                          <p:spTgt spid="18">
                                            <p:txEl>
                                              <p:pRg st="4" end="4"/>
                                            </p:txEl>
                                          </p:spTgt>
                                        </p:tgtEl>
                                        <p:attrNameLst>
                                          <p:attrName>ppt_h</p:attrName>
                                        </p:attrNameLst>
                                      </p:cBhvr>
                                      <p:tavLst>
                                        <p:tav tm="0">
                                          <p:val>
                                            <p:strVal val="ppt_h"/>
                                          </p:val>
                                        </p:tav>
                                        <p:tav tm="100000">
                                          <p:val>
                                            <p:fltVal val="0"/>
                                          </p:val>
                                        </p:tav>
                                      </p:tavLst>
                                    </p:anim>
                                    <p:animEffect transition="out" filter="fade">
                                      <p:cBhvr>
                                        <p:cTn id="155" dur="500"/>
                                        <p:tgtEl>
                                          <p:spTgt spid="18">
                                            <p:txEl>
                                              <p:pRg st="4" end="4"/>
                                            </p:txEl>
                                          </p:spTgt>
                                        </p:tgtEl>
                                      </p:cBhvr>
                                    </p:animEffect>
                                    <p:set>
                                      <p:cBhvr>
                                        <p:cTn id="156" dur="1" fill="hold">
                                          <p:stCondLst>
                                            <p:cond delay="499"/>
                                          </p:stCondLst>
                                        </p:cTn>
                                        <p:tgtEl>
                                          <p:spTgt spid="18">
                                            <p:txEl>
                                              <p:pRg st="4" end="4"/>
                                            </p:txEl>
                                          </p:spTgt>
                                        </p:tgtEl>
                                        <p:attrNameLst>
                                          <p:attrName>style.visibility</p:attrName>
                                        </p:attrNameLst>
                                      </p:cBhvr>
                                      <p:to>
                                        <p:strVal val="hidden"/>
                                      </p:to>
                                    </p:set>
                                  </p:childTnLst>
                                </p:cTn>
                              </p:par>
                              <p:par>
                                <p:cTn id="157" presetID="53" presetClass="exit" presetSubtype="32" fill="hold" grpId="0" nodeType="withEffect">
                                  <p:stCondLst>
                                    <p:cond delay="0"/>
                                  </p:stCondLst>
                                  <p:childTnLst>
                                    <p:anim calcmode="lin" valueType="num">
                                      <p:cBhvr>
                                        <p:cTn id="158" dur="500"/>
                                        <p:tgtEl>
                                          <p:spTgt spid="18">
                                            <p:txEl>
                                              <p:pRg st="5" end="5"/>
                                            </p:txEl>
                                          </p:spTgt>
                                        </p:tgtEl>
                                        <p:attrNameLst>
                                          <p:attrName>ppt_w</p:attrName>
                                        </p:attrNameLst>
                                      </p:cBhvr>
                                      <p:tavLst>
                                        <p:tav tm="0">
                                          <p:val>
                                            <p:strVal val="ppt_w"/>
                                          </p:val>
                                        </p:tav>
                                        <p:tav tm="100000">
                                          <p:val>
                                            <p:fltVal val="0"/>
                                          </p:val>
                                        </p:tav>
                                      </p:tavLst>
                                    </p:anim>
                                    <p:anim calcmode="lin" valueType="num">
                                      <p:cBhvr>
                                        <p:cTn id="159" dur="500"/>
                                        <p:tgtEl>
                                          <p:spTgt spid="18">
                                            <p:txEl>
                                              <p:pRg st="5" end="5"/>
                                            </p:txEl>
                                          </p:spTgt>
                                        </p:tgtEl>
                                        <p:attrNameLst>
                                          <p:attrName>ppt_h</p:attrName>
                                        </p:attrNameLst>
                                      </p:cBhvr>
                                      <p:tavLst>
                                        <p:tav tm="0">
                                          <p:val>
                                            <p:strVal val="ppt_h"/>
                                          </p:val>
                                        </p:tav>
                                        <p:tav tm="100000">
                                          <p:val>
                                            <p:fltVal val="0"/>
                                          </p:val>
                                        </p:tav>
                                      </p:tavLst>
                                    </p:anim>
                                    <p:animEffect transition="out" filter="fade">
                                      <p:cBhvr>
                                        <p:cTn id="160" dur="500"/>
                                        <p:tgtEl>
                                          <p:spTgt spid="18">
                                            <p:txEl>
                                              <p:pRg st="5" end="5"/>
                                            </p:txEl>
                                          </p:spTgt>
                                        </p:tgtEl>
                                      </p:cBhvr>
                                    </p:animEffect>
                                    <p:set>
                                      <p:cBhvr>
                                        <p:cTn id="161" dur="1" fill="hold">
                                          <p:stCondLst>
                                            <p:cond delay="499"/>
                                          </p:stCondLst>
                                        </p:cTn>
                                        <p:tgtEl>
                                          <p:spTgt spid="18">
                                            <p:txEl>
                                              <p:pRg st="5" end="5"/>
                                            </p:txEl>
                                          </p:spTgt>
                                        </p:tgtEl>
                                        <p:attrNameLst>
                                          <p:attrName>style.visibility</p:attrName>
                                        </p:attrNameLst>
                                      </p:cBhvr>
                                      <p:to>
                                        <p:strVal val="hidden"/>
                                      </p:to>
                                    </p:set>
                                  </p:childTnLst>
                                </p:cTn>
                              </p:par>
                            </p:childTnLst>
                          </p:cTn>
                        </p:par>
                      </p:childTnLst>
                    </p:cTn>
                  </p:par>
                  <p:par>
                    <p:cTn id="162" fill="hold">
                      <p:stCondLst>
                        <p:cond delay="indefinite"/>
                      </p:stCondLst>
                      <p:childTnLst>
                        <p:par>
                          <p:cTn id="163" fill="hold">
                            <p:stCondLst>
                              <p:cond delay="0"/>
                            </p:stCondLst>
                            <p:childTnLst>
                              <p:par>
                                <p:cTn id="164" presetID="53" presetClass="entr" presetSubtype="16" fill="hold" nodeType="clickEffect">
                                  <p:stCondLst>
                                    <p:cond delay="0"/>
                                  </p:stCondLst>
                                  <p:childTnLst>
                                    <p:set>
                                      <p:cBhvr>
                                        <p:cTn id="165" dur="1" fill="hold">
                                          <p:stCondLst>
                                            <p:cond delay="0"/>
                                          </p:stCondLst>
                                        </p:cTn>
                                        <p:tgtEl>
                                          <p:spTgt spid="3">
                                            <p:txEl>
                                              <p:pRg st="1" end="1"/>
                                            </p:txEl>
                                          </p:spTgt>
                                        </p:tgtEl>
                                        <p:attrNameLst>
                                          <p:attrName>style.visibility</p:attrName>
                                        </p:attrNameLst>
                                      </p:cBhvr>
                                      <p:to>
                                        <p:strVal val="visible"/>
                                      </p:to>
                                    </p:set>
                                    <p:anim calcmode="lin" valueType="num">
                                      <p:cBhvr>
                                        <p:cTn id="166"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7"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8" dur="500"/>
                                        <p:tgtEl>
                                          <p:spTgt spid="3">
                                            <p:txEl>
                                              <p:pRg st="1" end="1"/>
                                            </p:txEl>
                                          </p:spTgt>
                                        </p:tgtEl>
                                      </p:cBhvr>
                                    </p:animEffect>
                                  </p:childTnLst>
                                </p:cTn>
                              </p:par>
                            </p:childTnLst>
                          </p:cTn>
                        </p:par>
                      </p:childTnLst>
                    </p:cTn>
                  </p:par>
                  <p:par>
                    <p:cTn id="169" fill="hold">
                      <p:stCondLst>
                        <p:cond delay="indefinite"/>
                      </p:stCondLst>
                      <p:childTnLst>
                        <p:par>
                          <p:cTn id="170" fill="hold">
                            <p:stCondLst>
                              <p:cond delay="0"/>
                            </p:stCondLst>
                            <p:childTnLst>
                              <p:par>
                                <p:cTn id="171" presetID="53" presetClass="entr" presetSubtype="16" fill="hold" nodeType="clickEffect">
                                  <p:stCondLst>
                                    <p:cond delay="0"/>
                                  </p:stCondLst>
                                  <p:childTnLst>
                                    <p:set>
                                      <p:cBhvr>
                                        <p:cTn id="172" dur="1" fill="hold">
                                          <p:stCondLst>
                                            <p:cond delay="0"/>
                                          </p:stCondLst>
                                        </p:cTn>
                                        <p:tgtEl>
                                          <p:spTgt spid="3">
                                            <p:txEl>
                                              <p:pRg st="2" end="2"/>
                                            </p:txEl>
                                          </p:spTgt>
                                        </p:tgtEl>
                                        <p:attrNameLst>
                                          <p:attrName>style.visibility</p:attrName>
                                        </p:attrNameLst>
                                      </p:cBhvr>
                                      <p:to>
                                        <p:strVal val="visible"/>
                                      </p:to>
                                    </p:set>
                                    <p:anim calcmode="lin" valueType="num">
                                      <p:cBhvr>
                                        <p:cTn id="17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74"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75" dur="500"/>
                                        <p:tgtEl>
                                          <p:spTgt spid="3">
                                            <p:txEl>
                                              <p:pRg st="2" end="2"/>
                                            </p:txEl>
                                          </p:spTgt>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4" fill="hold" nodeType="clickEffect">
                                  <p:stCondLst>
                                    <p:cond delay="0"/>
                                  </p:stCondLst>
                                  <p:childTnLst>
                                    <p:set>
                                      <p:cBhvr>
                                        <p:cTn id="179" dur="1" fill="hold">
                                          <p:stCondLst>
                                            <p:cond delay="0"/>
                                          </p:stCondLst>
                                        </p:cTn>
                                        <p:tgtEl>
                                          <p:spTgt spid="11"/>
                                        </p:tgtEl>
                                        <p:attrNameLst>
                                          <p:attrName>style.visibility</p:attrName>
                                        </p:attrNameLst>
                                      </p:cBhvr>
                                      <p:to>
                                        <p:strVal val="visible"/>
                                      </p:to>
                                    </p:set>
                                    <p:animEffect transition="in" filter="wipe(down)">
                                      <p:cBhvr>
                                        <p:cTn id="180" dur="500"/>
                                        <p:tgtEl>
                                          <p:spTgt spid="11"/>
                                        </p:tgtEl>
                                      </p:cBhvr>
                                    </p:animEffect>
                                  </p:childTnLst>
                                </p:cTn>
                              </p:par>
                              <p:par>
                                <p:cTn id="181" presetID="53" presetClass="entr" presetSubtype="16" fill="hold" nodeType="withEffect">
                                  <p:stCondLst>
                                    <p:cond delay="0"/>
                                  </p:stCondLst>
                                  <p:childTnLst>
                                    <p:set>
                                      <p:cBhvr>
                                        <p:cTn id="182" dur="1" fill="hold">
                                          <p:stCondLst>
                                            <p:cond delay="0"/>
                                          </p:stCondLst>
                                        </p:cTn>
                                        <p:tgtEl>
                                          <p:spTgt spid="3">
                                            <p:txEl>
                                              <p:pRg st="5" end="5"/>
                                            </p:txEl>
                                          </p:spTgt>
                                        </p:tgtEl>
                                        <p:attrNameLst>
                                          <p:attrName>style.visibility</p:attrName>
                                        </p:attrNameLst>
                                      </p:cBhvr>
                                      <p:to>
                                        <p:strVal val="visible"/>
                                      </p:to>
                                    </p:set>
                                    <p:anim calcmode="lin" valueType="num">
                                      <p:cBhvr>
                                        <p:cTn id="183"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184"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18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uiExpand="1" build="allAtOnce"/>
      <p:bldP spid="18" grpId="0" build="allAtOnce"/>
      <p:bldP spid="10"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内容占位符 13"/>
          <p:cNvSpPr>
            <a:spLocks noGrp="1"/>
          </p:cNvSpPr>
          <p:nvPr>
            <p:ph idx="1"/>
          </p:nvPr>
        </p:nvSpPr>
        <p:spPr>
          <a:xfrm>
            <a:off x="755576" y="1419622"/>
            <a:ext cx="7560840" cy="3225800"/>
          </a:xfrm>
        </p:spPr>
        <p:txBody>
          <a:bodyPr/>
          <a:lstStyle/>
          <a:p>
            <a:pPr marL="0" indent="0">
              <a:buNone/>
            </a:pPr>
            <a:r>
              <a:rPr lang="zh-CN" altLang="en-US" dirty="0"/>
              <a:t>例：</a:t>
            </a:r>
          </a:p>
        </p:txBody>
      </p:sp>
      <p:sp>
        <p:nvSpPr>
          <p:cNvPr id="7" name="Rectangle 5"/>
          <p:cNvSpPr>
            <a:spLocks noChangeArrowheads="1"/>
          </p:cNvSpPr>
          <p:nvPr/>
        </p:nvSpPr>
        <p:spPr bwMode="auto">
          <a:xfrm>
            <a:off x="1331640" y="1698228"/>
            <a:ext cx="2819400" cy="2529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5500"/>
              </a:lnSpc>
              <a:spcBef>
                <a:spcPct val="20000"/>
              </a:spcBef>
              <a:buClr>
                <a:schemeClr val="folHlink"/>
              </a:buClr>
              <a:buSzPct val="60000"/>
              <a:buFont typeface="Wingdings" panose="05000000000000000000" pitchFamily="2" charset="2"/>
              <a:buNone/>
            </a:pPr>
            <a:r>
              <a:rPr lang="en-US" altLang="zh-CN" sz="2500" b="1" i="1" dirty="0">
                <a:latin typeface="Times New Roman" panose="02020603050405020304" pitchFamily="18" charset="0"/>
                <a:ea typeface="楷体_GB2312"/>
                <a:cs typeface="Times New Roman" panose="02020603050405020304" pitchFamily="18" charset="0"/>
              </a:rPr>
              <a:t>E</a:t>
            </a:r>
            <a:r>
              <a:rPr lang="en-US" altLang="zh-CN" sz="2500" b="1" dirty="0">
                <a:latin typeface="Times New Roman" panose="02020603050405020304" pitchFamily="18" charset="0"/>
                <a:ea typeface="楷体_GB2312"/>
                <a:cs typeface="Times New Roman" panose="02020603050405020304" pitchFamily="18" charset="0"/>
              </a:rPr>
              <a:t>  → </a:t>
            </a:r>
            <a:r>
              <a:rPr lang="en-US" altLang="zh-CN" sz="2500" b="1" i="1" dirty="0">
                <a:latin typeface="Times New Roman" panose="02020603050405020304" pitchFamily="18" charset="0"/>
                <a:ea typeface="楷体_GB2312"/>
                <a:cs typeface="Times New Roman" panose="02020603050405020304" pitchFamily="18" charset="0"/>
              </a:rPr>
              <a:t>E</a:t>
            </a:r>
            <a:r>
              <a:rPr lang="en-US" altLang="zh-CN" sz="2500" b="1" dirty="0">
                <a:latin typeface="Times New Roman" panose="02020603050405020304" pitchFamily="18" charset="0"/>
                <a:ea typeface="楷体_GB2312"/>
                <a:cs typeface="Times New Roman" panose="02020603050405020304" pitchFamily="18" charset="0"/>
              </a:rPr>
              <a:t> + </a:t>
            </a:r>
            <a:r>
              <a:rPr lang="en-US" altLang="zh-CN" sz="2500" b="1" i="1" dirty="0">
                <a:latin typeface="Times New Roman" panose="02020603050405020304" pitchFamily="18" charset="0"/>
                <a:ea typeface="楷体_GB2312"/>
                <a:cs typeface="Times New Roman" panose="02020603050405020304" pitchFamily="18" charset="0"/>
              </a:rPr>
              <a:t>T</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楷体_GB2312"/>
                <a:cs typeface="Times New Roman" panose="02020603050405020304" pitchFamily="18" charset="0"/>
              </a:rPr>
              <a:t>T</a:t>
            </a:r>
            <a:endParaRPr lang="en-US" altLang="zh-CN" sz="2500" b="1" dirty="0">
              <a:latin typeface="Times New Roman" panose="02020603050405020304" pitchFamily="18" charset="0"/>
              <a:ea typeface="楷体_GB2312"/>
              <a:cs typeface="Times New Roman" panose="02020603050405020304" pitchFamily="18" charset="0"/>
            </a:endParaRPr>
          </a:p>
          <a:p>
            <a:pPr eaLnBrk="1" hangingPunct="1">
              <a:lnSpc>
                <a:spcPts val="5500"/>
              </a:lnSpc>
              <a:spcBef>
                <a:spcPts val="2000"/>
              </a:spcBef>
              <a:spcAft>
                <a:spcPts val="0"/>
              </a:spcAft>
              <a:buClr>
                <a:schemeClr val="folHlink"/>
              </a:buClr>
              <a:buSzPct val="60000"/>
              <a:buFont typeface="Wingdings" panose="05000000000000000000" pitchFamily="2" charset="2"/>
              <a:buNone/>
            </a:pPr>
            <a:r>
              <a:rPr lang="en-US" altLang="zh-CN" sz="2500" b="1" i="1" dirty="0">
                <a:latin typeface="Times New Roman" panose="02020603050405020304" pitchFamily="18" charset="0"/>
                <a:ea typeface="楷体_GB2312"/>
                <a:cs typeface="Times New Roman" panose="02020603050405020304" pitchFamily="18" charset="0"/>
              </a:rPr>
              <a:t>T</a:t>
            </a:r>
            <a:r>
              <a:rPr lang="en-US" altLang="zh-CN" sz="2500" b="1" dirty="0">
                <a:latin typeface="Times New Roman" panose="02020603050405020304" pitchFamily="18" charset="0"/>
                <a:ea typeface="楷体_GB2312"/>
                <a:cs typeface="Times New Roman" panose="02020603050405020304" pitchFamily="18" charset="0"/>
              </a:rPr>
              <a:t>  → </a:t>
            </a:r>
            <a:r>
              <a:rPr lang="en-US" altLang="zh-CN" sz="2500" b="1" i="1" dirty="0">
                <a:latin typeface="Times New Roman" panose="02020603050405020304" pitchFamily="18" charset="0"/>
                <a:ea typeface="楷体_GB2312"/>
                <a:cs typeface="Times New Roman" panose="02020603050405020304" pitchFamily="18" charset="0"/>
              </a:rPr>
              <a:t>T</a:t>
            </a:r>
            <a:r>
              <a:rPr lang="en-US" altLang="zh-CN" sz="2500" b="1" dirty="0">
                <a:latin typeface="Times New Roman" panose="02020603050405020304" pitchFamily="18" charset="0"/>
                <a:ea typeface="楷体_GB2312"/>
                <a:cs typeface="Times New Roman" panose="02020603050405020304" pitchFamily="18" charset="0"/>
              </a:rPr>
              <a:t> * </a:t>
            </a:r>
            <a:r>
              <a:rPr lang="en-US" altLang="zh-CN" sz="2500" b="1" i="1" dirty="0">
                <a:latin typeface="Times New Roman" panose="02020603050405020304" pitchFamily="18" charset="0"/>
                <a:ea typeface="楷体_GB2312"/>
                <a:cs typeface="Times New Roman" panose="02020603050405020304" pitchFamily="18" charset="0"/>
              </a:rPr>
              <a:t>F</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楷体_GB2312"/>
                <a:cs typeface="Times New Roman" panose="02020603050405020304" pitchFamily="18" charset="0"/>
              </a:rPr>
              <a:t>F</a:t>
            </a:r>
            <a:endParaRPr lang="en-US" altLang="zh-CN" sz="2500" b="1" dirty="0">
              <a:latin typeface="Times New Roman" panose="02020603050405020304" pitchFamily="18" charset="0"/>
              <a:ea typeface="楷体_GB2312"/>
              <a:cs typeface="Times New Roman" panose="02020603050405020304" pitchFamily="18" charset="0"/>
            </a:endParaRPr>
          </a:p>
          <a:p>
            <a:pPr eaLnBrk="1" hangingPunct="1">
              <a:lnSpc>
                <a:spcPct val="250000"/>
              </a:lnSpc>
              <a:spcBef>
                <a:spcPct val="20000"/>
              </a:spcBef>
              <a:buClr>
                <a:schemeClr val="folHlink"/>
              </a:buClr>
              <a:buSzPct val="60000"/>
              <a:buFont typeface="Wingdings" panose="05000000000000000000" pitchFamily="2" charset="2"/>
              <a:buNone/>
            </a:pPr>
            <a:r>
              <a:rPr lang="en-US" altLang="zh-CN" sz="2500" b="1" i="1" dirty="0">
                <a:latin typeface="Times New Roman" panose="02020603050405020304" pitchFamily="18" charset="0"/>
                <a:ea typeface="楷体_GB2312"/>
                <a:cs typeface="Times New Roman" panose="02020603050405020304" pitchFamily="18" charset="0"/>
              </a:rPr>
              <a:t>F</a:t>
            </a:r>
            <a:r>
              <a:rPr lang="en-US" altLang="zh-CN" sz="2500" b="1" dirty="0">
                <a:latin typeface="Times New Roman" panose="02020603050405020304" pitchFamily="18" charset="0"/>
                <a:ea typeface="楷体_GB2312"/>
                <a:cs typeface="Times New Roman" panose="02020603050405020304" pitchFamily="18" charset="0"/>
              </a:rPr>
              <a:t>  → ( </a:t>
            </a:r>
            <a:r>
              <a:rPr lang="en-US" altLang="zh-CN" sz="2500" b="1" i="1" dirty="0">
                <a:latin typeface="Times New Roman" panose="02020603050405020304" pitchFamily="18" charset="0"/>
                <a:ea typeface="楷体_GB2312"/>
                <a:cs typeface="Times New Roman" panose="02020603050405020304" pitchFamily="18" charset="0"/>
              </a:rPr>
              <a:t>E</a:t>
            </a:r>
            <a:r>
              <a:rPr lang="en-US" altLang="zh-CN" sz="2500" b="1" dirty="0">
                <a:latin typeface="Times New Roman" panose="02020603050405020304" pitchFamily="18" charset="0"/>
                <a:ea typeface="楷体_GB2312"/>
                <a:cs typeface="Times New Roman" panose="02020603050405020304" pitchFamily="18" charset="0"/>
              </a:rPr>
              <a:t> )｜id</a:t>
            </a:r>
          </a:p>
        </p:txBody>
      </p:sp>
      <p:sp>
        <p:nvSpPr>
          <p:cNvPr id="8" name="Rectangle 6"/>
          <p:cNvSpPr>
            <a:spLocks noChangeArrowheads="1"/>
          </p:cNvSpPr>
          <p:nvPr/>
        </p:nvSpPr>
        <p:spPr bwMode="auto">
          <a:xfrm>
            <a:off x="5116264" y="1987153"/>
            <a:ext cx="2633663" cy="2240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500"/>
              </a:lnSpc>
              <a:spcBef>
                <a:spcPct val="20000"/>
              </a:spcBef>
              <a:buClr>
                <a:schemeClr val="folHlink"/>
              </a:buClr>
              <a:buSzPct val="60000"/>
              <a:buFont typeface="Wingdings" panose="05000000000000000000" pitchFamily="2" charset="2"/>
              <a:buNone/>
            </a:pPr>
            <a:r>
              <a:rPr lang="en-US" altLang="zh-CN" sz="2500" b="1" i="1" dirty="0">
                <a:latin typeface="Times New Roman" panose="02020603050405020304" pitchFamily="18" charset="0"/>
                <a:cs typeface="Times New Roman" panose="02020603050405020304" pitchFamily="18" charset="0"/>
              </a:rPr>
              <a:t>E</a:t>
            </a:r>
            <a:r>
              <a:rPr lang="en-US" altLang="zh-CN" sz="2500" b="1" dirty="0">
                <a:latin typeface="Times New Roman" panose="02020603050405020304" pitchFamily="18" charset="0"/>
                <a:cs typeface="Times New Roman" panose="02020603050405020304" pitchFamily="18" charset="0"/>
              </a:rPr>
              <a:t>→ </a:t>
            </a:r>
            <a:r>
              <a:rPr lang="en-US" altLang="zh-CN" sz="2500" b="1" i="1" dirty="0">
                <a:solidFill>
                  <a:srgbClr val="0070C0"/>
                </a:solidFill>
                <a:latin typeface="Times New Roman" panose="02020603050405020304" pitchFamily="18" charset="0"/>
                <a:cs typeface="Times New Roman" panose="02020603050405020304" pitchFamily="18" charset="0"/>
              </a:rPr>
              <a:t>T</a:t>
            </a:r>
            <a:r>
              <a:rPr lang="en-US" altLang="zh-CN" sz="2500" b="1" i="1" dirty="0">
                <a:latin typeface="Times New Roman" panose="02020603050405020304" pitchFamily="18" charset="0"/>
                <a:cs typeface="Times New Roman" panose="02020603050405020304" pitchFamily="18" charset="0"/>
              </a:rPr>
              <a:t> </a:t>
            </a:r>
            <a:r>
              <a:rPr lang="en-US" altLang="zh-CN" sz="2500" b="1" i="1" dirty="0">
                <a:solidFill>
                  <a:srgbClr val="008000"/>
                </a:solidFill>
                <a:latin typeface="Times New Roman" panose="02020603050405020304" pitchFamily="18" charset="0"/>
                <a:cs typeface="Times New Roman" panose="02020603050405020304" pitchFamily="18" charset="0"/>
              </a:rPr>
              <a:t>E</a:t>
            </a:r>
            <a:r>
              <a:rPr kumimoji="1" lang="en-US" altLang="zh-CN" sz="2500" b="1" dirty="0">
                <a:solidFill>
                  <a:srgbClr val="008000"/>
                </a:solidFill>
                <a:latin typeface="Times New Roman" panose="02020603050405020304" pitchFamily="18" charset="0"/>
                <a:ea typeface="楷体_GB2312"/>
                <a:cs typeface="Times New Roman" panose="02020603050405020304" pitchFamily="18" charset="0"/>
              </a:rPr>
              <a:t>′</a:t>
            </a:r>
            <a:endParaRPr lang="en-US" altLang="zh-CN" sz="2500" b="1" dirty="0">
              <a:solidFill>
                <a:srgbClr val="008000"/>
              </a:solidFill>
              <a:latin typeface="Times New Roman" panose="02020603050405020304" pitchFamily="18" charset="0"/>
              <a:cs typeface="Times New Roman" panose="02020603050405020304" pitchFamily="18" charset="0"/>
            </a:endParaRPr>
          </a:p>
          <a:p>
            <a:pPr eaLnBrk="1" hangingPunct="1">
              <a:lnSpc>
                <a:spcPts val="2500"/>
              </a:lnSpc>
              <a:spcBef>
                <a:spcPct val="20000"/>
              </a:spcBef>
              <a:buClr>
                <a:schemeClr val="folHlink"/>
              </a:buClr>
              <a:buSzPct val="60000"/>
              <a:buFont typeface="Wingdings" panose="05000000000000000000" pitchFamily="2" charset="2"/>
              <a:buNone/>
            </a:pPr>
            <a:r>
              <a:rPr lang="en-US" altLang="zh-CN" sz="2500" b="1" i="1" dirty="0">
                <a:latin typeface="Times New Roman" panose="02020603050405020304" pitchFamily="18" charset="0"/>
                <a:cs typeface="Times New Roman" panose="02020603050405020304" pitchFamily="18" charset="0"/>
              </a:rPr>
              <a:t>E</a:t>
            </a:r>
            <a:r>
              <a:rPr kumimoji="1" lang="en-US" altLang="zh-CN" sz="2500" b="1" dirty="0">
                <a:latin typeface="Times New Roman" panose="02020603050405020304" pitchFamily="18" charset="0"/>
                <a:ea typeface="楷体_GB2312"/>
                <a:cs typeface="楷体_GB2312"/>
              </a:rPr>
              <a:t>′ </a:t>
            </a:r>
            <a:r>
              <a:rPr lang="en-US" altLang="zh-CN" sz="2500" b="1" dirty="0">
                <a:latin typeface="Times New Roman" panose="02020603050405020304" pitchFamily="18" charset="0"/>
              </a:rPr>
              <a:t>→ </a:t>
            </a:r>
            <a:r>
              <a:rPr lang="en-US" altLang="zh-CN" sz="2500" b="1" dirty="0">
                <a:solidFill>
                  <a:srgbClr val="FF0000"/>
                </a:solidFill>
                <a:latin typeface="Times New Roman" panose="02020603050405020304" pitchFamily="18" charset="0"/>
              </a:rPr>
              <a:t>+ </a:t>
            </a:r>
            <a:r>
              <a:rPr lang="en-US" altLang="zh-CN" sz="2500" b="1" i="1" dirty="0">
                <a:solidFill>
                  <a:srgbClr val="FF0000"/>
                </a:solidFill>
                <a:latin typeface="Times New Roman" panose="02020603050405020304" pitchFamily="18" charset="0"/>
              </a:rPr>
              <a:t>T</a:t>
            </a:r>
            <a:r>
              <a:rPr lang="en-US" altLang="zh-CN" sz="2500" b="1" i="1" dirty="0">
                <a:latin typeface="Times New Roman" panose="02020603050405020304" pitchFamily="18" charset="0"/>
              </a:rPr>
              <a:t> </a:t>
            </a:r>
            <a:r>
              <a:rPr lang="en-US" altLang="zh-CN" sz="2500" b="1" i="1" dirty="0">
                <a:solidFill>
                  <a:srgbClr val="008000"/>
                </a:solidFill>
                <a:latin typeface="Times New Roman" panose="02020603050405020304" pitchFamily="18" charset="0"/>
              </a:rPr>
              <a:t>E</a:t>
            </a:r>
            <a:r>
              <a:rPr kumimoji="1" lang="en-US" altLang="zh-CN" sz="2500" b="1" dirty="0">
                <a:solidFill>
                  <a:srgbClr val="008000"/>
                </a:solidFill>
                <a:latin typeface="Times New Roman" panose="02020603050405020304" pitchFamily="18" charset="0"/>
                <a:ea typeface="楷体_GB2312"/>
                <a:cs typeface="楷体_GB2312"/>
              </a:rPr>
              <a:t>′</a:t>
            </a:r>
            <a:r>
              <a:rPr kumimoji="1" lang="en-US" altLang="zh-CN" sz="2500" b="1" dirty="0">
                <a:latin typeface="Times New Roman" panose="02020603050405020304" pitchFamily="18" charset="0"/>
                <a:ea typeface="楷体_GB2312"/>
                <a:cs typeface="楷体_GB2312"/>
              </a:rPr>
              <a:t> </a:t>
            </a:r>
            <a:r>
              <a:rPr lang="en-US" altLang="zh-CN" sz="2500" b="1" dirty="0">
                <a:latin typeface="Times New Roman" panose="02020603050405020304" pitchFamily="18" charset="0"/>
              </a:rPr>
              <a:t>|ε</a:t>
            </a:r>
          </a:p>
          <a:p>
            <a:pPr eaLnBrk="1" hangingPunct="1">
              <a:lnSpc>
                <a:spcPts val="2500"/>
              </a:lnSpc>
              <a:spcBef>
                <a:spcPts val="2000"/>
              </a:spcBef>
              <a:spcAft>
                <a:spcPts val="0"/>
              </a:spcAft>
              <a:buClr>
                <a:schemeClr val="folHlink"/>
              </a:buClr>
              <a:buSzPct val="60000"/>
              <a:buFont typeface="Wingdings" panose="05000000000000000000" pitchFamily="2" charset="2"/>
              <a:buNone/>
            </a:pPr>
            <a:r>
              <a:rPr lang="en-US" altLang="zh-CN" sz="2500" b="1" i="1" dirty="0">
                <a:latin typeface="Times New Roman" panose="02020603050405020304" pitchFamily="18" charset="0"/>
              </a:rPr>
              <a:t>T</a:t>
            </a:r>
            <a:r>
              <a:rPr lang="en-US" altLang="zh-CN" sz="2500" b="1" dirty="0">
                <a:latin typeface="Times New Roman" panose="02020603050405020304" pitchFamily="18" charset="0"/>
              </a:rPr>
              <a:t>→ </a:t>
            </a:r>
            <a:r>
              <a:rPr lang="en-US" altLang="zh-CN" sz="2500" b="1" i="1" dirty="0">
                <a:solidFill>
                  <a:srgbClr val="0070C0"/>
                </a:solidFill>
                <a:latin typeface="Times New Roman" panose="02020603050405020304" pitchFamily="18" charset="0"/>
              </a:rPr>
              <a:t>F </a:t>
            </a:r>
            <a:r>
              <a:rPr lang="en-US" altLang="zh-CN" sz="2500" b="1" i="1" dirty="0">
                <a:solidFill>
                  <a:srgbClr val="008000"/>
                </a:solidFill>
                <a:latin typeface="Times New Roman" panose="02020603050405020304" pitchFamily="18" charset="0"/>
              </a:rPr>
              <a:t>T </a:t>
            </a:r>
            <a:r>
              <a:rPr kumimoji="1" lang="en-US" altLang="zh-CN" sz="2500" b="1" dirty="0">
                <a:solidFill>
                  <a:srgbClr val="008000"/>
                </a:solidFill>
                <a:latin typeface="Times New Roman" panose="02020603050405020304" pitchFamily="18" charset="0"/>
                <a:ea typeface="楷体_GB2312"/>
                <a:cs typeface="楷体_GB2312"/>
              </a:rPr>
              <a:t>′</a:t>
            </a:r>
            <a:endParaRPr lang="en-US" altLang="zh-CN" sz="2500" b="1" dirty="0">
              <a:solidFill>
                <a:srgbClr val="008000"/>
              </a:solidFill>
              <a:latin typeface="Times New Roman" panose="02020603050405020304" pitchFamily="18" charset="0"/>
            </a:endParaRPr>
          </a:p>
          <a:p>
            <a:pPr eaLnBrk="1" hangingPunct="1">
              <a:lnSpc>
                <a:spcPts val="2500"/>
              </a:lnSpc>
              <a:spcBef>
                <a:spcPct val="20000"/>
              </a:spcBef>
              <a:buClr>
                <a:schemeClr val="folHlink"/>
              </a:buClr>
              <a:buSzPct val="60000"/>
              <a:buFont typeface="Wingdings" panose="05000000000000000000" pitchFamily="2" charset="2"/>
              <a:buNone/>
            </a:pPr>
            <a:r>
              <a:rPr lang="en-US" altLang="zh-CN" sz="2500" b="1" i="1" dirty="0">
                <a:latin typeface="Times New Roman" panose="02020603050405020304" pitchFamily="18" charset="0"/>
              </a:rPr>
              <a:t>T </a:t>
            </a:r>
            <a:r>
              <a:rPr kumimoji="1" lang="en-US" altLang="zh-CN" sz="2500" b="1" dirty="0">
                <a:latin typeface="Times New Roman" panose="02020603050405020304" pitchFamily="18" charset="0"/>
                <a:ea typeface="楷体_GB2312"/>
                <a:cs typeface="楷体_GB2312"/>
              </a:rPr>
              <a:t>′</a:t>
            </a:r>
            <a:r>
              <a:rPr lang="en-US" altLang="zh-CN" sz="2500" b="1" dirty="0">
                <a:latin typeface="Times New Roman" panose="02020603050405020304" pitchFamily="18" charset="0"/>
              </a:rPr>
              <a:t>→</a:t>
            </a:r>
            <a:r>
              <a:rPr lang="en-US" altLang="zh-CN" sz="2500" b="1" dirty="0">
                <a:solidFill>
                  <a:srgbClr val="FF0000"/>
                </a:solidFill>
                <a:latin typeface="Times New Roman" panose="02020603050405020304" pitchFamily="18" charset="0"/>
              </a:rPr>
              <a:t>* </a:t>
            </a:r>
            <a:r>
              <a:rPr lang="en-US" altLang="zh-CN" sz="2500" b="1" i="1" dirty="0">
                <a:solidFill>
                  <a:srgbClr val="FF0000"/>
                </a:solidFill>
                <a:latin typeface="Times New Roman" panose="02020603050405020304" pitchFamily="18" charset="0"/>
              </a:rPr>
              <a:t>F</a:t>
            </a:r>
            <a:r>
              <a:rPr lang="en-US" altLang="zh-CN" sz="2500" b="1" i="1" dirty="0">
                <a:latin typeface="Times New Roman" panose="02020603050405020304" pitchFamily="18" charset="0"/>
              </a:rPr>
              <a:t> </a:t>
            </a:r>
            <a:r>
              <a:rPr lang="en-US" altLang="zh-CN" sz="2500" b="1" i="1" dirty="0">
                <a:solidFill>
                  <a:srgbClr val="008000"/>
                </a:solidFill>
                <a:latin typeface="Times New Roman" panose="02020603050405020304" pitchFamily="18" charset="0"/>
              </a:rPr>
              <a:t>T </a:t>
            </a:r>
            <a:r>
              <a:rPr kumimoji="1" lang="en-US" altLang="zh-CN" sz="2500" b="1" dirty="0">
                <a:solidFill>
                  <a:srgbClr val="008000"/>
                </a:solidFill>
                <a:latin typeface="Times New Roman" panose="02020603050405020304" pitchFamily="18" charset="0"/>
                <a:ea typeface="楷体_GB2312"/>
                <a:cs typeface="楷体_GB2312"/>
              </a:rPr>
              <a:t>′</a:t>
            </a:r>
            <a:r>
              <a:rPr kumimoji="1" lang="en-US" altLang="zh-CN" sz="2500" b="1" dirty="0">
                <a:latin typeface="Times New Roman" panose="02020603050405020304" pitchFamily="18" charset="0"/>
                <a:ea typeface="楷体_GB2312"/>
                <a:cs typeface="楷体_GB2312"/>
              </a:rPr>
              <a:t> </a:t>
            </a:r>
            <a:r>
              <a:rPr lang="en-US" altLang="zh-CN" sz="2500" b="1" dirty="0">
                <a:latin typeface="Times New Roman" panose="02020603050405020304" pitchFamily="18" charset="0"/>
              </a:rPr>
              <a:t>｜ε</a:t>
            </a:r>
          </a:p>
          <a:p>
            <a:pPr eaLnBrk="1" hangingPunct="1">
              <a:lnSpc>
                <a:spcPct val="150000"/>
              </a:lnSpc>
              <a:spcBef>
                <a:spcPct val="20000"/>
              </a:spcBef>
              <a:buClr>
                <a:schemeClr val="folHlink"/>
              </a:buClr>
              <a:buSzPct val="60000"/>
              <a:buFont typeface="Wingdings" panose="05000000000000000000" pitchFamily="2" charset="2"/>
              <a:buNone/>
            </a:pPr>
            <a:r>
              <a:rPr lang="en-US" altLang="zh-CN" sz="2500" b="1" i="1" dirty="0">
                <a:latin typeface="Times New Roman" panose="02020603050405020304" pitchFamily="18" charset="0"/>
              </a:rPr>
              <a:t>F</a:t>
            </a:r>
            <a:r>
              <a:rPr lang="en-US" altLang="zh-CN" sz="2500" b="1" dirty="0">
                <a:latin typeface="Times New Roman" panose="02020603050405020304" pitchFamily="18" charset="0"/>
              </a:rPr>
              <a:t>→ ( </a:t>
            </a:r>
            <a:r>
              <a:rPr lang="en-US" altLang="zh-CN" sz="2500" b="1" i="1" dirty="0">
                <a:latin typeface="Times New Roman" panose="02020603050405020304" pitchFamily="18" charset="0"/>
              </a:rPr>
              <a:t>E</a:t>
            </a:r>
            <a:r>
              <a:rPr lang="en-US" altLang="zh-CN" sz="2500" b="1" dirty="0">
                <a:latin typeface="Times New Roman" panose="02020603050405020304" pitchFamily="18" charset="0"/>
              </a:rPr>
              <a:t> )｜id</a:t>
            </a:r>
          </a:p>
        </p:txBody>
      </p:sp>
      <p:sp>
        <p:nvSpPr>
          <p:cNvPr id="9" name="AutoShape 7"/>
          <p:cNvSpPr>
            <a:spLocks noChangeArrowheads="1"/>
          </p:cNvSpPr>
          <p:nvPr/>
        </p:nvSpPr>
        <p:spPr bwMode="auto">
          <a:xfrm>
            <a:off x="4036516" y="2480866"/>
            <a:ext cx="642938" cy="782637"/>
          </a:xfrm>
          <a:prstGeom prst="rightArrow">
            <a:avLst>
              <a:gd name="adj1" fmla="val 50000"/>
              <a:gd name="adj2" fmla="val 46205"/>
            </a:avLst>
          </a:prstGeom>
          <a:solidFill>
            <a:schemeClr val="tx2">
              <a:lumMod val="60000"/>
              <a:lumOff val="40000"/>
            </a:schemeClr>
          </a:solidFill>
          <a:ln w="12700">
            <a:solidFill>
              <a:schemeClr val="tx1"/>
            </a:solidFill>
            <a:miter lim="800000"/>
            <a:headEnd type="none" w="sm" len="sm"/>
            <a:tailEnd type="none" w="sm" len="sm"/>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nvGrpSpPr>
          <p:cNvPr id="12" name="组合 11"/>
          <p:cNvGrpSpPr/>
          <p:nvPr/>
        </p:nvGrpSpPr>
        <p:grpSpPr bwMode="auto">
          <a:xfrm>
            <a:off x="2546078" y="2400220"/>
            <a:ext cx="476250" cy="306387"/>
            <a:chOff x="2176463" y="3561399"/>
            <a:chExt cx="477011" cy="306393"/>
          </a:xfrm>
        </p:grpSpPr>
        <p:sp>
          <p:nvSpPr>
            <p:cNvPr id="64532" name="AutoShape 8"/>
            <p:cNvSpPr/>
            <p:nvPr/>
          </p:nvSpPr>
          <p:spPr bwMode="auto">
            <a:xfrm rot="5400000">
              <a:off x="2258920" y="3478942"/>
              <a:ext cx="120836" cy="285750"/>
            </a:xfrm>
            <a:prstGeom prst="rightBrace">
              <a:avLst>
                <a:gd name="adj1" fmla="val 25191"/>
                <a:gd name="adj2" fmla="val 50000"/>
              </a:avLst>
            </a:pr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solidFill>
                  <a:srgbClr val="FF0000"/>
                </a:solidFill>
              </a:endParaRPr>
            </a:p>
          </p:txBody>
        </p:sp>
        <p:sp>
          <p:nvSpPr>
            <p:cNvPr id="64533" name="Rectangle 12"/>
            <p:cNvSpPr>
              <a:spLocks noChangeArrowheads="1"/>
            </p:cNvSpPr>
            <p:nvPr/>
          </p:nvSpPr>
          <p:spPr bwMode="auto">
            <a:xfrm>
              <a:off x="2190762" y="3788412"/>
              <a:ext cx="462712" cy="79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i="1">
                  <a:solidFill>
                    <a:srgbClr val="FF0000"/>
                  </a:solidFill>
                  <a:latin typeface="Times New Roman" panose="02020603050405020304" pitchFamily="18" charset="0"/>
                  <a:ea typeface="楷体_GB2312"/>
                  <a:cs typeface="楷体_GB2312"/>
                </a:rPr>
                <a:t>α</a:t>
              </a:r>
            </a:p>
          </p:txBody>
        </p:sp>
      </p:grpSp>
      <p:grpSp>
        <p:nvGrpSpPr>
          <p:cNvPr id="4" name="组合 13"/>
          <p:cNvGrpSpPr/>
          <p:nvPr/>
        </p:nvGrpSpPr>
        <p:grpSpPr bwMode="auto">
          <a:xfrm>
            <a:off x="2469878" y="3347323"/>
            <a:ext cx="1147762" cy="323850"/>
            <a:chOff x="2695948" y="5718975"/>
            <a:chExt cx="1147818" cy="432589"/>
          </a:xfrm>
        </p:grpSpPr>
        <p:sp>
          <p:nvSpPr>
            <p:cNvPr id="64529" name="AutoShape 15"/>
            <p:cNvSpPr/>
            <p:nvPr/>
          </p:nvSpPr>
          <p:spPr bwMode="auto">
            <a:xfrm rot="5400000">
              <a:off x="2807455" y="5613016"/>
              <a:ext cx="90158" cy="303664"/>
            </a:xfrm>
            <a:prstGeom prst="rightBrace">
              <a:avLst>
                <a:gd name="adj1" fmla="val 25183"/>
                <a:gd name="adj2" fmla="val 50000"/>
              </a:avLst>
            </a:pr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solidFill>
                  <a:srgbClr val="FF0000"/>
                </a:solidFill>
              </a:endParaRPr>
            </a:p>
          </p:txBody>
        </p:sp>
        <p:sp>
          <p:nvSpPr>
            <p:cNvPr id="64530" name="AutoShape 16"/>
            <p:cNvSpPr/>
            <p:nvPr/>
          </p:nvSpPr>
          <p:spPr bwMode="auto">
            <a:xfrm rot="5400000">
              <a:off x="3512621" y="5691327"/>
              <a:ext cx="89165" cy="144462"/>
            </a:xfrm>
            <a:prstGeom prst="rightBrace">
              <a:avLst>
                <a:gd name="adj1" fmla="val 8423"/>
                <a:gd name="adj2" fmla="val 50000"/>
              </a:avLst>
            </a:prstGeom>
            <a:noFill/>
            <a:ln w="25400">
              <a:solidFill>
                <a:srgbClr val="0070C0"/>
              </a:solidFill>
              <a:rou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solidFill>
                  <a:srgbClr val="FF0000"/>
                </a:solidFill>
              </a:endParaRPr>
            </a:p>
          </p:txBody>
        </p:sp>
        <p:sp>
          <p:nvSpPr>
            <p:cNvPr id="64531" name="Rectangle 17"/>
            <p:cNvSpPr>
              <a:spLocks noChangeArrowheads="1"/>
            </p:cNvSpPr>
            <p:nvPr/>
          </p:nvSpPr>
          <p:spPr bwMode="auto">
            <a:xfrm>
              <a:off x="2695948" y="5864227"/>
              <a:ext cx="114781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i="1" dirty="0">
                  <a:solidFill>
                    <a:srgbClr val="FF0000"/>
                  </a:solidFill>
                  <a:latin typeface="Times New Roman" panose="02020603050405020304" pitchFamily="18" charset="0"/>
                  <a:ea typeface="楷体_GB2312"/>
                  <a:cs typeface="楷体_GB2312"/>
                </a:rPr>
                <a:t>α         </a:t>
              </a:r>
              <a:r>
                <a:rPr lang="en-US" altLang="zh-CN" sz="2000" b="1" i="1" dirty="0">
                  <a:solidFill>
                    <a:srgbClr val="0070C0"/>
                  </a:solidFill>
                  <a:latin typeface="Times New Roman" panose="02020603050405020304" pitchFamily="18" charset="0"/>
                  <a:ea typeface="楷体_GB2312"/>
                  <a:cs typeface="楷体_GB2312"/>
                </a:rPr>
                <a:t>β</a:t>
              </a:r>
            </a:p>
          </p:txBody>
        </p:sp>
      </p:grpSp>
      <p:sp>
        <p:nvSpPr>
          <p:cNvPr id="22" name="标题 1"/>
          <p:cNvSpPr>
            <a:spLocks noGrp="1"/>
          </p:cNvSpPr>
          <p:nvPr>
            <p:ph type="title"/>
          </p:nvPr>
        </p:nvSpPr>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消除直接左递归</a:t>
            </a:r>
            <a:endParaRPr lang="zh-CN" altLang="en-US" dirty="0">
              <a:solidFill>
                <a:srgbClr val="000099"/>
              </a:solidFill>
              <a:ea typeface="楷体_GB2312"/>
              <a:cs typeface="Times New Roman" panose="02020603050405020304" pitchFamily="18" charset="0"/>
            </a:endParaRPr>
          </a:p>
        </p:txBody>
      </p:sp>
      <p:grpSp>
        <p:nvGrpSpPr>
          <p:cNvPr id="13" name="组合 12"/>
          <p:cNvGrpSpPr/>
          <p:nvPr/>
        </p:nvGrpSpPr>
        <p:grpSpPr bwMode="auto">
          <a:xfrm>
            <a:off x="3108053" y="2412921"/>
            <a:ext cx="379412" cy="469900"/>
            <a:chOff x="2738408" y="3430606"/>
            <a:chExt cx="380232" cy="470306"/>
          </a:xfrm>
        </p:grpSpPr>
        <p:sp>
          <p:nvSpPr>
            <p:cNvPr id="64527" name="AutoShape 9"/>
            <p:cNvSpPr/>
            <p:nvPr/>
          </p:nvSpPr>
          <p:spPr bwMode="auto">
            <a:xfrm rot="5400000">
              <a:off x="2905527" y="3412497"/>
              <a:ext cx="108119" cy="144338"/>
            </a:xfrm>
            <a:prstGeom prst="rightBrace">
              <a:avLst>
                <a:gd name="adj1" fmla="val 8424"/>
                <a:gd name="adj2" fmla="val 50000"/>
              </a:avLst>
            </a:prstGeom>
            <a:noFill/>
            <a:ln w="25400">
              <a:solidFill>
                <a:srgbClr val="0070C0"/>
              </a:solidFill>
              <a:rou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solidFill>
                  <a:srgbClr val="0070C0"/>
                </a:solidFill>
              </a:endParaRPr>
            </a:p>
          </p:txBody>
        </p:sp>
        <p:sp>
          <p:nvSpPr>
            <p:cNvPr id="64528" name="矩形 10"/>
            <p:cNvSpPr>
              <a:spLocks noChangeArrowheads="1"/>
            </p:cNvSpPr>
            <p:nvPr/>
          </p:nvSpPr>
          <p:spPr bwMode="auto">
            <a:xfrm>
              <a:off x="2738408" y="3500802"/>
              <a:ext cx="380232" cy="400110"/>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000" b="1" i="1">
                  <a:solidFill>
                    <a:srgbClr val="0070C0"/>
                  </a:solidFill>
                  <a:latin typeface="Times New Roman" panose="02020603050405020304" pitchFamily="18" charset="0"/>
                  <a:ea typeface="楷体_GB2312"/>
                  <a:cs typeface="楷体_GB2312"/>
                </a:rPr>
                <a:t> β</a:t>
              </a:r>
              <a:endParaRPr lang="zh-CN" altLang="en-US">
                <a:solidFill>
                  <a:srgbClr val="0070C0"/>
                </a:solidFill>
              </a:endParaRPr>
            </a:p>
          </p:txBody>
        </p:sp>
      </p:grpSp>
      <p:grpSp>
        <p:nvGrpSpPr>
          <p:cNvPr id="16" name="组合 15"/>
          <p:cNvGrpSpPr/>
          <p:nvPr/>
        </p:nvGrpSpPr>
        <p:grpSpPr>
          <a:xfrm>
            <a:off x="1526581" y="896402"/>
            <a:ext cx="6223345" cy="523220"/>
            <a:chOff x="1526581" y="896402"/>
            <a:chExt cx="6223345" cy="523220"/>
          </a:xfrm>
          <a:solidFill>
            <a:schemeClr val="accent5">
              <a:lumMod val="20000"/>
              <a:lumOff val="80000"/>
            </a:schemeClr>
          </a:solidFill>
        </p:grpSpPr>
        <p:sp>
          <p:nvSpPr>
            <p:cNvPr id="15" name="矩形 14"/>
            <p:cNvSpPr/>
            <p:nvPr/>
          </p:nvSpPr>
          <p:spPr>
            <a:xfrm>
              <a:off x="1526581" y="896402"/>
              <a:ext cx="6223345" cy="523220"/>
            </a:xfrm>
            <a:prstGeom prst="rect">
              <a:avLst/>
            </a:prstGeom>
            <a:grpFill/>
            <a:ln>
              <a:solidFill>
                <a:schemeClr val="tx1"/>
              </a:solidFill>
            </a:ln>
          </p:spPr>
          <p:txBody>
            <a:bodyPr wrap="square">
              <a:spAutoFit/>
            </a:bodyPr>
            <a:lstStyle/>
            <a:p>
              <a:r>
                <a:rPr kumimoji="1" lang="en-US" altLang="zh-CN" sz="2800" b="1" i="1" dirty="0">
                  <a:latin typeface="Times New Roman" panose="02020603050405020304" pitchFamily="18" charset="0"/>
                  <a:ea typeface="楷体_GB2312" panose="02010609030101010101" pitchFamily="49" charset="-122"/>
                  <a:cs typeface="Times New Roman" panose="02020603050405020304" pitchFamily="18" charset="0"/>
                </a:rPr>
                <a:t>A</a:t>
              </a:r>
              <a:r>
                <a:rPr kumimoji="1" lang="en-US" altLang="zh-CN" sz="2800" b="1" dirty="0">
                  <a:latin typeface="Times New Roman" panose="02020603050405020304" pitchFamily="18" charset="0"/>
                  <a:ea typeface="楷体_GB2312" panose="02010609030101010101" pitchFamily="49" charset="-122"/>
                  <a:cs typeface="Times New Roman" panose="02020603050405020304" pitchFamily="18" charset="0"/>
                </a:rPr>
                <a:t>  → </a:t>
              </a:r>
              <a:r>
                <a:rPr kumimoji="1" lang="en-US" altLang="zh-CN" sz="2800" b="1" i="1" dirty="0">
                  <a:latin typeface="Times New Roman" panose="02020603050405020304" pitchFamily="18" charset="0"/>
                  <a:ea typeface="楷体_GB2312" panose="02010609030101010101" pitchFamily="49" charset="-122"/>
                  <a:cs typeface="Times New Roman" panose="02020603050405020304" pitchFamily="18" charset="0"/>
                </a:rPr>
                <a:t>A</a:t>
              </a:r>
              <a:r>
                <a:rPr kumimoji="1" lang="en-US" altLang="zh-CN" sz="2800" b="1" i="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α</a:t>
              </a:r>
              <a:r>
                <a:rPr kumimoji="1" lang="en-US" altLang="zh-CN" sz="2800" b="1" dirty="0">
                  <a:latin typeface="Times New Roman" panose="02020603050405020304" pitchFamily="18" charset="0"/>
                  <a:ea typeface="楷体_GB2312" panose="02010609030101010101" pitchFamily="49" charset="-122"/>
                  <a:cs typeface="Times New Roman" panose="02020603050405020304" pitchFamily="18" charset="0"/>
                </a:rPr>
                <a:t> | </a:t>
              </a:r>
              <a:r>
                <a:rPr kumimoji="1" lang="en-US" altLang="zh-CN" sz="2800" b="1" i="1" dirty="0">
                  <a:solidFill>
                    <a:srgbClr val="0070C0"/>
                  </a:solidFill>
                  <a:latin typeface="Times New Roman" panose="02020603050405020304" pitchFamily="18" charset="0"/>
                  <a:ea typeface="楷体_GB2312" panose="02010609030101010101" pitchFamily="49" charset="-122"/>
                  <a:cs typeface="Times New Roman" panose="02020603050405020304" pitchFamily="18" charset="0"/>
                </a:rPr>
                <a:t>β</a:t>
              </a:r>
              <a:r>
                <a:rPr kumimoji="1" lang="en-US" altLang="zh-CN" sz="2800" b="1" i="1" dirty="0">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A</a:t>
              </a:r>
              <a:r>
                <a:rPr lang="en-US" altLang="zh-CN" sz="2800" b="1" dirty="0">
                  <a:latin typeface="Times New Roman" panose="02020603050405020304" pitchFamily="18" charset="0"/>
                  <a:cs typeface="Times New Roman" panose="02020603050405020304" pitchFamily="18" charset="0"/>
                </a:rPr>
                <a:t>→</a:t>
              </a:r>
              <a:r>
                <a:rPr lang="en-US" altLang="zh-CN" sz="2800" b="1" i="1" dirty="0">
                  <a:solidFill>
                    <a:srgbClr val="0070C0"/>
                  </a:solidFill>
                  <a:latin typeface="Times New Roman" panose="02020603050405020304" pitchFamily="18" charset="0"/>
                  <a:cs typeface="Times New Roman" panose="02020603050405020304" pitchFamily="18" charset="0"/>
                </a:rPr>
                <a:t>β</a:t>
              </a:r>
              <a:r>
                <a:rPr lang="en-US" altLang="zh-CN" sz="2800" b="1" i="1" dirty="0">
                  <a:solidFill>
                    <a:srgbClr val="008000"/>
                  </a:solidFill>
                  <a:latin typeface="Times New Roman" panose="02020603050405020304" pitchFamily="18" charset="0"/>
                  <a:cs typeface="Times New Roman" panose="02020603050405020304" pitchFamily="18" charset="0"/>
                </a:rPr>
                <a:t>A</a:t>
              </a:r>
              <a:r>
                <a:rPr lang="en-US" altLang="zh-CN" sz="2800" b="1" dirty="0">
                  <a:solidFill>
                    <a:srgbClr val="008000"/>
                  </a:solidFill>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     </a:t>
              </a:r>
              <a:r>
                <a:rPr lang="en-US" altLang="zh-CN" sz="2800" b="1" i="1" dirty="0">
                  <a:solidFill>
                    <a:srgbClr val="008000"/>
                  </a:solidFill>
                  <a:latin typeface="Times New Roman" panose="02020603050405020304" pitchFamily="18" charset="0"/>
                  <a:cs typeface="Times New Roman" panose="02020603050405020304" pitchFamily="18" charset="0"/>
                </a:rPr>
                <a:t>A</a:t>
              </a:r>
              <a:r>
                <a:rPr lang="en-US" altLang="zh-CN" sz="2800" b="1" dirty="0">
                  <a:solidFill>
                    <a:srgbClr val="008000"/>
                  </a:solidFill>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 →</a:t>
              </a:r>
              <a:r>
                <a:rPr lang="en-US" altLang="zh-CN" sz="2800" b="1" i="1" dirty="0">
                  <a:solidFill>
                    <a:srgbClr val="FF0000"/>
                  </a:solidFill>
                  <a:latin typeface="Times New Roman" panose="02020603050405020304" pitchFamily="18" charset="0"/>
                  <a:cs typeface="Times New Roman" panose="02020603050405020304" pitchFamily="18" charset="0"/>
                </a:rPr>
                <a:t>α</a:t>
              </a:r>
              <a:r>
                <a:rPr lang="en-US" altLang="zh-CN" sz="2800" b="1" i="1" dirty="0">
                  <a:solidFill>
                    <a:srgbClr val="008000"/>
                  </a:solidFill>
                  <a:latin typeface="Times New Roman" panose="02020603050405020304" pitchFamily="18" charset="0"/>
                  <a:cs typeface="Times New Roman" panose="02020603050405020304" pitchFamily="18" charset="0"/>
                </a:rPr>
                <a:t>A</a:t>
              </a:r>
              <a:r>
                <a:rPr lang="en-US" altLang="zh-CN" sz="2800" b="1" dirty="0">
                  <a:solidFill>
                    <a:srgbClr val="008000"/>
                  </a:solidFill>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ε</a:t>
              </a:r>
              <a:endParaRPr lang="zh-CN" altLang="en-US" sz="2800" b="1" dirty="0">
                <a:latin typeface="Times New Roman" panose="02020603050405020304" pitchFamily="18" charset="0"/>
                <a:cs typeface="Times New Roman" panose="02020603050405020304" pitchFamily="18" charset="0"/>
              </a:endParaRPr>
            </a:p>
          </p:txBody>
        </p:sp>
        <p:sp>
          <p:nvSpPr>
            <p:cNvPr id="26" name="AutoShape 7"/>
            <p:cNvSpPr>
              <a:spLocks noChangeArrowheads="1"/>
            </p:cNvSpPr>
            <p:nvPr/>
          </p:nvSpPr>
          <p:spPr bwMode="auto">
            <a:xfrm>
              <a:off x="3585442" y="973756"/>
              <a:ext cx="379412" cy="373858"/>
            </a:xfrm>
            <a:prstGeom prst="rightArrow">
              <a:avLst>
                <a:gd name="adj1" fmla="val 50000"/>
                <a:gd name="adj2" fmla="val 46205"/>
              </a:avLst>
            </a:prstGeom>
            <a:grpFill/>
            <a:ln w="12700">
              <a:solidFill>
                <a:schemeClr val="tx1"/>
              </a:solidFill>
              <a:miter lim="800000"/>
              <a:headEnd type="none" w="sm" len="sm"/>
              <a:tailEnd type="none" w="sm" len="sm"/>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18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
                                            <p:txEl>
                                              <p:charRg st="4294967295" end="4294967295"/>
                                            </p:txEl>
                                          </p:spTgt>
                                        </p:tgtEl>
                                        <p:attrNameLst>
                                          <p:attrName>style.visibility</p:attrName>
                                        </p:attrNameLst>
                                      </p:cBhvr>
                                      <p:to>
                                        <p:strVal val="visible"/>
                                      </p:to>
                                    </p:set>
                                    <p:anim calcmode="lin" valueType="num">
                                      <p:cBhvr>
                                        <p:cTn id="7" dur="500" fill="hold"/>
                                        <p:tgtEl>
                                          <p:spTgt spid="7">
                                            <p:txEl>
                                              <p:charRg st="4294967295" end="4294967295"/>
                                            </p:txEl>
                                          </p:spTgt>
                                        </p:tgtEl>
                                        <p:attrNameLst>
                                          <p:attrName>ppt_w</p:attrName>
                                        </p:attrNameLst>
                                      </p:cBhvr>
                                      <p:tavLst>
                                        <p:tav tm="0">
                                          <p:val>
                                            <p:fltVal val="0"/>
                                          </p:val>
                                        </p:tav>
                                        <p:tav tm="100000">
                                          <p:val>
                                            <p:strVal val="#ppt_w"/>
                                          </p:val>
                                        </p:tav>
                                      </p:tavLst>
                                    </p:anim>
                                    <p:anim calcmode="lin" valueType="num">
                                      <p:cBhvr>
                                        <p:cTn id="8" dur="500" fill="hold"/>
                                        <p:tgtEl>
                                          <p:spTgt spid="7">
                                            <p:txEl>
                                              <p:charRg st="4294967295" end="4294967295"/>
                                            </p:txEl>
                                          </p:spTgt>
                                        </p:tgtEl>
                                        <p:attrNameLst>
                                          <p:attrName>ppt_h</p:attrName>
                                        </p:attrNameLst>
                                      </p:cBhvr>
                                      <p:tavLst>
                                        <p:tav tm="0">
                                          <p:val>
                                            <p:fltVal val="0"/>
                                          </p:val>
                                        </p:tav>
                                        <p:tav tm="100000">
                                          <p:val>
                                            <p:strVal val="#ppt_h"/>
                                          </p:val>
                                        </p:tav>
                                      </p:tavLst>
                                    </p:anim>
                                    <p:animEffect transition="in" filter="fade">
                                      <p:cBhvr>
                                        <p:cTn id="9" dur="500"/>
                                        <p:tgtEl>
                                          <p:spTgt spid="7">
                                            <p:txEl>
                                              <p:charRg st="4294967295" end="4294967295"/>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ppt_w</p:attrName>
                                        </p:attrNameLst>
                                      </p:cBhvr>
                                      <p:tavLst>
                                        <p:tav tm="0">
                                          <p:val>
                                            <p:fltVal val="0"/>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 calcmode="lin" valueType="num">
                                      <p:cBhvr>
                                        <p:cTn id="33"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34"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35" dur="500"/>
                                        <p:tgtEl>
                                          <p:spTgt spid="8">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8">
                                            <p:txEl>
                                              <p:pRg st="1" end="1"/>
                                            </p:txEl>
                                          </p:spTgt>
                                        </p:tgtEl>
                                        <p:attrNameLst>
                                          <p:attrName>style.visibility</p:attrName>
                                        </p:attrNameLst>
                                      </p:cBhvr>
                                      <p:to>
                                        <p:strVal val="visible"/>
                                      </p:to>
                                    </p:set>
                                    <p:anim calcmode="lin" valueType="num">
                                      <p:cBhvr>
                                        <p:cTn id="40" dur="500" fill="hold"/>
                                        <p:tgtEl>
                                          <p:spTgt spid="8">
                                            <p:txEl>
                                              <p:pRg st="1" end="1"/>
                                            </p:txEl>
                                          </p:spTgt>
                                        </p:tgtEl>
                                        <p:attrNameLst>
                                          <p:attrName>ppt_w</p:attrName>
                                        </p:attrNameLst>
                                      </p:cBhvr>
                                      <p:tavLst>
                                        <p:tav tm="0">
                                          <p:val>
                                            <p:fltVal val="0"/>
                                          </p:val>
                                        </p:tav>
                                        <p:tav tm="100000">
                                          <p:val>
                                            <p:strVal val="#ppt_w"/>
                                          </p:val>
                                        </p:tav>
                                      </p:tavLst>
                                    </p:anim>
                                    <p:anim calcmode="lin" valueType="num">
                                      <p:cBhvr>
                                        <p:cTn id="41" dur="500" fill="hold"/>
                                        <p:tgtEl>
                                          <p:spTgt spid="8">
                                            <p:txEl>
                                              <p:pRg st="1" end="1"/>
                                            </p:txEl>
                                          </p:spTgt>
                                        </p:tgtEl>
                                        <p:attrNameLst>
                                          <p:attrName>ppt_h</p:attrName>
                                        </p:attrNameLst>
                                      </p:cBhvr>
                                      <p:tavLst>
                                        <p:tav tm="0">
                                          <p:val>
                                            <p:fltVal val="0"/>
                                          </p:val>
                                        </p:tav>
                                        <p:tav tm="100000">
                                          <p:val>
                                            <p:strVal val="#ppt_h"/>
                                          </p:val>
                                        </p:tav>
                                      </p:tavLst>
                                    </p:anim>
                                    <p:animEffect transition="in" filter="fade">
                                      <p:cBhvr>
                                        <p:cTn id="42" dur="500"/>
                                        <p:tgtEl>
                                          <p:spTgt spid="8">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p:cTn id="47" dur="500" fill="hold"/>
                                        <p:tgtEl>
                                          <p:spTgt spid="4"/>
                                        </p:tgtEl>
                                        <p:attrNameLst>
                                          <p:attrName>ppt_w</p:attrName>
                                        </p:attrNameLst>
                                      </p:cBhvr>
                                      <p:tavLst>
                                        <p:tav tm="0">
                                          <p:val>
                                            <p:fltVal val="0"/>
                                          </p:val>
                                        </p:tav>
                                        <p:tav tm="100000">
                                          <p:val>
                                            <p:strVal val="#ppt_w"/>
                                          </p:val>
                                        </p:tav>
                                      </p:tavLst>
                                    </p:anim>
                                    <p:anim calcmode="lin" valueType="num">
                                      <p:cBhvr>
                                        <p:cTn id="48" dur="500" fill="hold"/>
                                        <p:tgtEl>
                                          <p:spTgt spid="4"/>
                                        </p:tgtEl>
                                        <p:attrNameLst>
                                          <p:attrName>ppt_h</p:attrName>
                                        </p:attrNameLst>
                                      </p:cBhvr>
                                      <p:tavLst>
                                        <p:tav tm="0">
                                          <p:val>
                                            <p:fltVal val="0"/>
                                          </p:val>
                                        </p:tav>
                                        <p:tav tm="100000">
                                          <p:val>
                                            <p:strVal val="#ppt_h"/>
                                          </p:val>
                                        </p:tav>
                                      </p:tavLst>
                                    </p:anim>
                                    <p:animEffect transition="in" filter="fade">
                                      <p:cBhvr>
                                        <p:cTn id="49" dur="500"/>
                                        <p:tgtEl>
                                          <p:spTgt spid="4"/>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8">
                                            <p:txEl>
                                              <p:pRg st="2" end="2"/>
                                            </p:txEl>
                                          </p:spTgt>
                                        </p:tgtEl>
                                        <p:attrNameLst>
                                          <p:attrName>style.visibility</p:attrName>
                                        </p:attrNameLst>
                                      </p:cBhvr>
                                      <p:to>
                                        <p:strVal val="visible"/>
                                      </p:to>
                                    </p:set>
                                    <p:anim calcmode="lin" valueType="num">
                                      <p:cBhvr>
                                        <p:cTn id="54" dur="500" fill="hold"/>
                                        <p:tgtEl>
                                          <p:spTgt spid="8">
                                            <p:txEl>
                                              <p:pRg st="2" end="2"/>
                                            </p:txEl>
                                          </p:spTgt>
                                        </p:tgtEl>
                                        <p:attrNameLst>
                                          <p:attrName>ppt_w</p:attrName>
                                        </p:attrNameLst>
                                      </p:cBhvr>
                                      <p:tavLst>
                                        <p:tav tm="0">
                                          <p:val>
                                            <p:fltVal val="0"/>
                                          </p:val>
                                        </p:tav>
                                        <p:tav tm="100000">
                                          <p:val>
                                            <p:strVal val="#ppt_w"/>
                                          </p:val>
                                        </p:tav>
                                      </p:tavLst>
                                    </p:anim>
                                    <p:anim calcmode="lin" valueType="num">
                                      <p:cBhvr>
                                        <p:cTn id="55" dur="500" fill="hold"/>
                                        <p:tgtEl>
                                          <p:spTgt spid="8">
                                            <p:txEl>
                                              <p:pRg st="2" end="2"/>
                                            </p:txEl>
                                          </p:spTgt>
                                        </p:tgtEl>
                                        <p:attrNameLst>
                                          <p:attrName>ppt_h</p:attrName>
                                        </p:attrNameLst>
                                      </p:cBhvr>
                                      <p:tavLst>
                                        <p:tav tm="0">
                                          <p:val>
                                            <p:fltVal val="0"/>
                                          </p:val>
                                        </p:tav>
                                        <p:tav tm="100000">
                                          <p:val>
                                            <p:strVal val="#ppt_h"/>
                                          </p:val>
                                        </p:tav>
                                      </p:tavLst>
                                    </p:anim>
                                    <p:animEffect transition="in" filter="fade">
                                      <p:cBhvr>
                                        <p:cTn id="56" dur="500"/>
                                        <p:tgtEl>
                                          <p:spTgt spid="8">
                                            <p:txEl>
                                              <p:pRg st="2" end="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8">
                                            <p:txEl>
                                              <p:pRg st="3" end="3"/>
                                            </p:txEl>
                                          </p:spTgt>
                                        </p:tgtEl>
                                        <p:attrNameLst>
                                          <p:attrName>style.visibility</p:attrName>
                                        </p:attrNameLst>
                                      </p:cBhvr>
                                      <p:to>
                                        <p:strVal val="visible"/>
                                      </p:to>
                                    </p:set>
                                    <p:anim calcmode="lin" valueType="num">
                                      <p:cBhvr>
                                        <p:cTn id="61" dur="500" fill="hold"/>
                                        <p:tgtEl>
                                          <p:spTgt spid="8">
                                            <p:txEl>
                                              <p:pRg st="3" end="3"/>
                                            </p:txEl>
                                          </p:spTgt>
                                        </p:tgtEl>
                                        <p:attrNameLst>
                                          <p:attrName>ppt_w</p:attrName>
                                        </p:attrNameLst>
                                      </p:cBhvr>
                                      <p:tavLst>
                                        <p:tav tm="0">
                                          <p:val>
                                            <p:fltVal val="0"/>
                                          </p:val>
                                        </p:tav>
                                        <p:tav tm="100000">
                                          <p:val>
                                            <p:strVal val="#ppt_w"/>
                                          </p:val>
                                        </p:tav>
                                      </p:tavLst>
                                    </p:anim>
                                    <p:anim calcmode="lin" valueType="num">
                                      <p:cBhvr>
                                        <p:cTn id="62" dur="500" fill="hold"/>
                                        <p:tgtEl>
                                          <p:spTgt spid="8">
                                            <p:txEl>
                                              <p:pRg st="3" end="3"/>
                                            </p:txEl>
                                          </p:spTgt>
                                        </p:tgtEl>
                                        <p:attrNameLst>
                                          <p:attrName>ppt_h</p:attrName>
                                        </p:attrNameLst>
                                      </p:cBhvr>
                                      <p:tavLst>
                                        <p:tav tm="0">
                                          <p:val>
                                            <p:fltVal val="0"/>
                                          </p:val>
                                        </p:tav>
                                        <p:tav tm="100000">
                                          <p:val>
                                            <p:strVal val="#ppt_h"/>
                                          </p:val>
                                        </p:tav>
                                      </p:tavLst>
                                    </p:anim>
                                    <p:animEffect transition="in" filter="fade">
                                      <p:cBhvr>
                                        <p:cTn id="63" dur="500"/>
                                        <p:tgtEl>
                                          <p:spTgt spid="8">
                                            <p:txEl>
                                              <p:pRg st="3" end="3"/>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8">
                                            <p:txEl>
                                              <p:pRg st="4" end="4"/>
                                            </p:txEl>
                                          </p:spTgt>
                                        </p:tgtEl>
                                        <p:attrNameLst>
                                          <p:attrName>style.visibility</p:attrName>
                                        </p:attrNameLst>
                                      </p:cBhvr>
                                      <p:to>
                                        <p:strVal val="visible"/>
                                      </p:to>
                                    </p:set>
                                    <p:anim calcmode="lin" valueType="num">
                                      <p:cBhvr>
                                        <p:cTn id="68" dur="500" fill="hold"/>
                                        <p:tgtEl>
                                          <p:spTgt spid="8">
                                            <p:txEl>
                                              <p:pRg st="4" end="4"/>
                                            </p:txEl>
                                          </p:spTgt>
                                        </p:tgtEl>
                                        <p:attrNameLst>
                                          <p:attrName>ppt_w</p:attrName>
                                        </p:attrNameLst>
                                      </p:cBhvr>
                                      <p:tavLst>
                                        <p:tav tm="0">
                                          <p:val>
                                            <p:fltVal val="0"/>
                                          </p:val>
                                        </p:tav>
                                        <p:tav tm="100000">
                                          <p:val>
                                            <p:strVal val="#ppt_w"/>
                                          </p:val>
                                        </p:tav>
                                      </p:tavLst>
                                    </p:anim>
                                    <p:anim calcmode="lin" valueType="num">
                                      <p:cBhvr>
                                        <p:cTn id="69" dur="500" fill="hold"/>
                                        <p:tgtEl>
                                          <p:spTgt spid="8">
                                            <p:txEl>
                                              <p:pRg st="4" end="4"/>
                                            </p:txEl>
                                          </p:spTgt>
                                        </p:tgtEl>
                                        <p:attrNameLst>
                                          <p:attrName>ppt_h</p:attrName>
                                        </p:attrNameLst>
                                      </p:cBhvr>
                                      <p:tavLst>
                                        <p:tav tm="0">
                                          <p:val>
                                            <p:fltVal val="0"/>
                                          </p:val>
                                        </p:tav>
                                        <p:tav tm="100000">
                                          <p:val>
                                            <p:strVal val="#ppt_h"/>
                                          </p:val>
                                        </p:tav>
                                      </p:tavLst>
                                    </p:anim>
                                    <p:animEffect transition="in" filter="fade">
                                      <p:cBhvr>
                                        <p:cTn id="70"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build="p" autoUpdateAnimBg="0"/>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58900" y="917575"/>
            <a:ext cx="5927725" cy="3225800"/>
          </a:xfrm>
        </p:spPr>
        <p:txBody>
          <a:bodyPr/>
          <a:lstStyle/>
          <a:p>
            <a:pPr marL="0" indent="0" algn="ctr" eaLnBrk="1" hangingPunct="1">
              <a:lnSpc>
                <a:spcPts val="4000"/>
              </a:lnSpc>
              <a:buClr>
                <a:srgbClr val="3333CC"/>
              </a:buClr>
              <a:buFont typeface="Wingdings" panose="05000000000000000000" pitchFamily="2" charset="2"/>
              <a:buNone/>
              <a:defRPr/>
            </a:pPr>
            <a:r>
              <a:rPr lang="en-US" altLang="zh-CN" sz="2500" b="1" i="1" dirty="0">
                <a:solidFill>
                  <a:schemeClr val="tx1"/>
                </a:solidFill>
                <a:ea typeface="楷体_GB2312" panose="02010609030101010101" pitchFamily="49" charset="-122"/>
                <a:cs typeface="Times New Roman" panose="02020603050405020304" pitchFamily="18" charset="0"/>
              </a:rPr>
              <a:t>A </a:t>
            </a:r>
            <a:r>
              <a:rPr lang="en-US" altLang="zh-CN" sz="2500" b="1" dirty="0">
                <a:solidFill>
                  <a:schemeClr val="tx1"/>
                </a:solidFill>
                <a:ea typeface="楷体_GB2312" panose="02010609030101010101" pitchFamily="49" charset="-122"/>
                <a:cs typeface="Times New Roman" panose="02020603050405020304" pitchFamily="18" charset="0"/>
              </a:rPr>
              <a:t>→ </a:t>
            </a:r>
            <a:r>
              <a:rPr lang="en-US" altLang="zh-CN" sz="2500" b="1" i="1" dirty="0">
                <a:solidFill>
                  <a:schemeClr val="tx1"/>
                </a:solidFill>
                <a:ea typeface="楷体_GB2312" panose="02010609030101010101" pitchFamily="49" charset="-122"/>
                <a:cs typeface="Times New Roman" panose="02020603050405020304" pitchFamily="18" charset="0"/>
              </a:rPr>
              <a:t>A α</a:t>
            </a:r>
            <a:r>
              <a:rPr lang="en-US" altLang="zh-CN" sz="2500" b="1" baseline="-30000" dirty="0">
                <a:solidFill>
                  <a:schemeClr val="tx1"/>
                </a:solidFill>
                <a:ea typeface="楷体_GB2312" panose="02010609030101010101" pitchFamily="49" charset="-122"/>
                <a:cs typeface="Times New Roman" panose="02020603050405020304" pitchFamily="18" charset="0"/>
              </a:rPr>
              <a:t>1 </a:t>
            </a:r>
            <a:r>
              <a:rPr lang="en-US" altLang="zh-CN" sz="2500" b="1" dirty="0">
                <a:solidFill>
                  <a:schemeClr val="tx1"/>
                </a:solidFill>
                <a:ea typeface="楷体_GB2312" panose="02010609030101010101" pitchFamily="49" charset="-122"/>
                <a:cs typeface="Times New Roman" panose="02020603050405020304" pitchFamily="18" charset="0"/>
              </a:rPr>
              <a:t>| </a:t>
            </a:r>
            <a:r>
              <a:rPr lang="en-US" altLang="zh-CN" sz="2500" b="1" i="1" dirty="0">
                <a:solidFill>
                  <a:schemeClr val="tx1"/>
                </a:solidFill>
                <a:ea typeface="楷体_GB2312" panose="02010609030101010101" pitchFamily="49" charset="-122"/>
                <a:cs typeface="Times New Roman" panose="02020603050405020304" pitchFamily="18" charset="0"/>
              </a:rPr>
              <a:t>A α</a:t>
            </a:r>
            <a:r>
              <a:rPr lang="en-US" altLang="zh-CN" sz="2500" b="1" baseline="-30000" dirty="0">
                <a:solidFill>
                  <a:schemeClr val="tx1"/>
                </a:solidFill>
                <a:ea typeface="楷体_GB2312" panose="02010609030101010101" pitchFamily="49" charset="-122"/>
                <a:cs typeface="Times New Roman" panose="02020603050405020304" pitchFamily="18" charset="0"/>
              </a:rPr>
              <a:t>2 </a:t>
            </a:r>
            <a:r>
              <a:rPr lang="en-US" altLang="zh-CN" sz="2500" b="1" dirty="0">
                <a:solidFill>
                  <a:schemeClr val="tx1"/>
                </a:solidFill>
                <a:ea typeface="楷体_GB2312" panose="02010609030101010101" pitchFamily="49" charset="-122"/>
                <a:cs typeface="Times New Roman" panose="02020603050405020304" pitchFamily="18" charset="0"/>
              </a:rPr>
              <a:t>| … | </a:t>
            </a:r>
            <a:r>
              <a:rPr lang="en-US" altLang="zh-CN" sz="2500" b="1" i="1" dirty="0">
                <a:solidFill>
                  <a:schemeClr val="tx1"/>
                </a:solidFill>
                <a:ea typeface="楷体_GB2312" panose="02010609030101010101" pitchFamily="49" charset="-122"/>
                <a:cs typeface="Times New Roman" panose="02020603050405020304" pitchFamily="18" charset="0"/>
              </a:rPr>
              <a:t>A α</a:t>
            </a:r>
            <a:r>
              <a:rPr lang="en-US" altLang="zh-CN" sz="2500" b="1" i="1" baseline="-30000" dirty="0">
                <a:solidFill>
                  <a:schemeClr val="tx1"/>
                </a:solidFill>
                <a:ea typeface="楷体_GB2312" panose="02010609030101010101" pitchFamily="49" charset="-122"/>
                <a:cs typeface="Times New Roman" panose="02020603050405020304" pitchFamily="18" charset="0"/>
              </a:rPr>
              <a:t>n</a:t>
            </a:r>
            <a:r>
              <a:rPr lang="en-US" altLang="zh-CN" sz="2500" b="1" baseline="-30000" dirty="0">
                <a:solidFill>
                  <a:schemeClr val="tx1"/>
                </a:solidFill>
                <a:ea typeface="楷体_GB2312" panose="02010609030101010101" pitchFamily="49" charset="-122"/>
                <a:cs typeface="Times New Roman" panose="02020603050405020304" pitchFamily="18" charset="0"/>
              </a:rPr>
              <a:t> </a:t>
            </a:r>
            <a:r>
              <a:rPr lang="en-US" altLang="zh-CN" sz="2500" b="1" dirty="0">
                <a:solidFill>
                  <a:schemeClr val="tx1"/>
                </a:solidFill>
                <a:ea typeface="楷体_GB2312" panose="02010609030101010101" pitchFamily="49" charset="-122"/>
                <a:cs typeface="Times New Roman" panose="02020603050405020304" pitchFamily="18" charset="0"/>
              </a:rPr>
              <a:t>| </a:t>
            </a:r>
            <a:r>
              <a:rPr lang="en-US" altLang="zh-CN" sz="2500" b="1" i="1" dirty="0">
                <a:solidFill>
                  <a:schemeClr val="tx1"/>
                </a:solidFill>
                <a:ea typeface="楷体_GB2312" panose="02010609030101010101" pitchFamily="49" charset="-122"/>
                <a:cs typeface="Times New Roman" panose="02020603050405020304" pitchFamily="18" charset="0"/>
              </a:rPr>
              <a:t>β</a:t>
            </a:r>
            <a:r>
              <a:rPr lang="en-US" altLang="zh-CN" sz="2500" b="1" baseline="-30000" dirty="0">
                <a:solidFill>
                  <a:schemeClr val="tx1"/>
                </a:solidFill>
                <a:ea typeface="楷体_GB2312" panose="02010609030101010101" pitchFamily="49" charset="-122"/>
                <a:cs typeface="Times New Roman" panose="02020603050405020304" pitchFamily="18" charset="0"/>
              </a:rPr>
              <a:t>1 </a:t>
            </a:r>
            <a:r>
              <a:rPr lang="en-US" altLang="zh-CN" sz="2500" b="1" dirty="0">
                <a:solidFill>
                  <a:schemeClr val="tx1"/>
                </a:solidFill>
                <a:ea typeface="楷体_GB2312" panose="02010609030101010101" pitchFamily="49" charset="-122"/>
                <a:cs typeface="Times New Roman" panose="02020603050405020304" pitchFamily="18" charset="0"/>
              </a:rPr>
              <a:t>| </a:t>
            </a:r>
            <a:r>
              <a:rPr lang="en-US" altLang="zh-CN" sz="2500" b="1" i="1" dirty="0">
                <a:solidFill>
                  <a:schemeClr val="tx1"/>
                </a:solidFill>
                <a:ea typeface="楷体_GB2312" panose="02010609030101010101" pitchFamily="49" charset="-122"/>
                <a:cs typeface="Times New Roman" panose="02020603050405020304" pitchFamily="18" charset="0"/>
              </a:rPr>
              <a:t>β</a:t>
            </a:r>
            <a:r>
              <a:rPr lang="en-US" altLang="zh-CN" sz="2500" b="1" baseline="-30000" dirty="0">
                <a:solidFill>
                  <a:schemeClr val="tx1"/>
                </a:solidFill>
                <a:ea typeface="楷体_GB2312" panose="02010609030101010101" pitchFamily="49" charset="-122"/>
                <a:cs typeface="Times New Roman" panose="02020603050405020304" pitchFamily="18" charset="0"/>
              </a:rPr>
              <a:t>2 </a:t>
            </a:r>
            <a:r>
              <a:rPr lang="en-US" altLang="zh-CN" sz="2500" b="1" dirty="0">
                <a:solidFill>
                  <a:schemeClr val="tx1"/>
                </a:solidFill>
                <a:ea typeface="楷体_GB2312" panose="02010609030101010101" pitchFamily="49" charset="-122"/>
                <a:cs typeface="Times New Roman" panose="02020603050405020304" pitchFamily="18" charset="0"/>
              </a:rPr>
              <a:t>| … | </a:t>
            </a:r>
            <a:r>
              <a:rPr lang="en-US" altLang="zh-CN" sz="2500" b="1" i="1" dirty="0">
                <a:solidFill>
                  <a:schemeClr val="tx1"/>
                </a:solidFill>
                <a:ea typeface="楷体_GB2312" panose="02010609030101010101" pitchFamily="49" charset="-122"/>
                <a:cs typeface="Times New Roman" panose="02020603050405020304" pitchFamily="18" charset="0"/>
              </a:rPr>
              <a:t>β</a:t>
            </a:r>
            <a:r>
              <a:rPr lang="en-US" altLang="zh-CN" sz="2500" b="1" i="1" baseline="-30000" dirty="0">
                <a:solidFill>
                  <a:schemeClr val="tx1"/>
                </a:solidFill>
                <a:ea typeface="楷体_GB2312" panose="02010609030101010101" pitchFamily="49" charset="-122"/>
                <a:cs typeface="Times New Roman" panose="02020603050405020304" pitchFamily="18" charset="0"/>
              </a:rPr>
              <a:t>m</a:t>
            </a:r>
            <a:endParaRPr lang="en-US" altLang="zh-CN" sz="2500" b="1" i="1" dirty="0">
              <a:solidFill>
                <a:schemeClr val="tx1"/>
              </a:solidFill>
              <a:ea typeface="楷体_GB2312" panose="02010609030101010101" pitchFamily="49" charset="-122"/>
              <a:cs typeface="Times New Roman" panose="02020603050405020304" pitchFamily="18" charset="0"/>
            </a:endParaRPr>
          </a:p>
          <a:p>
            <a:pPr marL="0" indent="0" algn="ctr" eaLnBrk="1" hangingPunct="1">
              <a:lnSpc>
                <a:spcPts val="4000"/>
              </a:lnSpc>
              <a:buClr>
                <a:srgbClr val="3333CC"/>
              </a:buClr>
              <a:buFont typeface="Wingdings" panose="05000000000000000000" pitchFamily="2" charset="2"/>
              <a:buNone/>
              <a:defRPr/>
            </a:pPr>
            <a:r>
              <a:rPr kumimoji="1" lang="en-US" altLang="zh-CN" sz="2500" b="1" dirty="0">
                <a:solidFill>
                  <a:schemeClr val="tx1"/>
                </a:solidFill>
                <a:ea typeface="楷体_GB2312" panose="02010609030101010101" pitchFamily="49" charset="-122"/>
                <a:cs typeface="Times New Roman" panose="02020603050405020304" pitchFamily="18" charset="0"/>
              </a:rPr>
              <a:t>(</a:t>
            </a:r>
            <a:r>
              <a:rPr lang="en-US" altLang="zh-CN" sz="2500" b="1" i="1" dirty="0">
                <a:solidFill>
                  <a:schemeClr val="tx1"/>
                </a:solidFill>
                <a:ea typeface="楷体_GB2312" panose="02010609030101010101" pitchFamily="49" charset="-122"/>
                <a:cs typeface="Times New Roman" panose="02020603050405020304" pitchFamily="18" charset="0"/>
              </a:rPr>
              <a:t>α</a:t>
            </a:r>
            <a:r>
              <a:rPr lang="en-US" altLang="zh-CN" sz="2500" b="1" i="1" baseline="-30000" dirty="0">
                <a:solidFill>
                  <a:schemeClr val="tx1"/>
                </a:solidFill>
                <a:ea typeface="楷体_GB2312" panose="02010609030101010101" pitchFamily="49" charset="-122"/>
                <a:cs typeface="Times New Roman" panose="02020603050405020304" pitchFamily="18" charset="0"/>
              </a:rPr>
              <a:t>i</a:t>
            </a:r>
            <a:r>
              <a:rPr lang="en-US" altLang="zh-CN" sz="2500" b="1" baseline="-30000" dirty="0">
                <a:solidFill>
                  <a:schemeClr val="tx1"/>
                </a:solidFill>
                <a:ea typeface="楷体_GB2312" panose="02010609030101010101" pitchFamily="49" charset="-122"/>
                <a:cs typeface="Times New Roman" panose="02020603050405020304" pitchFamily="18" charset="0"/>
              </a:rPr>
              <a:t> </a:t>
            </a:r>
            <a:r>
              <a:rPr kumimoji="1" lang="el-GR" altLang="zh-CN" sz="2500" b="1" i="1" dirty="0">
                <a:solidFill>
                  <a:schemeClr val="tx1"/>
                </a:solidFill>
                <a:ea typeface="楷体_GB2312" panose="02010609030101010101" pitchFamily="49" charset="-122"/>
                <a:cs typeface="Times New Roman" panose="02020603050405020304" pitchFamily="18" charset="0"/>
              </a:rPr>
              <a:t>≠ ε</a:t>
            </a:r>
            <a:r>
              <a:rPr lang="en-US" altLang="zh-CN" sz="2500" b="1" dirty="0">
                <a:solidFill>
                  <a:schemeClr val="tx1"/>
                </a:solidFill>
                <a:ea typeface="楷体_GB2312" panose="02010609030101010101" pitchFamily="49" charset="-122"/>
                <a:cs typeface="Times New Roman" panose="02020603050405020304" pitchFamily="18" charset="0"/>
              </a:rPr>
              <a:t>,</a:t>
            </a:r>
            <a:r>
              <a:rPr lang="en-US" altLang="zh-CN" sz="2500" b="1" dirty="0">
                <a:solidFill>
                  <a:schemeClr val="tx1"/>
                </a:solidFill>
                <a:ea typeface="宋体" panose="02010600030101010101" pitchFamily="2" charset="-122"/>
                <a:cs typeface="Times New Roman" panose="02020603050405020304" pitchFamily="18" charset="0"/>
              </a:rPr>
              <a:t> </a:t>
            </a:r>
            <a:r>
              <a:rPr kumimoji="1" lang="en-US" altLang="zh-CN" sz="2500" b="1" i="1" dirty="0">
                <a:solidFill>
                  <a:schemeClr val="tx1"/>
                </a:solidFill>
                <a:ea typeface="楷体_GB2312" panose="02010609030101010101" pitchFamily="49" charset="-122"/>
                <a:cs typeface="Times New Roman" panose="02020603050405020304" pitchFamily="18" charset="0"/>
              </a:rPr>
              <a:t>β</a:t>
            </a:r>
            <a:r>
              <a:rPr lang="en-US" altLang="zh-CN" sz="2500" b="1" i="1" baseline="-30000" dirty="0">
                <a:solidFill>
                  <a:schemeClr val="tx1"/>
                </a:solidFill>
                <a:ea typeface="楷体_GB2312" panose="02010609030101010101" pitchFamily="49" charset="-122"/>
                <a:cs typeface="Times New Roman" panose="02020603050405020304" pitchFamily="18" charset="0"/>
              </a:rPr>
              <a:t>j</a:t>
            </a:r>
            <a:r>
              <a:rPr lang="zh-CN" altLang="en-US" sz="2500" b="1" dirty="0">
                <a:solidFill>
                  <a:schemeClr val="tx1"/>
                </a:solidFill>
                <a:cs typeface="Times New Roman" panose="02020603050405020304" pitchFamily="18" charset="0"/>
              </a:rPr>
              <a:t>不以</a:t>
            </a:r>
            <a:r>
              <a:rPr lang="en-US" altLang="zh-CN" sz="2500" b="1" i="1" dirty="0">
                <a:solidFill>
                  <a:schemeClr val="tx1"/>
                </a:solidFill>
                <a:cs typeface="Times New Roman" panose="02020603050405020304" pitchFamily="18" charset="0"/>
              </a:rPr>
              <a:t>A</a:t>
            </a:r>
            <a:r>
              <a:rPr lang="zh-CN" altLang="en-US" sz="2500" b="1" dirty="0">
                <a:solidFill>
                  <a:schemeClr val="tx1"/>
                </a:solidFill>
                <a:cs typeface="Times New Roman" panose="02020603050405020304" pitchFamily="18" charset="0"/>
              </a:rPr>
              <a:t>开头</a:t>
            </a:r>
            <a:r>
              <a:rPr kumimoji="1" lang="en-US" altLang="zh-CN" sz="2500" b="1" dirty="0">
                <a:solidFill>
                  <a:schemeClr val="tx1"/>
                </a:solidFill>
                <a:ea typeface="楷体_GB2312" panose="02010609030101010101" pitchFamily="49" charset="-122"/>
                <a:cs typeface="Times New Roman" panose="02020603050405020304" pitchFamily="18" charset="0"/>
              </a:rPr>
              <a:t>)</a:t>
            </a:r>
          </a:p>
          <a:p>
            <a:pPr marL="0" indent="0" algn="ctr" eaLnBrk="1" hangingPunct="1">
              <a:lnSpc>
                <a:spcPts val="4000"/>
              </a:lnSpc>
              <a:buClr>
                <a:srgbClr val="3333CC"/>
              </a:buClr>
              <a:buFont typeface="Wingdings" panose="05000000000000000000" pitchFamily="2" charset="2"/>
              <a:buNone/>
              <a:defRPr/>
            </a:pPr>
            <a:endParaRPr lang="en-US" altLang="zh-CN" sz="2500" b="1" i="1" dirty="0">
              <a:solidFill>
                <a:schemeClr val="tx1"/>
              </a:solidFill>
              <a:ea typeface="楷体_GB2312" panose="02010609030101010101" pitchFamily="49" charset="-122"/>
              <a:cs typeface="Times New Roman" panose="02020603050405020304" pitchFamily="18" charset="0"/>
            </a:endParaRPr>
          </a:p>
          <a:p>
            <a:pPr marL="0" indent="0" algn="ctr" eaLnBrk="1" hangingPunct="1">
              <a:lnSpc>
                <a:spcPts val="4000"/>
              </a:lnSpc>
              <a:buClr>
                <a:srgbClr val="3333CC"/>
              </a:buClr>
              <a:buFont typeface="Wingdings" panose="05000000000000000000" pitchFamily="2" charset="2"/>
              <a:buNone/>
              <a:defRPr/>
            </a:pPr>
            <a:r>
              <a:rPr lang="en-US" altLang="zh-CN" sz="2500" b="1" i="1" dirty="0">
                <a:solidFill>
                  <a:schemeClr val="tx1"/>
                </a:solidFill>
                <a:ea typeface="楷体_GB2312" panose="02010609030101010101" pitchFamily="49" charset="-122"/>
                <a:cs typeface="Times New Roman" panose="02020603050405020304" pitchFamily="18" charset="0"/>
              </a:rPr>
              <a:t>A </a:t>
            </a:r>
            <a:r>
              <a:rPr lang="en-US" altLang="zh-CN" sz="2500" b="1" dirty="0">
                <a:solidFill>
                  <a:schemeClr val="tx1"/>
                </a:solidFill>
                <a:ea typeface="楷体_GB2312" panose="02010609030101010101" pitchFamily="49" charset="-122"/>
                <a:cs typeface="Times New Roman" panose="02020603050405020304" pitchFamily="18" charset="0"/>
                <a:sym typeface="Symbol" panose="05050102010706020507" pitchFamily="18" charset="2"/>
              </a:rPr>
              <a:t> </a:t>
            </a:r>
            <a:r>
              <a:rPr lang="en-US" altLang="zh-CN" sz="2500" b="1" i="1" dirty="0">
                <a:solidFill>
                  <a:schemeClr val="tx1"/>
                </a:solidFill>
                <a:ea typeface="楷体_GB2312" panose="02010609030101010101" pitchFamily="49" charset="-122"/>
                <a:cs typeface="Times New Roman" panose="02020603050405020304" pitchFamily="18" charset="0"/>
              </a:rPr>
              <a:t>β</a:t>
            </a:r>
            <a:r>
              <a:rPr lang="en-US" altLang="zh-CN" sz="2500" b="1" baseline="-30000" dirty="0">
                <a:solidFill>
                  <a:schemeClr val="tx1"/>
                </a:solidFill>
                <a:ea typeface="楷体_GB2312" panose="02010609030101010101" pitchFamily="49" charset="-122"/>
                <a:cs typeface="Times New Roman" panose="02020603050405020304" pitchFamily="18" charset="0"/>
              </a:rPr>
              <a:t>1 </a:t>
            </a:r>
            <a:r>
              <a:rPr lang="en-US" altLang="zh-CN" sz="2500" b="1" i="1" dirty="0">
                <a:solidFill>
                  <a:schemeClr val="tx1"/>
                </a:solidFill>
                <a:ea typeface="楷体_GB2312" panose="02010609030101010101" pitchFamily="49" charset="-122"/>
                <a:cs typeface="Times New Roman" panose="02020603050405020304" pitchFamily="18" charset="0"/>
              </a:rPr>
              <a:t>A</a:t>
            </a:r>
            <a:r>
              <a:rPr kumimoji="1" lang="en-US" altLang="zh-CN" sz="2500" b="1" dirty="0">
                <a:solidFill>
                  <a:schemeClr val="tx1"/>
                </a:solidFill>
                <a:ea typeface="楷体_GB2312" panose="02010609030101010101" pitchFamily="49" charset="-122"/>
                <a:cs typeface="Times New Roman" panose="02020603050405020304" pitchFamily="18" charset="0"/>
              </a:rPr>
              <a:t>′ </a:t>
            </a:r>
            <a:r>
              <a:rPr lang="en-US" altLang="zh-CN" sz="2500" b="1" dirty="0">
                <a:solidFill>
                  <a:schemeClr val="tx1"/>
                </a:solidFill>
                <a:ea typeface="楷体_GB2312" panose="02010609030101010101" pitchFamily="49" charset="-122"/>
                <a:cs typeface="Times New Roman" panose="02020603050405020304" pitchFamily="18" charset="0"/>
              </a:rPr>
              <a:t>| </a:t>
            </a:r>
            <a:r>
              <a:rPr lang="en-US" altLang="zh-CN" sz="2500" b="1" i="1" dirty="0">
                <a:solidFill>
                  <a:schemeClr val="tx1"/>
                </a:solidFill>
                <a:ea typeface="楷体_GB2312" panose="02010609030101010101" pitchFamily="49" charset="-122"/>
                <a:cs typeface="Times New Roman" panose="02020603050405020304" pitchFamily="18" charset="0"/>
              </a:rPr>
              <a:t>β</a:t>
            </a:r>
            <a:r>
              <a:rPr lang="en-US" altLang="zh-CN" sz="2500" b="1" baseline="-30000" dirty="0">
                <a:solidFill>
                  <a:schemeClr val="tx1"/>
                </a:solidFill>
                <a:ea typeface="楷体_GB2312" panose="02010609030101010101" pitchFamily="49" charset="-122"/>
                <a:cs typeface="Times New Roman" panose="02020603050405020304" pitchFamily="18" charset="0"/>
              </a:rPr>
              <a:t>2 </a:t>
            </a:r>
            <a:r>
              <a:rPr lang="en-US" altLang="zh-CN" sz="2500" b="1" i="1" dirty="0">
                <a:solidFill>
                  <a:schemeClr val="tx1"/>
                </a:solidFill>
                <a:ea typeface="楷体_GB2312" panose="02010609030101010101" pitchFamily="49" charset="-122"/>
                <a:cs typeface="Times New Roman" panose="02020603050405020304" pitchFamily="18" charset="0"/>
              </a:rPr>
              <a:t>A</a:t>
            </a:r>
            <a:r>
              <a:rPr kumimoji="1" lang="en-US" altLang="zh-CN" sz="2500" b="1" dirty="0">
                <a:solidFill>
                  <a:schemeClr val="tx1"/>
                </a:solidFill>
                <a:ea typeface="楷体_GB2312" panose="02010609030101010101" pitchFamily="49" charset="-122"/>
                <a:cs typeface="Times New Roman" panose="02020603050405020304" pitchFamily="18" charset="0"/>
              </a:rPr>
              <a:t>′ </a:t>
            </a:r>
            <a:r>
              <a:rPr lang="en-US" altLang="zh-CN" sz="2500" b="1" dirty="0">
                <a:solidFill>
                  <a:schemeClr val="tx1"/>
                </a:solidFill>
                <a:ea typeface="楷体_GB2312" panose="02010609030101010101" pitchFamily="49" charset="-122"/>
                <a:cs typeface="Times New Roman" panose="02020603050405020304" pitchFamily="18" charset="0"/>
              </a:rPr>
              <a:t>| … | </a:t>
            </a:r>
            <a:r>
              <a:rPr lang="en-US" altLang="zh-CN" sz="2500" b="1" i="1" dirty="0">
                <a:solidFill>
                  <a:schemeClr val="tx1"/>
                </a:solidFill>
                <a:ea typeface="楷体_GB2312" panose="02010609030101010101" pitchFamily="49" charset="-122"/>
                <a:cs typeface="Times New Roman" panose="02020603050405020304" pitchFamily="18" charset="0"/>
              </a:rPr>
              <a:t>β</a:t>
            </a:r>
            <a:r>
              <a:rPr lang="en-US" altLang="zh-CN" sz="2500" b="1" i="1" baseline="-30000" dirty="0">
                <a:solidFill>
                  <a:schemeClr val="tx1"/>
                </a:solidFill>
                <a:ea typeface="楷体_GB2312" panose="02010609030101010101" pitchFamily="49" charset="-122"/>
                <a:cs typeface="Times New Roman" panose="02020603050405020304" pitchFamily="18" charset="0"/>
              </a:rPr>
              <a:t>m</a:t>
            </a:r>
            <a:r>
              <a:rPr lang="en-US" altLang="zh-CN" sz="2500" b="1" baseline="-30000" dirty="0">
                <a:solidFill>
                  <a:schemeClr val="tx1"/>
                </a:solidFill>
                <a:ea typeface="楷体_GB2312" panose="02010609030101010101" pitchFamily="49" charset="-122"/>
                <a:cs typeface="Times New Roman" panose="02020603050405020304" pitchFamily="18" charset="0"/>
              </a:rPr>
              <a:t> </a:t>
            </a:r>
            <a:r>
              <a:rPr lang="en-US" altLang="zh-CN" sz="2500" b="1" i="1" dirty="0">
                <a:solidFill>
                  <a:schemeClr val="tx1"/>
                </a:solidFill>
                <a:ea typeface="楷体_GB2312" panose="02010609030101010101" pitchFamily="49" charset="-122"/>
                <a:cs typeface="Times New Roman" panose="02020603050405020304" pitchFamily="18" charset="0"/>
              </a:rPr>
              <a:t>A</a:t>
            </a:r>
            <a:r>
              <a:rPr kumimoji="1" lang="en-US" altLang="zh-CN" sz="2500" b="1" dirty="0">
                <a:solidFill>
                  <a:schemeClr val="tx1"/>
                </a:solidFill>
                <a:ea typeface="楷体_GB2312" panose="02010609030101010101" pitchFamily="49" charset="-122"/>
                <a:cs typeface="Times New Roman" panose="02020603050405020304" pitchFamily="18" charset="0"/>
              </a:rPr>
              <a:t>′</a:t>
            </a:r>
            <a:endParaRPr lang="en-US" altLang="zh-CN" sz="2500" b="1" dirty="0">
              <a:solidFill>
                <a:schemeClr val="tx1"/>
              </a:solidFill>
              <a:ea typeface="楷体_GB2312" panose="02010609030101010101" pitchFamily="49" charset="-122"/>
              <a:cs typeface="Times New Roman" panose="02020603050405020304" pitchFamily="18" charset="0"/>
            </a:endParaRPr>
          </a:p>
          <a:p>
            <a:pPr marL="0" indent="0" algn="ctr" eaLnBrk="1" hangingPunct="1">
              <a:lnSpc>
                <a:spcPts val="4000"/>
              </a:lnSpc>
              <a:buClr>
                <a:srgbClr val="3333CC"/>
              </a:buClr>
              <a:buFont typeface="Wingdings" panose="05000000000000000000" pitchFamily="2" charset="2"/>
              <a:buNone/>
              <a:defRPr/>
            </a:pPr>
            <a:r>
              <a:rPr lang="en-US" altLang="zh-CN" sz="2500" b="1" i="1" dirty="0">
                <a:solidFill>
                  <a:schemeClr val="tx1"/>
                </a:solidFill>
                <a:ea typeface="楷体_GB2312" panose="02010609030101010101" pitchFamily="49" charset="-122"/>
                <a:cs typeface="Times New Roman" panose="02020603050405020304" pitchFamily="18" charset="0"/>
              </a:rPr>
              <a:t>A</a:t>
            </a:r>
            <a:r>
              <a:rPr kumimoji="1" lang="en-US" altLang="zh-CN" sz="2500" b="1" dirty="0">
                <a:solidFill>
                  <a:schemeClr val="tx1"/>
                </a:solidFill>
                <a:ea typeface="楷体_GB2312" panose="02010609030101010101" pitchFamily="49" charset="-122"/>
                <a:cs typeface="Times New Roman" panose="02020603050405020304" pitchFamily="18" charset="0"/>
              </a:rPr>
              <a:t>′ </a:t>
            </a:r>
            <a:r>
              <a:rPr lang="en-US" altLang="zh-CN" sz="2500" b="1" dirty="0">
                <a:solidFill>
                  <a:schemeClr val="tx1"/>
                </a:solidFill>
                <a:ea typeface="楷体_GB2312" panose="02010609030101010101" pitchFamily="49" charset="-122"/>
                <a:cs typeface="Times New Roman" panose="02020603050405020304" pitchFamily="18" charset="0"/>
                <a:sym typeface="Symbol" panose="05050102010706020507" pitchFamily="18" charset="2"/>
              </a:rPr>
              <a:t> </a:t>
            </a:r>
            <a:r>
              <a:rPr lang="en-US" altLang="zh-CN" sz="2500" b="1" i="1" dirty="0">
                <a:solidFill>
                  <a:schemeClr val="tx1"/>
                </a:solidFill>
                <a:ea typeface="楷体_GB2312" panose="02010609030101010101" pitchFamily="49" charset="-122"/>
                <a:cs typeface="Times New Roman" panose="02020603050405020304" pitchFamily="18" charset="0"/>
              </a:rPr>
              <a:t>α</a:t>
            </a:r>
            <a:r>
              <a:rPr lang="en-US" altLang="zh-CN" sz="2500" b="1" baseline="-30000" dirty="0">
                <a:solidFill>
                  <a:schemeClr val="tx1"/>
                </a:solidFill>
                <a:ea typeface="楷体_GB2312" panose="02010609030101010101" pitchFamily="49" charset="-122"/>
                <a:cs typeface="Times New Roman" panose="02020603050405020304" pitchFamily="18" charset="0"/>
              </a:rPr>
              <a:t>1 </a:t>
            </a:r>
            <a:r>
              <a:rPr lang="en-US" altLang="zh-CN" sz="2500" b="1" i="1" dirty="0">
                <a:solidFill>
                  <a:schemeClr val="tx1"/>
                </a:solidFill>
                <a:ea typeface="楷体_GB2312" panose="02010609030101010101" pitchFamily="49" charset="-122"/>
                <a:cs typeface="Times New Roman" panose="02020603050405020304" pitchFamily="18" charset="0"/>
              </a:rPr>
              <a:t>A</a:t>
            </a:r>
            <a:r>
              <a:rPr kumimoji="1" lang="en-US" altLang="zh-CN" sz="2500" b="1" dirty="0">
                <a:solidFill>
                  <a:schemeClr val="tx1"/>
                </a:solidFill>
                <a:ea typeface="楷体_GB2312" panose="02010609030101010101" pitchFamily="49" charset="-122"/>
                <a:cs typeface="Times New Roman" panose="02020603050405020304" pitchFamily="18" charset="0"/>
              </a:rPr>
              <a:t>′ </a:t>
            </a:r>
            <a:r>
              <a:rPr lang="en-US" altLang="zh-CN" sz="2500" b="1" dirty="0">
                <a:solidFill>
                  <a:schemeClr val="tx1"/>
                </a:solidFill>
                <a:ea typeface="楷体_GB2312" panose="02010609030101010101" pitchFamily="49" charset="-122"/>
                <a:cs typeface="Times New Roman" panose="02020603050405020304" pitchFamily="18" charset="0"/>
              </a:rPr>
              <a:t>| </a:t>
            </a:r>
            <a:r>
              <a:rPr lang="en-US" altLang="zh-CN" sz="2500" b="1" i="1" dirty="0">
                <a:solidFill>
                  <a:schemeClr val="tx1"/>
                </a:solidFill>
                <a:ea typeface="楷体_GB2312" panose="02010609030101010101" pitchFamily="49" charset="-122"/>
                <a:cs typeface="Times New Roman" panose="02020603050405020304" pitchFamily="18" charset="0"/>
              </a:rPr>
              <a:t>α</a:t>
            </a:r>
            <a:r>
              <a:rPr lang="en-US" altLang="zh-CN" sz="2500" b="1" baseline="-30000" dirty="0">
                <a:solidFill>
                  <a:schemeClr val="tx1"/>
                </a:solidFill>
                <a:ea typeface="楷体_GB2312" panose="02010609030101010101" pitchFamily="49" charset="-122"/>
                <a:cs typeface="Times New Roman" panose="02020603050405020304" pitchFamily="18" charset="0"/>
              </a:rPr>
              <a:t>2 </a:t>
            </a:r>
            <a:r>
              <a:rPr lang="en-US" altLang="zh-CN" sz="2500" b="1" i="1" dirty="0">
                <a:solidFill>
                  <a:schemeClr val="tx1"/>
                </a:solidFill>
                <a:ea typeface="楷体_GB2312" panose="02010609030101010101" pitchFamily="49" charset="-122"/>
                <a:cs typeface="Times New Roman" panose="02020603050405020304" pitchFamily="18" charset="0"/>
              </a:rPr>
              <a:t>A</a:t>
            </a:r>
            <a:r>
              <a:rPr kumimoji="1" lang="en-US" altLang="zh-CN" sz="2500" b="1" dirty="0">
                <a:solidFill>
                  <a:schemeClr val="tx1"/>
                </a:solidFill>
                <a:ea typeface="楷体_GB2312" panose="02010609030101010101" pitchFamily="49" charset="-122"/>
                <a:cs typeface="Times New Roman" panose="02020603050405020304" pitchFamily="18" charset="0"/>
              </a:rPr>
              <a:t>′ </a:t>
            </a:r>
            <a:r>
              <a:rPr lang="en-US" altLang="zh-CN" sz="2500" b="1" dirty="0">
                <a:solidFill>
                  <a:schemeClr val="tx1"/>
                </a:solidFill>
                <a:ea typeface="楷体_GB2312" panose="02010609030101010101" pitchFamily="49" charset="-122"/>
                <a:cs typeface="Times New Roman" panose="02020603050405020304" pitchFamily="18" charset="0"/>
              </a:rPr>
              <a:t>| … | </a:t>
            </a:r>
            <a:r>
              <a:rPr lang="en-US" altLang="zh-CN" sz="2500" b="1" i="1" dirty="0">
                <a:solidFill>
                  <a:schemeClr val="tx1"/>
                </a:solidFill>
                <a:ea typeface="楷体_GB2312" panose="02010609030101010101" pitchFamily="49" charset="-122"/>
                <a:cs typeface="Times New Roman" panose="02020603050405020304" pitchFamily="18" charset="0"/>
              </a:rPr>
              <a:t>α</a:t>
            </a:r>
            <a:r>
              <a:rPr lang="en-US" altLang="zh-CN" sz="2500" b="1" i="1" baseline="-30000" dirty="0">
                <a:solidFill>
                  <a:schemeClr val="tx1"/>
                </a:solidFill>
                <a:ea typeface="楷体_GB2312" panose="02010609030101010101" pitchFamily="49" charset="-122"/>
                <a:cs typeface="Times New Roman" panose="02020603050405020304" pitchFamily="18" charset="0"/>
              </a:rPr>
              <a:t>n</a:t>
            </a:r>
            <a:r>
              <a:rPr lang="en-US" altLang="zh-CN" sz="2500" b="1" baseline="-30000" dirty="0">
                <a:solidFill>
                  <a:schemeClr val="tx1"/>
                </a:solidFill>
                <a:ea typeface="楷体_GB2312" panose="02010609030101010101" pitchFamily="49" charset="-122"/>
                <a:cs typeface="Times New Roman" panose="02020603050405020304" pitchFamily="18" charset="0"/>
              </a:rPr>
              <a:t> </a:t>
            </a:r>
            <a:r>
              <a:rPr lang="en-US" altLang="zh-CN" sz="2500" b="1" i="1" dirty="0">
                <a:solidFill>
                  <a:schemeClr val="tx1"/>
                </a:solidFill>
                <a:ea typeface="楷体_GB2312" panose="02010609030101010101" pitchFamily="49" charset="-122"/>
                <a:cs typeface="Times New Roman" panose="02020603050405020304" pitchFamily="18" charset="0"/>
              </a:rPr>
              <a:t>A</a:t>
            </a:r>
            <a:r>
              <a:rPr kumimoji="1" lang="en-US" altLang="zh-CN" sz="2500" b="1" dirty="0">
                <a:solidFill>
                  <a:schemeClr val="tx1"/>
                </a:solidFill>
                <a:ea typeface="楷体_GB2312" panose="02010609030101010101" pitchFamily="49" charset="-122"/>
                <a:cs typeface="Times New Roman" panose="02020603050405020304" pitchFamily="18" charset="0"/>
              </a:rPr>
              <a:t>′ </a:t>
            </a:r>
            <a:r>
              <a:rPr lang="en-US" altLang="zh-CN" sz="2500" b="1" dirty="0">
                <a:solidFill>
                  <a:schemeClr val="tx1"/>
                </a:solidFill>
                <a:ea typeface="楷体_GB2312" panose="02010609030101010101" pitchFamily="49" charset="-122"/>
                <a:cs typeface="Times New Roman" panose="02020603050405020304" pitchFamily="18" charset="0"/>
              </a:rPr>
              <a:t>| </a:t>
            </a:r>
            <a:r>
              <a:rPr lang="en-US" altLang="zh-CN" sz="2500" b="1" i="1" dirty="0">
                <a:solidFill>
                  <a:schemeClr val="tx1"/>
                </a:solidFill>
                <a:ea typeface="楷体_GB2312" panose="02010609030101010101" pitchFamily="49" charset="-122"/>
                <a:cs typeface="Times New Roman" panose="02020603050405020304" pitchFamily="18" charset="0"/>
              </a:rPr>
              <a:t>ε</a:t>
            </a:r>
            <a:endParaRPr lang="zh-CN" altLang="en-US" b="1" dirty="0"/>
          </a:p>
        </p:txBody>
      </p:sp>
      <p:sp>
        <p:nvSpPr>
          <p:cNvPr id="47107" name="标题 1"/>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消除直接左递归的一般形式</a:t>
            </a:r>
            <a:endParaRPr lang="zh-CN" altLang="en-US" sz="3000" spc="3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Rectangle 5"/>
          <p:cNvSpPr>
            <a:spLocks noChangeArrowheads="1"/>
          </p:cNvSpPr>
          <p:nvPr/>
        </p:nvSpPr>
        <p:spPr bwMode="auto">
          <a:xfrm>
            <a:off x="357188" y="4125913"/>
            <a:ext cx="8429625" cy="446087"/>
          </a:xfrm>
          <a:prstGeom prst="rect">
            <a:avLst/>
          </a:prstGeom>
          <a:solidFill>
            <a:schemeClr val="accent5">
              <a:lumMod val="60000"/>
              <a:lumOff val="40000"/>
            </a:schemeClr>
          </a:solidFill>
          <a:ln w="12700">
            <a:solidFill>
              <a:schemeClr val="tx1"/>
            </a:solidFill>
            <a:miter lim="800000"/>
          </a:ln>
        </p:spPr>
        <p:txBody>
          <a:bodyPr>
            <a:spAutoFit/>
          </a:bodyPr>
          <a:lstStyle/>
          <a:p>
            <a:pPr eaLnBrk="1" hangingPunct="1">
              <a:spcBef>
                <a:spcPct val="30000"/>
              </a:spcBef>
              <a:defRPr/>
            </a:pPr>
            <a:r>
              <a:rPr lang="zh-CN" altLang="en-US" sz="2300" b="1" dirty="0">
                <a:latin typeface="+mn-ea"/>
                <a:ea typeface="+mn-ea"/>
                <a:cs typeface="Times New Roman" panose="02020603050405020304" pitchFamily="18" charset="0"/>
              </a:rPr>
              <a:t>消除左递归是要付出代价的</a:t>
            </a:r>
            <a:r>
              <a:rPr lang="en-US" altLang="zh-CN" sz="2300" b="1" dirty="0">
                <a:latin typeface="+mn-ea"/>
                <a:ea typeface="+mn-ea"/>
                <a:cs typeface="Times New Roman" panose="02020603050405020304" pitchFamily="18" charset="0"/>
              </a:rPr>
              <a:t>——</a:t>
            </a:r>
            <a:r>
              <a:rPr lang="zh-CN" altLang="en-US" sz="2300" b="1" dirty="0">
                <a:latin typeface="+mn-ea"/>
                <a:ea typeface="+mn-ea"/>
                <a:cs typeface="Times New Roman" panose="02020603050405020304" pitchFamily="18" charset="0"/>
              </a:rPr>
              <a:t>引进了一些</a:t>
            </a:r>
            <a:r>
              <a:rPr lang="zh-CN" altLang="en-US" sz="2300" b="1" dirty="0">
                <a:solidFill>
                  <a:schemeClr val="tx2">
                    <a:lumMod val="60000"/>
                    <a:lumOff val="40000"/>
                  </a:schemeClr>
                </a:solidFill>
                <a:latin typeface="+mn-ea"/>
                <a:ea typeface="+mn-ea"/>
                <a:cs typeface="Times New Roman" panose="02020603050405020304" pitchFamily="18" charset="0"/>
              </a:rPr>
              <a:t>非终结符</a:t>
            </a:r>
            <a:r>
              <a:rPr lang="zh-CN" altLang="en-US" sz="2300" b="1" dirty="0">
                <a:latin typeface="+mn-ea"/>
                <a:ea typeface="+mn-ea"/>
                <a:cs typeface="Times New Roman" panose="02020603050405020304" pitchFamily="18" charset="0"/>
              </a:rPr>
              <a:t>和</a:t>
            </a:r>
            <a:r>
              <a:rPr lang="en-US" altLang="zh-CN" sz="2300" b="1" i="1" dirty="0">
                <a:solidFill>
                  <a:schemeClr val="tx2">
                    <a:lumMod val="60000"/>
                    <a:lumOff val="40000"/>
                  </a:schemeClr>
                </a:solidFill>
                <a:latin typeface="Times New Roman" panose="02020603050405020304" pitchFamily="18" charset="0"/>
                <a:ea typeface="+mn-ea"/>
                <a:cs typeface="Times New Roman" panose="02020603050405020304" pitchFamily="18" charset="0"/>
              </a:rPr>
              <a:t>ε</a:t>
            </a:r>
            <a:r>
              <a:rPr lang="en-US" altLang="zh-CN" sz="2300" b="1" dirty="0">
                <a:solidFill>
                  <a:schemeClr val="tx2">
                    <a:lumMod val="60000"/>
                    <a:lumOff val="40000"/>
                  </a:schemeClr>
                </a:solidFill>
                <a:latin typeface="+mn-ea"/>
                <a:ea typeface="+mn-ea"/>
                <a:cs typeface="Times New Roman" panose="02020603050405020304" pitchFamily="18" charset="0"/>
              </a:rPr>
              <a:t>_</a:t>
            </a:r>
            <a:r>
              <a:rPr lang="zh-CN" altLang="en-US" sz="2300" b="1" dirty="0">
                <a:solidFill>
                  <a:schemeClr val="tx2">
                    <a:lumMod val="60000"/>
                    <a:lumOff val="40000"/>
                  </a:schemeClr>
                </a:solidFill>
                <a:latin typeface="+mn-ea"/>
                <a:ea typeface="+mn-ea"/>
                <a:cs typeface="Times New Roman" panose="02020603050405020304" pitchFamily="18" charset="0"/>
              </a:rPr>
              <a:t>产生式</a:t>
            </a:r>
          </a:p>
        </p:txBody>
      </p:sp>
      <p:sp>
        <p:nvSpPr>
          <p:cNvPr id="19" name="下箭头 18"/>
          <p:cNvSpPr/>
          <p:nvPr/>
        </p:nvSpPr>
        <p:spPr>
          <a:xfrm>
            <a:off x="3811588" y="2139950"/>
            <a:ext cx="974725" cy="646113"/>
          </a:xfrm>
          <a:prstGeom prst="downArrow">
            <a:avLst/>
          </a:prstGeom>
          <a:solidFill>
            <a:schemeClr val="tx2">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rgbClr val="FFFFFF"/>
              </a:solidFill>
            </a:endParaRPr>
          </a:p>
        </p:txBody>
      </p:sp>
      <p:sp>
        <p:nvSpPr>
          <p:cNvPr id="4" name="灯片编号占位符 3"/>
          <p:cNvSpPr>
            <a:spLocks noGrp="1"/>
          </p:cNvSpPr>
          <p:nvPr>
            <p:ph type="sldNum" sz="quarter" idx="12"/>
          </p:nvPr>
        </p:nvSpPr>
        <p:spPr/>
        <p:txBody>
          <a:bodyPr/>
          <a:lstStyle/>
          <a:p>
            <a:pPr>
              <a:defRPr/>
            </a:pPr>
            <a:fld id="{EA567855-7F13-4FC5-AD61-2B82F6443E16}" type="slidenum">
              <a:rPr lang="zh-CN" altLang="en-US" smtClean="0"/>
              <a:t>19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xfrm>
            <a:off x="755650" y="268288"/>
            <a:ext cx="7931150" cy="358775"/>
          </a:xfrm>
        </p:spPr>
        <p:txBody>
          <a:bodyPr/>
          <a:lstStyle/>
          <a:p>
            <a:pPr>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消除间接左递归</a:t>
            </a:r>
          </a:p>
        </p:txBody>
      </p:sp>
      <p:sp>
        <p:nvSpPr>
          <p:cNvPr id="3" name="内容占位符 2"/>
          <p:cNvSpPr>
            <a:spLocks noGrp="1"/>
          </p:cNvSpPr>
          <p:nvPr>
            <p:ph idx="1"/>
          </p:nvPr>
        </p:nvSpPr>
        <p:spPr>
          <a:xfrm>
            <a:off x="827584" y="915566"/>
            <a:ext cx="7416823" cy="3816424"/>
          </a:xfrm>
        </p:spPr>
        <p:txBody>
          <a:bodyPr/>
          <a:lstStyle/>
          <a:p>
            <a:pPr>
              <a:lnSpc>
                <a:spcPts val="3200"/>
              </a:lnSpc>
              <a:spcBef>
                <a:spcPts val="0"/>
              </a:spcBef>
              <a:buClrTx/>
              <a:buFont typeface="Wingdings" panose="05000000000000000000" pitchFamily="2" charset="2"/>
              <a:buChar char="Ø"/>
              <a:defRPr/>
            </a:pPr>
            <a:r>
              <a:rPr lang="zh-CN" altLang="en-US" sz="2500" b="1" dirty="0">
                <a:solidFill>
                  <a:schemeClr val="tx1"/>
                </a:solidFill>
                <a:latin typeface="+mn-ea"/>
                <a:cs typeface="Times New Roman" panose="02020603050405020304" pitchFamily="18" charset="0"/>
              </a:rPr>
              <a:t>两个非终结符</a:t>
            </a:r>
            <a:r>
              <a:rPr lang="en-US" altLang="zh-CN" sz="2500" b="1" dirty="0">
                <a:solidFill>
                  <a:schemeClr val="tx1"/>
                </a:solidFill>
                <a:latin typeface="+mn-ea"/>
                <a:cs typeface="Times New Roman" panose="02020603050405020304" pitchFamily="18" charset="0"/>
              </a:rPr>
              <a:t>  	</a:t>
            </a:r>
            <a:r>
              <a:rPr lang="en-US" altLang="zh-CN" sz="2500" b="1" i="1" dirty="0">
                <a:solidFill>
                  <a:schemeClr val="tx1"/>
                </a:solidFill>
                <a:cs typeface="Times New Roman" panose="02020603050405020304" pitchFamily="18" charset="0"/>
              </a:rPr>
              <a:t>S </a:t>
            </a:r>
            <a:r>
              <a:rPr lang="en-US" altLang="zh-CN" sz="2500" b="1" dirty="0">
                <a:solidFill>
                  <a:schemeClr val="tx1"/>
                </a:solidFill>
                <a:cs typeface="Times New Roman" panose="02020603050405020304" pitchFamily="18" charset="0"/>
              </a:rPr>
              <a:t>→ </a:t>
            </a:r>
            <a:r>
              <a:rPr lang="en-US" altLang="zh-CN" sz="2500" b="1" i="1" dirty="0">
                <a:solidFill>
                  <a:srgbClr val="0070C0"/>
                </a:solidFill>
                <a:cs typeface="Times New Roman" panose="02020603050405020304" pitchFamily="18" charset="0"/>
              </a:rPr>
              <a:t>A</a:t>
            </a:r>
            <a:r>
              <a:rPr lang="en-US" altLang="zh-CN" sz="2500" b="1" i="1" dirty="0">
                <a:solidFill>
                  <a:schemeClr val="tx1"/>
                </a:solidFill>
                <a:cs typeface="Times New Roman" panose="02020603050405020304" pitchFamily="18" charset="0"/>
              </a:rPr>
              <a:t> </a:t>
            </a:r>
            <a:r>
              <a:rPr lang="en-US" altLang="zh-CN" sz="2500" b="1" i="1" dirty="0" err="1">
                <a:solidFill>
                  <a:schemeClr val="tx1"/>
                </a:solidFill>
                <a:cs typeface="Times New Roman" panose="02020603050405020304" pitchFamily="18" charset="0"/>
              </a:rPr>
              <a:t>a</a:t>
            </a:r>
            <a:r>
              <a:rPr lang="en-US" altLang="zh-CN" sz="2500" b="1" i="1" dirty="0">
                <a:solidFill>
                  <a:schemeClr val="tx1"/>
                </a:solidFill>
                <a:cs typeface="Times New Roman" panose="02020603050405020304" pitchFamily="18" charset="0"/>
              </a:rPr>
              <a:t> </a:t>
            </a:r>
            <a:r>
              <a:rPr lang="en-US" altLang="zh-CN" sz="2500" b="1" dirty="0">
                <a:solidFill>
                  <a:schemeClr val="tx1"/>
                </a:solidFill>
                <a:cs typeface="Times New Roman" panose="02020603050405020304" pitchFamily="18" charset="0"/>
              </a:rPr>
              <a:t>| </a:t>
            </a:r>
            <a:r>
              <a:rPr lang="en-US" altLang="zh-CN" sz="2500" b="1" i="1" dirty="0">
                <a:solidFill>
                  <a:schemeClr val="tx1"/>
                </a:solidFill>
                <a:cs typeface="Times New Roman" panose="02020603050405020304" pitchFamily="18" charset="0"/>
              </a:rPr>
              <a:t>b</a:t>
            </a:r>
            <a:endParaRPr lang="en-US" altLang="zh-CN" sz="2500" dirty="0">
              <a:cs typeface="Times New Roman" panose="02020603050405020304" pitchFamily="18" charset="0"/>
            </a:endParaRPr>
          </a:p>
          <a:p>
            <a:pPr marL="0" indent="0">
              <a:lnSpc>
                <a:spcPts val="3200"/>
              </a:lnSpc>
              <a:spcBef>
                <a:spcPts val="0"/>
              </a:spcBef>
              <a:buClrTx/>
              <a:buNone/>
              <a:defRPr/>
            </a:pPr>
            <a:r>
              <a:rPr lang="en-US" altLang="zh-CN" sz="2500" b="1" i="1" dirty="0">
                <a:solidFill>
                  <a:srgbClr val="0070C0"/>
                </a:solidFill>
                <a:cs typeface="Times New Roman" panose="02020603050405020304" pitchFamily="18" charset="0"/>
              </a:rPr>
              <a:t>                          	A </a:t>
            </a:r>
            <a:r>
              <a:rPr lang="en-US" altLang="zh-CN" sz="2500" b="1" dirty="0">
                <a:solidFill>
                  <a:schemeClr val="tx1"/>
                </a:solidFill>
                <a:cs typeface="Times New Roman" panose="02020603050405020304" pitchFamily="18" charset="0"/>
              </a:rPr>
              <a:t>→ </a:t>
            </a:r>
            <a:r>
              <a:rPr lang="en-US" altLang="zh-CN" sz="2500" b="1" i="1" dirty="0">
                <a:solidFill>
                  <a:schemeClr val="tx1"/>
                </a:solidFill>
                <a:cs typeface="Times New Roman" panose="02020603050405020304" pitchFamily="18" charset="0"/>
              </a:rPr>
              <a:t>A c </a:t>
            </a:r>
            <a:r>
              <a:rPr lang="en-US" altLang="zh-CN" sz="2500" b="1" dirty="0">
                <a:solidFill>
                  <a:schemeClr val="tx1"/>
                </a:solidFill>
                <a:cs typeface="Times New Roman" panose="02020603050405020304" pitchFamily="18" charset="0"/>
              </a:rPr>
              <a:t>| </a:t>
            </a:r>
            <a:r>
              <a:rPr lang="en-US" altLang="zh-CN" sz="2500" b="1" i="1" dirty="0">
                <a:solidFill>
                  <a:srgbClr val="0070C0"/>
                </a:solidFill>
                <a:cs typeface="Times New Roman" panose="02020603050405020304" pitchFamily="18" charset="0"/>
              </a:rPr>
              <a:t>S d</a:t>
            </a:r>
            <a:r>
              <a:rPr lang="en-US" altLang="zh-CN" sz="2500" b="1" dirty="0">
                <a:solidFill>
                  <a:schemeClr val="tx1"/>
                </a:solidFill>
                <a:cs typeface="Times New Roman" panose="02020603050405020304" pitchFamily="18" charset="0"/>
              </a:rPr>
              <a:t> | </a:t>
            </a:r>
            <a:r>
              <a:rPr lang="en-US" altLang="zh-CN" sz="2500" b="1" i="1" dirty="0">
                <a:solidFill>
                  <a:schemeClr val="tx1"/>
                </a:solidFill>
                <a:cs typeface="Times New Roman" panose="02020603050405020304" pitchFamily="18" charset="0"/>
              </a:rPr>
              <a:t>ε</a:t>
            </a:r>
          </a:p>
          <a:p>
            <a:pPr lvl="1">
              <a:lnSpc>
                <a:spcPts val="3200"/>
              </a:lnSpc>
              <a:spcBef>
                <a:spcPts val="0"/>
              </a:spcBef>
              <a:buClrTx/>
              <a:buFont typeface="Wingdings" panose="05000000000000000000" pitchFamily="2" charset="2"/>
              <a:buChar char="Ø"/>
              <a:defRPr/>
            </a:pPr>
            <a:r>
              <a:rPr lang="zh-CN" altLang="en-US" sz="2500" b="1" dirty="0">
                <a:solidFill>
                  <a:schemeClr val="tx1"/>
                </a:solidFill>
                <a:latin typeface="+mn-ea"/>
              </a:rPr>
              <a:t>将</a:t>
            </a:r>
            <a:r>
              <a:rPr lang="en-US" altLang="zh-CN" sz="2500" b="1" i="1" dirty="0">
                <a:solidFill>
                  <a:schemeClr val="tx1"/>
                </a:solidFill>
                <a:cs typeface="Times New Roman" panose="02020603050405020304" pitchFamily="18" charset="0"/>
              </a:rPr>
              <a:t>S</a:t>
            </a:r>
            <a:r>
              <a:rPr lang="zh-CN" altLang="en-US" sz="2500" b="1" dirty="0">
                <a:solidFill>
                  <a:schemeClr val="tx1"/>
                </a:solidFill>
                <a:latin typeface="+mn-ea"/>
              </a:rPr>
              <a:t>的定义代入</a:t>
            </a:r>
            <a:r>
              <a:rPr lang="en-US" altLang="zh-CN" sz="2500" b="1" i="1" dirty="0">
                <a:solidFill>
                  <a:schemeClr val="tx1"/>
                </a:solidFill>
                <a:cs typeface="Times New Roman" panose="02020603050405020304" pitchFamily="18" charset="0"/>
              </a:rPr>
              <a:t>A</a:t>
            </a:r>
            <a:r>
              <a:rPr lang="en-US" altLang="zh-CN" sz="2500" b="1" dirty="0">
                <a:solidFill>
                  <a:schemeClr val="tx1"/>
                </a:solidFill>
                <a:latin typeface="+mn-ea"/>
              </a:rPr>
              <a:t>-</a:t>
            </a:r>
            <a:r>
              <a:rPr lang="zh-CN" altLang="en-US" sz="2500" b="1" dirty="0">
                <a:solidFill>
                  <a:schemeClr val="tx1"/>
                </a:solidFill>
                <a:latin typeface="+mn-ea"/>
              </a:rPr>
              <a:t>产生式，得：</a:t>
            </a:r>
            <a:endParaRPr lang="en-US" altLang="zh-CN" sz="2500" b="1" dirty="0">
              <a:solidFill>
                <a:schemeClr val="tx1"/>
              </a:solidFill>
              <a:latin typeface="+mn-ea"/>
            </a:endParaRPr>
          </a:p>
          <a:p>
            <a:pPr marL="0" lvl="1" indent="0" algn="ctr">
              <a:lnSpc>
                <a:spcPts val="3200"/>
              </a:lnSpc>
              <a:spcBef>
                <a:spcPts val="0"/>
              </a:spcBef>
              <a:buClr>
                <a:schemeClr val="folHlink"/>
              </a:buClr>
              <a:buSzPct val="60000"/>
              <a:buFont typeface="Symbol" panose="05050102010706020507" pitchFamily="18" charset="2"/>
              <a:buNone/>
              <a:defRPr/>
            </a:pPr>
            <a:r>
              <a:rPr lang="en-US" altLang="zh-CN" sz="2500" b="1" i="1" dirty="0">
                <a:solidFill>
                  <a:schemeClr val="tx1"/>
                </a:solidFill>
                <a:cs typeface="Times New Roman" panose="02020603050405020304" pitchFamily="18" charset="0"/>
              </a:rPr>
              <a:t>A </a:t>
            </a:r>
            <a:r>
              <a:rPr lang="en-US" altLang="zh-CN" sz="2500" b="1" dirty="0">
                <a:solidFill>
                  <a:schemeClr val="tx1"/>
                </a:solidFill>
                <a:cs typeface="Times New Roman" panose="02020603050405020304" pitchFamily="18" charset="0"/>
              </a:rPr>
              <a:t>→ </a:t>
            </a:r>
            <a:r>
              <a:rPr lang="en-US" altLang="zh-CN" sz="2500" b="1" i="1" dirty="0">
                <a:solidFill>
                  <a:schemeClr val="tx1"/>
                </a:solidFill>
                <a:cs typeface="Times New Roman" panose="02020603050405020304" pitchFamily="18" charset="0"/>
              </a:rPr>
              <a:t>A c </a:t>
            </a:r>
            <a:r>
              <a:rPr lang="en-US" altLang="zh-CN" sz="2500" b="1" dirty="0">
                <a:solidFill>
                  <a:schemeClr val="tx1"/>
                </a:solidFill>
                <a:cs typeface="Times New Roman" panose="02020603050405020304" pitchFamily="18" charset="0"/>
              </a:rPr>
              <a:t>| </a:t>
            </a:r>
            <a:r>
              <a:rPr lang="en-US" altLang="zh-CN" sz="2500" b="1" i="1" dirty="0">
                <a:solidFill>
                  <a:srgbClr val="0070C0"/>
                </a:solidFill>
                <a:cs typeface="Times New Roman" panose="02020603050405020304" pitchFamily="18" charset="0"/>
              </a:rPr>
              <a:t>A </a:t>
            </a:r>
            <a:r>
              <a:rPr lang="en-US" altLang="zh-CN" sz="2500" b="1" i="1" dirty="0" err="1">
                <a:solidFill>
                  <a:srgbClr val="0070C0"/>
                </a:solidFill>
                <a:cs typeface="Times New Roman" panose="02020603050405020304" pitchFamily="18" charset="0"/>
              </a:rPr>
              <a:t>a</a:t>
            </a:r>
            <a:r>
              <a:rPr lang="en-US" altLang="zh-CN" sz="2500" b="1" i="1" dirty="0">
                <a:solidFill>
                  <a:schemeClr val="tx1"/>
                </a:solidFill>
                <a:cs typeface="Times New Roman" panose="02020603050405020304" pitchFamily="18" charset="0"/>
              </a:rPr>
              <a:t> d</a:t>
            </a:r>
            <a:r>
              <a:rPr lang="en-US" altLang="zh-CN" sz="2500" b="1" dirty="0">
                <a:solidFill>
                  <a:schemeClr val="tx1"/>
                </a:solidFill>
                <a:cs typeface="Times New Roman" panose="02020603050405020304" pitchFamily="18" charset="0"/>
              </a:rPr>
              <a:t> | </a:t>
            </a:r>
            <a:r>
              <a:rPr lang="en-US" altLang="zh-CN" sz="2500" b="1" i="1" dirty="0">
                <a:solidFill>
                  <a:srgbClr val="0070C0"/>
                </a:solidFill>
                <a:cs typeface="Times New Roman" panose="02020603050405020304" pitchFamily="18" charset="0"/>
              </a:rPr>
              <a:t>b </a:t>
            </a:r>
            <a:r>
              <a:rPr lang="en-US" altLang="zh-CN" sz="2500" b="1" i="1" dirty="0">
                <a:solidFill>
                  <a:schemeClr val="tx1"/>
                </a:solidFill>
                <a:cs typeface="Times New Roman" panose="02020603050405020304" pitchFamily="18" charset="0"/>
              </a:rPr>
              <a:t>d</a:t>
            </a:r>
            <a:r>
              <a:rPr lang="en-US" altLang="zh-CN" sz="2500" b="1" dirty="0">
                <a:solidFill>
                  <a:schemeClr val="tx1"/>
                </a:solidFill>
                <a:cs typeface="Times New Roman" panose="02020603050405020304" pitchFamily="18" charset="0"/>
              </a:rPr>
              <a:t> | </a:t>
            </a:r>
            <a:r>
              <a:rPr lang="en-US" altLang="zh-CN" sz="2500" b="1" i="1" dirty="0">
                <a:solidFill>
                  <a:schemeClr val="tx1"/>
                </a:solidFill>
                <a:cs typeface="Times New Roman" panose="02020603050405020304" pitchFamily="18" charset="0"/>
              </a:rPr>
              <a:t>ε </a:t>
            </a:r>
            <a:endParaRPr lang="en-US" altLang="zh-CN" sz="2500" b="1" dirty="0">
              <a:solidFill>
                <a:schemeClr val="tx1"/>
              </a:solidFill>
              <a:cs typeface="Times New Roman" panose="02020603050405020304" pitchFamily="18" charset="0"/>
            </a:endParaRPr>
          </a:p>
          <a:p>
            <a:pPr lvl="1">
              <a:lnSpc>
                <a:spcPts val="3200"/>
              </a:lnSpc>
              <a:spcBef>
                <a:spcPts val="0"/>
              </a:spcBef>
              <a:buClrTx/>
              <a:buFont typeface="Wingdings" panose="05000000000000000000" pitchFamily="2" charset="2"/>
              <a:buChar char="Ø"/>
              <a:defRPr/>
            </a:pPr>
            <a:r>
              <a:rPr lang="zh-CN" altLang="en-US" sz="2500" b="1" dirty="0">
                <a:solidFill>
                  <a:schemeClr val="tx1"/>
                </a:solidFill>
                <a:latin typeface="+mn-ea"/>
              </a:rPr>
              <a:t>消除</a:t>
            </a:r>
            <a:r>
              <a:rPr lang="en-US" altLang="zh-CN" sz="2500" b="1" i="1" dirty="0">
                <a:solidFill>
                  <a:schemeClr val="tx1"/>
                </a:solidFill>
                <a:cs typeface="Times New Roman" panose="02020603050405020304" pitchFamily="18" charset="0"/>
              </a:rPr>
              <a:t>A</a:t>
            </a:r>
            <a:r>
              <a:rPr lang="en-US" altLang="zh-CN" sz="2500" b="1" dirty="0">
                <a:solidFill>
                  <a:schemeClr val="tx1"/>
                </a:solidFill>
                <a:latin typeface="+mn-ea"/>
              </a:rPr>
              <a:t>-</a:t>
            </a:r>
            <a:r>
              <a:rPr lang="zh-CN" altLang="en-US" sz="2500" b="1" dirty="0">
                <a:solidFill>
                  <a:schemeClr val="tx1"/>
                </a:solidFill>
                <a:latin typeface="+mn-ea"/>
              </a:rPr>
              <a:t>产生式的直接左递归，得：</a:t>
            </a:r>
            <a:endParaRPr lang="en-US" altLang="zh-CN" sz="2500" dirty="0">
              <a:latin typeface="+mn-ea"/>
            </a:endParaRPr>
          </a:p>
          <a:p>
            <a:pPr marL="303530" lvl="1" indent="0">
              <a:lnSpc>
                <a:spcPts val="3200"/>
              </a:lnSpc>
              <a:spcBef>
                <a:spcPts val="0"/>
              </a:spcBef>
              <a:buClrTx/>
              <a:buNone/>
              <a:defRPr/>
            </a:pPr>
            <a:r>
              <a:rPr lang="en-US" altLang="zh-CN" sz="2500" b="1" i="1" dirty="0">
                <a:solidFill>
                  <a:schemeClr val="tx1"/>
                </a:solidFill>
                <a:latin typeface="+mn-ea"/>
                <a:cs typeface="Times New Roman" panose="02020603050405020304" pitchFamily="18" charset="0"/>
              </a:rPr>
              <a:t>                        </a:t>
            </a:r>
            <a:r>
              <a:rPr lang="en-US" altLang="zh-CN" sz="2500" b="1" i="1" dirty="0">
                <a:solidFill>
                  <a:schemeClr val="tx1"/>
                </a:solidFill>
                <a:cs typeface="Times New Roman" panose="02020603050405020304" pitchFamily="18" charset="0"/>
              </a:rPr>
              <a:t>A </a:t>
            </a:r>
            <a:r>
              <a:rPr lang="en-US" altLang="zh-CN" sz="2500" b="1" dirty="0">
                <a:solidFill>
                  <a:schemeClr val="tx1"/>
                </a:solidFill>
                <a:cs typeface="Times New Roman" panose="02020603050405020304" pitchFamily="18" charset="0"/>
              </a:rPr>
              <a:t>→ </a:t>
            </a:r>
            <a:r>
              <a:rPr lang="en-US" altLang="zh-CN" sz="2500" b="1" i="1" dirty="0">
                <a:solidFill>
                  <a:schemeClr val="tx1"/>
                </a:solidFill>
                <a:cs typeface="Times New Roman" panose="02020603050405020304" pitchFamily="18" charset="0"/>
              </a:rPr>
              <a:t>b d</a:t>
            </a:r>
            <a:r>
              <a:rPr lang="en-US" altLang="zh-CN" sz="2500" b="1" dirty="0">
                <a:solidFill>
                  <a:schemeClr val="tx1"/>
                </a:solidFill>
                <a:cs typeface="Times New Roman" panose="02020603050405020304" pitchFamily="18" charset="0"/>
              </a:rPr>
              <a:t> </a:t>
            </a:r>
            <a:r>
              <a:rPr lang="en-US" altLang="zh-CN" sz="2500" b="1" i="1" dirty="0">
                <a:solidFill>
                  <a:schemeClr val="tx1"/>
                </a:solidFill>
                <a:cs typeface="Times New Roman" panose="02020603050405020304" pitchFamily="18" charset="0"/>
              </a:rPr>
              <a:t>A</a:t>
            </a:r>
            <a:r>
              <a:rPr kumimoji="1" lang="en-US" altLang="zh-CN" sz="2500" dirty="0">
                <a:ea typeface="楷体_GB2312" panose="02010609030101010101" pitchFamily="49" charset="-122"/>
                <a:cs typeface="Times New Roman" panose="02020603050405020304" pitchFamily="18" charset="0"/>
              </a:rPr>
              <a:t>′</a:t>
            </a:r>
            <a:r>
              <a:rPr lang="en-US" altLang="zh-CN" sz="2500" b="1" dirty="0">
                <a:solidFill>
                  <a:schemeClr val="tx1"/>
                </a:solidFill>
                <a:cs typeface="Times New Roman" panose="02020603050405020304" pitchFamily="18" charset="0"/>
              </a:rPr>
              <a:t> | </a:t>
            </a:r>
            <a:r>
              <a:rPr lang="en-US" altLang="zh-CN" sz="2500" b="1" i="1" dirty="0">
                <a:solidFill>
                  <a:schemeClr val="tx1"/>
                </a:solidFill>
                <a:cs typeface="Times New Roman" panose="02020603050405020304" pitchFamily="18" charset="0"/>
              </a:rPr>
              <a:t>A</a:t>
            </a:r>
            <a:r>
              <a:rPr kumimoji="1" lang="en-US" altLang="zh-CN" sz="2500" dirty="0">
                <a:ea typeface="楷体_GB2312" panose="02010609030101010101" pitchFamily="49" charset="-122"/>
                <a:cs typeface="Times New Roman" panose="02020603050405020304" pitchFamily="18" charset="0"/>
              </a:rPr>
              <a:t>′</a:t>
            </a:r>
            <a:endParaRPr lang="en-US" altLang="zh-CN" sz="2500" i="1" dirty="0">
              <a:cs typeface="Times New Roman" panose="02020603050405020304" pitchFamily="18" charset="0"/>
            </a:endParaRPr>
          </a:p>
          <a:p>
            <a:pPr marL="303530" lvl="1" indent="0">
              <a:lnSpc>
                <a:spcPts val="3200"/>
              </a:lnSpc>
              <a:spcBef>
                <a:spcPts val="0"/>
              </a:spcBef>
              <a:buClrTx/>
              <a:buNone/>
              <a:defRPr/>
            </a:pPr>
            <a:r>
              <a:rPr lang="en-US" altLang="zh-CN" sz="2500" b="1" i="1" dirty="0">
                <a:solidFill>
                  <a:schemeClr val="tx1"/>
                </a:solidFill>
                <a:cs typeface="Times New Roman" panose="02020603050405020304" pitchFamily="18" charset="0"/>
              </a:rPr>
              <a:t>                       A</a:t>
            </a:r>
            <a:r>
              <a:rPr kumimoji="1" lang="en-US" altLang="zh-CN" sz="2500" dirty="0">
                <a:ea typeface="楷体_GB2312" panose="02010609030101010101" pitchFamily="49" charset="-122"/>
                <a:cs typeface="Times New Roman" panose="02020603050405020304" pitchFamily="18" charset="0"/>
              </a:rPr>
              <a:t>′</a:t>
            </a:r>
            <a:r>
              <a:rPr lang="en-US" altLang="zh-CN" sz="2500" b="1" dirty="0">
                <a:solidFill>
                  <a:schemeClr val="tx1"/>
                </a:solidFill>
                <a:cs typeface="Times New Roman" panose="02020603050405020304" pitchFamily="18" charset="0"/>
              </a:rPr>
              <a:t> → </a:t>
            </a:r>
            <a:r>
              <a:rPr lang="en-US" altLang="zh-CN" sz="2500" b="1" i="1" dirty="0">
                <a:solidFill>
                  <a:schemeClr val="tx1"/>
                </a:solidFill>
                <a:cs typeface="Times New Roman" panose="02020603050405020304" pitchFamily="18" charset="0"/>
              </a:rPr>
              <a:t>c A</a:t>
            </a:r>
            <a:r>
              <a:rPr kumimoji="1" lang="en-US" altLang="zh-CN" sz="2500" dirty="0">
                <a:ea typeface="楷体_GB2312" panose="02010609030101010101" pitchFamily="49" charset="-122"/>
                <a:cs typeface="Times New Roman" panose="02020603050405020304" pitchFamily="18" charset="0"/>
              </a:rPr>
              <a:t>′</a:t>
            </a:r>
            <a:r>
              <a:rPr lang="en-US" altLang="zh-CN" sz="2500" b="1" i="1" dirty="0">
                <a:solidFill>
                  <a:schemeClr val="tx1"/>
                </a:solidFill>
                <a:cs typeface="Times New Roman" panose="02020603050405020304" pitchFamily="18" charset="0"/>
              </a:rPr>
              <a:t> </a:t>
            </a:r>
            <a:r>
              <a:rPr lang="en-US" altLang="zh-CN" sz="2500" b="1" dirty="0">
                <a:solidFill>
                  <a:schemeClr val="tx1"/>
                </a:solidFill>
                <a:cs typeface="Times New Roman" panose="02020603050405020304" pitchFamily="18" charset="0"/>
              </a:rPr>
              <a:t>| </a:t>
            </a:r>
            <a:r>
              <a:rPr lang="en-US" altLang="zh-CN" sz="2500" b="1" i="1" dirty="0">
                <a:solidFill>
                  <a:schemeClr val="tx1"/>
                </a:solidFill>
                <a:cs typeface="Times New Roman" panose="02020603050405020304" pitchFamily="18" charset="0"/>
              </a:rPr>
              <a:t>a d</a:t>
            </a:r>
            <a:r>
              <a:rPr lang="en-US" altLang="zh-CN" sz="2500" b="1" dirty="0">
                <a:solidFill>
                  <a:schemeClr val="tx1"/>
                </a:solidFill>
                <a:cs typeface="Times New Roman" panose="02020603050405020304" pitchFamily="18" charset="0"/>
              </a:rPr>
              <a:t> </a:t>
            </a:r>
            <a:r>
              <a:rPr lang="en-US" altLang="zh-CN" sz="2500" b="1" i="1" dirty="0">
                <a:solidFill>
                  <a:schemeClr val="tx1"/>
                </a:solidFill>
                <a:cs typeface="Times New Roman" panose="02020603050405020304" pitchFamily="18" charset="0"/>
              </a:rPr>
              <a:t>A</a:t>
            </a:r>
            <a:r>
              <a:rPr kumimoji="1" lang="en-US" altLang="zh-CN" sz="2500" dirty="0">
                <a:ea typeface="楷体_GB2312" panose="02010609030101010101" pitchFamily="49" charset="-122"/>
                <a:cs typeface="Times New Roman" panose="02020603050405020304" pitchFamily="18" charset="0"/>
              </a:rPr>
              <a:t>′</a:t>
            </a:r>
            <a:r>
              <a:rPr lang="en-US" altLang="zh-CN" sz="2500" b="1" dirty="0">
                <a:solidFill>
                  <a:schemeClr val="tx1"/>
                </a:solidFill>
                <a:cs typeface="Times New Roman" panose="02020603050405020304" pitchFamily="18" charset="0"/>
              </a:rPr>
              <a:t> | </a:t>
            </a:r>
            <a:r>
              <a:rPr lang="en-US" altLang="zh-CN" sz="2500" b="1" i="1" dirty="0">
                <a:solidFill>
                  <a:schemeClr val="tx1"/>
                </a:solidFill>
                <a:cs typeface="Times New Roman" panose="02020603050405020304" pitchFamily="18" charset="0"/>
              </a:rPr>
              <a:t>ε</a:t>
            </a:r>
          </a:p>
          <a:p>
            <a:pPr lvl="1">
              <a:lnSpc>
                <a:spcPts val="3200"/>
              </a:lnSpc>
              <a:spcBef>
                <a:spcPts val="0"/>
              </a:spcBef>
              <a:defRPr/>
            </a:pPr>
            <a:r>
              <a:rPr lang="zh-CN" altLang="en-US" sz="2400" dirty="0">
                <a:cs typeface="Times New Roman" panose="02020603050405020304" pitchFamily="18" charset="0"/>
              </a:rPr>
              <a:t>得改造后文法：</a:t>
            </a:r>
            <a:r>
              <a:rPr lang="en-US" altLang="zh-CN" sz="2400" i="1" dirty="0">
                <a:cs typeface="Times New Roman" panose="02020603050405020304" pitchFamily="18" charset="0"/>
              </a:rPr>
              <a:t>S </a:t>
            </a:r>
            <a:r>
              <a:rPr lang="en-US" altLang="zh-CN" sz="2400" dirty="0">
                <a:cs typeface="Times New Roman" panose="02020603050405020304" pitchFamily="18" charset="0"/>
              </a:rPr>
              <a:t>→ </a:t>
            </a:r>
            <a:r>
              <a:rPr lang="en-US" altLang="zh-CN" sz="2400" i="1" dirty="0">
                <a:solidFill>
                  <a:srgbClr val="0070C0"/>
                </a:solidFill>
                <a:cs typeface="Times New Roman" panose="02020603050405020304" pitchFamily="18" charset="0"/>
              </a:rPr>
              <a:t>A</a:t>
            </a:r>
            <a:r>
              <a:rPr lang="en-US" altLang="zh-CN" sz="2400" i="1" dirty="0">
                <a:cs typeface="Times New Roman" panose="02020603050405020304" pitchFamily="18" charset="0"/>
              </a:rPr>
              <a:t> </a:t>
            </a:r>
            <a:r>
              <a:rPr lang="en-US" altLang="zh-CN" sz="2400" i="1" dirty="0" err="1">
                <a:cs typeface="Times New Roman" panose="02020603050405020304" pitchFamily="18" charset="0"/>
              </a:rPr>
              <a:t>a</a:t>
            </a:r>
            <a:r>
              <a:rPr lang="en-US" altLang="zh-CN" sz="2400" i="1" dirty="0">
                <a:cs typeface="Times New Roman" panose="02020603050405020304" pitchFamily="18" charset="0"/>
              </a:rPr>
              <a:t> </a:t>
            </a:r>
            <a:r>
              <a:rPr lang="en-US" altLang="zh-CN" sz="2400" dirty="0">
                <a:cs typeface="Times New Roman" panose="02020603050405020304" pitchFamily="18" charset="0"/>
              </a:rPr>
              <a:t>| </a:t>
            </a:r>
            <a:r>
              <a:rPr lang="en-US" altLang="zh-CN" sz="2400" i="1" dirty="0">
                <a:cs typeface="Times New Roman" panose="02020603050405020304" pitchFamily="18" charset="0"/>
              </a:rPr>
              <a:t>b</a:t>
            </a:r>
            <a:endParaRPr lang="en-US" altLang="zh-CN" sz="2400" dirty="0">
              <a:cs typeface="Times New Roman" panose="02020603050405020304" pitchFamily="18" charset="0"/>
            </a:endParaRPr>
          </a:p>
          <a:p>
            <a:pPr marL="0" lvl="1" indent="0" algn="ctr">
              <a:lnSpc>
                <a:spcPts val="3200"/>
              </a:lnSpc>
              <a:spcBef>
                <a:spcPts val="0"/>
              </a:spcBef>
              <a:buClr>
                <a:schemeClr val="folHlink"/>
              </a:buClr>
              <a:buSzPct val="60000"/>
              <a:buFont typeface="Symbol" panose="05050102010706020507" pitchFamily="18" charset="2"/>
              <a:buNone/>
              <a:defRPr/>
            </a:pPr>
            <a:r>
              <a:rPr lang="en-US" altLang="zh-CN" sz="2400" i="1" dirty="0">
                <a:cs typeface="Times New Roman" panose="02020603050405020304" pitchFamily="18" charset="0"/>
              </a:rPr>
              <a:t>A </a:t>
            </a:r>
            <a:r>
              <a:rPr lang="en-US" altLang="zh-CN" sz="2400" dirty="0">
                <a:cs typeface="Times New Roman" panose="02020603050405020304" pitchFamily="18" charset="0"/>
              </a:rPr>
              <a:t>→ </a:t>
            </a:r>
            <a:r>
              <a:rPr lang="en-US" altLang="zh-CN" sz="2400" i="1" dirty="0">
                <a:cs typeface="Times New Roman" panose="02020603050405020304" pitchFamily="18" charset="0"/>
              </a:rPr>
              <a:t>b d</a:t>
            </a:r>
            <a:r>
              <a:rPr lang="en-US" altLang="zh-CN" sz="2400" dirty="0">
                <a:cs typeface="Times New Roman" panose="02020603050405020304" pitchFamily="18" charset="0"/>
              </a:rPr>
              <a:t> </a:t>
            </a:r>
            <a:r>
              <a:rPr lang="en-US" altLang="zh-CN" sz="2400" i="1" dirty="0">
                <a:cs typeface="Times New Roman" panose="02020603050405020304" pitchFamily="18" charset="0"/>
              </a:rPr>
              <a:t>A</a:t>
            </a:r>
            <a:r>
              <a:rPr kumimoji="1" lang="en-US" altLang="zh-CN" sz="2400" dirty="0">
                <a:ea typeface="楷体_GB2312" panose="02010609030101010101" pitchFamily="49" charset="-122"/>
                <a:cs typeface="Times New Roman" panose="02020603050405020304" pitchFamily="18" charset="0"/>
              </a:rPr>
              <a:t>′</a:t>
            </a:r>
            <a:r>
              <a:rPr lang="en-US" altLang="zh-CN" sz="2400" dirty="0">
                <a:cs typeface="Times New Roman" panose="02020603050405020304" pitchFamily="18" charset="0"/>
              </a:rPr>
              <a:t> | </a:t>
            </a:r>
            <a:r>
              <a:rPr lang="en-US" altLang="zh-CN" sz="2400" i="1" dirty="0">
                <a:cs typeface="Times New Roman" panose="02020603050405020304" pitchFamily="18" charset="0"/>
              </a:rPr>
              <a:t>A</a:t>
            </a:r>
            <a:r>
              <a:rPr kumimoji="1" lang="en-US" altLang="zh-CN" sz="2400" dirty="0">
                <a:ea typeface="楷体_GB2312" panose="02010609030101010101" pitchFamily="49" charset="-122"/>
                <a:cs typeface="Times New Roman" panose="02020603050405020304" pitchFamily="18" charset="0"/>
              </a:rPr>
              <a:t>′</a:t>
            </a:r>
            <a:r>
              <a:rPr lang="en-US" altLang="zh-CN" sz="2400" i="1" dirty="0">
                <a:cs typeface="Times New Roman" panose="02020603050405020304" pitchFamily="18" charset="0"/>
              </a:rPr>
              <a:t>     A</a:t>
            </a:r>
            <a:r>
              <a:rPr kumimoji="1" lang="en-US" altLang="zh-CN" sz="2400" dirty="0">
                <a:ea typeface="楷体_GB2312" panose="02010609030101010101" pitchFamily="49" charset="-122"/>
                <a:cs typeface="Times New Roman" panose="02020603050405020304" pitchFamily="18" charset="0"/>
              </a:rPr>
              <a:t>′</a:t>
            </a:r>
            <a:r>
              <a:rPr lang="en-US" altLang="zh-CN" sz="2400" dirty="0">
                <a:cs typeface="Times New Roman" panose="02020603050405020304" pitchFamily="18" charset="0"/>
              </a:rPr>
              <a:t> → </a:t>
            </a:r>
            <a:r>
              <a:rPr lang="en-US" altLang="zh-CN" sz="2400" i="1" dirty="0">
                <a:cs typeface="Times New Roman" panose="02020603050405020304" pitchFamily="18" charset="0"/>
              </a:rPr>
              <a:t>c A</a:t>
            </a:r>
            <a:r>
              <a:rPr kumimoji="1" lang="en-US" altLang="zh-CN" sz="2400" dirty="0">
                <a:ea typeface="楷体_GB2312" panose="02010609030101010101" pitchFamily="49" charset="-122"/>
                <a:cs typeface="Times New Roman" panose="02020603050405020304" pitchFamily="18" charset="0"/>
              </a:rPr>
              <a:t>′ </a:t>
            </a:r>
            <a:r>
              <a:rPr lang="en-US" altLang="zh-CN" sz="2400" dirty="0">
                <a:cs typeface="Times New Roman" panose="02020603050405020304" pitchFamily="18" charset="0"/>
              </a:rPr>
              <a:t>| </a:t>
            </a:r>
            <a:r>
              <a:rPr lang="en-US" altLang="zh-CN" sz="2400" i="1" dirty="0">
                <a:cs typeface="Times New Roman" panose="02020603050405020304" pitchFamily="18" charset="0"/>
              </a:rPr>
              <a:t>a d</a:t>
            </a:r>
            <a:r>
              <a:rPr lang="en-US" altLang="zh-CN" sz="2400" dirty="0">
                <a:cs typeface="Times New Roman" panose="02020603050405020304" pitchFamily="18" charset="0"/>
              </a:rPr>
              <a:t> </a:t>
            </a:r>
            <a:r>
              <a:rPr lang="en-US" altLang="zh-CN" sz="2400" i="1" dirty="0">
                <a:cs typeface="Times New Roman" panose="02020603050405020304" pitchFamily="18" charset="0"/>
              </a:rPr>
              <a:t>A</a:t>
            </a:r>
            <a:r>
              <a:rPr kumimoji="1" lang="en-US" altLang="zh-CN" sz="2400" dirty="0">
                <a:ea typeface="楷体_GB2312" panose="02010609030101010101" pitchFamily="49" charset="-122"/>
                <a:cs typeface="Times New Roman" panose="02020603050405020304" pitchFamily="18" charset="0"/>
              </a:rPr>
              <a:t>′</a:t>
            </a:r>
            <a:r>
              <a:rPr lang="en-US" altLang="zh-CN" sz="2400" dirty="0">
                <a:cs typeface="Times New Roman" panose="02020603050405020304" pitchFamily="18" charset="0"/>
              </a:rPr>
              <a:t> | </a:t>
            </a:r>
            <a:r>
              <a:rPr lang="en-US" altLang="zh-CN" sz="2400" i="1" dirty="0">
                <a:cs typeface="Times New Roman" panose="02020603050405020304" pitchFamily="18" charset="0"/>
              </a:rPr>
              <a:t>ε</a:t>
            </a:r>
            <a:endParaRPr lang="zh-CN" altLang="en-US" dirty="0"/>
          </a:p>
        </p:txBody>
      </p:sp>
      <p:sp>
        <p:nvSpPr>
          <p:cNvPr id="4" name="矩形 3"/>
          <p:cNvSpPr>
            <a:spLocks noChangeArrowheads="1"/>
          </p:cNvSpPr>
          <p:nvPr/>
        </p:nvSpPr>
        <p:spPr bwMode="auto">
          <a:xfrm>
            <a:off x="6732240" y="1362075"/>
            <a:ext cx="1276350" cy="679450"/>
          </a:xfrm>
          <a:prstGeom prst="rect">
            <a:avLst/>
          </a:prstGeom>
          <a:noFill/>
          <a:ln>
            <a:noFill/>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000"/>
              </a:lnSpc>
              <a:spcBef>
                <a:spcPct val="20000"/>
              </a:spcBef>
              <a:buClr>
                <a:srgbClr val="3333CC"/>
              </a:buClr>
              <a:buSzPct val="100000"/>
              <a:defRPr/>
            </a:pPr>
            <a:r>
              <a:rPr lang="en-US" altLang="zh-CN" sz="2400" b="1" i="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S</a:t>
            </a:r>
            <a:r>
              <a:rPr lang="en-US" altLang="zh-CN" sz="2400" b="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dirty="0" err="1">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Aa</a:t>
            </a:r>
            <a:endParaRPr kumimoji="1" lang="en-US" altLang="zh-CN" sz="2400" b="1" i="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defRPr/>
            </a:pPr>
            <a:r>
              <a:rPr lang="en-US" altLang="zh-CN" sz="2400" b="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dirty="0" err="1">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Sda</a:t>
            </a:r>
            <a:endParaRPr kumimoji="1" lang="en-US" altLang="zh-CN" sz="2400" b="1" i="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sp>
        <p:nvSpPr>
          <p:cNvPr id="5" name="灯片编号占位符 4"/>
          <p:cNvSpPr>
            <a:spLocks noGrp="1"/>
          </p:cNvSpPr>
          <p:nvPr>
            <p:ph type="sldNum" sz="quarter" idx="12"/>
          </p:nvPr>
        </p:nvSpPr>
        <p:spPr/>
        <p:txBody>
          <a:bodyPr/>
          <a:lstStyle/>
          <a:p>
            <a:pPr>
              <a:defRPr/>
            </a:pPr>
            <a:fld id="{EA567855-7F13-4FC5-AD61-2B82F6443E16}" type="slidenum">
              <a:rPr lang="zh-CN" altLang="en-US" smtClean="0"/>
              <a:t>20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 calcmode="lin" valueType="num">
                                      <p:cBhvr>
                                        <p:cTn id="19"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20"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21" dur="500"/>
                                        <p:tgtEl>
                                          <p:spTgt spid="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4">
                                            <p:txEl>
                                              <p:pRg st="1" end="1"/>
                                            </p:txEl>
                                          </p:spTgt>
                                        </p:tgtEl>
                                        <p:attrNameLst>
                                          <p:attrName>style.visibility</p:attrName>
                                        </p:attrNameLst>
                                      </p:cBhvr>
                                      <p:to>
                                        <p:strVal val="visible"/>
                                      </p:to>
                                    </p:set>
                                    <p:anim calcmode="lin" valueType="num">
                                      <p:cBhvr>
                                        <p:cTn id="26"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27"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28" dur="500"/>
                                        <p:tgtEl>
                                          <p:spTgt spid="4">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xit" presetSubtype="32" fill="hold" nodeType="clickEffect">
                                  <p:stCondLst>
                                    <p:cond delay="0"/>
                                  </p:stCondLst>
                                  <p:childTnLst>
                                    <p:anim calcmode="lin" valueType="num">
                                      <p:cBhvr>
                                        <p:cTn id="32" dur="500"/>
                                        <p:tgtEl>
                                          <p:spTgt spid="4">
                                            <p:txEl>
                                              <p:pRg st="0" end="0"/>
                                            </p:txEl>
                                          </p:spTgt>
                                        </p:tgtEl>
                                        <p:attrNameLst>
                                          <p:attrName>ppt_w</p:attrName>
                                        </p:attrNameLst>
                                      </p:cBhvr>
                                      <p:tavLst>
                                        <p:tav tm="0">
                                          <p:val>
                                            <p:strVal val="ppt_w"/>
                                          </p:val>
                                        </p:tav>
                                        <p:tav tm="100000">
                                          <p:val>
                                            <p:fltVal val="0"/>
                                          </p:val>
                                        </p:tav>
                                      </p:tavLst>
                                    </p:anim>
                                    <p:anim calcmode="lin" valueType="num">
                                      <p:cBhvr>
                                        <p:cTn id="33" dur="500"/>
                                        <p:tgtEl>
                                          <p:spTgt spid="4">
                                            <p:txEl>
                                              <p:pRg st="0" end="0"/>
                                            </p:txEl>
                                          </p:spTgt>
                                        </p:tgtEl>
                                        <p:attrNameLst>
                                          <p:attrName>ppt_h</p:attrName>
                                        </p:attrNameLst>
                                      </p:cBhvr>
                                      <p:tavLst>
                                        <p:tav tm="0">
                                          <p:val>
                                            <p:strVal val="ppt_h"/>
                                          </p:val>
                                        </p:tav>
                                        <p:tav tm="100000">
                                          <p:val>
                                            <p:fltVal val="0"/>
                                          </p:val>
                                        </p:tav>
                                      </p:tavLst>
                                    </p:anim>
                                    <p:animEffect transition="out" filter="fade">
                                      <p:cBhvr>
                                        <p:cTn id="34" dur="500"/>
                                        <p:tgtEl>
                                          <p:spTgt spid="4">
                                            <p:txEl>
                                              <p:pRg st="0" end="0"/>
                                            </p:txEl>
                                          </p:spTgt>
                                        </p:tgtEl>
                                      </p:cBhvr>
                                    </p:animEffect>
                                    <p:set>
                                      <p:cBhvr>
                                        <p:cTn id="35" dur="1" fill="hold">
                                          <p:stCondLst>
                                            <p:cond delay="499"/>
                                          </p:stCondLst>
                                        </p:cTn>
                                        <p:tgtEl>
                                          <p:spTgt spid="4">
                                            <p:txEl>
                                              <p:pRg st="0" end="0"/>
                                            </p:txEl>
                                          </p:spTgt>
                                        </p:tgtEl>
                                        <p:attrNameLst>
                                          <p:attrName>style.visibility</p:attrName>
                                        </p:attrNameLst>
                                      </p:cBhvr>
                                      <p:to>
                                        <p:strVal val="hidden"/>
                                      </p:to>
                                    </p:set>
                                  </p:childTnLst>
                                </p:cTn>
                              </p:par>
                              <p:par>
                                <p:cTn id="36" presetID="53" presetClass="exit" presetSubtype="32" fill="hold" nodeType="withEffect">
                                  <p:stCondLst>
                                    <p:cond delay="0"/>
                                  </p:stCondLst>
                                  <p:childTnLst>
                                    <p:anim calcmode="lin" valueType="num">
                                      <p:cBhvr>
                                        <p:cTn id="37" dur="500"/>
                                        <p:tgtEl>
                                          <p:spTgt spid="4">
                                            <p:txEl>
                                              <p:pRg st="1" end="1"/>
                                            </p:txEl>
                                          </p:spTgt>
                                        </p:tgtEl>
                                        <p:attrNameLst>
                                          <p:attrName>ppt_w</p:attrName>
                                        </p:attrNameLst>
                                      </p:cBhvr>
                                      <p:tavLst>
                                        <p:tav tm="0">
                                          <p:val>
                                            <p:strVal val="ppt_w"/>
                                          </p:val>
                                        </p:tav>
                                        <p:tav tm="100000">
                                          <p:val>
                                            <p:fltVal val="0"/>
                                          </p:val>
                                        </p:tav>
                                      </p:tavLst>
                                    </p:anim>
                                    <p:anim calcmode="lin" valueType="num">
                                      <p:cBhvr>
                                        <p:cTn id="38" dur="500"/>
                                        <p:tgtEl>
                                          <p:spTgt spid="4">
                                            <p:txEl>
                                              <p:pRg st="1" end="1"/>
                                            </p:txEl>
                                          </p:spTgt>
                                        </p:tgtEl>
                                        <p:attrNameLst>
                                          <p:attrName>ppt_h</p:attrName>
                                        </p:attrNameLst>
                                      </p:cBhvr>
                                      <p:tavLst>
                                        <p:tav tm="0">
                                          <p:val>
                                            <p:strVal val="ppt_h"/>
                                          </p:val>
                                        </p:tav>
                                        <p:tav tm="100000">
                                          <p:val>
                                            <p:fltVal val="0"/>
                                          </p:val>
                                        </p:tav>
                                      </p:tavLst>
                                    </p:anim>
                                    <p:animEffect transition="out" filter="fade">
                                      <p:cBhvr>
                                        <p:cTn id="39" dur="500"/>
                                        <p:tgtEl>
                                          <p:spTgt spid="4">
                                            <p:txEl>
                                              <p:pRg st="1" end="1"/>
                                            </p:txEl>
                                          </p:spTgt>
                                        </p:tgtEl>
                                      </p:cBhvr>
                                    </p:animEffect>
                                    <p:set>
                                      <p:cBhvr>
                                        <p:cTn id="40" dur="1" fill="hold">
                                          <p:stCondLst>
                                            <p:cond delay="499"/>
                                          </p:stCondLst>
                                        </p:cTn>
                                        <p:tgtEl>
                                          <p:spTgt spid="4">
                                            <p:txEl>
                                              <p:pRg st="1" end="1"/>
                                            </p:txEl>
                                          </p:spTgt>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nodeType="clickEffect">
                                  <p:stCondLst>
                                    <p:cond delay="0"/>
                                  </p:stCondLst>
                                  <p:childTnLst>
                                    <p:set>
                                      <p:cBhvr>
                                        <p:cTn id="44" dur="1" fill="hold">
                                          <p:stCondLst>
                                            <p:cond delay="0"/>
                                          </p:stCondLst>
                                        </p:cTn>
                                        <p:tgtEl>
                                          <p:spTgt spid="3">
                                            <p:txEl>
                                              <p:pRg st="2" end="2"/>
                                            </p:txEl>
                                          </p:spTgt>
                                        </p:tgtEl>
                                        <p:attrNameLst>
                                          <p:attrName>style.visibility</p:attrName>
                                        </p:attrNameLst>
                                      </p:cBhvr>
                                      <p:to>
                                        <p:strVal val="visible"/>
                                      </p:to>
                                    </p:set>
                                    <p:anim calcmode="lin" valueType="num">
                                      <p:cBhvr>
                                        <p:cTn id="45"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46"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47" dur="500"/>
                                        <p:tgtEl>
                                          <p:spTgt spid="3">
                                            <p:txEl>
                                              <p:pRg st="2" end="2"/>
                                            </p:txEl>
                                          </p:spTgt>
                                        </p:tgtEl>
                                      </p:cBhvr>
                                    </p:animEffect>
                                  </p:childTnLst>
                                </p:cTn>
                              </p:par>
                              <p:par>
                                <p:cTn id="48" presetID="53" presetClass="entr" presetSubtype="16" fill="hold" nodeType="withEffect">
                                  <p:stCondLst>
                                    <p:cond delay="0"/>
                                  </p:stCondLst>
                                  <p:childTnLst>
                                    <p:set>
                                      <p:cBhvr>
                                        <p:cTn id="49" dur="1" fill="hold">
                                          <p:stCondLst>
                                            <p:cond delay="0"/>
                                          </p:stCondLst>
                                        </p:cTn>
                                        <p:tgtEl>
                                          <p:spTgt spid="3">
                                            <p:txEl>
                                              <p:pRg st="3" end="3"/>
                                            </p:txEl>
                                          </p:spTgt>
                                        </p:tgtEl>
                                        <p:attrNameLst>
                                          <p:attrName>style.visibility</p:attrName>
                                        </p:attrNameLst>
                                      </p:cBhvr>
                                      <p:to>
                                        <p:strVal val="visible"/>
                                      </p:to>
                                    </p:set>
                                    <p:anim calcmode="lin" valueType="num">
                                      <p:cBhvr>
                                        <p:cTn id="50"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51"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52" dur="500"/>
                                        <p:tgtEl>
                                          <p:spTgt spid="3">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anim calcmode="lin" valueType="num">
                                      <p:cBhvr>
                                        <p:cTn id="57"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58"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59" dur="500"/>
                                        <p:tgtEl>
                                          <p:spTgt spid="3">
                                            <p:txEl>
                                              <p:pRg st="4" end="4"/>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nodeType="clickEffect">
                                  <p:stCondLst>
                                    <p:cond delay="0"/>
                                  </p:stCondLst>
                                  <p:childTnLst>
                                    <p:set>
                                      <p:cBhvr>
                                        <p:cTn id="63" dur="1" fill="hold">
                                          <p:stCondLst>
                                            <p:cond delay="0"/>
                                          </p:stCondLst>
                                        </p:cTn>
                                        <p:tgtEl>
                                          <p:spTgt spid="3">
                                            <p:txEl>
                                              <p:pRg st="5" end="5"/>
                                            </p:txEl>
                                          </p:spTgt>
                                        </p:tgtEl>
                                        <p:attrNameLst>
                                          <p:attrName>style.visibility</p:attrName>
                                        </p:attrNameLst>
                                      </p:cBhvr>
                                      <p:to>
                                        <p:strVal val="visible"/>
                                      </p:to>
                                    </p:set>
                                    <p:anim calcmode="lin" valueType="num">
                                      <p:cBhvr>
                                        <p:cTn id="64"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65"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66" dur="500"/>
                                        <p:tgtEl>
                                          <p:spTgt spid="3">
                                            <p:txEl>
                                              <p:pRg st="5" end="5"/>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nodeType="clickEffect">
                                  <p:stCondLst>
                                    <p:cond delay="0"/>
                                  </p:stCondLst>
                                  <p:childTnLst>
                                    <p:set>
                                      <p:cBhvr>
                                        <p:cTn id="70" dur="1" fill="hold">
                                          <p:stCondLst>
                                            <p:cond delay="0"/>
                                          </p:stCondLst>
                                        </p:cTn>
                                        <p:tgtEl>
                                          <p:spTgt spid="3">
                                            <p:txEl>
                                              <p:pRg st="6" end="6"/>
                                            </p:txEl>
                                          </p:spTgt>
                                        </p:tgtEl>
                                        <p:attrNameLst>
                                          <p:attrName>style.visibility</p:attrName>
                                        </p:attrNameLst>
                                      </p:cBhvr>
                                      <p:to>
                                        <p:strVal val="visible"/>
                                      </p:to>
                                    </p:set>
                                    <p:anim calcmode="lin" valueType="num">
                                      <p:cBhvr>
                                        <p:cTn id="71"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72"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73" dur="500"/>
                                        <p:tgtEl>
                                          <p:spTgt spid="3">
                                            <p:txEl>
                                              <p:pRg st="6" end="6"/>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16" fill="hold" nodeType="clickEffect">
                                  <p:stCondLst>
                                    <p:cond delay="0"/>
                                  </p:stCondLst>
                                  <p:childTnLst>
                                    <p:set>
                                      <p:cBhvr>
                                        <p:cTn id="77" dur="1" fill="hold">
                                          <p:stCondLst>
                                            <p:cond delay="0"/>
                                          </p:stCondLst>
                                        </p:cTn>
                                        <p:tgtEl>
                                          <p:spTgt spid="3">
                                            <p:txEl>
                                              <p:pRg st="7" end="7"/>
                                            </p:txEl>
                                          </p:spTgt>
                                        </p:tgtEl>
                                        <p:attrNameLst>
                                          <p:attrName>style.visibility</p:attrName>
                                        </p:attrNameLst>
                                      </p:cBhvr>
                                      <p:to>
                                        <p:strVal val="visible"/>
                                      </p:to>
                                    </p:set>
                                    <p:anim calcmode="lin" valueType="num">
                                      <p:cBhvr>
                                        <p:cTn id="78"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79"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80" dur="500"/>
                                        <p:tgtEl>
                                          <p:spTgt spid="3">
                                            <p:txEl>
                                              <p:pRg st="7" end="7"/>
                                            </p:txEl>
                                          </p:spTgt>
                                        </p:tgtEl>
                                      </p:cBhvr>
                                    </p:animEffect>
                                  </p:childTnLst>
                                </p:cTn>
                              </p:par>
                              <p:par>
                                <p:cTn id="81" presetID="53" presetClass="entr" presetSubtype="16" fill="hold" nodeType="withEffect">
                                  <p:stCondLst>
                                    <p:cond delay="0"/>
                                  </p:stCondLst>
                                  <p:childTnLst>
                                    <p:set>
                                      <p:cBhvr>
                                        <p:cTn id="82" dur="1" fill="hold">
                                          <p:stCondLst>
                                            <p:cond delay="0"/>
                                          </p:stCondLst>
                                        </p:cTn>
                                        <p:tgtEl>
                                          <p:spTgt spid="3">
                                            <p:txEl>
                                              <p:pRg st="8" end="8"/>
                                            </p:txEl>
                                          </p:spTgt>
                                        </p:tgtEl>
                                        <p:attrNameLst>
                                          <p:attrName>style.visibility</p:attrName>
                                        </p:attrNameLst>
                                      </p:cBhvr>
                                      <p:to>
                                        <p:strVal val="visible"/>
                                      </p:to>
                                    </p:set>
                                    <p:anim calcmode="lin" valueType="num">
                                      <p:cBhvr>
                                        <p:cTn id="83"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84"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8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915566"/>
            <a:ext cx="8568952" cy="3816424"/>
          </a:xfrm>
        </p:spPr>
        <p:txBody>
          <a:bodyPr/>
          <a:lstStyle/>
          <a:p>
            <a:pPr>
              <a:lnSpc>
                <a:spcPts val="2400"/>
              </a:lnSpc>
              <a:spcBef>
                <a:spcPts val="0"/>
              </a:spcBef>
            </a:pPr>
            <a:r>
              <a:rPr lang="zh-CN" altLang="en-US" sz="2000" dirty="0">
                <a:cs typeface="Times New Roman" panose="02020603050405020304" pitchFamily="18" charset="0"/>
              </a:rPr>
              <a:t>多个非终结符</a:t>
            </a:r>
            <a:endParaRPr lang="en-US" altLang="zh-CN" sz="2000" dirty="0">
              <a:cs typeface="Times New Roman" panose="02020603050405020304" pitchFamily="18" charset="0"/>
            </a:endParaRPr>
          </a:p>
          <a:p>
            <a:pPr marL="0" indent="0" algn="ctr">
              <a:lnSpc>
                <a:spcPts val="2400"/>
              </a:lnSpc>
              <a:spcBef>
                <a:spcPts val="0"/>
              </a:spcBef>
              <a:buNone/>
            </a:pPr>
            <a:r>
              <a:rPr lang="en-US" altLang="zh-CN" sz="2000" i="1" dirty="0">
                <a:cs typeface="Times New Roman" panose="02020603050405020304" pitchFamily="18" charset="0"/>
              </a:rPr>
              <a:t>A</a:t>
            </a:r>
            <a:r>
              <a:rPr lang="en-US" altLang="zh-CN" sz="2000" dirty="0">
                <a:cs typeface="Times New Roman" panose="02020603050405020304" pitchFamily="18" charset="0"/>
              </a:rPr>
              <a:t>-&gt;</a:t>
            </a:r>
            <a:r>
              <a:rPr lang="en-US" altLang="zh-CN" sz="2000" i="1" dirty="0" err="1">
                <a:cs typeface="Times New Roman" panose="02020603050405020304" pitchFamily="18" charset="0"/>
              </a:rPr>
              <a:t>Ba</a:t>
            </a:r>
            <a:r>
              <a:rPr lang="en-US" altLang="zh-CN" sz="2000" dirty="0" err="1">
                <a:cs typeface="Times New Roman" panose="02020603050405020304" pitchFamily="18" charset="0"/>
              </a:rPr>
              <a:t>|</a:t>
            </a:r>
            <a:r>
              <a:rPr lang="en-US" altLang="zh-CN" sz="2000" i="1" dirty="0" err="1">
                <a:cs typeface="Times New Roman" panose="02020603050405020304" pitchFamily="18" charset="0"/>
              </a:rPr>
              <a:t>a</a:t>
            </a:r>
            <a:r>
              <a:rPr lang="en-US" altLang="zh-CN" sz="2000" dirty="0">
                <a:cs typeface="Times New Roman" panose="02020603050405020304" pitchFamily="18" charset="0"/>
              </a:rPr>
              <a:t>  </a:t>
            </a:r>
            <a:r>
              <a:rPr lang="en-US" altLang="zh-CN" sz="2000" i="1" dirty="0">
                <a:cs typeface="Times New Roman" panose="02020603050405020304" pitchFamily="18" charset="0"/>
              </a:rPr>
              <a:t>B</a:t>
            </a:r>
            <a:r>
              <a:rPr lang="en-US" altLang="zh-CN" sz="2000" dirty="0">
                <a:cs typeface="Times New Roman" panose="02020603050405020304" pitchFamily="18" charset="0"/>
              </a:rPr>
              <a:t>-&gt;</a:t>
            </a:r>
            <a:r>
              <a:rPr lang="en-US" altLang="zh-CN" sz="2000" i="1" dirty="0" err="1">
                <a:cs typeface="Times New Roman" panose="02020603050405020304" pitchFamily="18" charset="0"/>
              </a:rPr>
              <a:t>Ab</a:t>
            </a:r>
            <a:r>
              <a:rPr lang="en-US" altLang="zh-CN" sz="2000" dirty="0" err="1">
                <a:cs typeface="Times New Roman" panose="02020603050405020304" pitchFamily="18" charset="0"/>
              </a:rPr>
              <a:t>|</a:t>
            </a:r>
            <a:r>
              <a:rPr lang="en-US" altLang="zh-CN" sz="2000" i="1" dirty="0" err="1">
                <a:cs typeface="Times New Roman" panose="02020603050405020304" pitchFamily="18" charset="0"/>
              </a:rPr>
              <a:t>Cb</a:t>
            </a:r>
            <a:r>
              <a:rPr lang="en-US" altLang="zh-CN" sz="2000" dirty="0" err="1">
                <a:cs typeface="Times New Roman" panose="02020603050405020304" pitchFamily="18" charset="0"/>
              </a:rPr>
              <a:t>|</a:t>
            </a:r>
            <a:r>
              <a:rPr lang="en-US" altLang="zh-CN" sz="2000" i="1" dirty="0" err="1">
                <a:cs typeface="Times New Roman" panose="02020603050405020304" pitchFamily="18" charset="0"/>
              </a:rPr>
              <a:t>b</a:t>
            </a:r>
            <a:r>
              <a:rPr lang="en-US" altLang="zh-CN" sz="2000" dirty="0">
                <a:cs typeface="Times New Roman" panose="02020603050405020304" pitchFamily="18" charset="0"/>
              </a:rPr>
              <a:t>   </a:t>
            </a:r>
            <a:r>
              <a:rPr lang="en-US" altLang="zh-CN" sz="2000" i="1" dirty="0">
                <a:cs typeface="Times New Roman" panose="02020603050405020304" pitchFamily="18" charset="0"/>
              </a:rPr>
              <a:t>C </a:t>
            </a:r>
            <a:r>
              <a:rPr lang="en-US" altLang="zh-CN" sz="2000" dirty="0">
                <a:cs typeface="Times New Roman" panose="02020603050405020304" pitchFamily="18" charset="0"/>
              </a:rPr>
              <a:t>-&gt; </a:t>
            </a:r>
            <a:r>
              <a:rPr lang="en-US" altLang="zh-CN" sz="2000" i="1" dirty="0" err="1">
                <a:cs typeface="Times New Roman" panose="02020603050405020304" pitchFamily="18" charset="0"/>
              </a:rPr>
              <a:t>Ac</a:t>
            </a:r>
            <a:r>
              <a:rPr lang="en-US" altLang="zh-CN" sz="2000" dirty="0" err="1">
                <a:cs typeface="Times New Roman" panose="02020603050405020304" pitchFamily="18" charset="0"/>
              </a:rPr>
              <a:t>|</a:t>
            </a:r>
            <a:r>
              <a:rPr lang="en-US" altLang="zh-CN" sz="2000" i="1" dirty="0" err="1">
                <a:cs typeface="Times New Roman" panose="02020603050405020304" pitchFamily="18" charset="0"/>
              </a:rPr>
              <a:t>c</a:t>
            </a:r>
            <a:endParaRPr lang="en-US" altLang="zh-CN" sz="2000" i="1" dirty="0">
              <a:cs typeface="Times New Roman" panose="02020603050405020304" pitchFamily="18" charset="0"/>
            </a:endParaRPr>
          </a:p>
          <a:p>
            <a:pPr marL="457200" indent="-457200">
              <a:lnSpc>
                <a:spcPts val="2400"/>
              </a:lnSpc>
              <a:spcBef>
                <a:spcPts val="500"/>
              </a:spcBef>
              <a:spcAft>
                <a:spcPts val="0"/>
              </a:spcAft>
              <a:buFont typeface="+mj-lt"/>
              <a:buAutoNum type="arabicPeriod"/>
            </a:pPr>
            <a:r>
              <a:rPr lang="zh-CN" altLang="en-US" sz="1800" dirty="0">
                <a:cs typeface="Times New Roman" panose="02020603050405020304" pitchFamily="18" charset="0"/>
              </a:rPr>
              <a:t>将非终结符排序 </a:t>
            </a:r>
            <a:r>
              <a:rPr lang="en-US" altLang="zh-CN" sz="1800" i="1" dirty="0">
                <a:cs typeface="Times New Roman" panose="02020603050405020304" pitchFamily="18" charset="0"/>
              </a:rPr>
              <a:t>A  B  C</a:t>
            </a:r>
            <a:r>
              <a:rPr lang="en-US" altLang="zh-CN" sz="1800" dirty="0">
                <a:cs typeface="Times New Roman" panose="02020603050405020304" pitchFamily="18" charset="0"/>
              </a:rPr>
              <a:t> ( </a:t>
            </a:r>
            <a:r>
              <a:rPr lang="zh-CN" altLang="en-US" sz="1800" dirty="0">
                <a:cs typeface="Times New Roman" panose="02020603050405020304" pitchFamily="18" charset="0"/>
              </a:rPr>
              <a:t>改造后的文法与排序有关 </a:t>
            </a:r>
            <a:r>
              <a:rPr lang="en-US" altLang="zh-CN" sz="1800" dirty="0">
                <a:cs typeface="Times New Roman" panose="02020603050405020304" pitchFamily="18" charset="0"/>
              </a:rPr>
              <a:t>)</a:t>
            </a:r>
          </a:p>
          <a:p>
            <a:pPr marL="457200" indent="-457200">
              <a:lnSpc>
                <a:spcPts val="2400"/>
              </a:lnSpc>
              <a:spcBef>
                <a:spcPts val="500"/>
              </a:spcBef>
              <a:spcAft>
                <a:spcPts val="0"/>
              </a:spcAft>
              <a:buFont typeface="+mj-lt"/>
              <a:buAutoNum type="arabicPeriod"/>
            </a:pPr>
            <a:r>
              <a:rPr lang="zh-CN" altLang="en-US" sz="1800" dirty="0">
                <a:cs typeface="Times New Roman" panose="02020603050405020304" pitchFamily="18" charset="0"/>
              </a:rPr>
              <a:t>首先处理</a:t>
            </a:r>
            <a:r>
              <a:rPr lang="en-US" altLang="zh-CN" sz="1800" i="1" dirty="0">
                <a:cs typeface="Times New Roman" panose="02020603050405020304" pitchFamily="18" charset="0"/>
              </a:rPr>
              <a:t>A</a:t>
            </a:r>
            <a:r>
              <a:rPr lang="zh-CN" altLang="en-US" sz="1800" dirty="0">
                <a:cs typeface="Times New Roman" panose="02020603050405020304" pitchFamily="18" charset="0"/>
              </a:rPr>
              <a:t>产生式</a:t>
            </a:r>
            <a:endParaRPr lang="en-US" altLang="zh-CN" sz="1800" dirty="0">
              <a:cs typeface="Times New Roman" panose="02020603050405020304" pitchFamily="18" charset="0"/>
            </a:endParaRPr>
          </a:p>
          <a:p>
            <a:pPr marL="760730" lvl="1" indent="-457200">
              <a:lnSpc>
                <a:spcPts val="2400"/>
              </a:lnSpc>
              <a:spcBef>
                <a:spcPts val="500"/>
              </a:spcBef>
              <a:spcAft>
                <a:spcPts val="0"/>
              </a:spcAft>
              <a:buFont typeface="+mj-ea"/>
              <a:buAutoNum type="circleNumDbPlain"/>
            </a:pPr>
            <a:r>
              <a:rPr lang="zh-CN" altLang="en-US" sz="1600" dirty="0">
                <a:cs typeface="Times New Roman" panose="02020603050405020304" pitchFamily="18" charset="0"/>
              </a:rPr>
              <a:t>消除</a:t>
            </a:r>
            <a:r>
              <a:rPr lang="en-US" altLang="zh-CN" sz="1600" dirty="0">
                <a:cs typeface="Times New Roman" panose="02020603050405020304" pitchFamily="18" charset="0"/>
              </a:rPr>
              <a:t>A</a:t>
            </a:r>
            <a:r>
              <a:rPr lang="zh-CN" altLang="en-US" sz="1600" dirty="0">
                <a:cs typeface="Times New Roman" panose="02020603050405020304" pitchFamily="18" charset="0"/>
              </a:rPr>
              <a:t>产生式的直接左递归</a:t>
            </a:r>
            <a:r>
              <a:rPr lang="en-US" altLang="zh-CN" sz="1600" dirty="0">
                <a:cs typeface="Times New Roman" panose="02020603050405020304" pitchFamily="18" charset="0"/>
              </a:rPr>
              <a:t>:</a:t>
            </a:r>
            <a:r>
              <a:rPr lang="zh-CN" altLang="en-US" sz="1600" dirty="0">
                <a:cs typeface="Times New Roman" panose="02020603050405020304" pitchFamily="18" charset="0"/>
              </a:rPr>
              <a:t>无直接左递归</a:t>
            </a:r>
            <a:endParaRPr lang="en-US" altLang="zh-CN" sz="1600" dirty="0">
              <a:cs typeface="Times New Roman" panose="02020603050405020304" pitchFamily="18" charset="0"/>
            </a:endParaRPr>
          </a:p>
          <a:p>
            <a:pPr marL="457200" indent="-457200">
              <a:lnSpc>
                <a:spcPts val="2400"/>
              </a:lnSpc>
              <a:spcBef>
                <a:spcPts val="500"/>
              </a:spcBef>
              <a:spcAft>
                <a:spcPts val="0"/>
              </a:spcAft>
              <a:buFont typeface="+mj-lt"/>
              <a:buAutoNum type="arabicPeriod"/>
            </a:pPr>
            <a:r>
              <a:rPr lang="zh-CN" altLang="en-US" sz="1800" dirty="0">
                <a:cs typeface="Times New Roman" panose="02020603050405020304" pitchFamily="18" charset="0"/>
              </a:rPr>
              <a:t>再处理</a:t>
            </a:r>
            <a:r>
              <a:rPr lang="en-US" altLang="zh-CN" sz="1800" i="1" dirty="0">
                <a:cs typeface="Times New Roman" panose="02020603050405020304" pitchFamily="18" charset="0"/>
              </a:rPr>
              <a:t>B</a:t>
            </a:r>
            <a:r>
              <a:rPr lang="zh-CN" altLang="en-US" sz="1800" dirty="0">
                <a:cs typeface="Times New Roman" panose="02020603050405020304" pitchFamily="18" charset="0"/>
              </a:rPr>
              <a:t>产生式</a:t>
            </a:r>
            <a:endParaRPr lang="en-US" altLang="zh-CN" sz="1800" dirty="0">
              <a:cs typeface="Times New Roman" panose="02020603050405020304" pitchFamily="18" charset="0"/>
            </a:endParaRPr>
          </a:p>
          <a:p>
            <a:pPr marL="646430" lvl="1" indent="-342900">
              <a:lnSpc>
                <a:spcPts val="2400"/>
              </a:lnSpc>
              <a:spcBef>
                <a:spcPts val="500"/>
              </a:spcBef>
              <a:spcAft>
                <a:spcPts val="0"/>
              </a:spcAft>
              <a:buFont typeface="+mj-ea"/>
              <a:buAutoNum type="circleNumDbPlain"/>
            </a:pPr>
            <a:r>
              <a:rPr lang="zh-CN" altLang="en-US" sz="1600" dirty="0">
                <a:cs typeface="Times New Roman" panose="02020603050405020304" pitchFamily="18" charset="0"/>
              </a:rPr>
              <a:t>将排在</a:t>
            </a:r>
            <a:r>
              <a:rPr lang="en-US" altLang="zh-CN" sz="1600" dirty="0">
                <a:cs typeface="Times New Roman" panose="02020603050405020304" pitchFamily="18" charset="0"/>
              </a:rPr>
              <a:t>B</a:t>
            </a:r>
            <a:r>
              <a:rPr lang="zh-CN" altLang="en-US" sz="1600" dirty="0">
                <a:cs typeface="Times New Roman" panose="02020603050405020304" pitchFamily="18" charset="0"/>
              </a:rPr>
              <a:t>之前的非终结符依次代入</a:t>
            </a:r>
            <a:r>
              <a:rPr lang="en-US" altLang="zh-CN" sz="1600" dirty="0">
                <a:cs typeface="Times New Roman" panose="02020603050405020304" pitchFamily="18" charset="0"/>
              </a:rPr>
              <a:t>B</a:t>
            </a:r>
            <a:r>
              <a:rPr lang="zh-CN" altLang="en-US" sz="1600" dirty="0">
                <a:cs typeface="Times New Roman" panose="02020603050405020304" pitchFamily="18" charset="0"/>
              </a:rPr>
              <a:t>产生式</a:t>
            </a:r>
            <a:r>
              <a:rPr lang="en-US" altLang="zh-CN" sz="1600" dirty="0">
                <a:cs typeface="Times New Roman" panose="02020603050405020304" pitchFamily="18" charset="0"/>
              </a:rPr>
              <a:t>: </a:t>
            </a:r>
            <a:r>
              <a:rPr lang="zh-CN" altLang="en-US" sz="1600" dirty="0">
                <a:cs typeface="Times New Roman" panose="02020603050405020304" pitchFamily="18" charset="0"/>
              </a:rPr>
              <a:t>将</a:t>
            </a:r>
            <a:r>
              <a:rPr lang="en-US" altLang="zh-CN" sz="1600" dirty="0">
                <a:cs typeface="Times New Roman" panose="02020603050405020304" pitchFamily="18" charset="0"/>
              </a:rPr>
              <a:t>A</a:t>
            </a:r>
            <a:r>
              <a:rPr lang="zh-CN" altLang="en-US" sz="1600" dirty="0">
                <a:cs typeface="Times New Roman" panose="02020603050405020304" pitchFamily="18" charset="0"/>
              </a:rPr>
              <a:t>的产生式代入</a:t>
            </a:r>
            <a:r>
              <a:rPr lang="en-US" altLang="zh-CN" sz="1600" dirty="0">
                <a:cs typeface="Times New Roman" panose="02020603050405020304" pitchFamily="18" charset="0"/>
              </a:rPr>
              <a:t>B</a:t>
            </a:r>
          </a:p>
          <a:p>
            <a:pPr marL="646430" lvl="1" indent="-342900">
              <a:lnSpc>
                <a:spcPts val="2400"/>
              </a:lnSpc>
              <a:spcBef>
                <a:spcPts val="500"/>
              </a:spcBef>
              <a:spcAft>
                <a:spcPts val="0"/>
              </a:spcAft>
              <a:buFont typeface="+mj-ea"/>
              <a:buAutoNum type="circleNumDbPlain"/>
            </a:pPr>
            <a:r>
              <a:rPr lang="zh-CN" altLang="en-US" sz="1600" dirty="0">
                <a:cs typeface="Times New Roman" panose="02020603050405020304" pitchFamily="18" charset="0"/>
              </a:rPr>
              <a:t>消除</a:t>
            </a:r>
            <a:r>
              <a:rPr lang="en-US" altLang="zh-CN" sz="1600" dirty="0">
                <a:cs typeface="Times New Roman" panose="02020603050405020304" pitchFamily="18" charset="0"/>
              </a:rPr>
              <a:t>B</a:t>
            </a:r>
            <a:r>
              <a:rPr lang="zh-CN" altLang="en-US" sz="1600" dirty="0">
                <a:cs typeface="Times New Roman" panose="02020603050405020304" pitchFamily="18" charset="0"/>
              </a:rPr>
              <a:t>产生式的直接左递归</a:t>
            </a:r>
            <a:endParaRPr lang="en-US" altLang="zh-CN" sz="1600" dirty="0">
              <a:cs typeface="Times New Roman" panose="02020603050405020304" pitchFamily="18" charset="0"/>
            </a:endParaRPr>
          </a:p>
          <a:p>
            <a:pPr marL="342900" indent="-342900">
              <a:lnSpc>
                <a:spcPts val="2400"/>
              </a:lnSpc>
              <a:spcBef>
                <a:spcPts val="500"/>
              </a:spcBef>
              <a:spcAft>
                <a:spcPts val="0"/>
              </a:spcAft>
              <a:buFont typeface="+mj-ea"/>
              <a:buAutoNum type="arabicPeriod"/>
            </a:pPr>
            <a:r>
              <a:rPr lang="zh-CN" altLang="en-US" sz="1800" dirty="0">
                <a:cs typeface="Times New Roman" panose="02020603050405020304" pitchFamily="18" charset="0"/>
              </a:rPr>
              <a:t>最后处理</a:t>
            </a:r>
            <a:r>
              <a:rPr lang="en-US" altLang="zh-CN" sz="1800" i="1" dirty="0">
                <a:cs typeface="Times New Roman" panose="02020603050405020304" pitchFamily="18" charset="0"/>
              </a:rPr>
              <a:t>C</a:t>
            </a:r>
            <a:r>
              <a:rPr lang="zh-CN" altLang="en-US" sz="1800" dirty="0">
                <a:cs typeface="Times New Roman" panose="02020603050405020304" pitchFamily="18" charset="0"/>
              </a:rPr>
              <a:t>产生式</a:t>
            </a:r>
            <a:endParaRPr lang="en-US" altLang="zh-CN" sz="1800" dirty="0">
              <a:cs typeface="Times New Roman" panose="02020603050405020304" pitchFamily="18" charset="0"/>
            </a:endParaRPr>
          </a:p>
          <a:p>
            <a:pPr marL="646430" lvl="1" indent="-342900">
              <a:lnSpc>
                <a:spcPts val="2400"/>
              </a:lnSpc>
              <a:spcBef>
                <a:spcPts val="500"/>
              </a:spcBef>
              <a:spcAft>
                <a:spcPts val="0"/>
              </a:spcAft>
              <a:buFont typeface="+mj-ea"/>
              <a:buAutoNum type="circleNumDbPlain"/>
            </a:pPr>
            <a:r>
              <a:rPr lang="zh-CN" altLang="en-US" sz="1600" dirty="0">
                <a:cs typeface="Times New Roman" panose="02020603050405020304" pitchFamily="18" charset="0"/>
              </a:rPr>
              <a:t>将排在</a:t>
            </a:r>
            <a:r>
              <a:rPr lang="en-US" altLang="zh-CN" sz="1600" dirty="0">
                <a:cs typeface="Times New Roman" panose="02020603050405020304" pitchFamily="18" charset="0"/>
              </a:rPr>
              <a:t>C</a:t>
            </a:r>
            <a:r>
              <a:rPr lang="zh-CN" altLang="en-US" sz="1600" dirty="0">
                <a:cs typeface="Times New Roman" panose="02020603050405020304" pitchFamily="18" charset="0"/>
              </a:rPr>
              <a:t>之前的非终结符依次代入</a:t>
            </a:r>
            <a:r>
              <a:rPr lang="en-US" altLang="zh-CN" sz="1600" dirty="0">
                <a:cs typeface="Times New Roman" panose="02020603050405020304" pitchFamily="18" charset="0"/>
              </a:rPr>
              <a:t>C</a:t>
            </a:r>
            <a:r>
              <a:rPr lang="zh-CN" altLang="en-US" sz="1600" dirty="0">
                <a:cs typeface="Times New Roman" panose="02020603050405020304" pitchFamily="18" charset="0"/>
              </a:rPr>
              <a:t>产生式</a:t>
            </a:r>
            <a:r>
              <a:rPr lang="en-US" altLang="zh-CN" sz="1600" dirty="0">
                <a:cs typeface="Times New Roman" panose="02020603050405020304" pitchFamily="18" charset="0"/>
              </a:rPr>
              <a:t>:</a:t>
            </a:r>
            <a:r>
              <a:rPr lang="zh-CN" altLang="en-US" sz="1600" dirty="0">
                <a:cs typeface="Times New Roman" panose="02020603050405020304" pitchFamily="18" charset="0"/>
              </a:rPr>
              <a:t>将</a:t>
            </a:r>
            <a:r>
              <a:rPr lang="en-US" altLang="zh-CN" sz="1600" dirty="0">
                <a:cs typeface="Times New Roman" panose="02020603050405020304" pitchFamily="18" charset="0"/>
              </a:rPr>
              <a:t>A</a:t>
            </a:r>
            <a:r>
              <a:rPr lang="zh-CN" altLang="en-US" sz="1600" dirty="0">
                <a:cs typeface="Times New Roman" panose="02020603050405020304" pitchFamily="18" charset="0"/>
              </a:rPr>
              <a:t>的产生式代入</a:t>
            </a:r>
            <a:r>
              <a:rPr lang="en-US" altLang="zh-CN" sz="1600" dirty="0">
                <a:cs typeface="Times New Roman" panose="02020603050405020304" pitchFamily="18" charset="0"/>
              </a:rPr>
              <a:t>C</a:t>
            </a:r>
            <a:r>
              <a:rPr lang="zh-CN" altLang="en-US" sz="1600" dirty="0">
                <a:cs typeface="Times New Roman" panose="02020603050405020304" pitchFamily="18" charset="0"/>
              </a:rPr>
              <a:t>，再将</a:t>
            </a:r>
            <a:r>
              <a:rPr lang="en-US" altLang="zh-CN" sz="1600" dirty="0">
                <a:cs typeface="Times New Roman" panose="02020603050405020304" pitchFamily="18" charset="0"/>
              </a:rPr>
              <a:t>B</a:t>
            </a:r>
            <a:r>
              <a:rPr lang="zh-CN" altLang="en-US" sz="1600" dirty="0">
                <a:cs typeface="Times New Roman" panose="02020603050405020304" pitchFamily="18" charset="0"/>
              </a:rPr>
              <a:t>的产生式代入</a:t>
            </a:r>
            <a:r>
              <a:rPr lang="en-US" altLang="zh-CN" sz="1600" dirty="0">
                <a:cs typeface="Times New Roman" panose="02020603050405020304" pitchFamily="18" charset="0"/>
              </a:rPr>
              <a:t>C</a:t>
            </a:r>
          </a:p>
          <a:p>
            <a:pPr marL="646430" lvl="1" indent="-342900">
              <a:lnSpc>
                <a:spcPts val="2400"/>
              </a:lnSpc>
              <a:spcBef>
                <a:spcPts val="500"/>
              </a:spcBef>
              <a:spcAft>
                <a:spcPts val="0"/>
              </a:spcAft>
              <a:buFont typeface="+mj-ea"/>
              <a:buAutoNum type="circleNumDbPlain"/>
            </a:pPr>
            <a:r>
              <a:rPr lang="zh-CN" altLang="en-US" sz="1600" dirty="0">
                <a:cs typeface="Times New Roman" panose="02020603050405020304" pitchFamily="18" charset="0"/>
              </a:rPr>
              <a:t>消除</a:t>
            </a:r>
            <a:r>
              <a:rPr lang="en-US" altLang="zh-CN" sz="1600" dirty="0">
                <a:cs typeface="Times New Roman" panose="02020603050405020304" pitchFamily="18" charset="0"/>
              </a:rPr>
              <a:t>C</a:t>
            </a:r>
            <a:r>
              <a:rPr lang="zh-CN" altLang="en-US" sz="1600" dirty="0">
                <a:cs typeface="Times New Roman" panose="02020603050405020304" pitchFamily="18" charset="0"/>
              </a:rPr>
              <a:t>产生式的直接左递归</a:t>
            </a:r>
            <a:endParaRPr lang="en-US" altLang="zh-CN" sz="1600" dirty="0">
              <a:cs typeface="Times New Roman" panose="02020603050405020304" pitchFamily="18" charset="0"/>
            </a:endParaRPr>
          </a:p>
        </p:txBody>
      </p:sp>
      <p:sp>
        <p:nvSpPr>
          <p:cNvPr id="3" name="标题 2"/>
          <p:cNvSpPr>
            <a:spLocks noGrp="1"/>
          </p:cNvSpPr>
          <p:nvPr>
            <p:ph type="title"/>
          </p:nvPr>
        </p:nvSpPr>
        <p:spPr/>
        <p:txBody>
          <a:bodyPr/>
          <a:lstStyle/>
          <a:p>
            <a:r>
              <a:rPr lang="zh-CN" altLang="en-US" spc="300" dirty="0">
                <a:latin typeface="微软雅黑" panose="020B0503020204020204" pitchFamily="34" charset="-122"/>
                <a:ea typeface="微软雅黑" panose="020B0503020204020204" pitchFamily="34" charset="-122"/>
                <a:cs typeface="Times New Roman" panose="02020603050405020304" pitchFamily="18" charset="0"/>
              </a:rPr>
              <a:t>消除间接左递归</a:t>
            </a:r>
            <a:endParaRPr lang="zh-CN" altLang="en-US" dirty="0"/>
          </a:p>
        </p:txBody>
      </p:sp>
      <p:sp>
        <p:nvSpPr>
          <p:cNvPr id="4" name="灯片编号占位符 3"/>
          <p:cNvSpPr>
            <a:spLocks noGrp="1"/>
          </p:cNvSpPr>
          <p:nvPr>
            <p:ph type="sldNum" sz="quarter" idx="12"/>
          </p:nvPr>
        </p:nvSpPr>
        <p:spPr/>
        <p:txBody>
          <a:bodyPr/>
          <a:lstStyle/>
          <a:p>
            <a:pPr>
              <a:defRPr/>
            </a:pPr>
            <a:fld id="{EA567855-7F13-4FC5-AD61-2B82F6443E16}" type="slidenum">
              <a:rPr lang="zh-CN" altLang="en-US" smtClean="0"/>
              <a:t>21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down)">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down)">
                                      <p:cBhvr>
                                        <p:cTn id="22" dur="500"/>
                                        <p:tgtEl>
                                          <p:spTgt spid="2">
                                            <p:txEl>
                                              <p:pRg st="3" end="3"/>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wipe(down)">
                                      <p:cBhvr>
                                        <p:cTn id="25" dur="500"/>
                                        <p:tgtEl>
                                          <p:spTgt spid="2">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animEffect transition="in" filter="wipe(down)">
                                      <p:cBhvr>
                                        <p:cTn id="30" dur="500"/>
                                        <p:tgtEl>
                                          <p:spTgt spid="2">
                                            <p:txEl>
                                              <p:pRg st="5" end="5"/>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animEffect transition="in" filter="wipe(down)">
                                      <p:cBhvr>
                                        <p:cTn id="33" dur="500"/>
                                        <p:tgtEl>
                                          <p:spTgt spid="2">
                                            <p:txEl>
                                              <p:pRg st="6" end="6"/>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2">
                                            <p:txEl>
                                              <p:pRg st="7" end="7"/>
                                            </p:txEl>
                                          </p:spTgt>
                                        </p:tgtEl>
                                        <p:attrNameLst>
                                          <p:attrName>style.visibility</p:attrName>
                                        </p:attrNameLst>
                                      </p:cBhvr>
                                      <p:to>
                                        <p:strVal val="visible"/>
                                      </p:to>
                                    </p:set>
                                    <p:animEffect transition="in" filter="wipe(down)">
                                      <p:cBhvr>
                                        <p:cTn id="36" dur="500"/>
                                        <p:tgtEl>
                                          <p:spTgt spid="2">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2">
                                            <p:txEl>
                                              <p:pRg st="8" end="8"/>
                                            </p:txEl>
                                          </p:spTgt>
                                        </p:tgtEl>
                                        <p:attrNameLst>
                                          <p:attrName>style.visibility</p:attrName>
                                        </p:attrNameLst>
                                      </p:cBhvr>
                                      <p:to>
                                        <p:strVal val="visible"/>
                                      </p:to>
                                    </p:set>
                                    <p:animEffect transition="in" filter="wipe(down)">
                                      <p:cBhvr>
                                        <p:cTn id="41" dur="500"/>
                                        <p:tgtEl>
                                          <p:spTgt spid="2">
                                            <p:txEl>
                                              <p:pRg st="8" end="8"/>
                                            </p:txEl>
                                          </p:spTgt>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2">
                                            <p:txEl>
                                              <p:pRg st="9" end="9"/>
                                            </p:txEl>
                                          </p:spTgt>
                                        </p:tgtEl>
                                        <p:attrNameLst>
                                          <p:attrName>style.visibility</p:attrName>
                                        </p:attrNameLst>
                                      </p:cBhvr>
                                      <p:to>
                                        <p:strVal val="visible"/>
                                      </p:to>
                                    </p:set>
                                    <p:animEffect transition="in" filter="wipe(down)">
                                      <p:cBhvr>
                                        <p:cTn id="44" dur="500"/>
                                        <p:tgtEl>
                                          <p:spTgt spid="2">
                                            <p:txEl>
                                              <p:pRg st="9" end="9"/>
                                            </p:txEl>
                                          </p:spTgt>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animEffect transition="in" filter="wipe(down)">
                                      <p:cBhvr>
                                        <p:cTn id="4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55576" y="915566"/>
            <a:ext cx="7632848" cy="3816424"/>
          </a:xfrm>
        </p:spPr>
        <p:txBody>
          <a:bodyPr/>
          <a:lstStyle/>
          <a:p>
            <a:pPr marL="0" indent="0" algn="ctr">
              <a:lnSpc>
                <a:spcPts val="2400"/>
              </a:lnSpc>
              <a:spcBef>
                <a:spcPts val="0"/>
              </a:spcBef>
              <a:buNone/>
            </a:pPr>
            <a:r>
              <a:rPr lang="en-US" altLang="zh-CN" i="1" dirty="0">
                <a:cs typeface="Times New Roman" panose="02020603050405020304" pitchFamily="18" charset="0"/>
              </a:rPr>
              <a:t>A</a:t>
            </a:r>
            <a:r>
              <a:rPr lang="en-US" altLang="zh-CN" dirty="0">
                <a:cs typeface="Times New Roman" panose="02020603050405020304" pitchFamily="18" charset="0"/>
              </a:rPr>
              <a:t>-&gt;</a:t>
            </a:r>
            <a:r>
              <a:rPr lang="en-US" altLang="zh-CN" i="1" dirty="0" err="1">
                <a:cs typeface="Times New Roman" panose="02020603050405020304" pitchFamily="18" charset="0"/>
              </a:rPr>
              <a:t>Ba</a:t>
            </a:r>
            <a:r>
              <a:rPr lang="en-US" altLang="zh-CN" dirty="0" err="1">
                <a:cs typeface="Times New Roman" panose="02020603050405020304" pitchFamily="18" charset="0"/>
              </a:rPr>
              <a:t>|</a:t>
            </a:r>
            <a:r>
              <a:rPr lang="en-US" altLang="zh-CN" i="1" dirty="0" err="1">
                <a:cs typeface="Times New Roman" panose="02020603050405020304" pitchFamily="18" charset="0"/>
              </a:rPr>
              <a:t>a</a:t>
            </a:r>
            <a:r>
              <a:rPr lang="en-US" altLang="zh-CN" dirty="0">
                <a:cs typeface="Times New Roman" panose="02020603050405020304" pitchFamily="18" charset="0"/>
              </a:rPr>
              <a:t>  </a:t>
            </a:r>
            <a:r>
              <a:rPr lang="en-US" altLang="zh-CN" i="1" dirty="0">
                <a:cs typeface="Times New Roman" panose="02020603050405020304" pitchFamily="18" charset="0"/>
              </a:rPr>
              <a:t>B</a:t>
            </a:r>
            <a:r>
              <a:rPr lang="en-US" altLang="zh-CN" dirty="0">
                <a:cs typeface="Times New Roman" panose="02020603050405020304" pitchFamily="18" charset="0"/>
              </a:rPr>
              <a:t>-&gt;</a:t>
            </a:r>
            <a:r>
              <a:rPr lang="en-US" altLang="zh-CN" i="1" dirty="0" err="1">
                <a:cs typeface="Times New Roman" panose="02020603050405020304" pitchFamily="18" charset="0"/>
              </a:rPr>
              <a:t>Ab</a:t>
            </a:r>
            <a:r>
              <a:rPr lang="en-US" altLang="zh-CN" dirty="0" err="1">
                <a:cs typeface="Times New Roman" panose="02020603050405020304" pitchFamily="18" charset="0"/>
              </a:rPr>
              <a:t>|</a:t>
            </a:r>
            <a:r>
              <a:rPr lang="en-US" altLang="zh-CN" i="1" dirty="0" err="1">
                <a:cs typeface="Times New Roman" panose="02020603050405020304" pitchFamily="18" charset="0"/>
              </a:rPr>
              <a:t>Cb</a:t>
            </a:r>
            <a:r>
              <a:rPr lang="en-US" altLang="zh-CN" dirty="0" err="1">
                <a:cs typeface="Times New Roman" panose="02020603050405020304" pitchFamily="18" charset="0"/>
              </a:rPr>
              <a:t>|</a:t>
            </a:r>
            <a:r>
              <a:rPr lang="en-US" altLang="zh-CN" i="1" dirty="0" err="1">
                <a:cs typeface="Times New Roman" panose="02020603050405020304" pitchFamily="18" charset="0"/>
              </a:rPr>
              <a:t>b</a:t>
            </a:r>
            <a:r>
              <a:rPr lang="en-US" altLang="zh-CN" dirty="0">
                <a:cs typeface="Times New Roman" panose="02020603050405020304" pitchFamily="18" charset="0"/>
              </a:rPr>
              <a:t>   </a:t>
            </a:r>
            <a:r>
              <a:rPr lang="en-US" altLang="zh-CN" i="1" dirty="0">
                <a:cs typeface="Times New Roman" panose="02020603050405020304" pitchFamily="18" charset="0"/>
              </a:rPr>
              <a:t>C </a:t>
            </a:r>
            <a:r>
              <a:rPr lang="en-US" altLang="zh-CN" dirty="0">
                <a:cs typeface="Times New Roman" panose="02020603050405020304" pitchFamily="18" charset="0"/>
              </a:rPr>
              <a:t>-&gt; </a:t>
            </a:r>
            <a:r>
              <a:rPr lang="en-US" altLang="zh-CN" i="1" dirty="0" err="1">
                <a:cs typeface="Times New Roman" panose="02020603050405020304" pitchFamily="18" charset="0"/>
              </a:rPr>
              <a:t>Ac</a:t>
            </a:r>
            <a:r>
              <a:rPr lang="en-US" altLang="zh-CN" dirty="0" err="1">
                <a:cs typeface="Times New Roman" panose="02020603050405020304" pitchFamily="18" charset="0"/>
              </a:rPr>
              <a:t>|</a:t>
            </a:r>
            <a:r>
              <a:rPr lang="en-US" altLang="zh-CN" i="1" dirty="0" err="1">
                <a:cs typeface="Times New Roman" panose="02020603050405020304" pitchFamily="18" charset="0"/>
              </a:rPr>
              <a:t>c</a:t>
            </a:r>
            <a:endParaRPr lang="en-US" altLang="zh-CN" i="1" dirty="0">
              <a:cs typeface="Times New Roman" panose="02020603050405020304" pitchFamily="18" charset="0"/>
            </a:endParaRPr>
          </a:p>
          <a:p>
            <a:pPr marL="0" indent="0">
              <a:lnSpc>
                <a:spcPct val="150000"/>
              </a:lnSpc>
              <a:spcBef>
                <a:spcPts val="0"/>
              </a:spcBef>
              <a:buNone/>
            </a:pPr>
            <a:r>
              <a:rPr lang="zh-CN" altLang="en-US" dirty="0">
                <a:cs typeface="Times New Roman" panose="02020603050405020304" pitchFamily="18" charset="0"/>
              </a:rPr>
              <a:t>例：将非终符排序 </a:t>
            </a:r>
            <a:r>
              <a:rPr lang="en-US" altLang="zh-CN" i="1" dirty="0">
                <a:cs typeface="Times New Roman" panose="02020603050405020304" pitchFamily="18" charset="0"/>
              </a:rPr>
              <a:t>A  B  C</a:t>
            </a:r>
            <a:r>
              <a:rPr lang="zh-CN" altLang="en-US" i="1" dirty="0">
                <a:cs typeface="Times New Roman" panose="02020603050405020304" pitchFamily="18" charset="0"/>
              </a:rPr>
              <a:t>，</a:t>
            </a:r>
            <a:r>
              <a:rPr lang="zh-CN" altLang="en-US" dirty="0">
                <a:cs typeface="Times New Roman" panose="02020603050405020304" pitchFamily="18" charset="0"/>
              </a:rPr>
              <a:t>消除间接左递归之后：</a:t>
            </a:r>
            <a:endParaRPr lang="en-US" altLang="zh-CN" dirty="0">
              <a:cs typeface="Times New Roman" panose="02020603050405020304" pitchFamily="18" charset="0"/>
            </a:endParaRPr>
          </a:p>
          <a:p>
            <a:pPr marL="0" indent="0">
              <a:lnSpc>
                <a:spcPts val="2400"/>
              </a:lnSpc>
              <a:spcBef>
                <a:spcPts val="0"/>
              </a:spcBef>
              <a:buNone/>
            </a:pPr>
            <a:r>
              <a:rPr lang="en-US" altLang="zh-CN" dirty="0">
                <a:cs typeface="Times New Roman" panose="02020603050405020304" pitchFamily="18" charset="0"/>
              </a:rPr>
              <a:t>  </a:t>
            </a:r>
          </a:p>
          <a:p>
            <a:pPr marL="0" indent="0">
              <a:lnSpc>
                <a:spcPts val="2400"/>
              </a:lnSpc>
              <a:spcBef>
                <a:spcPts val="0"/>
              </a:spcBef>
              <a:buNone/>
            </a:pPr>
            <a:r>
              <a:rPr lang="en-US" altLang="zh-CN" i="1" dirty="0">
                <a:cs typeface="Times New Roman" panose="02020603050405020304" pitchFamily="18" charset="0"/>
              </a:rPr>
              <a:t>A</a:t>
            </a:r>
            <a:r>
              <a:rPr lang="en-US" altLang="zh-CN" dirty="0">
                <a:cs typeface="Times New Roman" panose="02020603050405020304" pitchFamily="18" charset="0"/>
              </a:rPr>
              <a:t>-&gt;</a:t>
            </a:r>
            <a:r>
              <a:rPr lang="en-US" altLang="zh-CN" i="1" dirty="0" err="1">
                <a:cs typeface="Times New Roman" panose="02020603050405020304" pitchFamily="18" charset="0"/>
              </a:rPr>
              <a:t>Ba</a:t>
            </a:r>
            <a:r>
              <a:rPr lang="en-US" altLang="zh-CN" dirty="0" err="1">
                <a:cs typeface="Times New Roman" panose="02020603050405020304" pitchFamily="18" charset="0"/>
              </a:rPr>
              <a:t>|</a:t>
            </a:r>
            <a:r>
              <a:rPr lang="en-US" altLang="zh-CN" i="1" dirty="0" err="1">
                <a:cs typeface="Times New Roman" panose="02020603050405020304" pitchFamily="18" charset="0"/>
              </a:rPr>
              <a:t>a</a:t>
            </a:r>
            <a:endParaRPr lang="en-US" altLang="zh-CN" i="1" dirty="0">
              <a:cs typeface="Times New Roman" panose="02020603050405020304" pitchFamily="18" charset="0"/>
            </a:endParaRPr>
          </a:p>
          <a:p>
            <a:pPr marL="0" indent="0">
              <a:lnSpc>
                <a:spcPts val="2400"/>
              </a:lnSpc>
              <a:spcBef>
                <a:spcPts val="0"/>
              </a:spcBef>
              <a:buNone/>
            </a:pPr>
            <a:r>
              <a:rPr lang="en-US" altLang="zh-CN" dirty="0">
                <a:cs typeface="Times New Roman" panose="02020603050405020304" pitchFamily="18" charset="0"/>
              </a:rPr>
              <a:t>  </a:t>
            </a:r>
          </a:p>
          <a:p>
            <a:pPr marL="0" indent="0">
              <a:lnSpc>
                <a:spcPts val="2400"/>
              </a:lnSpc>
              <a:spcBef>
                <a:spcPts val="0"/>
              </a:spcBef>
              <a:buNone/>
            </a:pPr>
            <a:r>
              <a:rPr lang="en-US" altLang="zh-CN" i="1" dirty="0">
                <a:cs typeface="Times New Roman" panose="02020603050405020304" pitchFamily="18" charset="0"/>
              </a:rPr>
              <a:t>B</a:t>
            </a:r>
            <a:r>
              <a:rPr lang="en-US" altLang="zh-CN" dirty="0">
                <a:cs typeface="Times New Roman" panose="02020603050405020304" pitchFamily="18" charset="0"/>
              </a:rPr>
              <a:t>-&gt;</a:t>
            </a:r>
            <a:r>
              <a:rPr lang="en-US" altLang="zh-CN" i="1" dirty="0">
                <a:cs typeface="Times New Roman" panose="02020603050405020304" pitchFamily="18" charset="0"/>
              </a:rPr>
              <a:t> </a:t>
            </a:r>
            <a:r>
              <a:rPr lang="en-US" altLang="zh-CN" i="1" dirty="0" err="1">
                <a:cs typeface="Times New Roman" panose="02020603050405020304" pitchFamily="18" charset="0"/>
              </a:rPr>
              <a:t>abB</a:t>
            </a:r>
            <a:r>
              <a:rPr lang="en-US" altLang="zh-CN" i="1" dirty="0">
                <a:cs typeface="Times New Roman" panose="02020603050405020304" pitchFamily="18" charset="0"/>
              </a:rPr>
              <a:t>’</a:t>
            </a:r>
            <a:r>
              <a:rPr lang="en-US" altLang="zh-CN" dirty="0">
                <a:cs typeface="Times New Roman" panose="02020603050405020304" pitchFamily="18" charset="0"/>
              </a:rPr>
              <a:t>|</a:t>
            </a:r>
            <a:r>
              <a:rPr lang="en-US" altLang="zh-CN" i="1" dirty="0" err="1">
                <a:cs typeface="Times New Roman" panose="02020603050405020304" pitchFamily="18" charset="0"/>
              </a:rPr>
              <a:t>CbB</a:t>
            </a:r>
            <a:r>
              <a:rPr lang="en-US" altLang="zh-CN" i="1" dirty="0">
                <a:cs typeface="Times New Roman" panose="02020603050405020304" pitchFamily="18" charset="0"/>
              </a:rPr>
              <a:t>’</a:t>
            </a:r>
            <a:r>
              <a:rPr lang="en-US" altLang="zh-CN" dirty="0">
                <a:cs typeface="Times New Roman" panose="02020603050405020304" pitchFamily="18" charset="0"/>
              </a:rPr>
              <a:t>|</a:t>
            </a:r>
            <a:r>
              <a:rPr lang="en-US" altLang="zh-CN" i="1" dirty="0" err="1">
                <a:cs typeface="Times New Roman" panose="02020603050405020304" pitchFamily="18" charset="0"/>
              </a:rPr>
              <a:t>bB</a:t>
            </a:r>
            <a:r>
              <a:rPr lang="en-US" altLang="zh-CN" i="1" dirty="0">
                <a:cs typeface="Times New Roman" panose="02020603050405020304" pitchFamily="18" charset="0"/>
              </a:rPr>
              <a:t>’</a:t>
            </a:r>
          </a:p>
          <a:p>
            <a:pPr marL="0" indent="0">
              <a:lnSpc>
                <a:spcPts val="2400"/>
              </a:lnSpc>
              <a:spcBef>
                <a:spcPts val="0"/>
              </a:spcBef>
              <a:buNone/>
            </a:pPr>
            <a:r>
              <a:rPr lang="en-US" altLang="zh-CN" i="1" dirty="0">
                <a:cs typeface="Times New Roman" panose="02020603050405020304" pitchFamily="18" charset="0"/>
              </a:rPr>
              <a:t>B’</a:t>
            </a:r>
            <a:r>
              <a:rPr lang="en-US" altLang="zh-CN" dirty="0">
                <a:cs typeface="Times New Roman" panose="02020603050405020304" pitchFamily="18" charset="0"/>
              </a:rPr>
              <a:t> -&gt;</a:t>
            </a:r>
            <a:r>
              <a:rPr lang="en-US" altLang="zh-CN" i="1" dirty="0">
                <a:cs typeface="Times New Roman" panose="02020603050405020304" pitchFamily="18" charset="0"/>
              </a:rPr>
              <a:t> </a:t>
            </a:r>
            <a:r>
              <a:rPr lang="en-US" altLang="zh-CN" i="1" dirty="0" err="1">
                <a:cs typeface="Times New Roman" panose="02020603050405020304" pitchFamily="18" charset="0"/>
              </a:rPr>
              <a:t>abB</a:t>
            </a:r>
            <a:r>
              <a:rPr lang="en-US" altLang="zh-CN" i="1" dirty="0">
                <a:cs typeface="Times New Roman" panose="02020603050405020304" pitchFamily="18" charset="0"/>
              </a:rPr>
              <a:t>’</a:t>
            </a:r>
            <a:r>
              <a:rPr lang="en-US" altLang="zh-CN" dirty="0">
                <a:cs typeface="Times New Roman" panose="02020603050405020304" pitchFamily="18" charset="0"/>
              </a:rPr>
              <a:t> |</a:t>
            </a:r>
            <a:r>
              <a:rPr lang="en-US" altLang="zh-CN" i="1" dirty="0">
                <a:cs typeface="Times New Roman" panose="02020603050405020304" pitchFamily="18" charset="0"/>
              </a:rPr>
              <a:t> ε</a:t>
            </a:r>
          </a:p>
          <a:p>
            <a:pPr marL="0" indent="0">
              <a:lnSpc>
                <a:spcPts val="2400"/>
              </a:lnSpc>
              <a:spcBef>
                <a:spcPts val="0"/>
              </a:spcBef>
              <a:buNone/>
            </a:pPr>
            <a:endParaRPr lang="en-US" altLang="zh-CN" i="1" dirty="0">
              <a:cs typeface="Times New Roman" panose="02020603050405020304" pitchFamily="18" charset="0"/>
            </a:endParaRPr>
          </a:p>
          <a:p>
            <a:pPr marL="0" indent="0">
              <a:lnSpc>
                <a:spcPts val="2400"/>
              </a:lnSpc>
              <a:spcBef>
                <a:spcPts val="0"/>
              </a:spcBef>
              <a:buNone/>
            </a:pPr>
            <a:r>
              <a:rPr lang="en-US" altLang="zh-CN" i="1" dirty="0">
                <a:cs typeface="Times New Roman" panose="02020603050405020304" pitchFamily="18" charset="0"/>
              </a:rPr>
              <a:t>C </a:t>
            </a:r>
            <a:r>
              <a:rPr lang="en-US" altLang="zh-CN" dirty="0">
                <a:cs typeface="Times New Roman" panose="02020603050405020304" pitchFamily="18" charset="0"/>
              </a:rPr>
              <a:t>-&gt; </a:t>
            </a:r>
            <a:r>
              <a:rPr lang="en-US" altLang="zh-CN" i="1" dirty="0" err="1">
                <a:cs typeface="Times New Roman" panose="02020603050405020304" pitchFamily="18" charset="0"/>
              </a:rPr>
              <a:t>abB’acC</a:t>
            </a:r>
            <a:r>
              <a:rPr lang="en-US" altLang="zh-CN" i="1" dirty="0">
                <a:cs typeface="Times New Roman" panose="02020603050405020304" pitchFamily="18" charset="0"/>
              </a:rPr>
              <a:t>’</a:t>
            </a:r>
            <a:r>
              <a:rPr lang="en-US" altLang="zh-CN" dirty="0">
                <a:cs typeface="Times New Roman" panose="02020603050405020304" pitchFamily="18" charset="0"/>
              </a:rPr>
              <a:t>| </a:t>
            </a:r>
            <a:r>
              <a:rPr lang="en-US" altLang="zh-CN" i="1" dirty="0" err="1">
                <a:cs typeface="Times New Roman" panose="02020603050405020304" pitchFamily="18" charset="0"/>
              </a:rPr>
              <a:t>bB</a:t>
            </a:r>
            <a:r>
              <a:rPr lang="en-US" altLang="zh-CN" i="1" dirty="0">
                <a:cs typeface="Times New Roman" panose="02020603050405020304" pitchFamily="18" charset="0"/>
              </a:rPr>
              <a:t>’ </a:t>
            </a:r>
            <a:r>
              <a:rPr lang="en-US" altLang="zh-CN" i="1" dirty="0" err="1">
                <a:cs typeface="Times New Roman" panose="02020603050405020304" pitchFamily="18" charset="0"/>
              </a:rPr>
              <a:t>acC</a:t>
            </a:r>
            <a:r>
              <a:rPr lang="en-US" altLang="zh-CN" i="1" dirty="0">
                <a:cs typeface="Times New Roman" panose="02020603050405020304" pitchFamily="18" charset="0"/>
              </a:rPr>
              <a:t>’</a:t>
            </a:r>
            <a:r>
              <a:rPr lang="en-US" altLang="zh-CN" dirty="0">
                <a:cs typeface="Times New Roman" panose="02020603050405020304" pitchFamily="18" charset="0"/>
              </a:rPr>
              <a:t>| </a:t>
            </a:r>
            <a:r>
              <a:rPr lang="en-US" altLang="zh-CN" i="1" dirty="0" err="1">
                <a:cs typeface="Times New Roman" panose="02020603050405020304" pitchFamily="18" charset="0"/>
              </a:rPr>
              <a:t>acC</a:t>
            </a:r>
            <a:r>
              <a:rPr lang="en-US" altLang="zh-CN" i="1" dirty="0">
                <a:cs typeface="Times New Roman" panose="02020603050405020304" pitchFamily="18" charset="0"/>
              </a:rPr>
              <a:t>’</a:t>
            </a:r>
            <a:r>
              <a:rPr lang="en-US" altLang="zh-CN" dirty="0">
                <a:cs typeface="Times New Roman" panose="02020603050405020304" pitchFamily="18" charset="0"/>
              </a:rPr>
              <a:t>| </a:t>
            </a:r>
            <a:r>
              <a:rPr lang="en-US" altLang="zh-CN" i="1" dirty="0" err="1">
                <a:cs typeface="Times New Roman" panose="02020603050405020304" pitchFamily="18" charset="0"/>
              </a:rPr>
              <a:t>cC</a:t>
            </a:r>
            <a:r>
              <a:rPr lang="en-US" altLang="zh-CN" i="1" dirty="0">
                <a:cs typeface="Times New Roman" panose="02020603050405020304" pitchFamily="18" charset="0"/>
              </a:rPr>
              <a:t>’</a:t>
            </a:r>
          </a:p>
          <a:p>
            <a:pPr marL="0" indent="0">
              <a:lnSpc>
                <a:spcPts val="2400"/>
              </a:lnSpc>
              <a:spcBef>
                <a:spcPts val="0"/>
              </a:spcBef>
              <a:buNone/>
            </a:pPr>
            <a:r>
              <a:rPr lang="en-US" altLang="zh-CN" i="1" dirty="0">
                <a:cs typeface="Times New Roman" panose="02020603050405020304" pitchFamily="18" charset="0"/>
              </a:rPr>
              <a:t>C’ </a:t>
            </a:r>
            <a:r>
              <a:rPr lang="en-US" altLang="zh-CN" dirty="0">
                <a:cs typeface="Times New Roman" panose="02020603050405020304" pitchFamily="18" charset="0"/>
              </a:rPr>
              <a:t>-&gt; </a:t>
            </a:r>
            <a:r>
              <a:rPr lang="en-US" altLang="zh-CN" i="1" dirty="0" err="1">
                <a:cs typeface="Times New Roman" panose="02020603050405020304" pitchFamily="18" charset="0"/>
              </a:rPr>
              <a:t>bB’acC</a:t>
            </a:r>
            <a:r>
              <a:rPr lang="en-US" altLang="zh-CN" i="1" dirty="0">
                <a:cs typeface="Times New Roman" panose="02020603050405020304" pitchFamily="18" charset="0"/>
              </a:rPr>
              <a:t>’ </a:t>
            </a:r>
            <a:r>
              <a:rPr lang="en-US" altLang="zh-CN" dirty="0">
                <a:cs typeface="Times New Roman" panose="02020603050405020304" pitchFamily="18" charset="0"/>
              </a:rPr>
              <a:t>| </a:t>
            </a:r>
            <a:r>
              <a:rPr lang="en-US" altLang="zh-CN" i="1" dirty="0">
                <a:cs typeface="Times New Roman" panose="02020603050405020304" pitchFamily="18" charset="0"/>
              </a:rPr>
              <a:t>ε</a:t>
            </a:r>
          </a:p>
          <a:p>
            <a:pPr marL="0" indent="0">
              <a:lnSpc>
                <a:spcPts val="2400"/>
              </a:lnSpc>
              <a:spcBef>
                <a:spcPts val="0"/>
              </a:spcBef>
              <a:buNone/>
            </a:pPr>
            <a:endParaRPr lang="en-US" altLang="zh-CN" sz="2000" i="1" dirty="0">
              <a:cs typeface="Times New Roman" panose="02020603050405020304" pitchFamily="18" charset="0"/>
            </a:endParaRPr>
          </a:p>
          <a:p>
            <a:pPr marL="0" indent="0">
              <a:lnSpc>
                <a:spcPts val="2400"/>
              </a:lnSpc>
              <a:spcBef>
                <a:spcPts val="0"/>
              </a:spcBef>
              <a:buNone/>
            </a:pPr>
            <a:endParaRPr lang="en-US" altLang="zh-CN" sz="2000" i="1" dirty="0">
              <a:cs typeface="Times New Roman" panose="02020603050405020304" pitchFamily="18" charset="0"/>
            </a:endParaRPr>
          </a:p>
          <a:p>
            <a:pPr marL="0" indent="0">
              <a:lnSpc>
                <a:spcPts val="2400"/>
              </a:lnSpc>
              <a:spcBef>
                <a:spcPts val="0"/>
              </a:spcBef>
              <a:buNone/>
            </a:pPr>
            <a:endParaRPr lang="en-US" altLang="zh-CN" sz="2000" i="1" dirty="0">
              <a:cs typeface="Times New Roman" panose="02020603050405020304" pitchFamily="18" charset="0"/>
            </a:endParaRPr>
          </a:p>
        </p:txBody>
      </p:sp>
      <p:sp>
        <p:nvSpPr>
          <p:cNvPr id="3" name="标题 2"/>
          <p:cNvSpPr>
            <a:spLocks noGrp="1"/>
          </p:cNvSpPr>
          <p:nvPr>
            <p:ph type="title"/>
          </p:nvPr>
        </p:nvSpPr>
        <p:spPr/>
        <p:txBody>
          <a:bodyPr/>
          <a:lstStyle/>
          <a:p>
            <a:r>
              <a:rPr lang="zh-CN" altLang="en-US" spc="300" dirty="0">
                <a:latin typeface="微软雅黑" panose="020B0503020204020204" pitchFamily="34" charset="-122"/>
                <a:ea typeface="微软雅黑" panose="020B0503020204020204" pitchFamily="34" charset="-122"/>
                <a:cs typeface="Times New Roman" panose="02020603050405020304" pitchFamily="18" charset="0"/>
              </a:rPr>
              <a:t>消除间接左递归</a:t>
            </a:r>
            <a:endParaRPr lang="zh-CN" altLang="en-US" dirty="0"/>
          </a:p>
        </p:txBody>
      </p:sp>
      <p:sp>
        <p:nvSpPr>
          <p:cNvPr id="4" name="灯片编号占位符 3"/>
          <p:cNvSpPr>
            <a:spLocks noGrp="1"/>
          </p:cNvSpPr>
          <p:nvPr>
            <p:ph type="sldNum" sz="quarter" idx="12"/>
          </p:nvPr>
        </p:nvSpPr>
        <p:spPr/>
        <p:txBody>
          <a:bodyPr/>
          <a:lstStyle/>
          <a:p>
            <a:pPr>
              <a:defRPr/>
            </a:pPr>
            <a:fld id="{EA567855-7F13-4FC5-AD61-2B82F6443E16}" type="slidenum">
              <a:rPr lang="zh-CN" altLang="en-US" smtClean="0"/>
              <a:t>22</a:t>
            </a:fld>
            <a:endParaRPr lang="en-US" altLang="zh-CN"/>
          </a:p>
        </p:txBody>
      </p:sp>
      <p:sp>
        <p:nvSpPr>
          <p:cNvPr id="6" name="矩形 5"/>
          <p:cNvSpPr/>
          <p:nvPr/>
        </p:nvSpPr>
        <p:spPr>
          <a:xfrm>
            <a:off x="1979712" y="4371950"/>
            <a:ext cx="5184576" cy="44333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Times New Roman" panose="02020603050405020304" pitchFamily="18" charset="0"/>
                <a:cs typeface="Times New Roman" panose="02020603050405020304" pitchFamily="18" charset="0"/>
              </a:rPr>
              <a:t>练习：按</a:t>
            </a:r>
            <a:r>
              <a:rPr lang="en-US" altLang="zh-CN" b="1" i="1" dirty="0">
                <a:solidFill>
                  <a:schemeClr val="tx1"/>
                </a:solidFill>
                <a:latin typeface="Times New Roman" panose="02020603050405020304" pitchFamily="18" charset="0"/>
                <a:cs typeface="Times New Roman" panose="02020603050405020304" pitchFamily="18" charset="0"/>
              </a:rPr>
              <a:t>A</a:t>
            </a:r>
            <a:r>
              <a:rPr lang="zh-CN" altLang="en-US" b="1" i="1" dirty="0">
                <a:solidFill>
                  <a:schemeClr val="tx1"/>
                </a:solidFill>
                <a:latin typeface="Times New Roman" panose="02020603050405020304" pitchFamily="18" charset="0"/>
                <a:cs typeface="Times New Roman" panose="02020603050405020304" pitchFamily="18" charset="0"/>
              </a:rPr>
              <a:t>、</a:t>
            </a:r>
            <a:r>
              <a:rPr lang="en-US" altLang="zh-CN" b="1" i="1" dirty="0">
                <a:solidFill>
                  <a:schemeClr val="tx1"/>
                </a:solidFill>
                <a:latin typeface="Times New Roman" panose="02020603050405020304" pitchFamily="18" charset="0"/>
                <a:cs typeface="Times New Roman" panose="02020603050405020304" pitchFamily="18" charset="0"/>
              </a:rPr>
              <a:t>C</a:t>
            </a:r>
            <a:r>
              <a:rPr lang="zh-CN" altLang="en-US" b="1" i="1" dirty="0">
                <a:solidFill>
                  <a:schemeClr val="tx1"/>
                </a:solidFill>
                <a:latin typeface="Times New Roman" panose="02020603050405020304" pitchFamily="18" charset="0"/>
                <a:cs typeface="Times New Roman" panose="02020603050405020304" pitchFamily="18" charset="0"/>
              </a:rPr>
              <a:t>、</a:t>
            </a:r>
            <a:r>
              <a:rPr lang="en-US" altLang="zh-CN" b="1" i="1" dirty="0">
                <a:solidFill>
                  <a:schemeClr val="tx1"/>
                </a:solidFill>
                <a:latin typeface="Times New Roman" panose="02020603050405020304" pitchFamily="18" charset="0"/>
                <a:cs typeface="Times New Roman" panose="02020603050405020304" pitchFamily="18" charset="0"/>
              </a:rPr>
              <a:t>B</a:t>
            </a:r>
            <a:r>
              <a:rPr lang="zh-CN" altLang="en-US" b="1" dirty="0">
                <a:solidFill>
                  <a:schemeClr val="tx1"/>
                </a:solidFill>
                <a:latin typeface="Times New Roman" panose="02020603050405020304" pitchFamily="18" charset="0"/>
                <a:cs typeface="Times New Roman" panose="02020603050405020304" pitchFamily="18" charset="0"/>
              </a:rPr>
              <a:t>的排序，消除间接左递归</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内容占位符 2"/>
          <p:cNvSpPr>
            <a:spLocks noGrp="1"/>
          </p:cNvSpPr>
          <p:nvPr>
            <p:ph idx="1"/>
          </p:nvPr>
        </p:nvSpPr>
        <p:spPr>
          <a:xfrm>
            <a:off x="430213" y="930275"/>
            <a:ext cx="7886700" cy="3225800"/>
          </a:xfrm>
        </p:spPr>
        <p:txBody>
          <a:bodyPr/>
          <a:lstStyle/>
          <a:p>
            <a:pPr eaLnBrk="1" hangingPunct="1">
              <a:lnSpc>
                <a:spcPts val="2400"/>
              </a:lnSpc>
              <a:buClrTx/>
              <a:buFont typeface="Wingdings" panose="05000000000000000000" pitchFamily="2" charset="2"/>
              <a:buChar char="Ø"/>
              <a:defRPr/>
            </a:pPr>
            <a:r>
              <a:rPr lang="zh-CN" altLang="en-US" sz="2000" b="1" dirty="0">
                <a:solidFill>
                  <a:schemeClr val="tx1"/>
                </a:solidFill>
                <a:latin typeface="+mn-ea"/>
                <a:cs typeface="Times New Roman" panose="02020603050405020304" pitchFamily="18" charset="0"/>
              </a:rPr>
              <a:t>输入：不含循环</a:t>
            </a:r>
            <a:r>
              <a:rPr lang="zh-CN" altLang="en-US" sz="2000" b="1" dirty="0">
                <a:solidFill>
                  <a:schemeClr val="tx1"/>
                </a:solidFill>
                <a:cs typeface="Times New Roman" panose="02020603050405020304" pitchFamily="18" charset="0"/>
              </a:rPr>
              <a:t>推导（即形如</a:t>
            </a:r>
            <a:r>
              <a:rPr lang="en-US" altLang="zh-CN" sz="2000" b="1" i="1" dirty="0">
                <a:solidFill>
                  <a:schemeClr val="tx1"/>
                </a:solidFill>
                <a:cs typeface="Times New Roman" panose="02020603050405020304" pitchFamily="18" charset="0"/>
              </a:rPr>
              <a:t>A</a:t>
            </a:r>
            <a:r>
              <a:rPr kumimoji="1" lang="en-US" altLang="zh-CN" sz="1800" b="1" dirty="0">
                <a:solidFill>
                  <a:srgbClr val="073E87"/>
                </a:solidFill>
                <a:ea typeface="楷体_GB2312" panose="02010609030101010101" pitchFamily="49" charset="-122"/>
                <a:cs typeface="Times New Roman" panose="02020603050405020304" pitchFamily="18" charset="0"/>
                <a:sym typeface="Symbol" panose="05050102010706020507" pitchFamily="18" charset="2"/>
              </a:rPr>
              <a:t> </a:t>
            </a:r>
            <a:r>
              <a:rPr kumimoji="1" lang="en-US" altLang="zh-CN" sz="1800" b="1" dirty="0">
                <a:solidFill>
                  <a:schemeClr val="tx1"/>
                </a:solidFill>
                <a:ea typeface="楷体_GB2312" panose="02010609030101010101" pitchFamily="49" charset="-122"/>
                <a:cs typeface="Times New Roman" panose="02020603050405020304" pitchFamily="18" charset="0"/>
                <a:sym typeface="Symbol" panose="05050102010706020507" pitchFamily="18" charset="2"/>
              </a:rPr>
              <a:t></a:t>
            </a:r>
            <a:r>
              <a:rPr kumimoji="1" lang="en-US" altLang="zh-CN" sz="1800" b="1" baseline="30000" dirty="0">
                <a:solidFill>
                  <a:schemeClr val="tx1"/>
                </a:solidFill>
                <a:ea typeface="楷体_GB2312" panose="02010609030101010101" pitchFamily="49" charset="-122"/>
                <a:cs typeface="Times New Roman" panose="02020603050405020304" pitchFamily="18" charset="0"/>
              </a:rPr>
              <a:t> </a:t>
            </a:r>
            <a:r>
              <a:rPr lang="en-US" altLang="zh-CN" sz="2000" b="1" i="1" dirty="0">
                <a:solidFill>
                  <a:schemeClr val="tx1"/>
                </a:solidFill>
                <a:cs typeface="Times New Roman" panose="02020603050405020304" pitchFamily="18" charset="0"/>
              </a:rPr>
              <a:t>A</a:t>
            </a:r>
            <a:r>
              <a:rPr lang="zh-CN" altLang="en-US" sz="2000" b="1" dirty="0">
                <a:solidFill>
                  <a:schemeClr val="tx1"/>
                </a:solidFill>
                <a:cs typeface="Times New Roman" panose="02020603050405020304" pitchFamily="18" charset="0"/>
              </a:rPr>
              <a:t>的推导）</a:t>
            </a:r>
            <a:r>
              <a:rPr lang="zh-CN" altLang="en-US" sz="2000" b="1" dirty="0">
                <a:solidFill>
                  <a:schemeClr val="tx1"/>
                </a:solidFill>
                <a:latin typeface="+mn-ea"/>
                <a:cs typeface="Times New Roman" panose="02020603050405020304" pitchFamily="18" charset="0"/>
              </a:rPr>
              <a:t>和</a:t>
            </a:r>
            <a:r>
              <a:rPr lang="en-US" altLang="zh-CN" sz="2000" b="1" i="1" dirty="0">
                <a:solidFill>
                  <a:schemeClr val="tx1"/>
                </a:solidFill>
                <a:cs typeface="Times New Roman" panose="02020603050405020304" pitchFamily="18" charset="0"/>
              </a:rPr>
              <a:t>ε</a:t>
            </a:r>
            <a:r>
              <a:rPr lang="en-US" altLang="zh-CN" sz="2000" b="1" dirty="0">
                <a:solidFill>
                  <a:schemeClr val="tx1"/>
                </a:solidFill>
                <a:cs typeface="Times New Roman" panose="02020603050405020304" pitchFamily="18" charset="0"/>
              </a:rPr>
              <a:t>-</a:t>
            </a:r>
            <a:r>
              <a:rPr lang="zh-CN" altLang="en-US" sz="2000" b="1" dirty="0">
                <a:solidFill>
                  <a:schemeClr val="tx1"/>
                </a:solidFill>
                <a:latin typeface="+mn-ea"/>
                <a:cs typeface="Times New Roman" panose="02020603050405020304" pitchFamily="18" charset="0"/>
              </a:rPr>
              <a:t>产生式的文法</a:t>
            </a:r>
            <a:r>
              <a:rPr lang="en-US" altLang="zh-CN" sz="2000" b="1" i="1" dirty="0">
                <a:solidFill>
                  <a:schemeClr val="tx1"/>
                </a:solidFill>
                <a:cs typeface="Times New Roman" panose="02020603050405020304" pitchFamily="18" charset="0"/>
              </a:rPr>
              <a:t>G</a:t>
            </a:r>
            <a:endParaRPr lang="en-US" altLang="zh-CN" sz="2000" b="1" dirty="0">
              <a:solidFill>
                <a:schemeClr val="tx1"/>
              </a:solidFill>
              <a:cs typeface="Times New Roman" panose="02020603050405020304" pitchFamily="18" charset="0"/>
            </a:endParaRPr>
          </a:p>
          <a:p>
            <a:pPr eaLnBrk="1" hangingPunct="1">
              <a:lnSpc>
                <a:spcPts val="2400"/>
              </a:lnSpc>
              <a:buClrTx/>
              <a:buFont typeface="Wingdings" panose="05000000000000000000" pitchFamily="2" charset="2"/>
              <a:buChar char="Ø"/>
              <a:defRPr/>
            </a:pPr>
            <a:r>
              <a:rPr lang="zh-CN" altLang="en-US" sz="2000" b="1" dirty="0">
                <a:solidFill>
                  <a:schemeClr val="tx1"/>
                </a:solidFill>
                <a:latin typeface="+mn-ea"/>
                <a:cs typeface="Times New Roman" panose="02020603050405020304" pitchFamily="18" charset="0"/>
              </a:rPr>
              <a:t>输出：等价的无左递归文法</a:t>
            </a:r>
            <a:endParaRPr lang="en-US" altLang="zh-CN" sz="2000" b="1" dirty="0">
              <a:solidFill>
                <a:schemeClr val="tx1"/>
              </a:solidFill>
              <a:latin typeface="+mn-ea"/>
              <a:cs typeface="Times New Roman" panose="02020603050405020304" pitchFamily="18" charset="0"/>
            </a:endParaRPr>
          </a:p>
          <a:p>
            <a:pPr eaLnBrk="1" hangingPunct="1">
              <a:lnSpc>
                <a:spcPts val="2400"/>
              </a:lnSpc>
              <a:buClrTx/>
              <a:buFont typeface="Wingdings" panose="05000000000000000000" pitchFamily="2" charset="2"/>
              <a:buChar char="Ø"/>
              <a:defRPr/>
            </a:pPr>
            <a:r>
              <a:rPr lang="zh-CN" altLang="en-US" sz="2000" b="1" dirty="0">
                <a:solidFill>
                  <a:schemeClr val="tx1"/>
                </a:solidFill>
                <a:latin typeface="+mn-ea"/>
                <a:cs typeface="Times New Roman" panose="02020603050405020304" pitchFamily="18" charset="0"/>
              </a:rPr>
              <a:t>方法：</a:t>
            </a:r>
          </a:p>
        </p:txBody>
      </p:sp>
      <p:sp>
        <p:nvSpPr>
          <p:cNvPr id="49155" name="标题 1"/>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消除左递归算法</a:t>
            </a:r>
          </a:p>
        </p:txBody>
      </p:sp>
      <p:sp>
        <p:nvSpPr>
          <p:cNvPr id="29705" name="内容占位符 1"/>
          <p:cNvSpPr txBox="1"/>
          <p:nvPr/>
        </p:nvSpPr>
        <p:spPr bwMode="auto">
          <a:xfrm>
            <a:off x="142875" y="2066925"/>
            <a:ext cx="8787130" cy="3018155"/>
          </a:xfrm>
          <a:prstGeom prst="rect">
            <a:avLst/>
          </a:prstGeom>
          <a:solidFill>
            <a:schemeClr val="accent2">
              <a:lumMod val="40000"/>
              <a:lumOff val="60000"/>
            </a:schemeClr>
          </a:solidFill>
          <a:ln w="12700">
            <a:solidFill>
              <a:schemeClr val="tx1"/>
            </a:solidFill>
            <a:miter lim="800000"/>
          </a:ln>
        </p:spPr>
        <p:txBody>
          <a:bodyPr/>
          <a:lstStyle>
            <a:lvl1pPr marL="273050" indent="-27305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500"/>
              </a:lnSpc>
              <a:spcBef>
                <a:spcPct val="20000"/>
              </a:spcBef>
              <a:buSzPct val="100000"/>
              <a:buFontTx/>
              <a:buAutoNum type="arabicParenR"/>
              <a:defRPr/>
            </a:pPr>
            <a:r>
              <a:rPr lang="zh-CN" altLang="en-US" b="1" dirty="0">
                <a:latin typeface="Times New Roman" panose="02020603050405020304" pitchFamily="18" charset="0"/>
                <a:ea typeface="楷体" panose="02010609060101010101" pitchFamily="49" charset="-122"/>
              </a:rPr>
              <a:t>按照某个顺序将非终结符号排序为</a:t>
            </a:r>
            <a:r>
              <a:rPr lang="en-US" altLang="zh-CN" b="1" i="1" dirty="0">
                <a:latin typeface="Times New Roman" panose="02020603050405020304" pitchFamily="18" charset="0"/>
              </a:rPr>
              <a:t>A</a:t>
            </a:r>
            <a:r>
              <a:rPr lang="en-US" altLang="zh-CN" b="1" baseline="-25000" dirty="0">
                <a:latin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rPr>
              <a:t>，</a:t>
            </a:r>
            <a:r>
              <a:rPr lang="en-US" altLang="zh-CN" b="1" i="1" dirty="0">
                <a:latin typeface="Times New Roman" panose="02020603050405020304" pitchFamily="18" charset="0"/>
              </a:rPr>
              <a:t>A</a:t>
            </a:r>
            <a:r>
              <a:rPr lang="en-US" altLang="zh-CN" b="1" baseline="-25000" dirty="0">
                <a:latin typeface="Times New Roman" panose="02020603050405020304" pitchFamily="18" charset="0"/>
              </a:rPr>
              <a:t>2</a:t>
            </a:r>
            <a:r>
              <a:rPr lang="zh-CN" altLang="en-US" b="1" dirty="0">
                <a:latin typeface="Times New Roman" panose="02020603050405020304" pitchFamily="18" charset="0"/>
                <a:ea typeface="楷体" panose="02010609060101010101" pitchFamily="49" charset="-122"/>
              </a:rPr>
              <a:t>，</a:t>
            </a:r>
            <a:r>
              <a:rPr lang="en-US" altLang="zh-CN" b="1" i="1" dirty="0">
                <a:latin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rPr>
              <a:t> ，</a:t>
            </a:r>
            <a:r>
              <a:rPr lang="en-US" altLang="zh-CN" b="1" i="1" dirty="0">
                <a:latin typeface="Times New Roman" panose="02020603050405020304" pitchFamily="18" charset="0"/>
              </a:rPr>
              <a:t>A</a:t>
            </a:r>
            <a:r>
              <a:rPr lang="en-US" altLang="zh-CN" b="1" i="1" baseline="-25000" dirty="0">
                <a:latin typeface="Times New Roman" panose="02020603050405020304" pitchFamily="18" charset="0"/>
              </a:rPr>
              <a:t>n</a:t>
            </a:r>
            <a:r>
              <a:rPr lang="zh-CN" altLang="en-US" b="1" dirty="0">
                <a:latin typeface="Times New Roman" panose="02020603050405020304" pitchFamily="18" charset="0"/>
                <a:ea typeface="楷体" panose="02010609060101010101" pitchFamily="49" charset="-122"/>
              </a:rPr>
              <a:t>  </a:t>
            </a:r>
            <a:r>
              <a:rPr lang="en-US" altLang="zh-CN" b="1" dirty="0">
                <a:latin typeface="Times New Roman" panose="02020603050405020304" pitchFamily="18" charset="0"/>
                <a:ea typeface="楷体" panose="02010609060101010101" pitchFamily="49" charset="-122"/>
              </a:rPr>
              <a:t>.</a:t>
            </a:r>
            <a:r>
              <a:rPr lang="zh-CN" altLang="en-US" b="1" dirty="0">
                <a:latin typeface="Times New Roman" panose="02020603050405020304" pitchFamily="18" charset="0"/>
                <a:ea typeface="楷体" panose="02010609060101010101" pitchFamily="49" charset="-122"/>
              </a:rPr>
              <a:t>          </a:t>
            </a:r>
            <a:endParaRPr lang="en-US" altLang="zh-CN" b="1" dirty="0">
              <a:latin typeface="华文楷体" panose="02010600040101010101" pitchFamily="2" charset="-122"/>
              <a:ea typeface="华文楷体" panose="02010600040101010101" pitchFamily="2" charset="-122"/>
            </a:endParaRPr>
          </a:p>
          <a:p>
            <a:pPr eaLnBrk="1" hangingPunct="1">
              <a:lnSpc>
                <a:spcPts val="2500"/>
              </a:lnSpc>
              <a:spcBef>
                <a:spcPct val="20000"/>
              </a:spcBef>
              <a:buSzPct val="100000"/>
              <a:buFontTx/>
              <a:buAutoNum type="arabicParenR"/>
              <a:defRPr/>
            </a:pPr>
            <a:r>
              <a:rPr lang="en-US" altLang="zh-CN" b="1" dirty="0">
                <a:latin typeface="Times New Roman" panose="02020603050405020304" pitchFamily="18" charset="0"/>
                <a:ea typeface="楷体" panose="02010609060101010101" pitchFamily="49" charset="-122"/>
              </a:rPr>
              <a:t>for</a:t>
            </a:r>
            <a:r>
              <a:rPr lang="en-US" altLang="zh-CN" b="1" i="1" dirty="0">
                <a:latin typeface="Times New Roman" panose="02020603050405020304" pitchFamily="18" charset="0"/>
                <a:ea typeface="楷体" panose="02010609060101010101" pitchFamily="49" charset="-122"/>
              </a:rPr>
              <a:t> </a:t>
            </a:r>
            <a:r>
              <a:rPr lang="en-US" altLang="zh-CN" b="1" dirty="0">
                <a:latin typeface="Times New Roman" panose="02020603050405020304" pitchFamily="18" charset="0"/>
                <a:ea typeface="楷体" panose="02010609060101010101" pitchFamily="49" charset="-122"/>
              </a:rPr>
              <a:t>( </a:t>
            </a:r>
            <a:r>
              <a:rPr lang="zh-CN" altLang="en-US" b="1" dirty="0">
                <a:latin typeface="Times New Roman" panose="02020603050405020304" pitchFamily="18" charset="0"/>
                <a:ea typeface="楷体" panose="02010609060101010101" pitchFamily="49" charset="-122"/>
              </a:rPr>
              <a:t>从</a:t>
            </a:r>
            <a:r>
              <a:rPr lang="en-US" altLang="zh-CN" b="1" dirty="0">
                <a:latin typeface="Times New Roman" panose="02020603050405020304" pitchFamily="18" charset="0"/>
                <a:ea typeface="楷体" panose="02010609060101010101" pitchFamily="49" charset="-122"/>
              </a:rPr>
              <a:t>1</a:t>
            </a:r>
            <a:r>
              <a:rPr lang="zh-CN" altLang="en-US" b="1" dirty="0">
                <a:latin typeface="Times New Roman" panose="02020603050405020304" pitchFamily="18" charset="0"/>
                <a:ea typeface="楷体" panose="02010609060101010101" pitchFamily="49" charset="-122"/>
              </a:rPr>
              <a:t>到</a:t>
            </a:r>
            <a:r>
              <a:rPr lang="en-US" altLang="zh-CN" b="1" dirty="0">
                <a:latin typeface="Times New Roman" panose="02020603050405020304" pitchFamily="18" charset="0"/>
                <a:ea typeface="楷体" panose="02010609060101010101" pitchFamily="49" charset="-122"/>
              </a:rPr>
              <a:t>n</a:t>
            </a:r>
            <a:r>
              <a:rPr lang="zh-CN" altLang="en-US" b="1" dirty="0">
                <a:latin typeface="Times New Roman" panose="02020603050405020304" pitchFamily="18" charset="0"/>
                <a:ea typeface="楷体" panose="02010609060101010101" pitchFamily="49" charset="-122"/>
              </a:rPr>
              <a:t>的每个</a:t>
            </a:r>
            <a:r>
              <a:rPr lang="en-US" altLang="zh-CN" b="1" i="1" dirty="0" err="1">
                <a:latin typeface="Times New Roman" panose="02020603050405020304" pitchFamily="18" charset="0"/>
                <a:ea typeface="楷体" panose="02010609060101010101" pitchFamily="49" charset="-122"/>
              </a:rPr>
              <a:t>i</a:t>
            </a:r>
            <a:r>
              <a:rPr lang="en-US" altLang="zh-CN" b="1" i="1" dirty="0">
                <a:latin typeface="Times New Roman" panose="02020603050405020304" pitchFamily="18" charset="0"/>
                <a:ea typeface="楷体" panose="02010609060101010101" pitchFamily="49" charset="-122"/>
              </a:rPr>
              <a:t> </a:t>
            </a:r>
            <a:r>
              <a:rPr lang="en-US" altLang="zh-CN" b="1" dirty="0">
                <a:latin typeface="Times New Roman" panose="02020603050405020304" pitchFamily="18" charset="0"/>
                <a:ea typeface="楷体" panose="02010609060101010101" pitchFamily="49" charset="-122"/>
              </a:rPr>
              <a:t>) {</a:t>
            </a:r>
          </a:p>
          <a:p>
            <a:pPr eaLnBrk="1" hangingPunct="1">
              <a:lnSpc>
                <a:spcPts val="2500"/>
              </a:lnSpc>
              <a:spcBef>
                <a:spcPct val="20000"/>
              </a:spcBef>
              <a:buSzPct val="100000"/>
              <a:buFontTx/>
              <a:buAutoNum type="arabicParenR" startAt="3"/>
              <a:defRPr/>
            </a:pPr>
            <a:r>
              <a:rPr lang="en-US" altLang="zh-CN" b="1" dirty="0">
                <a:latin typeface="Times New Roman" panose="02020603050405020304" pitchFamily="18" charset="0"/>
                <a:ea typeface="楷体" panose="02010609060101010101" pitchFamily="49" charset="-122"/>
              </a:rPr>
              <a:t>         for</a:t>
            </a:r>
            <a:r>
              <a:rPr lang="en-US" altLang="zh-CN" b="1" i="1" dirty="0">
                <a:latin typeface="Times New Roman" panose="02020603050405020304" pitchFamily="18" charset="0"/>
                <a:ea typeface="楷体" panose="02010609060101010101" pitchFamily="49" charset="-122"/>
              </a:rPr>
              <a:t> </a:t>
            </a:r>
            <a:r>
              <a:rPr lang="en-US" altLang="zh-CN" b="1" dirty="0">
                <a:latin typeface="Times New Roman" panose="02020603050405020304" pitchFamily="18" charset="0"/>
                <a:ea typeface="楷体" panose="02010609060101010101" pitchFamily="49" charset="-122"/>
              </a:rPr>
              <a:t>( </a:t>
            </a:r>
            <a:r>
              <a:rPr lang="zh-CN" altLang="en-US" b="1" dirty="0">
                <a:latin typeface="Times New Roman" panose="02020603050405020304" pitchFamily="18" charset="0"/>
                <a:ea typeface="楷体" panose="02010609060101010101" pitchFamily="49" charset="-122"/>
              </a:rPr>
              <a:t>从</a:t>
            </a:r>
            <a:r>
              <a:rPr lang="en-US" altLang="zh-CN" b="1" dirty="0">
                <a:latin typeface="Times New Roman" panose="02020603050405020304" pitchFamily="18" charset="0"/>
                <a:ea typeface="楷体" panose="02010609060101010101" pitchFamily="49" charset="-122"/>
              </a:rPr>
              <a:t>1</a:t>
            </a:r>
            <a:r>
              <a:rPr lang="zh-CN" altLang="en-US" b="1" dirty="0">
                <a:latin typeface="Times New Roman" panose="02020603050405020304" pitchFamily="18" charset="0"/>
                <a:ea typeface="楷体" panose="02010609060101010101" pitchFamily="49" charset="-122"/>
              </a:rPr>
              <a:t>到</a:t>
            </a:r>
            <a:r>
              <a:rPr lang="en-US" altLang="zh-CN" b="1" i="1" dirty="0" err="1">
                <a:latin typeface="Times New Roman" panose="02020603050405020304" pitchFamily="18" charset="0"/>
                <a:ea typeface="楷体" panose="02010609060101010101" pitchFamily="49" charset="-122"/>
              </a:rPr>
              <a:t>i</a:t>
            </a:r>
            <a:r>
              <a:rPr lang="en-US" altLang="zh-CN" b="1" i="1" dirty="0">
                <a:latin typeface="Times New Roman" panose="02020603050405020304" pitchFamily="18" charset="0"/>
                <a:ea typeface="楷体" panose="02010609060101010101" pitchFamily="49" charset="-122"/>
              </a:rPr>
              <a:t> </a:t>
            </a:r>
            <a:r>
              <a:rPr lang="en-US" altLang="zh-CN" b="1" dirty="0">
                <a:latin typeface="Times New Roman" panose="02020603050405020304" pitchFamily="18" charset="0"/>
                <a:ea typeface="楷体" panose="02010609060101010101" pitchFamily="49" charset="-122"/>
              </a:rPr>
              <a:t>-1</a:t>
            </a:r>
            <a:r>
              <a:rPr lang="zh-CN" altLang="en-US" b="1" dirty="0">
                <a:latin typeface="Times New Roman" panose="02020603050405020304" pitchFamily="18" charset="0"/>
                <a:ea typeface="楷体" panose="02010609060101010101" pitchFamily="49" charset="-122"/>
              </a:rPr>
              <a:t>的每个</a:t>
            </a:r>
            <a:r>
              <a:rPr lang="en-US" altLang="zh-CN" b="1" i="1" dirty="0">
                <a:latin typeface="Times New Roman" panose="02020603050405020304" pitchFamily="18" charset="0"/>
                <a:ea typeface="楷体" panose="02010609060101010101" pitchFamily="49" charset="-122"/>
              </a:rPr>
              <a:t>j </a:t>
            </a:r>
            <a:r>
              <a:rPr lang="en-US" altLang="zh-CN" b="1" dirty="0">
                <a:latin typeface="Times New Roman" panose="02020603050405020304" pitchFamily="18" charset="0"/>
                <a:ea typeface="楷体" panose="02010609060101010101" pitchFamily="49" charset="-122"/>
              </a:rPr>
              <a:t>) {</a:t>
            </a:r>
          </a:p>
          <a:p>
            <a:pPr eaLnBrk="1" hangingPunct="1">
              <a:lnSpc>
                <a:spcPts val="2500"/>
              </a:lnSpc>
              <a:spcBef>
                <a:spcPct val="20000"/>
              </a:spcBef>
              <a:buSzPct val="100000"/>
              <a:buFontTx/>
              <a:buAutoNum type="arabicParenR" startAt="3"/>
              <a:defRPr/>
            </a:pPr>
            <a:r>
              <a:rPr lang="en-US" altLang="zh-CN" b="1" dirty="0">
                <a:latin typeface="Times New Roman" panose="02020603050405020304" pitchFamily="18" charset="0"/>
                <a:ea typeface="楷体" panose="02010609060101010101" pitchFamily="49" charset="-122"/>
              </a:rPr>
              <a:t>                 </a:t>
            </a:r>
            <a:r>
              <a:rPr lang="zh-CN" altLang="en-US" b="1" dirty="0">
                <a:latin typeface="Times New Roman" panose="02020603050405020304" pitchFamily="18" charset="0"/>
                <a:ea typeface="楷体" panose="02010609060101010101" pitchFamily="49" charset="-122"/>
              </a:rPr>
              <a:t>将每个形如</a:t>
            </a:r>
            <a:r>
              <a:rPr lang="en-US" altLang="zh-CN" b="1" i="1" dirty="0">
                <a:latin typeface="Times New Roman" panose="02020603050405020304" pitchFamily="18" charset="0"/>
              </a:rPr>
              <a:t>A</a:t>
            </a:r>
            <a:r>
              <a:rPr lang="en-US" altLang="zh-CN" b="1" i="1" baseline="-25000" dirty="0">
                <a:latin typeface="Times New Roman" panose="02020603050405020304" pitchFamily="18" charset="0"/>
              </a:rPr>
              <a:t>i</a:t>
            </a:r>
            <a:r>
              <a:rPr lang="en-US" altLang="zh-CN" b="1" i="1" dirty="0">
                <a:latin typeface="Times New Roman" panose="02020603050405020304" pitchFamily="18" charset="0"/>
              </a:rPr>
              <a:t> → </a:t>
            </a:r>
            <a:r>
              <a:rPr lang="en-US" altLang="zh-CN" b="1" i="1" dirty="0" err="1">
                <a:latin typeface="Times New Roman" panose="02020603050405020304" pitchFamily="18" charset="0"/>
              </a:rPr>
              <a:t>A</a:t>
            </a:r>
            <a:r>
              <a:rPr lang="en-US" altLang="zh-CN" b="1" i="1" baseline="-25000" dirty="0" err="1">
                <a:latin typeface="Times New Roman" panose="02020603050405020304" pitchFamily="18" charset="0"/>
              </a:rPr>
              <a:t>j</a:t>
            </a:r>
            <a:r>
              <a:rPr lang="en-US" altLang="zh-CN" b="1" dirty="0">
                <a:latin typeface="Times New Roman" panose="02020603050405020304" pitchFamily="18" charset="0"/>
                <a:ea typeface="楷体" panose="02010609060101010101" pitchFamily="49" charset="-122"/>
              </a:rPr>
              <a:t> </a:t>
            </a:r>
            <a:r>
              <a:rPr lang="el-GR" altLang="zh-CN" b="1" i="1" dirty="0">
                <a:latin typeface="Times New Roman" panose="02020603050405020304" pitchFamily="18" charset="0"/>
              </a:rPr>
              <a:t>γ</a:t>
            </a:r>
            <a:r>
              <a:rPr lang="zh-CN" altLang="en-US" b="1" dirty="0">
                <a:latin typeface="Times New Roman" panose="02020603050405020304" pitchFamily="18" charset="0"/>
                <a:ea typeface="楷体" panose="02010609060101010101" pitchFamily="49" charset="-122"/>
              </a:rPr>
              <a:t>的产生式</a:t>
            </a:r>
            <a:r>
              <a:rPr lang="zh-CN" altLang="en-US" b="1" dirty="0">
                <a:solidFill>
                  <a:srgbClr val="FF0000"/>
                </a:solidFill>
                <a:latin typeface="Times New Roman" panose="02020603050405020304" pitchFamily="18" charset="0"/>
                <a:ea typeface="楷体" panose="02010609060101010101" pitchFamily="49" charset="-122"/>
              </a:rPr>
              <a:t>替换</a:t>
            </a:r>
            <a:r>
              <a:rPr lang="zh-CN" altLang="en-US" b="1" dirty="0">
                <a:latin typeface="Times New Roman" panose="02020603050405020304" pitchFamily="18" charset="0"/>
                <a:ea typeface="楷体" panose="02010609060101010101" pitchFamily="49" charset="-122"/>
              </a:rPr>
              <a:t>为产生式组 </a:t>
            </a:r>
            <a:r>
              <a:rPr lang="en-US" altLang="zh-CN" b="1" i="1" dirty="0">
                <a:latin typeface="Times New Roman" panose="02020603050405020304" pitchFamily="18" charset="0"/>
              </a:rPr>
              <a:t>A</a:t>
            </a:r>
            <a:r>
              <a:rPr lang="en-US" altLang="zh-CN" b="1" i="1" baseline="-25000" dirty="0">
                <a:latin typeface="Times New Roman" panose="02020603050405020304" pitchFamily="18" charset="0"/>
              </a:rPr>
              <a:t>i</a:t>
            </a:r>
            <a:r>
              <a:rPr lang="en-US" altLang="zh-CN" b="1" i="1" dirty="0">
                <a:latin typeface="Times New Roman" panose="02020603050405020304" pitchFamily="18" charset="0"/>
              </a:rPr>
              <a:t> →</a:t>
            </a:r>
            <a:r>
              <a:rPr lang="el-GR" altLang="zh-CN" b="1" i="1" dirty="0">
                <a:latin typeface="Times New Roman" panose="02020603050405020304" pitchFamily="18" charset="0"/>
              </a:rPr>
              <a:t> δ</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 </a:t>
            </a:r>
            <a:r>
              <a:rPr lang="el-GR" altLang="zh-CN" b="1" i="1" dirty="0">
                <a:latin typeface="Times New Roman" panose="02020603050405020304" pitchFamily="18" charset="0"/>
              </a:rPr>
              <a:t>γ</a:t>
            </a:r>
            <a:r>
              <a:rPr lang="en-US" altLang="zh-CN" b="1" dirty="0">
                <a:latin typeface="Times New Roman" panose="02020603050405020304" pitchFamily="18" charset="0"/>
              </a:rPr>
              <a:t>∣</a:t>
            </a:r>
            <a:r>
              <a:rPr lang="el-GR" altLang="zh-CN" b="1" i="1" dirty="0">
                <a:latin typeface="Times New Roman" panose="02020603050405020304" pitchFamily="18" charset="0"/>
              </a:rPr>
              <a:t>δ</a:t>
            </a:r>
            <a:r>
              <a:rPr lang="en-US" altLang="zh-CN" b="1" baseline="-25000" dirty="0">
                <a:latin typeface="Times New Roman" panose="02020603050405020304" pitchFamily="18" charset="0"/>
              </a:rPr>
              <a:t>2</a:t>
            </a:r>
            <a:r>
              <a:rPr lang="en-US" altLang="zh-CN" b="1" i="1" dirty="0">
                <a:latin typeface="Times New Roman" panose="02020603050405020304" pitchFamily="18" charset="0"/>
              </a:rPr>
              <a:t> </a:t>
            </a:r>
            <a:r>
              <a:rPr lang="el-GR" altLang="zh-CN" b="1" i="1" dirty="0">
                <a:latin typeface="Times New Roman" panose="02020603050405020304" pitchFamily="18" charset="0"/>
              </a:rPr>
              <a:t>γ</a:t>
            </a:r>
            <a:r>
              <a:rPr lang="en-US" altLang="zh-CN" b="1" dirty="0">
                <a:latin typeface="Times New Roman" panose="02020603050405020304" pitchFamily="18" charset="0"/>
              </a:rPr>
              <a:t>∣…∣</a:t>
            </a:r>
            <a:r>
              <a:rPr lang="el-GR" altLang="zh-CN" b="1" i="1" dirty="0">
                <a:latin typeface="Times New Roman" panose="02020603050405020304" pitchFamily="18" charset="0"/>
              </a:rPr>
              <a:t>δ</a:t>
            </a:r>
            <a:r>
              <a:rPr lang="en-US" altLang="zh-CN" b="1" i="1" baseline="-25000" dirty="0">
                <a:latin typeface="Times New Roman" panose="02020603050405020304" pitchFamily="18" charset="0"/>
              </a:rPr>
              <a:t>k</a:t>
            </a:r>
            <a:r>
              <a:rPr lang="en-US" altLang="zh-CN" b="1" i="1" dirty="0">
                <a:latin typeface="Times New Roman" panose="02020603050405020304" pitchFamily="18" charset="0"/>
              </a:rPr>
              <a:t> </a:t>
            </a:r>
            <a:r>
              <a:rPr lang="el-GR" altLang="zh-CN" b="1" i="1" dirty="0">
                <a:latin typeface="Times New Roman" panose="02020603050405020304" pitchFamily="18" charset="0"/>
              </a:rPr>
              <a:t>γ</a:t>
            </a:r>
            <a:r>
              <a:rPr lang="zh-CN" altLang="en-US" b="1" dirty="0">
                <a:latin typeface="Times New Roman" panose="02020603050405020304" pitchFamily="18" charset="0"/>
                <a:ea typeface="楷体" panose="02010609060101010101" pitchFamily="49" charset="-122"/>
              </a:rPr>
              <a:t> ，</a:t>
            </a:r>
            <a:r>
              <a:rPr lang="el-GR" altLang="zh-CN" b="1" i="1" dirty="0">
                <a:latin typeface="Times New Roman" panose="02020603050405020304" pitchFamily="18" charset="0"/>
              </a:rPr>
              <a:t> </a:t>
            </a:r>
            <a:endParaRPr lang="en-US" altLang="zh-CN" b="1" i="1" dirty="0">
              <a:latin typeface="Times New Roman" panose="02020603050405020304" pitchFamily="18" charset="0"/>
              <a:ea typeface="楷体" panose="02010609060101010101" pitchFamily="49" charset="-122"/>
            </a:endParaRPr>
          </a:p>
          <a:p>
            <a:pPr eaLnBrk="1" hangingPunct="1">
              <a:lnSpc>
                <a:spcPts val="2500"/>
              </a:lnSpc>
              <a:spcBef>
                <a:spcPct val="20000"/>
              </a:spcBef>
              <a:buSzPct val="100000"/>
              <a:defRPr/>
            </a:pPr>
            <a:r>
              <a:rPr lang="en-US" altLang="zh-CN" b="1" dirty="0">
                <a:latin typeface="Times New Roman" panose="02020603050405020304" pitchFamily="18" charset="0"/>
                <a:ea typeface="楷体" panose="02010609060101010101" pitchFamily="49" charset="-122"/>
              </a:rPr>
              <a:t>                         </a:t>
            </a:r>
            <a:r>
              <a:rPr lang="zh-CN" altLang="en-US" b="1" dirty="0">
                <a:latin typeface="Times New Roman" panose="02020603050405020304" pitchFamily="18" charset="0"/>
                <a:ea typeface="楷体" panose="02010609060101010101" pitchFamily="49" charset="-122"/>
              </a:rPr>
              <a:t>其中</a:t>
            </a:r>
            <a:r>
              <a:rPr lang="en-US" altLang="zh-CN" b="1" i="1" dirty="0" err="1">
                <a:latin typeface="Times New Roman" panose="02020603050405020304" pitchFamily="18" charset="0"/>
              </a:rPr>
              <a:t>A</a:t>
            </a:r>
            <a:r>
              <a:rPr lang="en-US" altLang="zh-CN" b="1" i="1" baseline="-25000" dirty="0" err="1">
                <a:latin typeface="Times New Roman" panose="02020603050405020304" pitchFamily="18" charset="0"/>
              </a:rPr>
              <a:t>j</a:t>
            </a:r>
            <a:r>
              <a:rPr lang="en-US" altLang="zh-CN" b="1" i="1" dirty="0">
                <a:latin typeface="Times New Roman" panose="02020603050405020304" pitchFamily="18" charset="0"/>
              </a:rPr>
              <a:t>  →</a:t>
            </a:r>
            <a:r>
              <a:rPr lang="el-GR" altLang="zh-CN" b="1" i="1" dirty="0">
                <a:latin typeface="Times New Roman" panose="02020603050405020304" pitchFamily="18" charset="0"/>
              </a:rPr>
              <a:t> δ</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a:t>
            </a:r>
            <a:r>
              <a:rPr lang="el-GR" altLang="zh-CN" b="1" i="1" dirty="0">
                <a:latin typeface="Times New Roman" panose="02020603050405020304" pitchFamily="18" charset="0"/>
              </a:rPr>
              <a:t>δ</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a:t>
            </a:r>
            <a:r>
              <a:rPr lang="el-GR" altLang="zh-CN" b="1" i="1" dirty="0">
                <a:latin typeface="Times New Roman" panose="02020603050405020304" pitchFamily="18" charset="0"/>
              </a:rPr>
              <a:t>δ</a:t>
            </a:r>
            <a:r>
              <a:rPr lang="en-US" altLang="zh-CN" b="1" i="1" baseline="-25000" dirty="0">
                <a:latin typeface="Times New Roman" panose="02020603050405020304" pitchFamily="18" charset="0"/>
              </a:rPr>
              <a:t>k</a:t>
            </a:r>
            <a:r>
              <a:rPr lang="en-US" altLang="zh-CN" b="1" i="1" dirty="0">
                <a:latin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rPr>
              <a:t>，是所有的</a:t>
            </a:r>
            <a:r>
              <a:rPr lang="en-US" altLang="zh-CN" b="1" i="1" dirty="0" err="1">
                <a:latin typeface="Times New Roman" panose="02020603050405020304" pitchFamily="18" charset="0"/>
                <a:ea typeface="楷体" panose="02010609060101010101" pitchFamily="49" charset="-122"/>
              </a:rPr>
              <a:t>A</a:t>
            </a:r>
            <a:r>
              <a:rPr lang="en-US" altLang="zh-CN" b="1" i="1" baseline="-25000" dirty="0" err="1">
                <a:latin typeface="Times New Roman" panose="02020603050405020304" pitchFamily="18" charset="0"/>
              </a:rPr>
              <a:t>j</a:t>
            </a:r>
            <a:r>
              <a:rPr lang="en-US" altLang="zh-CN" b="1" dirty="0">
                <a:latin typeface="Times New Roman" panose="02020603050405020304" pitchFamily="18" charset="0"/>
                <a:ea typeface="楷体" panose="02010609060101010101" pitchFamily="49" charset="-122"/>
              </a:rPr>
              <a:t> </a:t>
            </a:r>
            <a:r>
              <a:rPr lang="zh-CN" altLang="en-US" b="1" dirty="0">
                <a:latin typeface="Times New Roman" panose="02020603050405020304" pitchFamily="18" charset="0"/>
                <a:ea typeface="楷体" panose="02010609060101010101" pitchFamily="49" charset="-122"/>
              </a:rPr>
              <a:t>产生式</a:t>
            </a:r>
            <a:r>
              <a:rPr lang="el-GR" altLang="zh-CN" b="1" i="1" dirty="0">
                <a:latin typeface="Times New Roman" panose="02020603050405020304" pitchFamily="18" charset="0"/>
              </a:rPr>
              <a:t> </a:t>
            </a:r>
            <a:endParaRPr lang="en-US" altLang="zh-CN" b="1" dirty="0">
              <a:latin typeface="Times New Roman" panose="02020603050405020304" pitchFamily="18" charset="0"/>
              <a:ea typeface="楷体" panose="02010609060101010101" pitchFamily="49" charset="-122"/>
            </a:endParaRPr>
          </a:p>
          <a:p>
            <a:pPr eaLnBrk="1" hangingPunct="1">
              <a:lnSpc>
                <a:spcPts val="2500"/>
              </a:lnSpc>
              <a:spcBef>
                <a:spcPct val="20000"/>
              </a:spcBef>
              <a:buSzPct val="100000"/>
              <a:buFontTx/>
              <a:buAutoNum type="arabicParenR" startAt="5"/>
              <a:defRPr/>
            </a:pPr>
            <a:r>
              <a:rPr lang="en-US" altLang="zh-CN" b="1" dirty="0">
                <a:latin typeface="Times New Roman" panose="02020603050405020304" pitchFamily="18" charset="0"/>
                <a:ea typeface="楷体" panose="02010609060101010101" pitchFamily="49" charset="-122"/>
              </a:rPr>
              <a:t>         }</a:t>
            </a:r>
          </a:p>
          <a:p>
            <a:pPr eaLnBrk="1" hangingPunct="1">
              <a:lnSpc>
                <a:spcPts val="2500"/>
              </a:lnSpc>
              <a:spcBef>
                <a:spcPct val="20000"/>
              </a:spcBef>
              <a:buSzPct val="100000"/>
              <a:buFontTx/>
              <a:buAutoNum type="arabicParenR" startAt="5"/>
              <a:defRPr/>
            </a:pPr>
            <a:r>
              <a:rPr lang="en-US" altLang="zh-CN" b="1" dirty="0">
                <a:latin typeface="Times New Roman" panose="02020603050405020304" pitchFamily="18" charset="0"/>
                <a:ea typeface="楷体" panose="02010609060101010101" pitchFamily="49" charset="-122"/>
              </a:rPr>
              <a:t>         </a:t>
            </a:r>
            <a:r>
              <a:rPr lang="zh-CN" altLang="en-US" b="1" dirty="0">
                <a:latin typeface="Times New Roman" panose="02020603050405020304" pitchFamily="18" charset="0"/>
                <a:ea typeface="楷体" panose="02010609060101010101" pitchFamily="49" charset="-122"/>
              </a:rPr>
              <a:t>消除</a:t>
            </a:r>
            <a:r>
              <a:rPr lang="en-US" altLang="zh-CN" b="1" i="1" dirty="0">
                <a:latin typeface="Times New Roman" panose="02020603050405020304" pitchFamily="18" charset="0"/>
                <a:ea typeface="楷体" panose="02010609060101010101" pitchFamily="49" charset="-122"/>
              </a:rPr>
              <a:t>A</a:t>
            </a:r>
            <a:r>
              <a:rPr lang="en-US" altLang="zh-CN" b="1" i="1" baseline="-25000" dirty="0">
                <a:latin typeface="Times New Roman" panose="02020603050405020304" pitchFamily="18" charset="0"/>
              </a:rPr>
              <a:t>i</a:t>
            </a:r>
            <a:r>
              <a:rPr lang="en-US" altLang="zh-CN" b="1" dirty="0">
                <a:latin typeface="Times New Roman" panose="02020603050405020304" pitchFamily="18" charset="0"/>
                <a:ea typeface="楷体" panose="02010609060101010101" pitchFamily="49" charset="-122"/>
              </a:rPr>
              <a:t> </a:t>
            </a:r>
            <a:r>
              <a:rPr lang="zh-CN" altLang="en-US" b="1" dirty="0">
                <a:latin typeface="Times New Roman" panose="02020603050405020304" pitchFamily="18" charset="0"/>
                <a:ea typeface="楷体" panose="02010609060101010101" pitchFamily="49" charset="-122"/>
              </a:rPr>
              <a:t>产生式之间的直接左递归</a:t>
            </a:r>
            <a:endParaRPr lang="en-US" altLang="zh-CN" b="1" dirty="0">
              <a:latin typeface="Times New Roman" panose="02020603050405020304" pitchFamily="18" charset="0"/>
              <a:ea typeface="楷体" panose="02010609060101010101" pitchFamily="49" charset="-122"/>
            </a:endParaRPr>
          </a:p>
          <a:p>
            <a:pPr eaLnBrk="1" hangingPunct="1">
              <a:lnSpc>
                <a:spcPts val="2500"/>
              </a:lnSpc>
              <a:spcBef>
                <a:spcPct val="20000"/>
              </a:spcBef>
              <a:buSzPct val="100000"/>
              <a:buFontTx/>
              <a:buAutoNum type="arabicParenR" startAt="5"/>
              <a:defRPr/>
            </a:pPr>
            <a:r>
              <a:rPr lang="en-US" altLang="zh-CN" b="1" dirty="0">
                <a:latin typeface="Times New Roman" panose="02020603050405020304" pitchFamily="18" charset="0"/>
                <a:ea typeface="楷体" panose="02010609060101010101" pitchFamily="49" charset="-122"/>
              </a:rPr>
              <a:t> }</a:t>
            </a:r>
            <a:endParaRPr lang="zh-CN" altLang="en-US" sz="1500" b="1" dirty="0">
              <a:latin typeface="Times New Roman" panose="02020603050405020304" pitchFamily="18" charset="0"/>
              <a:ea typeface="华文楷体" panose="02010600040101010101" pitchFamily="2" charset="-122"/>
            </a:endParaRPr>
          </a:p>
        </p:txBody>
      </p:sp>
      <p:sp>
        <p:nvSpPr>
          <p:cNvPr id="2" name="对话气泡: 圆角矩形 1"/>
          <p:cNvSpPr/>
          <p:nvPr/>
        </p:nvSpPr>
        <p:spPr>
          <a:xfrm>
            <a:off x="3716413" y="2431881"/>
            <a:ext cx="4167955" cy="626318"/>
          </a:xfrm>
          <a:prstGeom prst="wedgeRoundRectCallout">
            <a:avLst>
              <a:gd name="adj1" fmla="val -27333"/>
              <a:gd name="adj2" fmla="val 86583"/>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chemeClr val="tx1"/>
                </a:solidFill>
              </a:rPr>
              <a:t>i</a:t>
            </a:r>
            <a:r>
              <a:rPr lang="en-US" altLang="zh-CN" b="1" dirty="0">
                <a:solidFill>
                  <a:schemeClr val="tx1"/>
                </a:solidFill>
              </a:rPr>
              <a:t>=2</a:t>
            </a:r>
            <a:r>
              <a:rPr lang="zh-CN" altLang="en-US" b="1" dirty="0">
                <a:solidFill>
                  <a:schemeClr val="tx1"/>
                </a:solidFill>
              </a:rPr>
              <a:t>时，将</a:t>
            </a:r>
            <a:r>
              <a:rPr lang="en-US" altLang="zh-CN" b="1" dirty="0">
                <a:solidFill>
                  <a:schemeClr val="tx1"/>
                </a:solidFill>
              </a:rPr>
              <a:t>A2</a:t>
            </a:r>
            <a:r>
              <a:rPr lang="zh-CN" altLang="en-US" b="1" dirty="0">
                <a:solidFill>
                  <a:schemeClr val="tx1"/>
                </a:solidFill>
              </a:rPr>
              <a:t>产生式体中所有首部的</a:t>
            </a:r>
            <a:r>
              <a:rPr lang="en-US" altLang="zh-CN" b="1" dirty="0">
                <a:solidFill>
                  <a:schemeClr val="tx1"/>
                </a:solidFill>
              </a:rPr>
              <a:t>A1</a:t>
            </a:r>
          </a:p>
          <a:p>
            <a:pPr algn="ctr"/>
            <a:r>
              <a:rPr lang="zh-CN" altLang="en-US" b="1" dirty="0">
                <a:solidFill>
                  <a:schemeClr val="tx1"/>
                </a:solidFill>
              </a:rPr>
              <a:t>分别替换为</a:t>
            </a:r>
            <a:r>
              <a:rPr lang="en-US" altLang="zh-CN" b="1" dirty="0">
                <a:solidFill>
                  <a:schemeClr val="tx1"/>
                </a:solidFill>
              </a:rPr>
              <a:t>A1</a:t>
            </a:r>
            <a:r>
              <a:rPr lang="zh-CN" altLang="en-US" b="1" dirty="0">
                <a:solidFill>
                  <a:schemeClr val="tx1"/>
                </a:solidFill>
              </a:rPr>
              <a:t>产生式的右部</a:t>
            </a:r>
          </a:p>
        </p:txBody>
      </p:sp>
      <p:sp>
        <p:nvSpPr>
          <p:cNvPr id="6" name="对话气泡: 圆角矩形 5"/>
          <p:cNvSpPr/>
          <p:nvPr/>
        </p:nvSpPr>
        <p:spPr>
          <a:xfrm>
            <a:off x="4572000" y="4105672"/>
            <a:ext cx="4357688" cy="626318"/>
          </a:xfrm>
          <a:prstGeom prst="wedgeRoundRectCallout">
            <a:avLst>
              <a:gd name="adj1" fmla="val -54831"/>
              <a:gd name="adj2" fmla="val 7742"/>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err="1">
                <a:solidFill>
                  <a:schemeClr val="tx1"/>
                </a:solidFill>
                <a:latin typeface="Times New Roman" panose="02020603050405020304" pitchFamily="18" charset="0"/>
                <a:cs typeface="Times New Roman" panose="02020603050405020304" pitchFamily="18" charset="0"/>
              </a:rPr>
              <a:t>i</a:t>
            </a:r>
            <a:r>
              <a:rPr lang="en-US" altLang="zh-CN" sz="2000" b="1" dirty="0">
                <a:solidFill>
                  <a:schemeClr val="tx1"/>
                </a:solidFill>
                <a:latin typeface="Times New Roman" panose="02020603050405020304" pitchFamily="18" charset="0"/>
                <a:cs typeface="Times New Roman" panose="02020603050405020304" pitchFamily="18" charset="0"/>
              </a:rPr>
              <a:t>=1</a:t>
            </a:r>
            <a:r>
              <a:rPr lang="zh-CN" altLang="en-US" sz="2000" b="1" dirty="0">
                <a:solidFill>
                  <a:schemeClr val="tx1"/>
                </a:solidFill>
                <a:latin typeface="Times New Roman" panose="02020603050405020304" pitchFamily="18" charset="0"/>
                <a:cs typeface="Times New Roman" panose="02020603050405020304" pitchFamily="18" charset="0"/>
              </a:rPr>
              <a:t>时，消除</a:t>
            </a:r>
            <a:r>
              <a:rPr lang="en-US" altLang="zh-CN" sz="2000" b="1" dirty="0">
                <a:solidFill>
                  <a:schemeClr val="tx1"/>
                </a:solidFill>
                <a:latin typeface="Times New Roman" panose="02020603050405020304" pitchFamily="18" charset="0"/>
                <a:cs typeface="Times New Roman" panose="02020603050405020304" pitchFamily="18" charset="0"/>
              </a:rPr>
              <a:t>A1</a:t>
            </a:r>
            <a:r>
              <a:rPr lang="zh-CN" altLang="en-US" sz="2000" b="1" dirty="0">
                <a:solidFill>
                  <a:schemeClr val="tx1"/>
                </a:solidFill>
                <a:latin typeface="Times New Roman" panose="02020603050405020304" pitchFamily="18" charset="0"/>
                <a:cs typeface="Times New Roman" panose="02020603050405020304" pitchFamily="18" charset="0"/>
              </a:rPr>
              <a:t>产生式的直接左递归</a:t>
            </a:r>
          </a:p>
        </p:txBody>
      </p:sp>
      <p:sp>
        <p:nvSpPr>
          <p:cNvPr id="7" name="对话气泡: 圆角矩形 6"/>
          <p:cNvSpPr/>
          <p:nvPr/>
        </p:nvSpPr>
        <p:spPr>
          <a:xfrm>
            <a:off x="4572000" y="4098293"/>
            <a:ext cx="4357688" cy="626318"/>
          </a:xfrm>
          <a:prstGeom prst="wedgeRoundRectCallout">
            <a:avLst>
              <a:gd name="adj1" fmla="val -54831"/>
              <a:gd name="adj2" fmla="val 7742"/>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err="1">
                <a:solidFill>
                  <a:schemeClr val="tx1"/>
                </a:solidFill>
                <a:latin typeface="Times New Roman" panose="02020603050405020304" pitchFamily="18" charset="0"/>
                <a:cs typeface="Times New Roman" panose="02020603050405020304" pitchFamily="18" charset="0"/>
              </a:rPr>
              <a:t>i</a:t>
            </a:r>
            <a:r>
              <a:rPr lang="en-US" altLang="zh-CN" sz="2000" b="1" dirty="0">
                <a:solidFill>
                  <a:schemeClr val="tx1"/>
                </a:solidFill>
                <a:latin typeface="Times New Roman" panose="02020603050405020304" pitchFamily="18" charset="0"/>
                <a:cs typeface="Times New Roman" panose="02020603050405020304" pitchFamily="18" charset="0"/>
              </a:rPr>
              <a:t>=2</a:t>
            </a:r>
            <a:r>
              <a:rPr lang="zh-CN" altLang="en-US" sz="2000" b="1" dirty="0">
                <a:solidFill>
                  <a:schemeClr val="tx1"/>
                </a:solidFill>
                <a:latin typeface="Times New Roman" panose="02020603050405020304" pitchFamily="18" charset="0"/>
                <a:cs typeface="Times New Roman" panose="02020603050405020304" pitchFamily="18" charset="0"/>
              </a:rPr>
              <a:t>时，消除</a:t>
            </a:r>
            <a:r>
              <a:rPr lang="en-US" altLang="zh-CN" sz="2000" b="1" dirty="0">
                <a:solidFill>
                  <a:schemeClr val="tx1"/>
                </a:solidFill>
                <a:latin typeface="Times New Roman" panose="02020603050405020304" pitchFamily="18" charset="0"/>
                <a:cs typeface="Times New Roman" panose="02020603050405020304" pitchFamily="18" charset="0"/>
              </a:rPr>
              <a:t>A2</a:t>
            </a:r>
            <a:r>
              <a:rPr lang="zh-CN" altLang="en-US" sz="2000" b="1" dirty="0">
                <a:solidFill>
                  <a:schemeClr val="tx1"/>
                </a:solidFill>
                <a:latin typeface="Times New Roman" panose="02020603050405020304" pitchFamily="18" charset="0"/>
                <a:cs typeface="Times New Roman" panose="02020603050405020304" pitchFamily="18" charset="0"/>
              </a:rPr>
              <a:t>产生式的直接左递归</a:t>
            </a:r>
          </a:p>
        </p:txBody>
      </p:sp>
      <p:sp>
        <p:nvSpPr>
          <p:cNvPr id="8" name="对话气泡: 圆角矩形 7"/>
          <p:cNvSpPr/>
          <p:nvPr/>
        </p:nvSpPr>
        <p:spPr>
          <a:xfrm>
            <a:off x="3647047" y="2427186"/>
            <a:ext cx="4600500" cy="626318"/>
          </a:xfrm>
          <a:prstGeom prst="wedgeRoundRectCallout">
            <a:avLst>
              <a:gd name="adj1" fmla="val -27333"/>
              <a:gd name="adj2" fmla="val 86583"/>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chemeClr val="tx1"/>
                </a:solidFill>
                <a:latin typeface="Times New Roman" panose="02020603050405020304" pitchFamily="18" charset="0"/>
                <a:cs typeface="Times New Roman" panose="02020603050405020304" pitchFamily="18" charset="0"/>
              </a:rPr>
              <a:t>i</a:t>
            </a:r>
            <a:r>
              <a:rPr lang="en-US" altLang="zh-CN" b="1" dirty="0">
                <a:solidFill>
                  <a:schemeClr val="tx1"/>
                </a:solidFill>
                <a:latin typeface="Times New Roman" panose="02020603050405020304" pitchFamily="18" charset="0"/>
                <a:cs typeface="Times New Roman" panose="02020603050405020304" pitchFamily="18" charset="0"/>
              </a:rPr>
              <a:t>=3</a:t>
            </a:r>
            <a:r>
              <a:rPr lang="zh-CN" altLang="en-US" b="1" dirty="0">
                <a:solidFill>
                  <a:schemeClr val="tx1"/>
                </a:solidFill>
                <a:latin typeface="Times New Roman" panose="02020603050405020304" pitchFamily="18" charset="0"/>
                <a:cs typeface="Times New Roman" panose="02020603050405020304" pitchFamily="18" charset="0"/>
              </a:rPr>
              <a:t>时，将</a:t>
            </a:r>
            <a:r>
              <a:rPr lang="en-US" altLang="zh-CN" b="1" dirty="0">
                <a:solidFill>
                  <a:schemeClr val="tx1"/>
                </a:solidFill>
                <a:latin typeface="Times New Roman" panose="02020603050405020304" pitchFamily="18" charset="0"/>
                <a:cs typeface="Times New Roman" panose="02020603050405020304" pitchFamily="18" charset="0"/>
              </a:rPr>
              <a:t>A3</a:t>
            </a:r>
            <a:r>
              <a:rPr lang="zh-CN" altLang="en-US" b="1" dirty="0">
                <a:solidFill>
                  <a:schemeClr val="tx1"/>
                </a:solidFill>
                <a:latin typeface="Times New Roman" panose="02020603050405020304" pitchFamily="18" charset="0"/>
                <a:cs typeface="Times New Roman" panose="02020603050405020304" pitchFamily="18" charset="0"/>
              </a:rPr>
              <a:t>产生式体中所有首部的</a:t>
            </a:r>
            <a:r>
              <a:rPr lang="en-US" altLang="zh-CN" b="1" dirty="0">
                <a:solidFill>
                  <a:schemeClr val="tx1"/>
                </a:solidFill>
                <a:latin typeface="Times New Roman" panose="02020603050405020304" pitchFamily="18" charset="0"/>
                <a:cs typeface="Times New Roman" panose="02020603050405020304" pitchFamily="18" charset="0"/>
              </a:rPr>
              <a:t>A1</a:t>
            </a:r>
            <a:r>
              <a:rPr lang="zh-CN" altLang="en-US" b="1" dirty="0">
                <a:solidFill>
                  <a:schemeClr val="tx1"/>
                </a:solidFill>
                <a:latin typeface="Times New Roman" panose="02020603050405020304" pitchFamily="18" charset="0"/>
                <a:cs typeface="Times New Roman" panose="02020603050405020304" pitchFamily="18" charset="0"/>
              </a:rPr>
              <a:t>或</a:t>
            </a:r>
            <a:r>
              <a:rPr lang="en-US" altLang="zh-CN" b="1" dirty="0">
                <a:solidFill>
                  <a:schemeClr val="tx1"/>
                </a:solidFill>
                <a:latin typeface="Times New Roman" panose="02020603050405020304" pitchFamily="18" charset="0"/>
                <a:cs typeface="Times New Roman" panose="02020603050405020304" pitchFamily="18" charset="0"/>
              </a:rPr>
              <a:t>A2</a:t>
            </a:r>
            <a:r>
              <a:rPr lang="zh-CN" altLang="en-US" b="1" dirty="0">
                <a:solidFill>
                  <a:schemeClr val="tx1"/>
                </a:solidFill>
                <a:latin typeface="Times New Roman" panose="02020603050405020304" pitchFamily="18" charset="0"/>
                <a:cs typeface="Times New Roman" panose="02020603050405020304" pitchFamily="18" charset="0"/>
              </a:rPr>
              <a:t>分别替换为</a:t>
            </a:r>
            <a:r>
              <a:rPr lang="en-US" altLang="zh-CN" b="1" dirty="0">
                <a:solidFill>
                  <a:schemeClr val="tx1"/>
                </a:solidFill>
                <a:latin typeface="Times New Roman" panose="02020603050405020304" pitchFamily="18" charset="0"/>
                <a:cs typeface="Times New Roman" panose="02020603050405020304" pitchFamily="18" charset="0"/>
              </a:rPr>
              <a:t>A1</a:t>
            </a:r>
            <a:r>
              <a:rPr lang="zh-CN" altLang="en-US" b="1" dirty="0">
                <a:solidFill>
                  <a:schemeClr val="tx1"/>
                </a:solidFill>
                <a:latin typeface="Times New Roman" panose="02020603050405020304" pitchFamily="18" charset="0"/>
                <a:cs typeface="Times New Roman" panose="02020603050405020304" pitchFamily="18" charset="0"/>
              </a:rPr>
              <a:t>或</a:t>
            </a:r>
            <a:r>
              <a:rPr lang="en-US" altLang="zh-CN" b="1" dirty="0">
                <a:solidFill>
                  <a:schemeClr val="tx1"/>
                </a:solidFill>
                <a:latin typeface="Times New Roman" panose="02020603050405020304" pitchFamily="18" charset="0"/>
                <a:cs typeface="Times New Roman" panose="02020603050405020304" pitchFamily="18" charset="0"/>
              </a:rPr>
              <a:t>A2</a:t>
            </a:r>
            <a:r>
              <a:rPr lang="zh-CN" altLang="en-US" b="1" dirty="0">
                <a:solidFill>
                  <a:schemeClr val="tx1"/>
                </a:solidFill>
                <a:latin typeface="Times New Roman" panose="02020603050405020304" pitchFamily="18" charset="0"/>
                <a:cs typeface="Times New Roman" panose="02020603050405020304" pitchFamily="18" charset="0"/>
              </a:rPr>
              <a:t>产生式的右部</a:t>
            </a:r>
          </a:p>
        </p:txBody>
      </p:sp>
      <p:sp>
        <p:nvSpPr>
          <p:cNvPr id="9" name="对话气泡: 圆角矩形 8"/>
          <p:cNvSpPr/>
          <p:nvPr/>
        </p:nvSpPr>
        <p:spPr>
          <a:xfrm>
            <a:off x="4578244" y="4098293"/>
            <a:ext cx="4351443" cy="626318"/>
          </a:xfrm>
          <a:prstGeom prst="wedgeRoundRectCallout">
            <a:avLst>
              <a:gd name="adj1" fmla="val -54831"/>
              <a:gd name="adj2" fmla="val 7742"/>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err="1">
                <a:solidFill>
                  <a:schemeClr val="tx1"/>
                </a:solidFill>
                <a:latin typeface="Times New Roman" panose="02020603050405020304" pitchFamily="18" charset="0"/>
                <a:cs typeface="Times New Roman" panose="02020603050405020304" pitchFamily="18" charset="0"/>
              </a:rPr>
              <a:t>i</a:t>
            </a:r>
            <a:r>
              <a:rPr lang="en-US" altLang="zh-CN" sz="2000" b="1" dirty="0">
                <a:solidFill>
                  <a:schemeClr val="tx1"/>
                </a:solidFill>
                <a:latin typeface="Times New Roman" panose="02020603050405020304" pitchFamily="18" charset="0"/>
                <a:cs typeface="Times New Roman" panose="02020603050405020304" pitchFamily="18" charset="0"/>
              </a:rPr>
              <a:t>=3</a:t>
            </a:r>
            <a:r>
              <a:rPr lang="zh-CN" altLang="en-US" sz="2000" b="1" dirty="0">
                <a:solidFill>
                  <a:schemeClr val="tx1"/>
                </a:solidFill>
                <a:latin typeface="Times New Roman" panose="02020603050405020304" pitchFamily="18" charset="0"/>
                <a:cs typeface="Times New Roman" panose="02020603050405020304" pitchFamily="18" charset="0"/>
              </a:rPr>
              <a:t>时，消除</a:t>
            </a:r>
            <a:r>
              <a:rPr lang="en-US" altLang="zh-CN" sz="2000" b="1" dirty="0">
                <a:solidFill>
                  <a:schemeClr val="tx1"/>
                </a:solidFill>
                <a:latin typeface="Times New Roman" panose="02020603050405020304" pitchFamily="18" charset="0"/>
                <a:cs typeface="Times New Roman" panose="02020603050405020304" pitchFamily="18" charset="0"/>
              </a:rPr>
              <a:t>A3</a:t>
            </a:r>
            <a:r>
              <a:rPr lang="zh-CN" altLang="en-US" sz="2000" b="1" dirty="0">
                <a:solidFill>
                  <a:schemeClr val="tx1"/>
                </a:solidFill>
                <a:latin typeface="Times New Roman" panose="02020603050405020304" pitchFamily="18" charset="0"/>
                <a:cs typeface="Times New Roman" panose="02020603050405020304" pitchFamily="18" charset="0"/>
              </a:rPr>
              <a:t>产生式的直接左递归</a:t>
            </a:r>
          </a:p>
        </p:txBody>
      </p:sp>
      <p:sp>
        <p:nvSpPr>
          <p:cNvPr id="3" name="矩形 2"/>
          <p:cNvSpPr/>
          <p:nvPr/>
        </p:nvSpPr>
        <p:spPr>
          <a:xfrm>
            <a:off x="1547665" y="1667157"/>
            <a:ext cx="7272808" cy="369332"/>
          </a:xfrm>
          <a:prstGeom prst="rect">
            <a:avLst/>
          </a:prstGeom>
        </p:spPr>
        <p:txBody>
          <a:bodyPr wrap="square">
            <a:spAutoFit/>
          </a:bodyPr>
          <a:lstStyle/>
          <a:p>
            <a:pPr marL="0" lvl="1"/>
            <a:r>
              <a:rPr lang="zh-CN" altLang="en-US" b="1" dirty="0">
                <a:solidFill>
                  <a:srgbClr val="0070C0"/>
                </a:solidFill>
                <a:latin typeface="华文楷体" panose="02010600040101010101" pitchFamily="2" charset="-122"/>
                <a:ea typeface="华文楷体" panose="02010600040101010101" pitchFamily="2" charset="-122"/>
              </a:rPr>
              <a:t>思想：采用代入法将间接左递归变为直接左递归，再消除直接左递归。</a:t>
            </a:r>
            <a:endParaRPr lang="en-US" altLang="zh-CN" b="1" dirty="0">
              <a:solidFill>
                <a:srgbClr val="0070C0"/>
              </a:solidFill>
              <a:latin typeface="华文楷体" panose="02010600040101010101" pitchFamily="2" charset="-122"/>
              <a:ea typeface="华文楷体" panose="02010600040101010101" pitchFamily="2" charset="-122"/>
            </a:endParaRPr>
          </a:p>
        </p:txBody>
      </p:sp>
      <p:sp>
        <p:nvSpPr>
          <p:cNvPr id="5" name="灯片编号占位符 4"/>
          <p:cNvSpPr>
            <a:spLocks noGrp="1"/>
          </p:cNvSpPr>
          <p:nvPr>
            <p:ph type="sldNum" sz="quarter" idx="12"/>
          </p:nvPr>
        </p:nvSpPr>
        <p:spPr/>
        <p:txBody>
          <a:bodyPr/>
          <a:lstStyle/>
          <a:p>
            <a:pPr>
              <a:defRPr/>
            </a:pPr>
            <a:fld id="{EA567855-7F13-4FC5-AD61-2B82F6443E16}" type="slidenum">
              <a:rPr lang="zh-CN" altLang="en-US" smtClean="0"/>
              <a:t>23</a:t>
            </a:fld>
            <a:endParaRPr lang="en-US" altLang="zh-CN"/>
          </a:p>
        </p:txBody>
      </p:sp>
      <p:sp>
        <p:nvSpPr>
          <p:cNvPr id="4" name="矩形 3"/>
          <p:cNvSpPr/>
          <p:nvPr/>
        </p:nvSpPr>
        <p:spPr>
          <a:xfrm>
            <a:off x="4260696" y="853043"/>
            <a:ext cx="324128" cy="400110"/>
          </a:xfrm>
          <a:prstGeom prst="rect">
            <a:avLst/>
          </a:prstGeom>
        </p:spPr>
        <p:txBody>
          <a:bodyPr wrap="none">
            <a:spAutoFit/>
          </a:bodyPr>
          <a:lstStyle/>
          <a:p>
            <a:r>
              <a:rPr kumimoji="1" lang="en-US" altLang="zh-CN" sz="2000" b="1" baseline="30000" dirty="0">
                <a:ea typeface="楷体_GB2312" panose="02010609030101010101" pitchFamily="49" charset="-122"/>
                <a:cs typeface="Times New Roman" panose="02020603050405020304" pitchFamily="18" charset="0"/>
              </a:rPr>
              <a:t>+</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1"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1" nodeType="clickEffect">
                                  <p:stCondLst>
                                    <p:cond delay="0"/>
                                  </p:stCondLst>
                                  <p:childTnLst>
                                    <p:animEffect transition="out" filter="wipe(down)">
                                      <p:cBhvr>
                                        <p:cTn id="21" dur="500"/>
                                        <p:tgtEl>
                                          <p:spTgt spid="2"/>
                                        </p:tgtEl>
                                      </p:cBhvr>
                                    </p:animEffect>
                                    <p:set>
                                      <p:cBhvr>
                                        <p:cTn id="22" dur="1" fill="hold">
                                          <p:stCondLst>
                                            <p:cond delay="499"/>
                                          </p:stCondLst>
                                        </p:cTn>
                                        <p:tgtEl>
                                          <p:spTgt spid="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1" nodeType="clickEffect">
                                  <p:stCondLst>
                                    <p:cond delay="0"/>
                                  </p:stCondLst>
                                  <p:childTnLst>
                                    <p:animEffect transition="out" filter="wipe(down)">
                                      <p:cBhvr>
                                        <p:cTn id="31" dur="500"/>
                                        <p:tgtEl>
                                          <p:spTgt spid="7"/>
                                        </p:tgtEl>
                                      </p:cBhvr>
                                    </p:animEffect>
                                    <p:set>
                                      <p:cBhvr>
                                        <p:cTn id="32" dur="1" fill="hold">
                                          <p:stCondLst>
                                            <p:cond delay="499"/>
                                          </p:stCondLst>
                                        </p:cTn>
                                        <p:tgtEl>
                                          <p:spTgt spid="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down)">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grpId="1" nodeType="clickEffect">
                                  <p:stCondLst>
                                    <p:cond delay="0"/>
                                  </p:stCondLst>
                                  <p:childTnLst>
                                    <p:animEffect transition="out" filter="wipe(down)">
                                      <p:cBhvr>
                                        <p:cTn id="41" dur="500"/>
                                        <p:tgtEl>
                                          <p:spTgt spid="8"/>
                                        </p:tgtEl>
                                      </p:cBhvr>
                                    </p:animEffect>
                                    <p:set>
                                      <p:cBhvr>
                                        <p:cTn id="42" dur="1" fill="hold">
                                          <p:stCondLst>
                                            <p:cond delay="499"/>
                                          </p:stCondLst>
                                        </p:cTn>
                                        <p:tgtEl>
                                          <p:spTgt spid="8"/>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down)">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xit" presetSubtype="4" fill="hold" grpId="1" nodeType="clickEffect">
                                  <p:stCondLst>
                                    <p:cond delay="0"/>
                                  </p:stCondLst>
                                  <p:childTnLst>
                                    <p:animEffect transition="out" filter="wipe(down)">
                                      <p:cBhvr>
                                        <p:cTn id="51" dur="500"/>
                                        <p:tgtEl>
                                          <p:spTgt spid="9"/>
                                        </p:tgtEl>
                                      </p:cBhvr>
                                    </p:animEffect>
                                    <p:set>
                                      <p:cBhvr>
                                        <p:cTn id="5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6" grpId="0" animBg="1"/>
      <p:bldP spid="6" grpId="1" animBg="1"/>
      <p:bldP spid="7" grpId="0" animBg="1"/>
      <p:bldP spid="7" grpId="1" animBg="1"/>
      <p:bldP spid="8" grpId="0" animBg="1"/>
      <p:bldP spid="8" grpId="1" animBg="1"/>
      <p:bldP spid="9" grpId="0" animBg="1"/>
      <p:bldP spid="9"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pPr marL="0" indent="0">
              <a:lnSpc>
                <a:spcPct val="150000"/>
              </a:lnSpc>
              <a:buNone/>
            </a:pPr>
            <a:r>
              <a:rPr lang="zh-CN" altLang="en-US" sz="2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请消除下列文法的左递归：</a:t>
            </a:r>
            <a:endParaRPr lang="en-US" altLang="zh-CN" sz="2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a:p>
            <a:pPr>
              <a:lnSpc>
                <a:spcPct val="150000"/>
              </a:lnSpc>
            </a:pPr>
            <a:r>
              <a:rPr lang="zh-CN" altLang="en-US" sz="2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 分别将非终结符排序为：</a:t>
            </a:r>
            <a:r>
              <a:rPr lang="en-US" altLang="zh-CN" sz="28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S, Q, R </a:t>
            </a:r>
            <a:r>
              <a:rPr lang="zh-CN" altLang="en-US" sz="2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和 </a:t>
            </a:r>
            <a:r>
              <a:rPr lang="en-US" altLang="zh-CN" sz="28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R, Q, S</a:t>
            </a:r>
          </a:p>
          <a:p>
            <a:pPr algn="ctr">
              <a:lnSpc>
                <a:spcPct val="150000"/>
              </a:lnSpc>
            </a:pPr>
            <a:r>
              <a:rPr lang="en-US" altLang="zh-CN" b="1" i="1" dirty="0">
                <a:solidFill>
                  <a:schemeClr val="hlink"/>
                </a:solidFill>
                <a:latin typeface="Times New Roman" panose="02020603050405020304" pitchFamily="18" charset="0"/>
                <a:cs typeface="Times New Roman" panose="02020603050405020304" pitchFamily="18" charset="0"/>
              </a:rPr>
              <a:t>S-&gt;</a:t>
            </a:r>
            <a:r>
              <a:rPr lang="en-US" altLang="zh-CN" b="1" i="1" dirty="0" err="1">
                <a:solidFill>
                  <a:schemeClr val="hlink"/>
                </a:solidFill>
                <a:latin typeface="Times New Roman" panose="02020603050405020304" pitchFamily="18" charset="0"/>
                <a:cs typeface="Times New Roman" panose="02020603050405020304" pitchFamily="18" charset="0"/>
              </a:rPr>
              <a:t>Qc|c</a:t>
            </a:r>
            <a:r>
              <a:rPr lang="zh-CN" altLang="en-US" b="1" i="1" dirty="0">
                <a:solidFill>
                  <a:schemeClr val="hlink"/>
                </a:solidFill>
                <a:latin typeface="Times New Roman" panose="02020603050405020304" pitchFamily="18" charset="0"/>
                <a:cs typeface="Times New Roman" panose="02020603050405020304" pitchFamily="18" charset="0"/>
              </a:rPr>
              <a:t>       </a:t>
            </a:r>
            <a:r>
              <a:rPr lang="en-US" altLang="zh-CN" b="1" i="1" dirty="0">
                <a:solidFill>
                  <a:schemeClr val="hlink"/>
                </a:solidFill>
                <a:latin typeface="Times New Roman" panose="02020603050405020304" pitchFamily="18" charset="0"/>
                <a:cs typeface="Times New Roman" panose="02020603050405020304" pitchFamily="18" charset="0"/>
              </a:rPr>
              <a:t>Q-&gt;</a:t>
            </a:r>
            <a:r>
              <a:rPr lang="en-US" altLang="zh-CN" b="1" i="1" dirty="0" err="1">
                <a:solidFill>
                  <a:schemeClr val="hlink"/>
                </a:solidFill>
                <a:latin typeface="Times New Roman" panose="02020603050405020304" pitchFamily="18" charset="0"/>
                <a:cs typeface="Times New Roman" panose="02020603050405020304" pitchFamily="18" charset="0"/>
              </a:rPr>
              <a:t>Rb|b</a:t>
            </a:r>
            <a:r>
              <a:rPr lang="en-US" altLang="zh-CN" b="1" i="1" dirty="0">
                <a:solidFill>
                  <a:schemeClr val="hlink"/>
                </a:solidFill>
                <a:latin typeface="Times New Roman" panose="02020603050405020304" pitchFamily="18" charset="0"/>
                <a:cs typeface="Times New Roman" panose="02020603050405020304" pitchFamily="18" charset="0"/>
              </a:rPr>
              <a:t>      R-&gt;</a:t>
            </a:r>
            <a:r>
              <a:rPr lang="en-US" altLang="zh-CN" b="1" i="1" dirty="0" err="1">
                <a:solidFill>
                  <a:schemeClr val="hlink"/>
                </a:solidFill>
                <a:latin typeface="Times New Roman" panose="02020603050405020304" pitchFamily="18" charset="0"/>
                <a:cs typeface="Times New Roman" panose="02020603050405020304" pitchFamily="18" charset="0"/>
              </a:rPr>
              <a:t>Sa|a</a:t>
            </a:r>
            <a:endParaRPr lang="en-US" altLang="zh-CN" b="1"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a:p>
            <a:pPr marL="0" indent="0">
              <a:buNone/>
            </a:pPr>
            <a:endParaRPr lang="zh-CN" altLang="en-US" dirty="0"/>
          </a:p>
        </p:txBody>
      </p:sp>
      <p:sp>
        <p:nvSpPr>
          <p:cNvPr id="5" name="标题 4"/>
          <p:cNvSpPr>
            <a:spLocks noGrp="1"/>
          </p:cNvSpPr>
          <p:nvPr>
            <p:ph type="title"/>
          </p:nvPr>
        </p:nvSpPr>
        <p:spPr/>
        <p:txBody>
          <a:bodyPr/>
          <a:lstStyle/>
          <a:p>
            <a:r>
              <a:rPr lang="zh-CN" altLang="en-US" dirty="0">
                <a:solidFill>
                  <a:srgbClr val="000000"/>
                </a:solidFill>
                <a:ea typeface="微软雅黑" panose="020B0503020204020204" pitchFamily="34" charset="-122"/>
                <a:cs typeface="Times New Roman" panose="02020603050405020304" pitchFamily="18" charset="0"/>
                <a:sym typeface="微软雅黑" panose="020B0503020204020204" pitchFamily="34" charset="-122"/>
              </a:rPr>
              <a:t>课后练习</a:t>
            </a:r>
            <a:r>
              <a:rPr lang="en-US" altLang="zh-CN" dirty="0">
                <a:solidFill>
                  <a:srgbClr val="000000"/>
                </a:solidFill>
                <a:ea typeface="微软雅黑" panose="020B0503020204020204" pitchFamily="34" charset="-122"/>
                <a:cs typeface="Times New Roman" panose="02020603050405020304" pitchFamily="18" charset="0"/>
                <a:sym typeface="微软雅黑" panose="020B0503020204020204" pitchFamily="34" charset="-122"/>
              </a:rPr>
              <a:t>——</a:t>
            </a:r>
            <a:r>
              <a:rPr lang="zh-CN" altLang="en-US"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消除左递归</a:t>
            </a:r>
            <a:endParaRPr lang="zh-CN" altLang="en-US" dirty="0"/>
          </a:p>
        </p:txBody>
      </p:sp>
      <p:sp>
        <p:nvSpPr>
          <p:cNvPr id="2" name="灯片编号占位符 1"/>
          <p:cNvSpPr>
            <a:spLocks noGrp="1"/>
          </p:cNvSpPr>
          <p:nvPr>
            <p:ph type="sldNum" sz="quarter" idx="12"/>
          </p:nvPr>
        </p:nvSpPr>
        <p:spPr/>
        <p:txBody>
          <a:bodyPr/>
          <a:lstStyle/>
          <a:p>
            <a:pPr>
              <a:defRPr/>
            </a:pPr>
            <a:fld id="{C803C068-57FF-465D-8480-AC7264A8A534}" type="slidenum">
              <a:rPr lang="zh-CN" altLang="en-US" smtClean="0"/>
              <a:t>24</a:t>
            </a:fld>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内容占位符 2"/>
          <p:cNvSpPr>
            <a:spLocks noGrp="1"/>
          </p:cNvSpPr>
          <p:nvPr>
            <p:ph idx="1"/>
          </p:nvPr>
        </p:nvSpPr>
        <p:spPr>
          <a:xfrm>
            <a:off x="0" y="987425"/>
            <a:ext cx="9036050" cy="1428750"/>
          </a:xfrm>
        </p:spPr>
        <p:txBody>
          <a:bodyPr/>
          <a:lstStyle/>
          <a:p>
            <a:pPr eaLnBrk="1" hangingPunct="1">
              <a:buClrTx/>
              <a:buFont typeface="Wingdings" panose="05000000000000000000" pitchFamily="2" charset="2"/>
              <a:buChar char="Ø"/>
              <a:defRPr/>
            </a:pPr>
            <a:r>
              <a:rPr lang="zh-CN" altLang="en-US" sz="2000" b="1" dirty="0">
                <a:solidFill>
                  <a:schemeClr val="tx1"/>
                </a:solidFill>
                <a:latin typeface="+mn-ea"/>
                <a:cs typeface="Times New Roman" panose="02020603050405020304" pitchFamily="18" charset="0"/>
              </a:rPr>
              <a:t>递归下降分析</a:t>
            </a:r>
            <a:r>
              <a:rPr lang="en-US" altLang="zh-CN" sz="2000" b="1" dirty="0">
                <a:solidFill>
                  <a:schemeClr val="tx1"/>
                </a:solidFill>
                <a:latin typeface="+mn-ea"/>
                <a:cs typeface="Times New Roman" panose="02020603050405020304" pitchFamily="18" charset="0"/>
              </a:rPr>
              <a:t> </a:t>
            </a:r>
            <a:r>
              <a:rPr lang="en-US" altLang="zh-CN" sz="1800" b="1" dirty="0">
                <a:solidFill>
                  <a:schemeClr val="tx1"/>
                </a:solidFill>
                <a:cs typeface="Times New Roman" panose="02020603050405020304" pitchFamily="18" charset="0"/>
              </a:rPr>
              <a:t>(</a:t>
            </a:r>
            <a:r>
              <a:rPr lang="en-US" altLang="zh-CN" sz="1800" b="1" i="1" dirty="0">
                <a:solidFill>
                  <a:schemeClr val="tx1"/>
                </a:solidFill>
                <a:cs typeface="Times New Roman" panose="02020603050405020304" pitchFamily="18" charset="0"/>
              </a:rPr>
              <a:t>Recursive-Descent Parsing</a:t>
            </a:r>
            <a:r>
              <a:rPr lang="en-US" altLang="zh-CN" sz="1800" b="1" dirty="0">
                <a:solidFill>
                  <a:schemeClr val="tx1"/>
                </a:solidFill>
                <a:cs typeface="Times New Roman" panose="02020603050405020304" pitchFamily="18" charset="0"/>
              </a:rPr>
              <a:t>)</a:t>
            </a:r>
          </a:p>
          <a:p>
            <a:pPr lvl="1" eaLnBrk="1" hangingPunct="1">
              <a:buClrTx/>
              <a:buFont typeface="Wingdings" panose="05000000000000000000" pitchFamily="2" charset="2"/>
              <a:buChar char="Ø"/>
              <a:defRPr/>
            </a:pPr>
            <a:r>
              <a:rPr lang="zh-CN" altLang="en-US" sz="2000" b="1" dirty="0">
                <a:solidFill>
                  <a:schemeClr val="tx1"/>
                </a:solidFill>
                <a:latin typeface="+mn-ea"/>
                <a:cs typeface="Times New Roman" panose="02020603050405020304" pitchFamily="18" charset="0"/>
              </a:rPr>
              <a:t>由一组</a:t>
            </a:r>
            <a:r>
              <a:rPr lang="zh-CN" altLang="en-US" sz="2000" b="1" dirty="0">
                <a:solidFill>
                  <a:srgbClr val="3333FF"/>
                </a:solidFill>
                <a:latin typeface="+mn-ea"/>
                <a:cs typeface="Times New Roman" panose="02020603050405020304" pitchFamily="18" charset="0"/>
              </a:rPr>
              <a:t>过程</a:t>
            </a:r>
            <a:r>
              <a:rPr lang="zh-CN" altLang="en-US" sz="2000" b="1" dirty="0">
                <a:solidFill>
                  <a:schemeClr val="tx1"/>
                </a:solidFill>
                <a:latin typeface="+mn-ea"/>
                <a:cs typeface="Times New Roman" panose="02020603050405020304" pitchFamily="18" charset="0"/>
              </a:rPr>
              <a:t>组成，每个过程对应一个</a:t>
            </a:r>
            <a:r>
              <a:rPr lang="zh-CN" altLang="en-US" sz="2000" b="1" dirty="0">
                <a:solidFill>
                  <a:srgbClr val="3333FF"/>
                </a:solidFill>
                <a:latin typeface="+mn-ea"/>
                <a:cs typeface="Times New Roman" panose="02020603050405020304" pitchFamily="18" charset="0"/>
              </a:rPr>
              <a:t>非终结符</a:t>
            </a:r>
            <a:endParaRPr lang="en-US" altLang="zh-CN" sz="2000" b="1" dirty="0">
              <a:solidFill>
                <a:srgbClr val="3333FF"/>
              </a:solidFill>
              <a:latin typeface="+mn-ea"/>
              <a:cs typeface="Times New Roman" panose="02020603050405020304" pitchFamily="18" charset="0"/>
            </a:endParaRPr>
          </a:p>
          <a:p>
            <a:pPr lvl="1" eaLnBrk="1" hangingPunct="1">
              <a:buClrTx/>
              <a:buFont typeface="Wingdings" panose="05000000000000000000" pitchFamily="2" charset="2"/>
              <a:buChar char="Ø"/>
              <a:defRPr/>
            </a:pPr>
            <a:r>
              <a:rPr lang="zh-CN" altLang="en-US" sz="2000" b="1" dirty="0">
                <a:solidFill>
                  <a:schemeClr val="tx1"/>
                </a:solidFill>
                <a:latin typeface="+mn-ea"/>
                <a:cs typeface="Times New Roman" panose="02020603050405020304" pitchFamily="18" charset="0"/>
              </a:rPr>
              <a:t>从文法</a:t>
            </a:r>
            <a:r>
              <a:rPr lang="zh-CN" altLang="en-US" sz="2000" b="1" dirty="0">
                <a:solidFill>
                  <a:srgbClr val="3333FF"/>
                </a:solidFill>
                <a:latin typeface="+mn-ea"/>
                <a:cs typeface="Times New Roman" panose="02020603050405020304" pitchFamily="18" charset="0"/>
              </a:rPr>
              <a:t>开始符号</a:t>
            </a:r>
            <a:r>
              <a:rPr lang="en-US" altLang="zh-CN" sz="2000" b="1" i="1" dirty="0">
                <a:solidFill>
                  <a:srgbClr val="3333FF"/>
                </a:solidFill>
                <a:cs typeface="Times New Roman" panose="02020603050405020304" pitchFamily="18" charset="0"/>
              </a:rPr>
              <a:t>S</a:t>
            </a:r>
            <a:r>
              <a:rPr lang="zh-CN" altLang="en-US" sz="2000" b="1" dirty="0">
                <a:solidFill>
                  <a:schemeClr val="tx1"/>
                </a:solidFill>
                <a:latin typeface="+mn-ea"/>
                <a:cs typeface="Times New Roman" panose="02020603050405020304" pitchFamily="18" charset="0"/>
              </a:rPr>
              <a:t>对应的过程</a:t>
            </a:r>
            <a:r>
              <a:rPr lang="zh-CN" altLang="en-US" sz="2000" b="1" dirty="0">
                <a:solidFill>
                  <a:schemeClr val="tx1"/>
                </a:solidFill>
                <a:cs typeface="Times New Roman" panose="02020603050405020304" pitchFamily="18" charset="0"/>
              </a:rPr>
              <a:t>开始</a:t>
            </a:r>
            <a:r>
              <a:rPr lang="zh-CN" altLang="en-US" sz="2000" b="1" dirty="0">
                <a:solidFill>
                  <a:schemeClr val="tx1"/>
                </a:solidFill>
                <a:latin typeface="+mn-ea"/>
                <a:cs typeface="Times New Roman" panose="02020603050405020304" pitchFamily="18" charset="0"/>
              </a:rPr>
              <a:t>，其中</a:t>
            </a:r>
            <a:r>
              <a:rPr lang="zh-CN" altLang="en-US" sz="2000" b="1" dirty="0">
                <a:solidFill>
                  <a:srgbClr val="3333FF"/>
                </a:solidFill>
                <a:latin typeface="+mn-ea"/>
                <a:cs typeface="Times New Roman" panose="02020603050405020304" pitchFamily="18" charset="0"/>
              </a:rPr>
              <a:t>递归调用</a:t>
            </a:r>
            <a:r>
              <a:rPr lang="zh-CN" altLang="en-US" sz="2000" b="1" dirty="0">
                <a:solidFill>
                  <a:schemeClr val="tx1"/>
                </a:solidFill>
                <a:latin typeface="+mn-ea"/>
                <a:cs typeface="Times New Roman" panose="02020603050405020304" pitchFamily="18" charset="0"/>
              </a:rPr>
              <a:t>文法中其它</a:t>
            </a:r>
            <a:r>
              <a:rPr lang="zh-CN" altLang="en-US" sz="2000" b="1" dirty="0">
                <a:solidFill>
                  <a:srgbClr val="3333FF"/>
                </a:solidFill>
                <a:latin typeface="+mn-ea"/>
                <a:cs typeface="Times New Roman" panose="02020603050405020304" pitchFamily="18" charset="0"/>
              </a:rPr>
              <a:t>非终结符</a:t>
            </a:r>
            <a:r>
              <a:rPr lang="zh-CN" altLang="en-US" sz="2000" b="1" dirty="0">
                <a:solidFill>
                  <a:schemeClr val="tx1"/>
                </a:solidFill>
                <a:latin typeface="+mn-ea"/>
                <a:cs typeface="Times New Roman" panose="02020603050405020304" pitchFamily="18" charset="0"/>
              </a:rPr>
              <a:t>对应的过程。如果</a:t>
            </a:r>
            <a:r>
              <a:rPr lang="en-US" altLang="zh-CN" sz="2000" b="1" i="1" dirty="0">
                <a:solidFill>
                  <a:schemeClr val="tx1"/>
                </a:solidFill>
                <a:cs typeface="Times New Roman" panose="02020603050405020304" pitchFamily="18" charset="0"/>
              </a:rPr>
              <a:t>S</a:t>
            </a:r>
            <a:r>
              <a:rPr lang="zh-CN" altLang="en-US" sz="2000" b="1" dirty="0">
                <a:solidFill>
                  <a:schemeClr val="tx1"/>
                </a:solidFill>
                <a:latin typeface="+mn-ea"/>
                <a:cs typeface="Times New Roman" panose="02020603050405020304" pitchFamily="18" charset="0"/>
              </a:rPr>
              <a:t>对应的过程体恰好扫描了</a:t>
            </a:r>
            <a:r>
              <a:rPr lang="zh-CN" altLang="en-US" sz="2000" b="1" dirty="0">
                <a:solidFill>
                  <a:srgbClr val="3333FF"/>
                </a:solidFill>
                <a:latin typeface="+mn-ea"/>
                <a:cs typeface="Times New Roman" panose="02020603050405020304" pitchFamily="18" charset="0"/>
              </a:rPr>
              <a:t>整个输入串</a:t>
            </a:r>
            <a:r>
              <a:rPr lang="zh-CN" altLang="en-US" sz="2000" b="1" dirty="0">
                <a:solidFill>
                  <a:schemeClr val="tx1"/>
                </a:solidFill>
                <a:latin typeface="+mn-ea"/>
                <a:cs typeface="Times New Roman" panose="02020603050405020304" pitchFamily="18" charset="0"/>
              </a:rPr>
              <a:t>，则成功完成语法分析</a:t>
            </a:r>
          </a:p>
        </p:txBody>
      </p:sp>
      <p:sp>
        <p:nvSpPr>
          <p:cNvPr id="34820" name="标题 1"/>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自顶向下语法分析的通用形式</a:t>
            </a:r>
          </a:p>
        </p:txBody>
      </p:sp>
      <p:sp>
        <p:nvSpPr>
          <p:cNvPr id="6" name="内容占位符 1"/>
          <p:cNvSpPr txBox="1"/>
          <p:nvPr/>
        </p:nvSpPr>
        <p:spPr bwMode="auto">
          <a:xfrm>
            <a:off x="512595" y="2747479"/>
            <a:ext cx="4319588" cy="2532062"/>
          </a:xfrm>
          <a:prstGeom prst="rect">
            <a:avLst/>
          </a:prstGeom>
          <a:solidFill>
            <a:schemeClr val="accent2">
              <a:lumMod val="40000"/>
              <a:lumOff val="60000"/>
            </a:schemeClr>
          </a:solidFill>
          <a:ln w="12700">
            <a:solidFill>
              <a:schemeClr val="tx1"/>
            </a:solidFill>
            <a:miter lim="800000"/>
          </a:ln>
        </p:spPr>
        <p:txBody>
          <a:bodyPr/>
          <a:lstStyle>
            <a:lvl1pPr marL="273050" indent="-27305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1600"/>
              </a:lnSpc>
              <a:spcBef>
                <a:spcPct val="20000"/>
              </a:spcBef>
              <a:buSzPct val="100000"/>
              <a:buFont typeface="Symbol" panose="05050102010706020507" pitchFamily="18" charset="2"/>
              <a:buNone/>
              <a:defRPr/>
            </a:pPr>
            <a:r>
              <a:rPr lang="en-US" altLang="zh-CN" sz="1600" b="1" dirty="0">
                <a:latin typeface="Times New Roman" panose="02020603050405020304" pitchFamily="18" charset="0"/>
                <a:ea typeface="华文楷体" panose="02010600040101010101" pitchFamily="2" charset="-122"/>
              </a:rPr>
              <a:t>      void </a:t>
            </a:r>
            <a:r>
              <a:rPr lang="en-US" altLang="zh-CN" sz="1600" b="1" i="1" dirty="0">
                <a:latin typeface="Times New Roman" panose="02020603050405020304" pitchFamily="18" charset="0"/>
                <a:ea typeface="华文楷体" panose="02010600040101010101" pitchFamily="2" charset="-122"/>
              </a:rPr>
              <a:t>A</a:t>
            </a:r>
            <a:r>
              <a:rPr lang="en-US" altLang="zh-CN" sz="1600" b="1" dirty="0">
                <a:latin typeface="Times New Roman" panose="02020603050405020304" pitchFamily="18" charset="0"/>
                <a:ea typeface="楷体" panose="02010609060101010101" pitchFamily="49" charset="-122"/>
              </a:rPr>
              <a:t>( ) {</a:t>
            </a:r>
            <a:endParaRPr lang="en-US" altLang="zh-CN" sz="1600" b="1" dirty="0">
              <a:latin typeface="Times New Roman" panose="02020603050405020304" pitchFamily="18" charset="0"/>
              <a:ea typeface="华文楷体" panose="02010600040101010101" pitchFamily="2" charset="-122"/>
            </a:endParaRPr>
          </a:p>
          <a:p>
            <a:pPr eaLnBrk="1" hangingPunct="1">
              <a:lnSpc>
                <a:spcPts val="1600"/>
              </a:lnSpc>
              <a:spcBef>
                <a:spcPct val="20000"/>
              </a:spcBef>
              <a:buSzPct val="100000"/>
              <a:buFontTx/>
              <a:buAutoNum type="arabicParenR"/>
              <a:defRPr/>
            </a:pPr>
            <a:r>
              <a:rPr lang="zh-CN" altLang="en-US" sz="1600" b="1" dirty="0">
                <a:latin typeface="Times New Roman" panose="02020603050405020304" pitchFamily="18" charset="0"/>
                <a:ea typeface="楷体" panose="02010609060101010101" pitchFamily="49" charset="-122"/>
              </a:rPr>
              <a:t>     </a:t>
            </a:r>
            <a:r>
              <a:rPr lang="zh-CN" altLang="en-US" sz="1600" b="1" u="sng" dirty="0">
                <a:solidFill>
                  <a:srgbClr val="0070C0"/>
                </a:solidFill>
                <a:latin typeface="Times New Roman" panose="02020603050405020304" pitchFamily="18" charset="0"/>
                <a:ea typeface="楷体" panose="02010609060101010101" pitchFamily="49" charset="-122"/>
              </a:rPr>
              <a:t>选择一个</a:t>
            </a:r>
            <a:r>
              <a:rPr lang="en-US" altLang="zh-CN" sz="1600" b="1" i="1" u="sng" dirty="0">
                <a:solidFill>
                  <a:srgbClr val="0070C0"/>
                </a:solidFill>
                <a:latin typeface="Times New Roman" panose="02020603050405020304" pitchFamily="18" charset="0"/>
              </a:rPr>
              <a:t>A</a:t>
            </a:r>
            <a:r>
              <a:rPr lang="zh-CN" altLang="en-US" sz="1600" b="1" u="sng" dirty="0">
                <a:solidFill>
                  <a:srgbClr val="0070C0"/>
                </a:solidFill>
                <a:latin typeface="华文楷体" panose="02010600040101010101" pitchFamily="2" charset="-122"/>
                <a:ea typeface="华文楷体" panose="02010600040101010101" pitchFamily="2" charset="-122"/>
              </a:rPr>
              <a:t>产生式，</a:t>
            </a:r>
            <a:r>
              <a:rPr lang="en-US" altLang="zh-CN" sz="1600" b="1" i="1" u="sng" dirty="0">
                <a:solidFill>
                  <a:srgbClr val="0070C0"/>
                </a:solidFill>
                <a:latin typeface="Times New Roman" panose="02020603050405020304" pitchFamily="18" charset="0"/>
              </a:rPr>
              <a:t> A →X</a:t>
            </a:r>
            <a:r>
              <a:rPr lang="en-US" altLang="zh-CN" sz="1600" b="1" u="sng" baseline="-25000" dirty="0">
                <a:solidFill>
                  <a:srgbClr val="0070C0"/>
                </a:solidFill>
                <a:latin typeface="Times New Roman" panose="02020603050405020304" pitchFamily="18" charset="0"/>
              </a:rPr>
              <a:t>1</a:t>
            </a:r>
            <a:r>
              <a:rPr lang="en-US" altLang="zh-CN" sz="1600" b="1" i="1" u="sng" dirty="0">
                <a:solidFill>
                  <a:srgbClr val="0070C0"/>
                </a:solidFill>
                <a:latin typeface="Times New Roman" panose="02020603050405020304" pitchFamily="18" charset="0"/>
              </a:rPr>
              <a:t> X</a:t>
            </a:r>
            <a:r>
              <a:rPr lang="en-US" altLang="zh-CN" sz="1600" b="1" u="sng" baseline="-25000" dirty="0">
                <a:solidFill>
                  <a:srgbClr val="0070C0"/>
                </a:solidFill>
                <a:latin typeface="Times New Roman" panose="02020603050405020304" pitchFamily="18" charset="0"/>
              </a:rPr>
              <a:t>2</a:t>
            </a:r>
            <a:r>
              <a:rPr lang="en-US" altLang="zh-CN" sz="1600" b="1" i="1" u="sng" dirty="0">
                <a:solidFill>
                  <a:srgbClr val="0070C0"/>
                </a:solidFill>
                <a:latin typeface="Times New Roman" panose="02020603050405020304" pitchFamily="18" charset="0"/>
              </a:rPr>
              <a:t>  … </a:t>
            </a:r>
            <a:r>
              <a:rPr lang="en-US" altLang="zh-CN" sz="1600" b="1" i="1" u="sng" dirty="0" err="1">
                <a:solidFill>
                  <a:srgbClr val="0070C0"/>
                </a:solidFill>
                <a:latin typeface="Times New Roman" panose="02020603050405020304" pitchFamily="18" charset="0"/>
              </a:rPr>
              <a:t>X</a:t>
            </a:r>
            <a:r>
              <a:rPr lang="en-US" altLang="zh-CN" sz="1600" b="1" i="1" u="sng" baseline="-25000" dirty="0" err="1">
                <a:solidFill>
                  <a:srgbClr val="0070C0"/>
                </a:solidFill>
                <a:latin typeface="Times New Roman" panose="02020603050405020304" pitchFamily="18" charset="0"/>
              </a:rPr>
              <a:t>k</a:t>
            </a:r>
            <a:r>
              <a:rPr lang="en-US" altLang="zh-CN" sz="1600" b="1" i="1" u="sng" dirty="0">
                <a:solidFill>
                  <a:srgbClr val="0070C0"/>
                </a:solidFill>
                <a:latin typeface="Times New Roman" panose="02020603050405020304" pitchFamily="18" charset="0"/>
              </a:rPr>
              <a:t>  </a:t>
            </a:r>
            <a:r>
              <a:rPr lang="zh-CN" altLang="en-US" sz="1600" b="1" u="sng" dirty="0">
                <a:solidFill>
                  <a:srgbClr val="0070C0"/>
                </a:solidFill>
                <a:latin typeface="华文楷体" panose="02010600040101010101" pitchFamily="2" charset="-122"/>
                <a:ea typeface="华文楷体" panose="02010600040101010101" pitchFamily="2" charset="-122"/>
              </a:rPr>
              <a:t>；</a:t>
            </a:r>
            <a:endParaRPr lang="en-US" altLang="zh-CN" sz="1600" b="1" u="sng" dirty="0">
              <a:solidFill>
                <a:srgbClr val="0070C0"/>
              </a:solidFill>
              <a:latin typeface="华文楷体" panose="02010600040101010101" pitchFamily="2" charset="-122"/>
              <a:ea typeface="华文楷体" panose="02010600040101010101" pitchFamily="2" charset="-122"/>
            </a:endParaRPr>
          </a:p>
          <a:p>
            <a:pPr eaLnBrk="1" hangingPunct="1">
              <a:lnSpc>
                <a:spcPts val="1600"/>
              </a:lnSpc>
              <a:spcBef>
                <a:spcPct val="20000"/>
              </a:spcBef>
              <a:buSzPct val="100000"/>
              <a:buFontTx/>
              <a:buAutoNum type="arabicParenR"/>
              <a:defRPr/>
            </a:pPr>
            <a:r>
              <a:rPr lang="en-US" altLang="zh-CN" sz="1600" b="1" dirty="0">
                <a:latin typeface="Times New Roman" panose="02020603050405020304" pitchFamily="18" charset="0"/>
                <a:ea typeface="楷体" panose="02010609060101010101" pitchFamily="49" charset="-122"/>
              </a:rPr>
              <a:t>     for</a:t>
            </a:r>
            <a:r>
              <a:rPr lang="en-US" altLang="zh-CN" sz="1600" b="1" i="1" dirty="0">
                <a:latin typeface="Times New Roman" panose="02020603050405020304" pitchFamily="18" charset="0"/>
                <a:ea typeface="楷体" panose="02010609060101010101" pitchFamily="49" charset="-122"/>
              </a:rPr>
              <a:t> </a:t>
            </a:r>
            <a:r>
              <a:rPr lang="en-US" altLang="zh-CN" sz="1600" b="1" dirty="0">
                <a:latin typeface="Times New Roman" panose="02020603050405020304" pitchFamily="18" charset="0"/>
                <a:ea typeface="楷体" panose="02010609060101010101" pitchFamily="49" charset="-122"/>
              </a:rPr>
              <a:t>( </a:t>
            </a:r>
            <a:r>
              <a:rPr lang="en-US" altLang="zh-CN" sz="1600" b="1" i="1" dirty="0" err="1">
                <a:latin typeface="Times New Roman" panose="02020603050405020304" pitchFamily="18" charset="0"/>
                <a:ea typeface="楷体" panose="02010609060101010101" pitchFamily="49" charset="-122"/>
              </a:rPr>
              <a:t>i</a:t>
            </a:r>
            <a:r>
              <a:rPr lang="en-US" altLang="zh-CN" sz="1600" b="1" i="1" dirty="0">
                <a:latin typeface="Times New Roman" panose="02020603050405020304" pitchFamily="18" charset="0"/>
                <a:ea typeface="楷体" panose="02010609060101010101" pitchFamily="49" charset="-122"/>
              </a:rPr>
              <a:t> </a:t>
            </a:r>
            <a:r>
              <a:rPr lang="en-US" altLang="zh-CN" sz="1600" b="1" dirty="0">
                <a:latin typeface="Times New Roman" panose="02020603050405020304" pitchFamily="18" charset="0"/>
                <a:ea typeface="楷体" panose="02010609060101010101" pitchFamily="49" charset="-122"/>
              </a:rPr>
              <a:t>= 1 to </a:t>
            </a:r>
            <a:r>
              <a:rPr lang="en-US" altLang="zh-CN" sz="1600" b="1" i="1" dirty="0">
                <a:latin typeface="Times New Roman" panose="02020603050405020304" pitchFamily="18" charset="0"/>
                <a:ea typeface="楷体" panose="02010609060101010101" pitchFamily="49" charset="-122"/>
              </a:rPr>
              <a:t>k</a:t>
            </a:r>
            <a:r>
              <a:rPr lang="en-US" altLang="zh-CN" sz="1600" b="1" dirty="0">
                <a:latin typeface="Times New Roman" panose="02020603050405020304" pitchFamily="18" charset="0"/>
                <a:ea typeface="楷体" panose="02010609060101010101" pitchFamily="49" charset="-122"/>
              </a:rPr>
              <a:t> ) {</a:t>
            </a:r>
          </a:p>
          <a:p>
            <a:pPr eaLnBrk="1" hangingPunct="1">
              <a:lnSpc>
                <a:spcPts val="1600"/>
              </a:lnSpc>
              <a:spcBef>
                <a:spcPct val="20000"/>
              </a:spcBef>
              <a:buSzPct val="100000"/>
              <a:buFontTx/>
              <a:buAutoNum type="arabicParenR" startAt="3"/>
              <a:defRPr/>
            </a:pPr>
            <a:r>
              <a:rPr lang="en-US" altLang="zh-CN" sz="1600" b="1" dirty="0">
                <a:latin typeface="Times New Roman" panose="02020603050405020304" pitchFamily="18" charset="0"/>
                <a:ea typeface="楷体" panose="02010609060101010101" pitchFamily="49" charset="-122"/>
              </a:rPr>
              <a:t>             if</a:t>
            </a:r>
            <a:r>
              <a:rPr lang="en-US" altLang="zh-CN" sz="1600" b="1" i="1" dirty="0">
                <a:latin typeface="Times New Roman" panose="02020603050405020304" pitchFamily="18" charset="0"/>
                <a:ea typeface="楷体" panose="02010609060101010101" pitchFamily="49" charset="-122"/>
              </a:rPr>
              <a:t> </a:t>
            </a:r>
            <a:r>
              <a:rPr lang="en-US" altLang="zh-CN" sz="1600" b="1" dirty="0">
                <a:latin typeface="Times New Roman" panose="02020603050405020304" pitchFamily="18" charset="0"/>
                <a:ea typeface="楷体" panose="02010609060101010101" pitchFamily="49" charset="-122"/>
              </a:rPr>
              <a:t>( </a:t>
            </a:r>
            <a:r>
              <a:rPr lang="en-US" altLang="zh-CN" sz="1600" b="1" i="1" dirty="0">
                <a:latin typeface="Times New Roman" panose="02020603050405020304" pitchFamily="18" charset="0"/>
                <a:ea typeface="楷体" panose="02010609060101010101" pitchFamily="49" charset="-122"/>
              </a:rPr>
              <a:t>X</a:t>
            </a:r>
            <a:r>
              <a:rPr lang="en-US" altLang="zh-CN" sz="1600" b="1" i="1" baseline="-25000" dirty="0">
                <a:latin typeface="Times New Roman" panose="02020603050405020304" pitchFamily="18" charset="0"/>
              </a:rPr>
              <a:t>i</a:t>
            </a:r>
            <a:r>
              <a:rPr lang="zh-CN" altLang="en-US" sz="1600" b="1" dirty="0">
                <a:latin typeface="Times New Roman" panose="02020603050405020304" pitchFamily="18" charset="0"/>
                <a:ea typeface="楷体" panose="02010609060101010101" pitchFamily="49" charset="-122"/>
              </a:rPr>
              <a:t>是一个非终结符号</a:t>
            </a:r>
            <a:r>
              <a:rPr lang="en-US" altLang="zh-CN" sz="1600" b="1" dirty="0">
                <a:latin typeface="Times New Roman" panose="02020603050405020304" pitchFamily="18" charset="0"/>
                <a:ea typeface="楷体" panose="02010609060101010101" pitchFamily="49" charset="-122"/>
              </a:rPr>
              <a:t>)</a:t>
            </a:r>
          </a:p>
          <a:p>
            <a:pPr eaLnBrk="1" hangingPunct="1">
              <a:lnSpc>
                <a:spcPts val="1600"/>
              </a:lnSpc>
              <a:spcBef>
                <a:spcPct val="20000"/>
              </a:spcBef>
              <a:buSzPct val="100000"/>
              <a:buFontTx/>
              <a:buAutoNum type="arabicParenR" startAt="3"/>
              <a:defRPr/>
            </a:pPr>
            <a:r>
              <a:rPr lang="en-US" altLang="zh-CN" sz="1600" b="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调用过程 </a:t>
            </a:r>
            <a:r>
              <a:rPr lang="en-US" altLang="zh-CN" sz="1600" b="1" i="1" dirty="0">
                <a:latin typeface="Times New Roman" panose="02020603050405020304" pitchFamily="18" charset="0"/>
                <a:ea typeface="楷体" panose="02010609060101010101" pitchFamily="49" charset="-122"/>
              </a:rPr>
              <a:t>X</a:t>
            </a:r>
            <a:r>
              <a:rPr lang="en-US" altLang="zh-CN" sz="1600" b="1" i="1" baseline="-25000" dirty="0">
                <a:solidFill>
                  <a:srgbClr val="000000"/>
                </a:solidFill>
                <a:latin typeface="Times New Roman" panose="02020603050405020304" pitchFamily="18" charset="0"/>
              </a:rPr>
              <a:t>i </a:t>
            </a:r>
            <a:r>
              <a:rPr lang="en-US" altLang="zh-CN" sz="1600" b="1" dirty="0">
                <a:latin typeface="Times New Roman" panose="02020603050405020304" pitchFamily="18" charset="0"/>
                <a:ea typeface="楷体" panose="02010609060101010101" pitchFamily="49" charset="-122"/>
              </a:rPr>
              <a:t>( ) ; </a:t>
            </a:r>
            <a:endParaRPr lang="en-US" altLang="zh-CN" sz="1600" b="1" i="1" dirty="0">
              <a:latin typeface="Times New Roman" panose="02020603050405020304" pitchFamily="18" charset="0"/>
              <a:ea typeface="楷体" panose="02010609060101010101" pitchFamily="49" charset="-122"/>
            </a:endParaRPr>
          </a:p>
          <a:p>
            <a:pPr eaLnBrk="1" hangingPunct="1">
              <a:lnSpc>
                <a:spcPts val="1600"/>
              </a:lnSpc>
              <a:spcBef>
                <a:spcPct val="20000"/>
              </a:spcBef>
              <a:buSzPct val="100000"/>
              <a:buFontTx/>
              <a:buAutoNum type="arabicParenR" startAt="3"/>
              <a:defRPr/>
            </a:pPr>
            <a:r>
              <a:rPr lang="en-US" altLang="zh-CN" sz="1600" b="1" dirty="0">
                <a:latin typeface="Times New Roman" panose="02020603050405020304" pitchFamily="18" charset="0"/>
                <a:ea typeface="楷体" panose="02010609060101010101" pitchFamily="49" charset="-122"/>
              </a:rPr>
              <a:t>             else  if ( </a:t>
            </a:r>
            <a:r>
              <a:rPr lang="en-US" altLang="zh-CN" sz="1600" b="1" i="1" dirty="0">
                <a:latin typeface="Times New Roman" panose="02020603050405020304" pitchFamily="18" charset="0"/>
                <a:ea typeface="楷体" panose="02010609060101010101" pitchFamily="49" charset="-122"/>
              </a:rPr>
              <a:t>X</a:t>
            </a:r>
            <a:r>
              <a:rPr lang="en-US" altLang="zh-CN" sz="1600" b="1" i="1" baseline="-25000" dirty="0">
                <a:latin typeface="Times New Roman" panose="02020603050405020304" pitchFamily="18" charset="0"/>
              </a:rPr>
              <a:t>i</a:t>
            </a:r>
            <a:r>
              <a:rPr lang="en-US" altLang="zh-CN" sz="1600" b="1" i="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等于当前的输入符号</a:t>
            </a:r>
            <a:r>
              <a:rPr lang="en-US" altLang="zh-CN" sz="1600" b="1" i="1" dirty="0">
                <a:latin typeface="Times New Roman" panose="02020603050405020304" pitchFamily="18" charset="0"/>
                <a:ea typeface="楷体" panose="02010609060101010101" pitchFamily="49" charset="-122"/>
              </a:rPr>
              <a:t>a</a:t>
            </a:r>
            <a:r>
              <a:rPr lang="en-US" altLang="zh-CN" sz="1600" b="1" dirty="0">
                <a:latin typeface="Times New Roman" panose="02020603050405020304" pitchFamily="18" charset="0"/>
                <a:ea typeface="楷体" panose="02010609060101010101" pitchFamily="49" charset="-122"/>
              </a:rPr>
              <a:t>)       </a:t>
            </a:r>
          </a:p>
          <a:p>
            <a:pPr eaLnBrk="1" hangingPunct="1">
              <a:lnSpc>
                <a:spcPts val="1600"/>
              </a:lnSpc>
              <a:spcBef>
                <a:spcPct val="20000"/>
              </a:spcBef>
              <a:buSzPct val="100000"/>
              <a:buFontTx/>
              <a:buAutoNum type="arabicParenR" startAt="3"/>
              <a:defRPr/>
            </a:pPr>
            <a:r>
              <a:rPr lang="en-US" altLang="zh-CN" sz="1600" b="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读入下一个输入符号</a:t>
            </a:r>
            <a:r>
              <a:rPr lang="en-US" altLang="zh-CN" sz="1600" b="1" dirty="0">
                <a:latin typeface="Times New Roman" panose="02020603050405020304" pitchFamily="18" charset="0"/>
                <a:ea typeface="楷体" panose="02010609060101010101" pitchFamily="49" charset="-122"/>
              </a:rPr>
              <a:t>;</a:t>
            </a:r>
          </a:p>
          <a:p>
            <a:pPr eaLnBrk="1" hangingPunct="1">
              <a:lnSpc>
                <a:spcPts val="1600"/>
              </a:lnSpc>
              <a:spcBef>
                <a:spcPct val="20000"/>
              </a:spcBef>
              <a:buSzPct val="100000"/>
              <a:buFontTx/>
              <a:buAutoNum type="arabicParenR" startAt="3"/>
              <a:defRPr/>
            </a:pPr>
            <a:r>
              <a:rPr lang="en-US" altLang="zh-CN" sz="1600" b="1" dirty="0">
                <a:latin typeface="Times New Roman" panose="02020603050405020304" pitchFamily="18" charset="0"/>
                <a:ea typeface="楷体" panose="02010609060101010101" pitchFamily="49" charset="-122"/>
              </a:rPr>
              <a:t>             else /* </a:t>
            </a:r>
            <a:r>
              <a:rPr lang="zh-CN" altLang="en-US" sz="1600" b="1" dirty="0">
                <a:latin typeface="Times New Roman" panose="02020603050405020304" pitchFamily="18" charset="0"/>
                <a:ea typeface="楷体" panose="02010609060101010101" pitchFamily="49" charset="-122"/>
              </a:rPr>
              <a:t>发生了一个错误 </a:t>
            </a:r>
            <a:r>
              <a:rPr lang="en-US" altLang="zh-CN" sz="1600" b="1" dirty="0">
                <a:latin typeface="Times New Roman" panose="02020603050405020304" pitchFamily="18" charset="0"/>
                <a:ea typeface="楷体" panose="02010609060101010101" pitchFamily="49" charset="-122"/>
              </a:rPr>
              <a:t>*/ ;</a:t>
            </a:r>
          </a:p>
          <a:p>
            <a:pPr eaLnBrk="1" hangingPunct="1">
              <a:lnSpc>
                <a:spcPts val="1600"/>
              </a:lnSpc>
              <a:spcBef>
                <a:spcPct val="20000"/>
              </a:spcBef>
              <a:buSzPct val="100000"/>
              <a:buFont typeface="Symbol" panose="05050102010706020507" pitchFamily="18" charset="2"/>
              <a:buNone/>
              <a:defRPr/>
            </a:pPr>
            <a:r>
              <a:rPr lang="en-US" altLang="zh-CN" sz="1600" b="1" dirty="0">
                <a:latin typeface="Times New Roman" panose="02020603050405020304" pitchFamily="18" charset="0"/>
                <a:ea typeface="楷体" panose="02010609060101010101" pitchFamily="49" charset="-122"/>
              </a:rPr>
              <a:t>              }</a:t>
            </a:r>
          </a:p>
          <a:p>
            <a:pPr eaLnBrk="1" hangingPunct="1">
              <a:lnSpc>
                <a:spcPts val="1600"/>
              </a:lnSpc>
              <a:spcBef>
                <a:spcPct val="20000"/>
              </a:spcBef>
              <a:buSzPct val="100000"/>
              <a:buFont typeface="Symbol" panose="05050102010706020507" pitchFamily="18" charset="2"/>
              <a:buNone/>
              <a:defRPr/>
            </a:pPr>
            <a:r>
              <a:rPr lang="en-US" altLang="zh-CN" sz="1600" b="1" dirty="0">
                <a:latin typeface="Times New Roman" panose="02020603050405020304" pitchFamily="18" charset="0"/>
                <a:ea typeface="楷体" panose="02010609060101010101" pitchFamily="49" charset="-122"/>
              </a:rPr>
              <a:t>       }</a:t>
            </a:r>
          </a:p>
        </p:txBody>
      </p:sp>
      <p:sp>
        <p:nvSpPr>
          <p:cNvPr id="19461" name="矩形 3"/>
          <p:cNvSpPr>
            <a:spLocks noChangeArrowheads="1"/>
          </p:cNvSpPr>
          <p:nvPr/>
        </p:nvSpPr>
        <p:spPr bwMode="auto">
          <a:xfrm>
            <a:off x="5268043" y="3363838"/>
            <a:ext cx="3363362" cy="707886"/>
          </a:xfrm>
          <a:prstGeom prst="rect">
            <a:avLst/>
          </a:prstGeom>
          <a:solidFill>
            <a:schemeClr val="accent5">
              <a:lumMod val="60000"/>
              <a:lumOff val="40000"/>
            </a:schemeClr>
          </a:solidFill>
          <a:ln w="12700">
            <a:solidFill>
              <a:schemeClr val="tx1"/>
            </a:solidFill>
            <a:miter lim="800000"/>
          </a:ln>
        </p:spPr>
        <p:txBody>
          <a:bodyPr wrap="square">
            <a:spAutoFit/>
          </a:bodyPr>
          <a:lstStyle/>
          <a:p>
            <a:pPr eaLnBrk="1" hangingPunct="1">
              <a:defRPr/>
            </a:pPr>
            <a:r>
              <a:rPr lang="zh-CN" altLang="en-US" sz="2000" b="1" dirty="0">
                <a:solidFill>
                  <a:srgbClr val="FF0000"/>
                </a:solidFill>
                <a:latin typeface="+mn-ea"/>
                <a:ea typeface="+mn-ea"/>
                <a:cs typeface="Times New Roman" panose="02020603050405020304" pitchFamily="18" charset="0"/>
              </a:rPr>
              <a:t>不确定分析</a:t>
            </a:r>
            <a:r>
              <a:rPr lang="zh-CN" altLang="en-US" sz="2000" b="1" dirty="0">
                <a:latin typeface="+mn-ea"/>
                <a:ea typeface="+mn-ea"/>
                <a:cs typeface="Times New Roman" panose="02020603050405020304" pitchFamily="18" charset="0"/>
              </a:rPr>
              <a:t>：可能需要</a:t>
            </a:r>
            <a:r>
              <a:rPr lang="zh-CN" altLang="en-US" sz="2000" b="1" dirty="0">
                <a:solidFill>
                  <a:srgbClr val="FF0000"/>
                </a:solidFill>
                <a:latin typeface="+mn-ea"/>
                <a:ea typeface="+mn-ea"/>
                <a:cs typeface="Times New Roman" panose="02020603050405020304" pitchFamily="18" charset="0"/>
              </a:rPr>
              <a:t>回溯</a:t>
            </a:r>
            <a:r>
              <a:rPr lang="en-US" altLang="zh-CN" sz="1600" b="1" dirty="0">
                <a:latin typeface="Times New Roman" panose="02020603050405020304" pitchFamily="18" charset="0"/>
                <a:ea typeface="+mn-ea"/>
                <a:cs typeface="Times New Roman" panose="02020603050405020304" pitchFamily="18" charset="0"/>
              </a:rPr>
              <a:t>(</a:t>
            </a:r>
            <a:r>
              <a:rPr lang="en-US" altLang="zh-CN" sz="1600" b="1" i="1" dirty="0">
                <a:latin typeface="Times New Roman" panose="02020603050405020304" pitchFamily="18" charset="0"/>
                <a:ea typeface="+mn-ea"/>
                <a:cs typeface="Times New Roman" panose="02020603050405020304" pitchFamily="18" charset="0"/>
              </a:rPr>
              <a:t>backtracking</a:t>
            </a:r>
            <a:r>
              <a:rPr lang="en-US" altLang="zh-CN" sz="1600" b="1" dirty="0">
                <a:latin typeface="Times New Roman" panose="02020603050405020304" pitchFamily="18" charset="0"/>
                <a:ea typeface="+mn-ea"/>
                <a:cs typeface="Times New Roman" panose="02020603050405020304" pitchFamily="18" charset="0"/>
              </a:rPr>
              <a:t>)</a:t>
            </a:r>
            <a:r>
              <a:rPr lang="zh-CN" altLang="en-US" sz="2000" b="1" dirty="0">
                <a:latin typeface="+mn-ea"/>
                <a:ea typeface="+mn-ea"/>
                <a:cs typeface="Times New Roman" panose="02020603050405020304" pitchFamily="18" charset="0"/>
              </a:rPr>
              <a:t>，导致效率较低</a:t>
            </a:r>
          </a:p>
        </p:txBody>
      </p:sp>
      <p:sp>
        <p:nvSpPr>
          <p:cNvPr id="7" name="对话气泡: 圆角矩形 6"/>
          <p:cNvSpPr/>
          <p:nvPr/>
        </p:nvSpPr>
        <p:spPr>
          <a:xfrm>
            <a:off x="5214937" y="2562777"/>
            <a:ext cx="3214688" cy="626318"/>
          </a:xfrm>
          <a:prstGeom prst="wedgeRoundRectCallout">
            <a:avLst>
              <a:gd name="adj1" fmla="val -64078"/>
              <a:gd name="adj2" fmla="val 5650"/>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latin typeface="Times New Roman" panose="02020603050405020304" pitchFamily="18" charset="0"/>
                <a:cs typeface="Times New Roman" panose="02020603050405020304" pitchFamily="18" charset="0"/>
              </a:rPr>
              <a:t>如何有效地选择候选式？</a:t>
            </a: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25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0484">
                                            <p:txEl>
                                              <p:pRg st="0" end="0"/>
                                            </p:txEl>
                                          </p:spTgt>
                                        </p:tgtEl>
                                        <p:attrNameLst>
                                          <p:attrName>style.visibility</p:attrName>
                                        </p:attrNameLst>
                                      </p:cBhvr>
                                      <p:to>
                                        <p:strVal val="visible"/>
                                      </p:to>
                                    </p:set>
                                    <p:animEffect transition="in" filter="wipe(down)">
                                      <p:cBhvr>
                                        <p:cTn id="7" dur="500"/>
                                        <p:tgtEl>
                                          <p:spTgt spid="204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0484">
                                            <p:txEl>
                                              <p:pRg st="1" end="1"/>
                                            </p:txEl>
                                          </p:spTgt>
                                        </p:tgtEl>
                                        <p:attrNameLst>
                                          <p:attrName>style.visibility</p:attrName>
                                        </p:attrNameLst>
                                      </p:cBhvr>
                                      <p:to>
                                        <p:strVal val="visible"/>
                                      </p:to>
                                    </p:set>
                                    <p:animEffect transition="in" filter="wipe(down)">
                                      <p:cBhvr>
                                        <p:cTn id="15" dur="500"/>
                                        <p:tgtEl>
                                          <p:spTgt spid="2048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0484">
                                            <p:txEl>
                                              <p:pRg st="2" end="2"/>
                                            </p:txEl>
                                          </p:spTgt>
                                        </p:tgtEl>
                                        <p:attrNameLst>
                                          <p:attrName>style.visibility</p:attrName>
                                        </p:attrNameLst>
                                      </p:cBhvr>
                                      <p:to>
                                        <p:strVal val="visible"/>
                                      </p:to>
                                    </p:set>
                                    <p:animEffect transition="in" filter="wipe(down)">
                                      <p:cBhvr>
                                        <p:cTn id="20" dur="500"/>
                                        <p:tgtEl>
                                          <p:spTgt spid="2048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19461"/>
                                        </p:tgtEl>
                                        <p:attrNameLst>
                                          <p:attrName>style.visibility</p:attrName>
                                        </p:attrNameLst>
                                      </p:cBhvr>
                                      <p:to>
                                        <p:strVal val="visible"/>
                                      </p:to>
                                    </p:set>
                                    <p:anim calcmode="lin" valueType="num">
                                      <p:cBhvr>
                                        <p:cTn id="30" dur="500" fill="hold"/>
                                        <p:tgtEl>
                                          <p:spTgt spid="19461"/>
                                        </p:tgtEl>
                                        <p:attrNameLst>
                                          <p:attrName>ppt_w</p:attrName>
                                        </p:attrNameLst>
                                      </p:cBhvr>
                                      <p:tavLst>
                                        <p:tav tm="0">
                                          <p:val>
                                            <p:fltVal val="0"/>
                                          </p:val>
                                        </p:tav>
                                        <p:tav tm="100000">
                                          <p:val>
                                            <p:strVal val="#ppt_w"/>
                                          </p:val>
                                        </p:tav>
                                      </p:tavLst>
                                    </p:anim>
                                    <p:anim calcmode="lin" valueType="num">
                                      <p:cBhvr>
                                        <p:cTn id="31" dur="500" fill="hold"/>
                                        <p:tgtEl>
                                          <p:spTgt spid="19461"/>
                                        </p:tgtEl>
                                        <p:attrNameLst>
                                          <p:attrName>ppt_h</p:attrName>
                                        </p:attrNameLst>
                                      </p:cBhvr>
                                      <p:tavLst>
                                        <p:tav tm="0">
                                          <p:val>
                                            <p:fltVal val="0"/>
                                          </p:val>
                                        </p:tav>
                                        <p:tav tm="100000">
                                          <p:val>
                                            <p:strVal val="#ppt_h"/>
                                          </p:val>
                                        </p:tav>
                                      </p:tavLst>
                                    </p:anim>
                                    <p:animEffect transition="in" filter="fade">
                                      <p:cBhvr>
                                        <p:cTn id="32" dur="500"/>
                                        <p:tgtEl>
                                          <p:spTgt spid="19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uiExpand="1" build="p"/>
      <p:bldP spid="6" grpId="0" animBg="1"/>
      <p:bldP spid="19461"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内容占位符 2"/>
          <p:cNvSpPr>
            <a:spLocks noGrp="1"/>
          </p:cNvSpPr>
          <p:nvPr>
            <p:ph idx="1"/>
          </p:nvPr>
        </p:nvSpPr>
        <p:spPr>
          <a:xfrm>
            <a:off x="433388" y="987574"/>
            <a:ext cx="8353425" cy="3821112"/>
          </a:xfrm>
        </p:spPr>
        <p:txBody>
          <a:bodyPr/>
          <a:lstStyle/>
          <a:p>
            <a:pPr eaLnBrk="1" hangingPunct="1">
              <a:lnSpc>
                <a:spcPts val="4000"/>
              </a:lnSpc>
              <a:buClrTx/>
              <a:buFont typeface="Wingdings" panose="05000000000000000000" pitchFamily="2" charset="2"/>
              <a:buChar char="Ø"/>
              <a:defRPr/>
            </a:pPr>
            <a:r>
              <a:rPr lang="zh-CN" altLang="en-US" sz="2800" b="1" dirty="0">
                <a:solidFill>
                  <a:schemeClr val="tx1"/>
                </a:solidFill>
                <a:latin typeface="+mn-ea"/>
                <a:cs typeface="Times New Roman" panose="02020603050405020304" pitchFamily="18" charset="0"/>
              </a:rPr>
              <a:t> </a:t>
            </a:r>
            <a:r>
              <a:rPr lang="zh-CN" altLang="en-US" sz="2800" b="1" dirty="0">
                <a:solidFill>
                  <a:srgbClr val="FF0000"/>
                </a:solidFill>
                <a:latin typeface="+mn-ea"/>
                <a:cs typeface="Times New Roman" panose="02020603050405020304" pitchFamily="18" charset="0"/>
              </a:rPr>
              <a:t>预测分析</a:t>
            </a:r>
            <a:r>
              <a:rPr lang="zh-CN" altLang="en-US" sz="2800" dirty="0">
                <a:solidFill>
                  <a:srgbClr val="FF0000"/>
                </a:solidFill>
                <a:latin typeface="+mn-ea"/>
                <a:cs typeface="Times New Roman" panose="02020603050405020304" pitchFamily="18" charset="0"/>
              </a:rPr>
              <a:t>技术</a:t>
            </a:r>
            <a:r>
              <a:rPr lang="zh-CN" altLang="en-US" sz="2800" b="1" dirty="0">
                <a:solidFill>
                  <a:schemeClr val="tx1"/>
                </a:solidFill>
                <a:latin typeface="+mn-ea"/>
                <a:cs typeface="Times New Roman" panose="02020603050405020304" pitchFamily="18" charset="0"/>
              </a:rPr>
              <a:t>是</a:t>
            </a:r>
            <a:r>
              <a:rPr lang="zh-CN" altLang="en-US" sz="2800" b="1" dirty="0">
                <a:solidFill>
                  <a:schemeClr val="tx2">
                    <a:lumMod val="60000"/>
                    <a:lumOff val="40000"/>
                  </a:schemeClr>
                </a:solidFill>
                <a:latin typeface="+mn-ea"/>
                <a:cs typeface="Times New Roman" panose="02020603050405020304" pitchFamily="18" charset="0"/>
              </a:rPr>
              <a:t>递归下降分析</a:t>
            </a:r>
            <a:r>
              <a:rPr lang="zh-CN" altLang="en-US" sz="2800" b="1" dirty="0">
                <a:solidFill>
                  <a:schemeClr val="tx1"/>
                </a:solidFill>
                <a:latin typeface="+mn-ea"/>
                <a:cs typeface="Times New Roman" panose="02020603050405020304" pitchFamily="18" charset="0"/>
              </a:rPr>
              <a:t>技术的一个特例，通过在输入中向前看</a:t>
            </a:r>
            <a:r>
              <a:rPr lang="zh-CN" altLang="en-US" sz="2800" b="1" dirty="0">
                <a:solidFill>
                  <a:schemeClr val="tx2">
                    <a:lumMod val="60000"/>
                    <a:lumOff val="40000"/>
                  </a:schemeClr>
                </a:solidFill>
                <a:latin typeface="+mn-ea"/>
                <a:cs typeface="Times New Roman" panose="02020603050405020304" pitchFamily="18" charset="0"/>
              </a:rPr>
              <a:t>固定个数</a:t>
            </a:r>
            <a:r>
              <a:rPr lang="zh-CN" altLang="en-US" sz="2800" b="1" dirty="0">
                <a:solidFill>
                  <a:schemeClr val="tx1"/>
                </a:solidFill>
                <a:latin typeface="+mn-ea"/>
                <a:cs typeface="Times New Roman" panose="02020603050405020304" pitchFamily="18" charset="0"/>
              </a:rPr>
              <a:t>（通常是一个）</a:t>
            </a:r>
            <a:r>
              <a:rPr lang="zh-CN" altLang="en-US" sz="2800" b="1" dirty="0">
                <a:solidFill>
                  <a:schemeClr val="tx2">
                    <a:lumMod val="60000"/>
                    <a:lumOff val="40000"/>
                  </a:schemeClr>
                </a:solidFill>
                <a:latin typeface="+mn-ea"/>
                <a:cs typeface="Times New Roman" panose="02020603050405020304" pitchFamily="18" charset="0"/>
              </a:rPr>
              <a:t>符号</a:t>
            </a:r>
            <a:r>
              <a:rPr lang="zh-CN" altLang="en-US" sz="2800" b="1" dirty="0">
                <a:solidFill>
                  <a:schemeClr val="tx1"/>
                </a:solidFill>
                <a:latin typeface="+mn-ea"/>
                <a:cs typeface="Times New Roman" panose="02020603050405020304" pitchFamily="18" charset="0"/>
              </a:rPr>
              <a:t>来指导产生式的选择，可以实现确定的分析。</a:t>
            </a:r>
            <a:endParaRPr lang="en-US" altLang="zh-CN" sz="2800" b="1" dirty="0">
              <a:solidFill>
                <a:schemeClr val="tx1"/>
              </a:solidFill>
              <a:latin typeface="+mn-ea"/>
              <a:cs typeface="Times New Roman" panose="02020603050405020304" pitchFamily="18" charset="0"/>
            </a:endParaRPr>
          </a:p>
          <a:p>
            <a:pPr lvl="1" eaLnBrk="1" hangingPunct="1">
              <a:lnSpc>
                <a:spcPts val="4000"/>
              </a:lnSpc>
              <a:buClrTx/>
              <a:buFont typeface="Wingdings" panose="05000000000000000000" pitchFamily="2" charset="2"/>
              <a:buChar char="Ø"/>
              <a:defRPr/>
            </a:pPr>
            <a:r>
              <a:rPr lang="zh-CN" altLang="en-US" sz="2500" b="1" dirty="0">
                <a:solidFill>
                  <a:prstClr val="black"/>
                </a:solidFill>
                <a:latin typeface="华文楷体" panose="02010600040101010101" pitchFamily="2" charset="-122"/>
                <a:cs typeface="Times New Roman" panose="02020603050405020304" pitchFamily="18" charset="0"/>
              </a:rPr>
              <a:t>可以对某些文法构造出向前看</a:t>
            </a:r>
            <a:r>
              <a:rPr lang="en-US" altLang="zh-CN" sz="2500" b="1" i="1" dirty="0">
                <a:solidFill>
                  <a:prstClr val="black"/>
                </a:solidFill>
                <a:cs typeface="Times New Roman" panose="02020603050405020304" pitchFamily="18" charset="0"/>
              </a:rPr>
              <a:t>k</a:t>
            </a:r>
            <a:r>
              <a:rPr lang="zh-CN" altLang="en-US" sz="2500" b="1" dirty="0">
                <a:solidFill>
                  <a:prstClr val="black"/>
                </a:solidFill>
                <a:latin typeface="华文楷体" panose="02010600040101010101" pitchFamily="2" charset="-122"/>
                <a:cs typeface="Times New Roman" panose="02020603050405020304" pitchFamily="18" charset="0"/>
              </a:rPr>
              <a:t>个输入符号的预测分析器，不需要回溯，该类文法有时也称为</a:t>
            </a:r>
            <a:r>
              <a:rPr lang="en-US" altLang="zh-CN" sz="2500" b="1" i="1" dirty="0">
                <a:solidFill>
                  <a:srgbClr val="FF0000"/>
                </a:solidFill>
                <a:cs typeface="Times New Roman" panose="02020603050405020304" pitchFamily="18" charset="0"/>
              </a:rPr>
              <a:t>LL</a:t>
            </a:r>
            <a:r>
              <a:rPr lang="en-US" altLang="zh-CN" sz="2500" b="1" dirty="0">
                <a:solidFill>
                  <a:srgbClr val="FF0000"/>
                </a:solidFill>
                <a:cs typeface="Times New Roman" panose="02020603050405020304" pitchFamily="18" charset="0"/>
              </a:rPr>
              <a:t>(</a:t>
            </a:r>
            <a:r>
              <a:rPr lang="en-US" altLang="zh-CN" sz="2500" b="1" i="1" dirty="0">
                <a:solidFill>
                  <a:srgbClr val="FF0000"/>
                </a:solidFill>
                <a:cs typeface="Times New Roman" panose="02020603050405020304" pitchFamily="18" charset="0"/>
              </a:rPr>
              <a:t>k</a:t>
            </a:r>
            <a:r>
              <a:rPr lang="en-US" altLang="zh-CN" sz="2500" b="1" dirty="0">
                <a:solidFill>
                  <a:srgbClr val="FF0000"/>
                </a:solidFill>
                <a:cs typeface="Times New Roman" panose="02020603050405020304" pitchFamily="18" charset="0"/>
              </a:rPr>
              <a:t>) </a:t>
            </a:r>
            <a:r>
              <a:rPr lang="zh-CN" altLang="en-US" sz="2500" b="1" dirty="0">
                <a:solidFill>
                  <a:srgbClr val="FF0000"/>
                </a:solidFill>
                <a:latin typeface="华文楷体" panose="02010600040101010101" pitchFamily="2" charset="-122"/>
                <a:cs typeface="Times New Roman" panose="02020603050405020304" pitchFamily="18" charset="0"/>
              </a:rPr>
              <a:t>文法类</a:t>
            </a:r>
            <a:endParaRPr lang="en-US" altLang="zh-CN" sz="2800" b="1" dirty="0">
              <a:solidFill>
                <a:schemeClr val="tx1"/>
              </a:solidFill>
              <a:latin typeface="+mn-ea"/>
              <a:cs typeface="Times New Roman" panose="02020603050405020304" pitchFamily="18" charset="0"/>
            </a:endParaRPr>
          </a:p>
        </p:txBody>
      </p:sp>
      <p:grpSp>
        <p:nvGrpSpPr>
          <p:cNvPr id="77827" name="组合 5"/>
          <p:cNvGrpSpPr/>
          <p:nvPr/>
        </p:nvGrpSpPr>
        <p:grpSpPr bwMode="auto">
          <a:xfrm>
            <a:off x="0" y="195263"/>
            <a:ext cx="755650" cy="431800"/>
            <a:chOff x="-786" y="195486"/>
            <a:chExt cx="756363" cy="432048"/>
          </a:xfrm>
        </p:grpSpPr>
        <p:sp>
          <p:nvSpPr>
            <p:cNvPr id="7" name="五边形 6"/>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77830" name="五边形 6"/>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grpSp>
      <p:sp>
        <p:nvSpPr>
          <p:cNvPr id="6" name="标题 1"/>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rPr>
              <a:t>预测分析</a:t>
            </a:r>
            <a:r>
              <a:rPr lang="zh-CN" altLang="en-US" sz="3000" spc="300" dirty="0">
                <a:solidFill>
                  <a:schemeClr val="tx1"/>
                </a:solidFill>
                <a:ea typeface="微软雅黑" panose="020B0503020204020204" pitchFamily="34" charset="-122"/>
                <a:cs typeface="Times New Roman" panose="02020603050405020304" pitchFamily="18" charset="0"/>
              </a:rPr>
              <a:t> </a:t>
            </a:r>
            <a:r>
              <a:rPr lang="en-US" altLang="zh-CN" sz="2400" spc="300" dirty="0">
                <a:solidFill>
                  <a:schemeClr val="tx1"/>
                </a:solidFill>
                <a:ea typeface="微软雅黑" panose="020B0503020204020204" pitchFamily="34" charset="-122"/>
                <a:cs typeface="Times New Roman" panose="02020603050405020304" pitchFamily="18" charset="0"/>
              </a:rPr>
              <a:t>(</a:t>
            </a:r>
            <a:r>
              <a:rPr lang="en-US" altLang="zh-CN" sz="2400" i="1" dirty="0">
                <a:solidFill>
                  <a:schemeClr val="tx1"/>
                </a:solidFill>
                <a:ea typeface="微软雅黑" panose="020B0503020204020204" pitchFamily="34" charset="-122"/>
                <a:cs typeface="Times New Roman" panose="02020603050405020304" pitchFamily="18" charset="0"/>
              </a:rPr>
              <a:t>Predictive Parsing</a:t>
            </a:r>
            <a:r>
              <a:rPr lang="en-US" altLang="zh-CN" sz="2400" spc="300" dirty="0">
                <a:solidFill>
                  <a:schemeClr val="tx1"/>
                </a:solidFill>
                <a:ea typeface="微软雅黑" panose="020B0503020204020204" pitchFamily="34" charset="-122"/>
                <a:cs typeface="Times New Roman" panose="02020603050405020304" pitchFamily="18" charset="0"/>
              </a:rPr>
              <a:t>)</a:t>
            </a:r>
            <a:endParaRPr lang="zh-CN" altLang="en-US" sz="2400" spc="300" dirty="0">
              <a:solidFill>
                <a:schemeClr val="tx1"/>
              </a:solidFill>
              <a:ea typeface="微软雅黑" panose="020B0503020204020204" pitchFamily="34" charset="-122"/>
              <a:cs typeface="Times New Roman" panose="02020603050405020304" pitchFamily="18" charset="0"/>
            </a:endParaRP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26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 calcmode="lin" valueType="num">
                                      <p:cBhvr>
                                        <p:cTn id="7" dur="500" fill="hold"/>
                                        <p:tgtEl>
                                          <p:spTgt spid="2048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20483">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204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idx="1"/>
          </p:nvPr>
        </p:nvSpPr>
        <p:spPr>
          <a:xfrm>
            <a:off x="4357688" y="1263650"/>
            <a:ext cx="5927725" cy="3522663"/>
          </a:xfrm>
        </p:spPr>
        <p:txBody>
          <a:bodyPr anchor="ctr"/>
          <a:lstStyle/>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4.1 </a:t>
            </a:r>
            <a:r>
              <a:rPr lang="zh-CN" altLang="en-US"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自顶向下的分析</a:t>
            </a:r>
          </a:p>
          <a:p>
            <a:pPr eaLnBrk="1" hangingPunct="1">
              <a:lnSpc>
                <a:spcPts val="4500"/>
              </a:lnSpc>
              <a:buFont typeface="Symbol" panose="05050102010706020507" pitchFamily="18" charset="2"/>
              <a:buNone/>
              <a:defRPr/>
            </a:pPr>
            <a:r>
              <a:rPr lang="en-US" altLang="zh-CN" sz="2800" b="1" dirty="0">
                <a:solidFill>
                  <a:schemeClr val="tx2">
                    <a:lumMod val="60000"/>
                    <a:lumOff val="40000"/>
                  </a:schemeClr>
                </a:solidFill>
                <a:latin typeface="微软雅黑" panose="020B0503020204020204" pitchFamily="34" charset="-122"/>
                <a:ea typeface="微软雅黑" panose="020B0503020204020204" pitchFamily="34" charset="-122"/>
                <a:cs typeface="Times New Roman" panose="02020603050405020304" pitchFamily="18" charset="0"/>
              </a:rPr>
              <a:t>4.2 </a:t>
            </a:r>
            <a:r>
              <a:rPr lang="zh-CN" altLang="en-US" sz="2800" b="1" dirty="0">
                <a:solidFill>
                  <a:schemeClr val="tx2">
                    <a:lumMod val="60000"/>
                    <a:lumOff val="40000"/>
                  </a:schemeClr>
                </a:solidFill>
                <a:latin typeface="微软雅黑" panose="020B0503020204020204" pitchFamily="34" charset="-122"/>
                <a:ea typeface="微软雅黑" panose="020B0503020204020204" pitchFamily="34" charset="-122"/>
                <a:cs typeface="Times New Roman" panose="02020603050405020304" pitchFamily="18" charset="0"/>
              </a:rPr>
              <a:t>预测分析法</a:t>
            </a:r>
            <a:endParaRPr lang="en-US" altLang="zh-CN" sz="2800" b="1" dirty="0">
              <a:solidFill>
                <a:schemeClr val="tx2">
                  <a:lumMod val="60000"/>
                  <a:lumOff val="4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4.3 </a:t>
            </a:r>
            <a:r>
              <a:rPr lang="zh-CN" altLang="en-US"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自底向上的分析</a:t>
            </a: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4.4 LR</a:t>
            </a:r>
            <a:r>
              <a:rPr lang="zh-CN" altLang="en-US"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分析法</a:t>
            </a: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4.5 </a:t>
            </a:r>
            <a:r>
              <a:rPr lang="zh-CN" altLang="en-US"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语法分析器自动生成工具</a:t>
            </a:r>
          </a:p>
        </p:txBody>
      </p:sp>
      <p:pic>
        <p:nvPicPr>
          <p:cNvPr id="79875" name="Picture 7" descr="E:\工大编译\ppt\制作\0330e9c554c768200000158fc50d53d.jpg"/>
          <p:cNvPicPr>
            <a:picLocks noChangeAspect="1" noChangeArrowheads="1"/>
          </p:cNvPicPr>
          <p:nvPr/>
        </p:nvPicPr>
        <p:blipFill>
          <a:blip r:embed="rId2">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p:nvSpPr>
        <p:spPr>
          <a:xfrm>
            <a:off x="4143375" y="357188"/>
            <a:ext cx="1928813"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b="1" spc="600" dirty="0">
                <a:solidFill>
                  <a:schemeClr val="bg1"/>
                </a:solidFill>
                <a:latin typeface="微软雅黑" panose="020B0503020204020204" pitchFamily="34" charset="-122"/>
                <a:ea typeface="微软雅黑" panose="020B0503020204020204" pitchFamily="34" charset="-122"/>
              </a:rPr>
              <a:t>提纲</a:t>
            </a:r>
            <a:endParaRPr lang="zh-CN" altLang="en-US" sz="1600" dirty="0">
              <a:solidFill>
                <a:schemeClr val="tx1">
                  <a:lumMod val="85000"/>
                  <a:lumOff val="15000"/>
                </a:schemeClr>
              </a:solidFill>
            </a:endParaRPr>
          </a:p>
        </p:txBody>
      </p:sp>
      <p:sp>
        <p:nvSpPr>
          <p:cNvPr id="3" name="灯片编号占位符 2"/>
          <p:cNvSpPr>
            <a:spLocks noGrp="1"/>
          </p:cNvSpPr>
          <p:nvPr>
            <p:ph type="sldNum" sz="quarter" idx="12"/>
          </p:nvPr>
        </p:nvSpPr>
        <p:spPr/>
        <p:txBody>
          <a:bodyPr/>
          <a:lstStyle/>
          <a:p>
            <a:pPr>
              <a:defRPr/>
            </a:pPr>
            <a:fld id="{ECB9F97E-05A3-4C5B-A0AF-D3DCCEFE8E8E}" type="slidenum">
              <a:rPr lang="zh-CN" altLang="en-US" smtClean="0"/>
              <a:t>27</a:t>
            </a:fld>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内容占位符 2"/>
          <p:cNvSpPr>
            <a:spLocks noGrp="1"/>
          </p:cNvSpPr>
          <p:nvPr>
            <p:ph idx="1"/>
          </p:nvPr>
        </p:nvSpPr>
        <p:spPr>
          <a:xfrm>
            <a:off x="433388" y="1125538"/>
            <a:ext cx="8353425" cy="3246437"/>
          </a:xfrm>
        </p:spPr>
        <p:txBody>
          <a:bodyPr/>
          <a:lstStyle/>
          <a:p>
            <a:pPr eaLnBrk="1" hangingPunct="1">
              <a:lnSpc>
                <a:spcPts val="4000"/>
              </a:lnSpc>
              <a:buClrTx/>
              <a:buFont typeface="Wingdings" panose="05000000000000000000" pitchFamily="2" charset="2"/>
              <a:buChar char="Ø"/>
              <a:defRPr/>
            </a:pPr>
            <a:r>
              <a:rPr lang="en-US" altLang="zh-CN" sz="2800" b="1" dirty="0">
                <a:solidFill>
                  <a:schemeClr val="tx1"/>
                </a:solidFill>
                <a:latin typeface="+mn-ea"/>
                <a:cs typeface="Times New Roman" panose="02020603050405020304" pitchFamily="18" charset="0"/>
              </a:rPr>
              <a:t>4.2.1 LL(1) </a:t>
            </a:r>
            <a:r>
              <a:rPr lang="zh-CN" altLang="en-US" sz="2800" b="1" dirty="0">
                <a:solidFill>
                  <a:schemeClr val="tx1"/>
                </a:solidFill>
                <a:latin typeface="+mn-ea"/>
                <a:cs typeface="Times New Roman" panose="02020603050405020304" pitchFamily="18" charset="0"/>
              </a:rPr>
              <a:t>文法</a:t>
            </a:r>
          </a:p>
          <a:p>
            <a:pPr eaLnBrk="1" hangingPunct="1">
              <a:lnSpc>
                <a:spcPts val="4000"/>
              </a:lnSpc>
              <a:buClrTx/>
              <a:buFont typeface="Wingdings" panose="05000000000000000000" pitchFamily="2" charset="2"/>
              <a:buChar char="Ø"/>
              <a:defRPr/>
            </a:pPr>
            <a:r>
              <a:rPr lang="en-US" altLang="zh-CN" sz="2800" b="1" dirty="0">
                <a:solidFill>
                  <a:schemeClr val="tx1"/>
                </a:solidFill>
                <a:latin typeface="+mn-ea"/>
                <a:cs typeface="Times New Roman" panose="02020603050405020304" pitchFamily="18" charset="0"/>
              </a:rPr>
              <a:t>4.2.2 </a:t>
            </a:r>
            <a:r>
              <a:rPr lang="zh-CN" altLang="en-US" sz="2800" b="1" dirty="0">
                <a:solidFill>
                  <a:schemeClr val="tx1"/>
                </a:solidFill>
                <a:latin typeface="+mn-ea"/>
                <a:cs typeface="Times New Roman" panose="02020603050405020304" pitchFamily="18" charset="0"/>
              </a:rPr>
              <a:t>递归的预测分析法</a:t>
            </a:r>
          </a:p>
          <a:p>
            <a:pPr eaLnBrk="1" hangingPunct="1">
              <a:lnSpc>
                <a:spcPts val="4000"/>
              </a:lnSpc>
              <a:buClrTx/>
              <a:buFont typeface="Wingdings" panose="05000000000000000000" pitchFamily="2" charset="2"/>
              <a:buChar char="Ø"/>
              <a:defRPr/>
            </a:pPr>
            <a:r>
              <a:rPr lang="en-US" altLang="zh-CN" sz="2800" b="1" dirty="0">
                <a:solidFill>
                  <a:schemeClr val="tx1"/>
                </a:solidFill>
                <a:latin typeface="+mn-ea"/>
                <a:cs typeface="Times New Roman" panose="02020603050405020304" pitchFamily="18" charset="0"/>
              </a:rPr>
              <a:t>4.2.3 </a:t>
            </a:r>
            <a:r>
              <a:rPr lang="zh-CN" altLang="en-US" sz="2800" b="1" dirty="0">
                <a:solidFill>
                  <a:schemeClr val="tx1"/>
                </a:solidFill>
                <a:latin typeface="+mn-ea"/>
                <a:cs typeface="Times New Roman" panose="02020603050405020304" pitchFamily="18" charset="0"/>
              </a:rPr>
              <a:t>非递归的预测分析法</a:t>
            </a:r>
          </a:p>
          <a:p>
            <a:pPr eaLnBrk="1" hangingPunct="1">
              <a:lnSpc>
                <a:spcPts val="4000"/>
              </a:lnSpc>
              <a:buClrTx/>
              <a:buFont typeface="Wingdings" panose="05000000000000000000" pitchFamily="2" charset="2"/>
              <a:buChar char="Ø"/>
              <a:defRPr/>
            </a:pPr>
            <a:r>
              <a:rPr lang="en-US" altLang="zh-CN" sz="2800" b="1" dirty="0">
                <a:solidFill>
                  <a:schemeClr val="tx1"/>
                </a:solidFill>
                <a:latin typeface="+mn-ea"/>
                <a:cs typeface="Times New Roman" panose="02020603050405020304" pitchFamily="18" charset="0"/>
              </a:rPr>
              <a:t>4.2.4 </a:t>
            </a:r>
            <a:r>
              <a:rPr lang="zh-CN" altLang="en-US" sz="2800" b="1" dirty="0">
                <a:solidFill>
                  <a:schemeClr val="tx1"/>
                </a:solidFill>
                <a:latin typeface="+mn-ea"/>
                <a:cs typeface="Times New Roman" panose="02020603050405020304" pitchFamily="18" charset="0"/>
              </a:rPr>
              <a:t>预测分析中的错误恢复</a:t>
            </a:r>
          </a:p>
          <a:p>
            <a:pPr eaLnBrk="1" hangingPunct="1">
              <a:lnSpc>
                <a:spcPts val="4000"/>
              </a:lnSpc>
              <a:buClrTx/>
              <a:buFont typeface="Wingdings" panose="05000000000000000000" pitchFamily="2" charset="2"/>
              <a:buChar char="Ø"/>
              <a:defRPr/>
            </a:pPr>
            <a:endParaRPr lang="zh-CN" altLang="en-US" sz="2800" b="1" dirty="0">
              <a:solidFill>
                <a:schemeClr val="tx1"/>
              </a:solidFill>
              <a:latin typeface="+mn-ea"/>
              <a:cs typeface="Times New Roman" panose="02020603050405020304" pitchFamily="18" charset="0"/>
            </a:endParaRPr>
          </a:p>
        </p:txBody>
      </p:sp>
      <p:grpSp>
        <p:nvGrpSpPr>
          <p:cNvPr id="80899" name="组合 5"/>
          <p:cNvGrpSpPr/>
          <p:nvPr/>
        </p:nvGrpSpPr>
        <p:grpSpPr bwMode="auto">
          <a:xfrm>
            <a:off x="0" y="195263"/>
            <a:ext cx="755650" cy="431800"/>
            <a:chOff x="-786" y="195486"/>
            <a:chExt cx="756363" cy="432048"/>
          </a:xfrm>
        </p:grpSpPr>
        <p:sp>
          <p:nvSpPr>
            <p:cNvPr id="7" name="五边形 6"/>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80902" name="五边形 6"/>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grpSp>
      <p:sp>
        <p:nvSpPr>
          <p:cNvPr id="6" name="标题 1"/>
          <p:cNvSpPr>
            <a:spLocks noGrp="1"/>
          </p:cNvSpPr>
          <p:nvPr>
            <p:ph type="title"/>
          </p:nvPr>
        </p:nvSpPr>
        <p:spPr>
          <a:xfrm>
            <a:off x="755650" y="268288"/>
            <a:ext cx="7931150" cy="358775"/>
          </a:xfrm>
        </p:spPr>
        <p:txBody>
          <a:bodyPr/>
          <a:lstStyle/>
          <a:p>
            <a:pPr algn="l" eaLnBrk="1" hangingPunct="1">
              <a:defRPr/>
            </a:pPr>
            <a:r>
              <a:rPr lang="en-US" altLang="zh-CN" sz="3000" b="1" spc="300" dirty="0">
                <a:solidFill>
                  <a:schemeClr val="tx1"/>
                </a:solidFill>
                <a:latin typeface="微软雅黑" panose="020B0503020204020204" pitchFamily="34" charset="-122"/>
                <a:ea typeface="微软雅黑" panose="020B0503020204020204" pitchFamily="34" charset="-122"/>
              </a:rPr>
              <a:t>4.2 </a:t>
            </a:r>
            <a:r>
              <a:rPr lang="zh-CN" altLang="en-US" sz="3000" b="1" spc="300" dirty="0">
                <a:solidFill>
                  <a:schemeClr val="tx1"/>
                </a:solidFill>
                <a:latin typeface="微软雅黑" panose="020B0503020204020204" pitchFamily="34" charset="-122"/>
                <a:ea typeface="微软雅黑" panose="020B0503020204020204" pitchFamily="34" charset="-122"/>
              </a:rPr>
              <a:t>预测分析法</a:t>
            </a:r>
            <a:endParaRPr lang="zh-CN" altLang="en-US" sz="2400" b="1" spc="3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灯片编号占位符 2"/>
          <p:cNvSpPr>
            <a:spLocks noGrp="1"/>
          </p:cNvSpPr>
          <p:nvPr>
            <p:ph type="sldNum" sz="quarter" idx="12"/>
          </p:nvPr>
        </p:nvSpPr>
        <p:spPr/>
        <p:txBody>
          <a:bodyPr/>
          <a:lstStyle/>
          <a:p>
            <a:pPr>
              <a:defRPr/>
            </a:pPr>
            <a:fld id="{ECB9F97E-05A3-4C5B-A0AF-D3DCCEFE8E8E}" type="slidenum">
              <a:rPr lang="zh-CN" altLang="en-US" smtClean="0"/>
              <a:t>28</a:t>
            </a:fld>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4"/>
          <p:cNvSpPr/>
          <p:nvPr/>
        </p:nvSpPr>
        <p:spPr bwMode="auto">
          <a:xfrm>
            <a:off x="4510088" y="4471988"/>
            <a:ext cx="2714625" cy="412750"/>
          </a:xfrm>
          <a:prstGeom prst="borderCallout2">
            <a:avLst>
              <a:gd name="adj1" fmla="val 48542"/>
              <a:gd name="adj2" fmla="val -1053"/>
              <a:gd name="adj3" fmla="val 48700"/>
              <a:gd name="adj4" fmla="val -7649"/>
              <a:gd name="adj5" fmla="val -25800"/>
              <a:gd name="adj6" fmla="val -26993"/>
            </a:avLst>
          </a:prstGeom>
          <a:solidFill>
            <a:schemeClr val="accent5">
              <a:lumMod val="60000"/>
              <a:lumOff val="40000"/>
            </a:schemeClr>
          </a:solidFill>
          <a:ln w="12700">
            <a:solidFill>
              <a:schemeClr val="tx1"/>
            </a:solidFill>
            <a:miter lim="800000"/>
          </a:ln>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2200" b="1" i="1" dirty="0">
                <a:latin typeface="Times New Roman" panose="02020603050405020304" pitchFamily="18" charset="0"/>
                <a:cs typeface="Times New Roman" panose="02020603050405020304" pitchFamily="18" charset="0"/>
              </a:rPr>
              <a:t>S</a:t>
            </a:r>
            <a:r>
              <a:rPr lang="en-US" altLang="zh-CN" sz="2200" b="1" dirty="0">
                <a:latin typeface="楷体" panose="02010609060101010101" pitchFamily="49" charset="-122"/>
                <a:ea typeface="楷体" panose="02010609060101010101" pitchFamily="49" charset="-122"/>
                <a:cs typeface="Times New Roman" panose="02020603050405020304" pitchFamily="18" charset="0"/>
              </a:rPr>
              <a:t>_</a:t>
            </a:r>
            <a:r>
              <a:rPr lang="zh-CN" altLang="en-US" sz="2200" b="1" dirty="0">
                <a:latin typeface="楷体" panose="02010609060101010101" pitchFamily="49" charset="-122"/>
                <a:ea typeface="楷体" panose="02010609060101010101" pitchFamily="49" charset="-122"/>
                <a:cs typeface="Times New Roman" panose="02020603050405020304" pitchFamily="18" charset="0"/>
              </a:rPr>
              <a:t>文法</a:t>
            </a:r>
            <a:r>
              <a:rPr lang="zh-CN" altLang="en-US" sz="2200" b="1" dirty="0">
                <a:solidFill>
                  <a:srgbClr val="3333FF"/>
                </a:solidFill>
                <a:latin typeface="楷体" panose="02010609060101010101" pitchFamily="49" charset="-122"/>
                <a:ea typeface="楷体" panose="02010609060101010101" pitchFamily="49" charset="-122"/>
                <a:cs typeface="Times New Roman" panose="02020603050405020304" pitchFamily="18" charset="0"/>
              </a:rPr>
              <a:t>不含</a:t>
            </a:r>
            <a:r>
              <a:rPr lang="el-GR" altLang="zh-CN" sz="2200" b="1" i="1" dirty="0">
                <a:solidFill>
                  <a:srgbClr val="3333FF"/>
                </a:solidFill>
                <a:latin typeface="Times New Roman" panose="02020603050405020304" pitchFamily="18" charset="0"/>
                <a:cs typeface="Times New Roman" panose="02020603050405020304" pitchFamily="18" charset="0"/>
              </a:rPr>
              <a:t>ε</a:t>
            </a:r>
            <a:r>
              <a:rPr lang="zh-CN" altLang="en-US" sz="2200" b="1" dirty="0">
                <a:solidFill>
                  <a:srgbClr val="3333FF"/>
                </a:solidFill>
                <a:latin typeface="楷体" panose="02010609060101010101" pitchFamily="49" charset="-122"/>
                <a:ea typeface="楷体" panose="02010609060101010101" pitchFamily="49" charset="-122"/>
              </a:rPr>
              <a:t>产生式</a:t>
            </a:r>
          </a:p>
          <a:p>
            <a:pPr algn="ctr" eaLnBrk="1" hangingPunct="1">
              <a:defRPr/>
            </a:pPr>
            <a:endParaRPr lang="zh-CN" altLang="en-US" sz="2200" dirty="0">
              <a:latin typeface="Times New Roman" panose="02020603050405020304" pitchFamily="18" charset="0"/>
              <a:ea typeface="楷体_GB2312"/>
              <a:cs typeface="楷体_GB2312"/>
            </a:endParaRPr>
          </a:p>
        </p:txBody>
      </p:sp>
      <p:sp>
        <p:nvSpPr>
          <p:cNvPr id="16386" name="Rectangle 3"/>
          <p:cNvSpPr>
            <a:spLocks noGrp="1" noChangeArrowheads="1"/>
          </p:cNvSpPr>
          <p:nvPr>
            <p:ph idx="1"/>
          </p:nvPr>
        </p:nvSpPr>
        <p:spPr>
          <a:xfrm>
            <a:off x="214313" y="930275"/>
            <a:ext cx="8720137" cy="3225800"/>
          </a:xfrm>
        </p:spPr>
        <p:txBody>
          <a:bodyPr/>
          <a:lstStyle/>
          <a:p>
            <a:pPr eaLnBrk="1" hangingPunct="1">
              <a:lnSpc>
                <a:spcPts val="3200"/>
              </a:lnSpc>
              <a:buClrTx/>
              <a:buFont typeface="Wingdings" panose="05000000000000000000" pitchFamily="2" charset="2"/>
              <a:buChar char="Ø"/>
              <a:defRPr/>
            </a:pPr>
            <a:r>
              <a:rPr lang="zh-CN" altLang="en-US" sz="2500" b="1" dirty="0">
                <a:solidFill>
                  <a:schemeClr val="tx1"/>
                </a:solidFill>
                <a:latin typeface="+mn-ea"/>
                <a:cs typeface="Times New Roman" panose="02020603050405020304" pitchFamily="18" charset="0"/>
              </a:rPr>
              <a:t>预测分析法的工作过程</a:t>
            </a:r>
            <a:endParaRPr lang="en-US" altLang="zh-CN" sz="2500" b="1" dirty="0">
              <a:solidFill>
                <a:schemeClr val="tx1"/>
              </a:solidFill>
              <a:latin typeface="+mn-ea"/>
              <a:cs typeface="Times New Roman" panose="02020603050405020304" pitchFamily="18" charset="0"/>
            </a:endParaRPr>
          </a:p>
          <a:p>
            <a:pPr lvl="1" eaLnBrk="1" hangingPunct="1">
              <a:lnSpc>
                <a:spcPts val="3200"/>
              </a:lnSpc>
              <a:buClrTx/>
              <a:buFont typeface="Wingdings" panose="05000000000000000000" pitchFamily="2" charset="2"/>
              <a:buChar char="Ø"/>
              <a:defRPr/>
            </a:pPr>
            <a:r>
              <a:rPr lang="zh-CN" altLang="en-US" sz="2500" b="1" dirty="0">
                <a:solidFill>
                  <a:schemeClr val="tx1"/>
                </a:solidFill>
                <a:latin typeface="+mn-ea"/>
                <a:cs typeface="Times New Roman" panose="02020603050405020304" pitchFamily="18" charset="0"/>
              </a:rPr>
              <a:t>从文法开始符号出发，在每一步推导过程中根据当前句型的</a:t>
            </a:r>
            <a:r>
              <a:rPr lang="zh-CN" altLang="en-US" sz="2500" b="1" dirty="0">
                <a:solidFill>
                  <a:srgbClr val="0000FF"/>
                </a:solidFill>
                <a:latin typeface="+mn-ea"/>
                <a:cs typeface="Times New Roman" panose="02020603050405020304" pitchFamily="18" charset="0"/>
              </a:rPr>
              <a:t>最左非终结符</a:t>
            </a:r>
            <a:r>
              <a:rPr lang="en-US" altLang="zh-CN" sz="2500" b="1" i="1" dirty="0">
                <a:solidFill>
                  <a:srgbClr val="0000FF"/>
                </a:solidFill>
                <a:cs typeface="Times New Roman" panose="02020603050405020304" pitchFamily="18" charset="0"/>
              </a:rPr>
              <a:t>A</a:t>
            </a:r>
            <a:r>
              <a:rPr lang="zh-CN" altLang="en-US" sz="2500" b="1" dirty="0">
                <a:solidFill>
                  <a:schemeClr val="tx1"/>
                </a:solidFill>
                <a:latin typeface="+mn-ea"/>
                <a:cs typeface="Times New Roman" panose="02020603050405020304" pitchFamily="18" charset="0"/>
              </a:rPr>
              <a:t>和当前</a:t>
            </a:r>
            <a:r>
              <a:rPr lang="zh-CN" altLang="en-US" sz="2500" b="1" dirty="0">
                <a:solidFill>
                  <a:srgbClr val="0000FF"/>
                </a:solidFill>
                <a:latin typeface="+mn-ea"/>
                <a:cs typeface="Times New Roman" panose="02020603050405020304" pitchFamily="18" charset="0"/>
              </a:rPr>
              <a:t>输入符号</a:t>
            </a:r>
            <a:r>
              <a:rPr lang="en-US" altLang="zh-CN" sz="2500" b="1" i="1" dirty="0">
                <a:solidFill>
                  <a:srgbClr val="0000FF"/>
                </a:solidFill>
                <a:cs typeface="Times New Roman" panose="02020603050405020304" pitchFamily="18" charset="0"/>
              </a:rPr>
              <a:t>a</a:t>
            </a:r>
            <a:r>
              <a:rPr lang="zh-CN" altLang="en-US" sz="2500" b="1" dirty="0">
                <a:solidFill>
                  <a:schemeClr val="tx1"/>
                </a:solidFill>
                <a:latin typeface="+mn-ea"/>
                <a:cs typeface="Times New Roman" panose="02020603050405020304" pitchFamily="18" charset="0"/>
              </a:rPr>
              <a:t>，选择正确的</a:t>
            </a:r>
            <a:r>
              <a:rPr lang="en-US" altLang="zh-CN" sz="2500" b="1" i="1" dirty="0">
                <a:solidFill>
                  <a:schemeClr val="tx1"/>
                </a:solidFill>
                <a:cs typeface="Times New Roman" panose="02020603050405020304" pitchFamily="18" charset="0"/>
              </a:rPr>
              <a:t>A</a:t>
            </a:r>
            <a:r>
              <a:rPr lang="en-US" altLang="zh-CN" sz="2500" b="1" dirty="0">
                <a:solidFill>
                  <a:schemeClr val="tx1"/>
                </a:solidFill>
                <a:cs typeface="Times New Roman" panose="02020603050405020304" pitchFamily="18" charset="0"/>
              </a:rPr>
              <a:t>-</a:t>
            </a:r>
            <a:r>
              <a:rPr lang="zh-CN" altLang="en-US" sz="2500" b="1" dirty="0">
                <a:solidFill>
                  <a:schemeClr val="tx1"/>
                </a:solidFill>
                <a:latin typeface="+mn-ea"/>
                <a:cs typeface="Times New Roman" panose="02020603050405020304" pitchFamily="18" charset="0"/>
              </a:rPr>
              <a:t>产生式。为保证分析的</a:t>
            </a:r>
            <a:r>
              <a:rPr lang="zh-CN" altLang="en-US" sz="2500" b="1" dirty="0">
                <a:solidFill>
                  <a:srgbClr val="0000FF"/>
                </a:solidFill>
                <a:latin typeface="+mn-ea"/>
                <a:cs typeface="Times New Roman" panose="02020603050405020304" pitchFamily="18" charset="0"/>
              </a:rPr>
              <a:t>确定性</a:t>
            </a:r>
            <a:r>
              <a:rPr lang="zh-CN" altLang="en-US" sz="2500" b="1" dirty="0">
                <a:solidFill>
                  <a:schemeClr val="tx1"/>
                </a:solidFill>
                <a:latin typeface="+mn-ea"/>
                <a:cs typeface="Times New Roman" panose="02020603050405020304" pitchFamily="18" charset="0"/>
              </a:rPr>
              <a:t>，选出的候选式必须是</a:t>
            </a:r>
            <a:r>
              <a:rPr lang="zh-CN" altLang="en-US" sz="2500" b="1" dirty="0">
                <a:solidFill>
                  <a:srgbClr val="0000FF"/>
                </a:solidFill>
                <a:latin typeface="+mn-ea"/>
                <a:cs typeface="Times New Roman" panose="02020603050405020304" pitchFamily="18" charset="0"/>
              </a:rPr>
              <a:t>唯一</a:t>
            </a:r>
            <a:r>
              <a:rPr lang="zh-CN" altLang="en-US" sz="2500" b="1" dirty="0">
                <a:solidFill>
                  <a:schemeClr val="tx1"/>
                </a:solidFill>
                <a:latin typeface="+mn-ea"/>
                <a:cs typeface="Times New Roman" panose="02020603050405020304" pitchFamily="18" charset="0"/>
              </a:rPr>
              <a:t>的。</a:t>
            </a:r>
            <a:endParaRPr lang="en-US" altLang="zh-CN" sz="2500" b="1" dirty="0">
              <a:solidFill>
                <a:schemeClr val="tx1"/>
              </a:solidFill>
              <a:latin typeface="+mn-ea"/>
              <a:cs typeface="Times New Roman" panose="02020603050405020304" pitchFamily="18" charset="0"/>
            </a:endParaRPr>
          </a:p>
          <a:p>
            <a:pPr eaLnBrk="1" hangingPunct="1">
              <a:lnSpc>
                <a:spcPts val="3200"/>
              </a:lnSpc>
              <a:buClrTx/>
              <a:buFont typeface="Wingdings" panose="05000000000000000000" pitchFamily="2" charset="2"/>
              <a:buChar char="Ø"/>
              <a:defRPr/>
            </a:pPr>
            <a:r>
              <a:rPr lang="en-US" altLang="zh-CN" sz="2500" b="1" i="1" dirty="0">
                <a:solidFill>
                  <a:schemeClr val="tx1"/>
                </a:solidFill>
                <a:cs typeface="Times New Roman" panose="02020603050405020304" pitchFamily="18" charset="0"/>
              </a:rPr>
              <a:t>S</a:t>
            </a:r>
            <a:r>
              <a:rPr lang="en-US" altLang="zh-CN" sz="2500" b="1" dirty="0">
                <a:solidFill>
                  <a:schemeClr val="tx1"/>
                </a:solidFill>
                <a:cs typeface="Times New Roman" panose="02020603050405020304" pitchFamily="18" charset="0"/>
              </a:rPr>
              <a:t>_</a:t>
            </a:r>
            <a:r>
              <a:rPr lang="zh-CN" altLang="en-US" sz="2500" b="1" dirty="0">
                <a:solidFill>
                  <a:schemeClr val="tx1"/>
                </a:solidFill>
                <a:latin typeface="+mn-ea"/>
                <a:cs typeface="Times New Roman" panose="02020603050405020304" pitchFamily="18" charset="0"/>
              </a:rPr>
              <a:t>文法（简单的确定性文法，</a:t>
            </a:r>
            <a:r>
              <a:rPr lang="en-US" altLang="zh-CN" sz="2500" b="1" i="1" dirty="0" err="1">
                <a:solidFill>
                  <a:schemeClr val="tx1"/>
                </a:solidFill>
                <a:cs typeface="Times New Roman" panose="02020603050405020304" pitchFamily="18" charset="0"/>
              </a:rPr>
              <a:t>Korenjak</a:t>
            </a:r>
            <a:r>
              <a:rPr lang="en-US" altLang="zh-CN" sz="2500" b="1" i="1" dirty="0">
                <a:solidFill>
                  <a:schemeClr val="tx1"/>
                </a:solidFill>
                <a:cs typeface="Times New Roman" panose="02020603050405020304" pitchFamily="18" charset="0"/>
              </a:rPr>
              <a:t> &amp; </a:t>
            </a:r>
            <a:r>
              <a:rPr lang="en-US" altLang="zh-CN" sz="2500" b="1" i="1" dirty="0" err="1">
                <a:solidFill>
                  <a:schemeClr val="tx1"/>
                </a:solidFill>
                <a:cs typeface="Times New Roman" panose="02020603050405020304" pitchFamily="18" charset="0"/>
              </a:rPr>
              <a:t>Hopcroft</a:t>
            </a:r>
            <a:r>
              <a:rPr lang="zh-CN" altLang="en-US" sz="2500" b="1" i="1" dirty="0">
                <a:solidFill>
                  <a:schemeClr val="tx1"/>
                </a:solidFill>
                <a:cs typeface="Times New Roman" panose="02020603050405020304" pitchFamily="18" charset="0"/>
              </a:rPr>
              <a:t>，</a:t>
            </a:r>
            <a:r>
              <a:rPr lang="en-US" altLang="zh-CN" sz="2500" b="1" dirty="0">
                <a:solidFill>
                  <a:schemeClr val="tx1"/>
                </a:solidFill>
                <a:latin typeface="+mn-ea"/>
                <a:cs typeface="Times New Roman" panose="02020603050405020304" pitchFamily="18" charset="0"/>
              </a:rPr>
              <a:t>1966</a:t>
            </a:r>
            <a:r>
              <a:rPr lang="zh-CN" altLang="en-US" sz="2500" b="1" dirty="0">
                <a:solidFill>
                  <a:schemeClr val="tx1"/>
                </a:solidFill>
                <a:latin typeface="+mn-ea"/>
                <a:cs typeface="Times New Roman" panose="02020603050405020304" pitchFamily="18" charset="0"/>
              </a:rPr>
              <a:t>）</a:t>
            </a:r>
            <a:endParaRPr lang="en-US" altLang="zh-CN" sz="2500" b="1" dirty="0">
              <a:solidFill>
                <a:schemeClr val="tx1"/>
              </a:solidFill>
              <a:latin typeface="+mn-ea"/>
              <a:cs typeface="Times New Roman" panose="02020603050405020304" pitchFamily="18" charset="0"/>
            </a:endParaRPr>
          </a:p>
        </p:txBody>
      </p:sp>
      <p:sp>
        <p:nvSpPr>
          <p:cNvPr id="36867" name="Rectangle 4"/>
          <p:cNvSpPr>
            <a:spLocks noGrp="1" noChangeArrowheads="1"/>
          </p:cNvSpPr>
          <p:nvPr>
            <p:ph type="title"/>
          </p:nvPr>
        </p:nvSpPr>
        <p:spPr>
          <a:xfrm>
            <a:off x="755650" y="268288"/>
            <a:ext cx="7931150" cy="358775"/>
          </a:xfrm>
        </p:spPr>
        <p:txBody>
          <a:bodyPr/>
          <a:lstStyle/>
          <a:p>
            <a:pPr eaLnBrk="1" hangingPunct="1">
              <a:defRPr/>
            </a:pPr>
            <a:r>
              <a:rPr lang="en-US" altLang="zh-CN" sz="3000" spc="300" dirty="0">
                <a:solidFill>
                  <a:schemeClr val="tx1"/>
                </a:solidFill>
                <a:ea typeface="微软雅黑" panose="020B0503020204020204" pitchFamily="34" charset="-122"/>
                <a:cs typeface="Times New Roman" panose="02020603050405020304" pitchFamily="18" charset="0"/>
              </a:rPr>
              <a:t>4.2.1 LL(1) </a:t>
            </a:r>
            <a:r>
              <a:rPr lang="zh-CN" altLang="en-US" sz="3000" spc="300" dirty="0">
                <a:solidFill>
                  <a:schemeClr val="tx1"/>
                </a:solidFill>
                <a:ea typeface="微软雅黑" panose="020B0503020204020204" pitchFamily="34" charset="-122"/>
                <a:cs typeface="Times New Roman" panose="02020603050405020304" pitchFamily="18" charset="0"/>
              </a:rPr>
              <a:t>文法</a:t>
            </a:r>
          </a:p>
        </p:txBody>
      </p:sp>
      <p:sp>
        <p:nvSpPr>
          <p:cNvPr id="7" name="矩形 6"/>
          <p:cNvSpPr/>
          <p:nvPr/>
        </p:nvSpPr>
        <p:spPr>
          <a:xfrm>
            <a:off x="844550" y="3262313"/>
            <a:ext cx="6299200" cy="461962"/>
          </a:xfrm>
          <a:prstGeom prst="rect">
            <a:avLst/>
          </a:prstGeom>
          <a:solidFill>
            <a:schemeClr val="accent5">
              <a:lumMod val="60000"/>
              <a:lumOff val="40000"/>
            </a:schemeClr>
          </a:solidFill>
          <a:ln w="12700">
            <a:solidFill>
              <a:schemeClr val="tx1"/>
            </a:solidFill>
          </a:ln>
        </p:spPr>
        <p:txBody>
          <a:bodyPr>
            <a:spAutoFit/>
          </a:bodyPr>
          <a:lstStyle/>
          <a:p>
            <a:pPr>
              <a:defRPr/>
            </a:pPr>
            <a:r>
              <a:rPr lang="zh-CN" altLang="en-US" sz="2400" b="1" dirty="0">
                <a:latin typeface="+mn-ea"/>
                <a:ea typeface="+mn-ea"/>
              </a:rPr>
              <a:t>每个产生式的右部都以</a:t>
            </a:r>
            <a:r>
              <a:rPr lang="zh-CN" altLang="en-US" sz="2400" b="1" dirty="0">
                <a:solidFill>
                  <a:srgbClr val="3333FF"/>
                </a:solidFill>
                <a:latin typeface="+mn-ea"/>
                <a:ea typeface="+mn-ea"/>
              </a:rPr>
              <a:t>终结符</a:t>
            </a:r>
            <a:r>
              <a:rPr lang="zh-CN" altLang="en-US" sz="2400" b="1" dirty="0">
                <a:latin typeface="+mn-ea"/>
                <a:ea typeface="+mn-ea"/>
              </a:rPr>
              <a:t>开始</a:t>
            </a:r>
          </a:p>
        </p:txBody>
      </p:sp>
      <p:sp>
        <p:nvSpPr>
          <p:cNvPr id="8" name="矩形 7"/>
          <p:cNvSpPr/>
          <p:nvPr/>
        </p:nvSpPr>
        <p:spPr>
          <a:xfrm>
            <a:off x="827088" y="3765550"/>
            <a:ext cx="6316662" cy="461963"/>
          </a:xfrm>
          <a:prstGeom prst="rect">
            <a:avLst/>
          </a:prstGeom>
          <a:solidFill>
            <a:schemeClr val="accent5">
              <a:lumMod val="60000"/>
              <a:lumOff val="40000"/>
            </a:schemeClr>
          </a:solidFill>
          <a:ln w="12700">
            <a:solidFill>
              <a:schemeClr val="tx1"/>
            </a:solidFill>
          </a:ln>
        </p:spPr>
        <p:txBody>
          <a:bodyPr>
            <a:spAutoFit/>
          </a:bodyPr>
          <a:lstStyle/>
          <a:p>
            <a:pPr>
              <a:defRPr/>
            </a:pPr>
            <a:r>
              <a:rPr lang="zh-CN" altLang="en-US" sz="2400" b="1" dirty="0">
                <a:latin typeface="+mn-ea"/>
                <a:ea typeface="+mn-ea"/>
              </a:rPr>
              <a:t>同一非终结符的各个候选式的</a:t>
            </a:r>
            <a:r>
              <a:rPr lang="zh-CN" altLang="en-US" sz="2400" b="1" dirty="0">
                <a:solidFill>
                  <a:srgbClr val="3333FF"/>
                </a:solidFill>
                <a:latin typeface="+mn-ea"/>
                <a:ea typeface="+mn-ea"/>
              </a:rPr>
              <a:t>首终结符</a:t>
            </a:r>
            <a:r>
              <a:rPr lang="zh-CN" altLang="en-US" sz="2400" b="1" dirty="0">
                <a:latin typeface="+mn-ea"/>
                <a:ea typeface="+mn-ea"/>
              </a:rPr>
              <a:t>都不同</a:t>
            </a:r>
          </a:p>
        </p:txBody>
      </p:sp>
      <p:grpSp>
        <p:nvGrpSpPr>
          <p:cNvPr id="4" name="组合 3"/>
          <p:cNvGrpSpPr/>
          <p:nvPr/>
        </p:nvGrpSpPr>
        <p:grpSpPr bwMode="auto">
          <a:xfrm>
            <a:off x="3708400" y="407988"/>
            <a:ext cx="4978400" cy="1044575"/>
            <a:chOff x="3707905" y="407194"/>
            <a:chExt cx="4978895" cy="1046162"/>
          </a:xfrm>
          <a:solidFill>
            <a:schemeClr val="accent2">
              <a:lumMod val="20000"/>
              <a:lumOff val="80000"/>
            </a:schemeClr>
          </a:solidFill>
        </p:grpSpPr>
        <p:sp>
          <p:nvSpPr>
            <p:cNvPr id="3" name="云形标注 2"/>
            <p:cNvSpPr/>
            <p:nvPr/>
          </p:nvSpPr>
          <p:spPr>
            <a:xfrm>
              <a:off x="3707905" y="407194"/>
              <a:ext cx="4978895" cy="1046162"/>
            </a:xfrm>
            <a:prstGeom prst="cloudCallout">
              <a:avLst>
                <a:gd name="adj1" fmla="val -38335"/>
                <a:gd name="adj2" fmla="val 65851"/>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200" b="1" dirty="0">
                <a:solidFill>
                  <a:schemeClr val="tx1"/>
                </a:solidFill>
                <a:latin typeface="+mn-ea"/>
                <a:cs typeface="Times New Roman" panose="02020603050405020304" pitchFamily="18" charset="0"/>
              </a:endParaRPr>
            </a:p>
          </p:txBody>
        </p:sp>
        <p:sp>
          <p:nvSpPr>
            <p:cNvPr id="82953" name="矩形 1"/>
            <p:cNvSpPr>
              <a:spLocks noChangeArrowheads="1"/>
            </p:cNvSpPr>
            <p:nvPr/>
          </p:nvSpPr>
          <p:spPr bwMode="auto">
            <a:xfrm>
              <a:off x="4385961" y="558255"/>
              <a:ext cx="4002463" cy="76944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zh-CN" altLang="en-US" sz="22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假如允许</a:t>
              </a:r>
              <a:r>
                <a:rPr lang="en-US" altLang="zh-CN" sz="2200" b="1" i="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S</a:t>
              </a:r>
              <a:r>
                <a:rPr lang="en-US" altLang="zh-CN" sz="22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_</a:t>
              </a:r>
              <a:r>
                <a:rPr lang="zh-CN" altLang="en-US" sz="22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文法</a:t>
              </a:r>
              <a:r>
                <a:rPr lang="zh-CN" altLang="en-US" sz="2200" b="1" dirty="0">
                  <a:solidFill>
                    <a:srgbClr val="3333FF"/>
                  </a:solidFill>
                  <a:latin typeface="华文楷体" panose="02010600040101010101" pitchFamily="2" charset="-122"/>
                  <a:ea typeface="华文楷体" panose="02010600040101010101" pitchFamily="2" charset="-122"/>
                  <a:cs typeface="Times New Roman" panose="02020603050405020304" pitchFamily="18" charset="0"/>
                </a:rPr>
                <a:t>包含</a:t>
              </a:r>
              <a:r>
                <a:rPr lang="el-GR" altLang="zh-CN" sz="2200" b="1" i="1" dirty="0">
                  <a:solidFill>
                    <a:srgbClr val="3333FF"/>
                  </a:solidFill>
                  <a:latin typeface="华文楷体" panose="02010600040101010101" pitchFamily="2" charset="-122"/>
                  <a:ea typeface="华文楷体" panose="02010600040101010101" pitchFamily="2" charset="-122"/>
                  <a:cs typeface="Times New Roman" panose="02020603050405020304" pitchFamily="18" charset="0"/>
                </a:rPr>
                <a:t>ε</a:t>
              </a:r>
              <a:r>
                <a:rPr lang="zh-CN" altLang="en-US" sz="2200" b="1" dirty="0">
                  <a:solidFill>
                    <a:srgbClr val="3333FF"/>
                  </a:solidFill>
                  <a:latin typeface="华文楷体" panose="02010600040101010101" pitchFamily="2" charset="-122"/>
                  <a:ea typeface="华文楷体" panose="02010600040101010101" pitchFamily="2" charset="-122"/>
                  <a:cs typeface="Times New Roman" panose="02020603050405020304" pitchFamily="18" charset="0"/>
                </a:rPr>
                <a:t>产生式</a:t>
              </a:r>
              <a:r>
                <a:rPr lang="zh-CN" altLang="en-US" sz="22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，将会产生什么问题？</a:t>
              </a:r>
              <a:endParaRPr lang="zh-CN" altLang="en-US" dirty="0">
                <a:ea typeface="华文楷体" panose="02010600040101010101" pitchFamily="2" charset="-122"/>
                <a:cs typeface="Times New Roman" panose="02020603050405020304" pitchFamily="18" charset="0"/>
              </a:endParaRPr>
            </a:p>
          </p:txBody>
        </p:sp>
      </p:grpSp>
      <p:sp>
        <p:nvSpPr>
          <p:cNvPr id="5" name="灯片编号占位符 4"/>
          <p:cNvSpPr>
            <a:spLocks noGrp="1"/>
          </p:cNvSpPr>
          <p:nvPr>
            <p:ph type="sldNum" sz="quarter" idx="12"/>
          </p:nvPr>
        </p:nvSpPr>
        <p:spPr/>
        <p:txBody>
          <a:bodyPr/>
          <a:lstStyle/>
          <a:p>
            <a:pPr>
              <a:defRPr/>
            </a:pPr>
            <a:fld id="{EA567855-7F13-4FC5-AD61-2B82F6443E16}" type="slidenum">
              <a:rPr lang="zh-CN" altLang="en-US" smtClean="0"/>
              <a:t>29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6386">
                                            <p:txEl>
                                              <p:pRg st="2" end="2"/>
                                            </p:txEl>
                                          </p:spTgt>
                                        </p:tgtEl>
                                        <p:attrNameLst>
                                          <p:attrName>style.visibility</p:attrName>
                                        </p:attrNameLst>
                                      </p:cBhvr>
                                      <p:to>
                                        <p:strVal val="visible"/>
                                      </p:to>
                                    </p:set>
                                    <p:anim calcmode="lin" valueType="num">
                                      <p:cBhvr>
                                        <p:cTn id="19" dur="500" fill="hold"/>
                                        <p:tgtEl>
                                          <p:spTgt spid="16386">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16386">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16386">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ppt_w</p:attrName>
                                        </p:attrNameLst>
                                      </p:cBhvr>
                                      <p:tavLst>
                                        <p:tav tm="0">
                                          <p:val>
                                            <p:fltVal val="0"/>
                                          </p:val>
                                        </p:tav>
                                        <p:tav tm="100000">
                                          <p:val>
                                            <p:strVal val="#ppt_w"/>
                                          </p:val>
                                        </p:tav>
                                      </p:tavLst>
                                    </p:anim>
                                    <p:anim calcmode="lin" valueType="num">
                                      <p:cBhvr>
                                        <p:cTn id="27" dur="500" fill="hold"/>
                                        <p:tgtEl>
                                          <p:spTgt spid="6"/>
                                        </p:tgtEl>
                                        <p:attrNameLst>
                                          <p:attrName>ppt_h</p:attrName>
                                        </p:attrNameLst>
                                      </p:cBhvr>
                                      <p:tavLst>
                                        <p:tav tm="0">
                                          <p:val>
                                            <p:fltVal val="0"/>
                                          </p:val>
                                        </p:tav>
                                        <p:tav tm="100000">
                                          <p:val>
                                            <p:strVal val="#ppt_h"/>
                                          </p:val>
                                        </p:tav>
                                      </p:tavLst>
                                    </p:anim>
                                    <p:animEffect transition="in" filter="fade">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500" fill="hold"/>
                                        <p:tgtEl>
                                          <p:spTgt spid="4"/>
                                        </p:tgtEl>
                                        <p:attrNameLst>
                                          <p:attrName>ppt_w</p:attrName>
                                        </p:attrNameLst>
                                      </p:cBhvr>
                                      <p:tavLst>
                                        <p:tav tm="0">
                                          <p:val>
                                            <p:fltVal val="0"/>
                                          </p:val>
                                        </p:tav>
                                        <p:tav tm="100000">
                                          <p:val>
                                            <p:strVal val="#ppt_w"/>
                                          </p:val>
                                        </p:tav>
                                      </p:tavLst>
                                    </p:anim>
                                    <p:anim calcmode="lin" valueType="num">
                                      <p:cBhvr>
                                        <p:cTn id="34" dur="500" fill="hold"/>
                                        <p:tgtEl>
                                          <p:spTgt spid="4"/>
                                        </p:tgtEl>
                                        <p:attrNameLst>
                                          <p:attrName>ppt_h</p:attrName>
                                        </p:attrNameLst>
                                      </p:cBhvr>
                                      <p:tavLst>
                                        <p:tav tm="0">
                                          <p:val>
                                            <p:fltVal val="0"/>
                                          </p:val>
                                        </p:tav>
                                        <p:tav tm="100000">
                                          <p:val>
                                            <p:strVal val="#ppt_h"/>
                                          </p:val>
                                        </p:tav>
                                      </p:tavLst>
                                    </p:anim>
                                    <p:animEffect transition="in" filter="fade">
                                      <p:cBhvr>
                                        <p:cTn id="3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9" name="Rectangle 3"/>
          <p:cNvSpPr>
            <a:spLocks noGrp="1" noChangeArrowheads="1"/>
          </p:cNvSpPr>
          <p:nvPr>
            <p:ph idx="1"/>
          </p:nvPr>
        </p:nvSpPr>
        <p:spPr>
          <a:xfrm>
            <a:off x="539552" y="714375"/>
            <a:ext cx="8106667" cy="4429125"/>
          </a:xfrm>
        </p:spPr>
        <p:txBody>
          <a:bodyPr/>
          <a:lstStyle/>
          <a:p>
            <a:pPr eaLnBrk="1" hangingPunct="1">
              <a:buClrTx/>
              <a:buFont typeface="Wingdings" panose="05000000000000000000" pitchFamily="2" charset="2"/>
              <a:buChar char="Ø"/>
              <a:defRPr/>
            </a:pPr>
            <a:endParaRPr lang="en-US" altLang="zh-CN" sz="800" b="1" dirty="0">
              <a:solidFill>
                <a:schemeClr val="tx1"/>
              </a:solidFill>
              <a:latin typeface="+mn-ea"/>
              <a:cs typeface="Times New Roman" panose="02020603050405020304" pitchFamily="18" charset="0"/>
            </a:endParaRPr>
          </a:p>
          <a:p>
            <a:pPr eaLnBrk="1" hangingPunct="1">
              <a:buClrTx/>
              <a:buFont typeface="Wingdings" panose="05000000000000000000" pitchFamily="2" charset="2"/>
              <a:buChar char="Ø"/>
              <a:defRPr/>
            </a:pPr>
            <a:endParaRPr lang="en-US" altLang="zh-CN" sz="800" b="1" dirty="0">
              <a:solidFill>
                <a:schemeClr val="tx1"/>
              </a:solidFill>
              <a:latin typeface="+mn-ea"/>
              <a:cs typeface="Times New Roman" panose="02020603050405020304" pitchFamily="18" charset="0"/>
            </a:endParaRPr>
          </a:p>
          <a:p>
            <a:pPr eaLnBrk="1" hangingPunct="1">
              <a:buClrTx/>
              <a:buFont typeface="Wingdings" panose="05000000000000000000" pitchFamily="2" charset="2"/>
              <a:buChar char="Ø"/>
              <a:defRPr/>
            </a:pPr>
            <a:endParaRPr lang="en-US" altLang="zh-CN" sz="800" b="1" dirty="0">
              <a:solidFill>
                <a:schemeClr val="tx1"/>
              </a:solidFill>
              <a:latin typeface="+mn-ea"/>
              <a:cs typeface="Times New Roman" panose="02020603050405020304" pitchFamily="18" charset="0"/>
            </a:endParaRPr>
          </a:p>
          <a:p>
            <a:pPr eaLnBrk="1" hangingPunct="1">
              <a:buClrTx/>
              <a:buFont typeface="Wingdings" panose="05000000000000000000" pitchFamily="2" charset="2"/>
              <a:buChar char="Ø"/>
              <a:defRPr/>
            </a:pPr>
            <a:endParaRPr lang="en-US" altLang="zh-CN" sz="800" b="1" dirty="0">
              <a:solidFill>
                <a:schemeClr val="tx1"/>
              </a:solidFill>
              <a:latin typeface="+mn-ea"/>
              <a:cs typeface="Times New Roman" panose="02020603050405020304" pitchFamily="18" charset="0"/>
            </a:endParaRPr>
          </a:p>
          <a:p>
            <a:pPr eaLnBrk="1" hangingPunct="1">
              <a:buClrTx/>
              <a:buFont typeface="Wingdings" panose="05000000000000000000" pitchFamily="2" charset="2"/>
              <a:buChar char="Ø"/>
              <a:defRPr/>
            </a:pPr>
            <a:endParaRPr lang="en-US" altLang="zh-CN" sz="800" b="1" dirty="0">
              <a:solidFill>
                <a:schemeClr val="tx1"/>
              </a:solidFill>
              <a:latin typeface="+mn-ea"/>
              <a:cs typeface="Times New Roman" panose="02020603050405020304" pitchFamily="18" charset="0"/>
            </a:endParaRPr>
          </a:p>
          <a:p>
            <a:pPr eaLnBrk="1" hangingPunct="1">
              <a:buFont typeface="Symbol" panose="05050102010706020507" pitchFamily="18" charset="2"/>
              <a:buNone/>
              <a:defRPr/>
            </a:pPr>
            <a:endParaRPr lang="en-US" altLang="zh-CN" sz="800" b="1" dirty="0">
              <a:ea typeface="楷体" panose="02010609060101010101" pitchFamily="49" charset="-122"/>
              <a:cs typeface="Times New Roman" panose="02020603050405020304" pitchFamily="18" charset="0"/>
            </a:endParaRPr>
          </a:p>
          <a:p>
            <a:pPr eaLnBrk="1" hangingPunct="1">
              <a:buFont typeface="Symbol" panose="05050102010706020507" pitchFamily="18" charset="2"/>
              <a:buNone/>
              <a:defRPr/>
            </a:pPr>
            <a:endParaRPr lang="en-US" altLang="zh-CN" sz="800" b="1" dirty="0">
              <a:ea typeface="楷体" panose="02010609060101010101" pitchFamily="49" charset="-122"/>
              <a:cs typeface="Times New Roman" panose="02020603050405020304" pitchFamily="18" charset="0"/>
            </a:endParaRPr>
          </a:p>
          <a:p>
            <a:pPr eaLnBrk="1" hangingPunct="1">
              <a:lnSpc>
                <a:spcPts val="3500"/>
              </a:lnSpc>
              <a:defRPr/>
            </a:pPr>
            <a:endParaRPr lang="en-US" altLang="zh-CN" sz="800" b="1" dirty="0">
              <a:ea typeface="楷体" panose="02010609060101010101" pitchFamily="49" charset="-122"/>
              <a:cs typeface="Times New Roman" panose="02020603050405020304" pitchFamily="18" charset="0"/>
            </a:endParaRPr>
          </a:p>
          <a:p>
            <a:pPr eaLnBrk="1" hangingPunct="1">
              <a:lnSpc>
                <a:spcPts val="3000"/>
              </a:lnSpc>
              <a:defRPr/>
            </a:pPr>
            <a:endParaRPr lang="en-US" altLang="zh-CN" sz="800" b="1" dirty="0">
              <a:ea typeface="楷体" panose="02010609060101010101" pitchFamily="49" charset="-122"/>
              <a:cs typeface="Times New Roman" panose="02020603050405020304" pitchFamily="18" charset="0"/>
            </a:endParaRPr>
          </a:p>
          <a:p>
            <a:pPr eaLnBrk="1" hangingPunct="1">
              <a:lnSpc>
                <a:spcPts val="3000"/>
              </a:lnSpc>
              <a:buClrTx/>
              <a:buFont typeface="Wingdings" panose="05000000000000000000" pitchFamily="2" charset="2"/>
              <a:buChar char="Ø"/>
              <a:defRPr/>
            </a:pPr>
            <a:endParaRPr lang="en-US" altLang="zh-CN" sz="800" b="1" dirty="0">
              <a:solidFill>
                <a:schemeClr val="tx1"/>
              </a:solidFill>
              <a:latin typeface="+mn-ea"/>
              <a:cs typeface="Times New Roman" panose="02020603050405020304" pitchFamily="18" charset="0"/>
            </a:endParaRPr>
          </a:p>
          <a:p>
            <a:pPr eaLnBrk="1" hangingPunct="1">
              <a:lnSpc>
                <a:spcPts val="2800"/>
              </a:lnSpc>
              <a:buClrTx/>
              <a:buFont typeface="Wingdings" panose="05000000000000000000" pitchFamily="2" charset="2"/>
              <a:buChar char="Ø"/>
              <a:defRPr/>
            </a:pPr>
            <a:endParaRPr lang="en-US" altLang="zh-CN" sz="800" b="1" dirty="0">
              <a:solidFill>
                <a:schemeClr val="tx1"/>
              </a:solidFill>
              <a:latin typeface="+mn-ea"/>
              <a:cs typeface="Times New Roman" panose="02020603050405020304" pitchFamily="18" charset="0"/>
            </a:endParaRPr>
          </a:p>
          <a:p>
            <a:pPr eaLnBrk="1" hangingPunct="1">
              <a:lnSpc>
                <a:spcPts val="2800"/>
              </a:lnSpc>
              <a:buClrTx/>
              <a:buFont typeface="Wingdings" panose="05000000000000000000" pitchFamily="2" charset="2"/>
              <a:buChar char="Ø"/>
              <a:defRPr/>
            </a:pPr>
            <a:r>
              <a:rPr lang="zh-CN" altLang="en-US" sz="2200" b="1" dirty="0">
                <a:solidFill>
                  <a:schemeClr val="tx1"/>
                </a:solidFill>
                <a:latin typeface="+mn-ea"/>
                <a:cs typeface="Times New Roman" panose="02020603050405020304" pitchFamily="18" charset="0"/>
              </a:rPr>
              <a:t>什么时候使用</a:t>
            </a:r>
            <a:r>
              <a:rPr lang="en-US" altLang="zh-CN" sz="2200" b="1" i="1" dirty="0">
                <a:solidFill>
                  <a:schemeClr val="tx1"/>
                </a:solidFill>
                <a:cs typeface="Times New Roman" panose="02020603050405020304" pitchFamily="18" charset="0"/>
              </a:rPr>
              <a:t>ε</a:t>
            </a:r>
            <a:r>
              <a:rPr lang="zh-CN" altLang="en-US" sz="2200" b="1" dirty="0">
                <a:solidFill>
                  <a:schemeClr val="tx1"/>
                </a:solidFill>
                <a:latin typeface="+mn-ea"/>
                <a:cs typeface="Times New Roman" panose="02020603050405020304" pitchFamily="18" charset="0"/>
              </a:rPr>
              <a:t>产生式？</a:t>
            </a:r>
            <a:endParaRPr lang="en-US" altLang="zh-CN" sz="2200" b="1" dirty="0">
              <a:solidFill>
                <a:schemeClr val="tx1"/>
              </a:solidFill>
              <a:latin typeface="+mn-ea"/>
              <a:cs typeface="Times New Roman" panose="02020603050405020304" pitchFamily="18" charset="0"/>
            </a:endParaRPr>
          </a:p>
          <a:p>
            <a:pPr lvl="1" eaLnBrk="1" hangingPunct="1">
              <a:lnSpc>
                <a:spcPts val="2600"/>
              </a:lnSpc>
              <a:buClrTx/>
              <a:buFont typeface="Wingdings" panose="05000000000000000000" pitchFamily="2" charset="2"/>
              <a:buChar char="Ø"/>
              <a:defRPr/>
            </a:pPr>
            <a:r>
              <a:rPr lang="zh-CN" altLang="en-US" sz="2000" b="1" dirty="0">
                <a:solidFill>
                  <a:schemeClr val="tx1"/>
                </a:solidFill>
                <a:latin typeface="+mn-ea"/>
                <a:cs typeface="Times New Roman" panose="02020603050405020304" pitchFamily="18" charset="0"/>
              </a:rPr>
              <a:t>如果当前某</a:t>
            </a:r>
            <a:r>
              <a:rPr lang="zh-CN" altLang="en-US" sz="2000" b="1" dirty="0">
                <a:solidFill>
                  <a:srgbClr val="0070C0"/>
                </a:solidFill>
                <a:latin typeface="+mn-ea"/>
                <a:cs typeface="Times New Roman" panose="02020603050405020304" pitchFamily="18" charset="0"/>
              </a:rPr>
              <a:t>非终结符</a:t>
            </a:r>
            <a:r>
              <a:rPr lang="en-US" altLang="zh-CN" sz="2000" i="1" dirty="0">
                <a:solidFill>
                  <a:srgbClr val="0070C0"/>
                </a:solidFill>
                <a:cs typeface="Times New Roman" panose="02020603050405020304" pitchFamily="18" charset="0"/>
              </a:rPr>
              <a:t>A</a:t>
            </a:r>
            <a:r>
              <a:rPr lang="zh-CN" altLang="en-US" sz="2000" b="1" dirty="0">
                <a:solidFill>
                  <a:schemeClr val="tx1"/>
                </a:solidFill>
                <a:latin typeface="+mn-ea"/>
                <a:cs typeface="Times New Roman" panose="02020603050405020304" pitchFamily="18" charset="0"/>
              </a:rPr>
              <a:t>与当前</a:t>
            </a:r>
            <a:r>
              <a:rPr lang="zh-CN" altLang="en-US" sz="2000" b="1" dirty="0">
                <a:solidFill>
                  <a:srgbClr val="0070C0"/>
                </a:solidFill>
                <a:latin typeface="+mn-ea"/>
                <a:cs typeface="Times New Roman" panose="02020603050405020304" pitchFamily="18" charset="0"/>
              </a:rPr>
              <a:t>输入符</a:t>
            </a:r>
            <a:r>
              <a:rPr lang="en-US" altLang="zh-CN" sz="2000" b="1" i="1" dirty="0">
                <a:solidFill>
                  <a:srgbClr val="0070C0"/>
                </a:solidFill>
                <a:cs typeface="Times New Roman" panose="02020603050405020304" pitchFamily="18" charset="0"/>
              </a:rPr>
              <a:t>a</a:t>
            </a:r>
            <a:r>
              <a:rPr lang="zh-CN" altLang="en-US" sz="2000" b="1" dirty="0">
                <a:solidFill>
                  <a:srgbClr val="0070C0"/>
                </a:solidFill>
                <a:latin typeface="+mn-ea"/>
                <a:cs typeface="Times New Roman" panose="02020603050405020304" pitchFamily="18" charset="0"/>
              </a:rPr>
              <a:t>不匹配</a:t>
            </a:r>
            <a:r>
              <a:rPr lang="zh-CN" altLang="en-US" sz="2000" b="1" dirty="0">
                <a:solidFill>
                  <a:schemeClr val="tx1"/>
                </a:solidFill>
                <a:latin typeface="+mn-ea"/>
                <a:cs typeface="Times New Roman" panose="02020603050405020304" pitchFamily="18" charset="0"/>
              </a:rPr>
              <a:t>时，若</a:t>
            </a:r>
            <a:r>
              <a:rPr lang="zh-CN" altLang="en-US" sz="2000" b="1" dirty="0">
                <a:solidFill>
                  <a:srgbClr val="0070C0"/>
                </a:solidFill>
                <a:latin typeface="+mn-ea"/>
                <a:cs typeface="Times New Roman" panose="02020603050405020304" pitchFamily="18" charset="0"/>
              </a:rPr>
              <a:t>存在</a:t>
            </a:r>
            <a:r>
              <a:rPr lang="en-US" altLang="zh-CN" sz="2000" b="1" i="1" dirty="0" err="1">
                <a:solidFill>
                  <a:srgbClr val="0070C0"/>
                </a:solidFill>
                <a:cs typeface="Times New Roman" panose="02020603050405020304" pitchFamily="18" charset="0"/>
              </a:rPr>
              <a:t>A</a:t>
            </a:r>
            <a:r>
              <a:rPr lang="en-US" altLang="zh-CN" sz="2000" b="1" dirty="0" err="1">
                <a:solidFill>
                  <a:srgbClr val="0070C0"/>
                </a:solidFill>
                <a:cs typeface="Times New Roman" panose="02020603050405020304" pitchFamily="18" charset="0"/>
              </a:rPr>
              <a:t>→</a:t>
            </a:r>
            <a:r>
              <a:rPr lang="en-US" altLang="zh-CN" sz="2000" b="1" i="1" dirty="0" err="1">
                <a:solidFill>
                  <a:srgbClr val="0070C0"/>
                </a:solidFill>
                <a:cs typeface="Times New Roman" panose="02020603050405020304" pitchFamily="18" charset="0"/>
              </a:rPr>
              <a:t>ε</a:t>
            </a:r>
            <a:r>
              <a:rPr lang="zh-CN" altLang="en-US" sz="2000" b="1" dirty="0">
                <a:solidFill>
                  <a:schemeClr val="tx1"/>
                </a:solidFill>
                <a:latin typeface="+mn-ea"/>
                <a:cs typeface="Times New Roman" panose="02020603050405020304" pitchFamily="18" charset="0"/>
              </a:rPr>
              <a:t>，可以通过</a:t>
            </a:r>
            <a:r>
              <a:rPr lang="zh-CN" altLang="en-US" sz="2000" b="1" dirty="0">
                <a:solidFill>
                  <a:srgbClr val="0070C0"/>
                </a:solidFill>
                <a:latin typeface="+mn-ea"/>
                <a:cs typeface="Times New Roman" panose="02020603050405020304" pitchFamily="18" charset="0"/>
              </a:rPr>
              <a:t>检查</a:t>
            </a:r>
            <a:r>
              <a:rPr lang="en-US" altLang="zh-CN" sz="2000" b="1" i="1" dirty="0">
                <a:solidFill>
                  <a:srgbClr val="0070C0"/>
                </a:solidFill>
                <a:cs typeface="Times New Roman" panose="02020603050405020304" pitchFamily="18" charset="0"/>
              </a:rPr>
              <a:t>a</a:t>
            </a:r>
            <a:r>
              <a:rPr lang="zh-CN" altLang="en-US" sz="2000" b="1" dirty="0">
                <a:solidFill>
                  <a:srgbClr val="0070C0"/>
                </a:solidFill>
                <a:latin typeface="+mn-ea"/>
                <a:cs typeface="Times New Roman" panose="02020603050405020304" pitchFamily="18" charset="0"/>
              </a:rPr>
              <a:t>是否可以出现在 </a:t>
            </a:r>
            <a:r>
              <a:rPr lang="en-US" altLang="zh-CN" sz="2000" b="1" i="1" dirty="0">
                <a:solidFill>
                  <a:srgbClr val="0070C0"/>
                </a:solidFill>
                <a:cs typeface="Times New Roman" panose="02020603050405020304" pitchFamily="18" charset="0"/>
              </a:rPr>
              <a:t>A</a:t>
            </a:r>
            <a:r>
              <a:rPr lang="zh-CN" altLang="en-US" sz="2000" b="1" dirty="0">
                <a:solidFill>
                  <a:srgbClr val="0070C0"/>
                </a:solidFill>
                <a:latin typeface="+mn-ea"/>
                <a:cs typeface="Times New Roman" panose="02020603050405020304" pitchFamily="18" charset="0"/>
              </a:rPr>
              <a:t>的后面</a:t>
            </a:r>
            <a:r>
              <a:rPr lang="zh-CN" altLang="en-US" sz="2000" b="1" dirty="0">
                <a:solidFill>
                  <a:schemeClr val="tx1"/>
                </a:solidFill>
                <a:latin typeface="+mn-ea"/>
                <a:cs typeface="Times New Roman" panose="02020603050405020304" pitchFamily="18" charset="0"/>
              </a:rPr>
              <a:t>，来决定</a:t>
            </a:r>
            <a:r>
              <a:rPr lang="zh-CN" altLang="en-US" sz="2000" b="1" dirty="0">
                <a:solidFill>
                  <a:srgbClr val="0070C0"/>
                </a:solidFill>
                <a:latin typeface="+mn-ea"/>
                <a:cs typeface="Times New Roman" panose="02020603050405020304" pitchFamily="18" charset="0"/>
              </a:rPr>
              <a:t>是否使用产生式 </a:t>
            </a:r>
            <a:r>
              <a:rPr lang="en-US" altLang="zh-CN" sz="2000" b="1" i="1" dirty="0" err="1">
                <a:solidFill>
                  <a:srgbClr val="0070C0"/>
                </a:solidFill>
                <a:cs typeface="Times New Roman" panose="02020603050405020304" pitchFamily="18" charset="0"/>
              </a:rPr>
              <a:t>A</a:t>
            </a:r>
            <a:r>
              <a:rPr lang="en-US" altLang="zh-CN" sz="2000" b="1" dirty="0" err="1">
                <a:solidFill>
                  <a:srgbClr val="0070C0"/>
                </a:solidFill>
                <a:cs typeface="Times New Roman" panose="02020603050405020304" pitchFamily="18" charset="0"/>
              </a:rPr>
              <a:t>→</a:t>
            </a:r>
            <a:r>
              <a:rPr lang="en-US" altLang="zh-CN" sz="2000" b="1" i="1" dirty="0" err="1">
                <a:solidFill>
                  <a:srgbClr val="0070C0"/>
                </a:solidFill>
                <a:cs typeface="Times New Roman" panose="02020603050405020304" pitchFamily="18" charset="0"/>
              </a:rPr>
              <a:t>ε</a:t>
            </a:r>
            <a:r>
              <a:rPr lang="zh-CN" altLang="en-US" sz="2000" b="1" dirty="0">
                <a:solidFill>
                  <a:schemeClr val="tx1"/>
                </a:solidFill>
                <a:latin typeface="+mn-ea"/>
                <a:cs typeface="Times New Roman" panose="02020603050405020304" pitchFamily="18" charset="0"/>
              </a:rPr>
              <a:t>（若文法中无 </a:t>
            </a:r>
            <a:r>
              <a:rPr lang="en-US" altLang="zh-CN" sz="2000" b="1" i="1" dirty="0" err="1">
                <a:solidFill>
                  <a:schemeClr val="tx1"/>
                </a:solidFill>
                <a:cs typeface="Times New Roman" panose="02020603050405020304" pitchFamily="18" charset="0"/>
              </a:rPr>
              <a:t>A</a:t>
            </a:r>
            <a:r>
              <a:rPr lang="en-US" altLang="zh-CN" sz="2000" b="1" dirty="0" err="1">
                <a:solidFill>
                  <a:schemeClr val="tx1"/>
                </a:solidFill>
                <a:cs typeface="Times New Roman" panose="02020603050405020304" pitchFamily="18" charset="0"/>
              </a:rPr>
              <a:t>→</a:t>
            </a:r>
            <a:r>
              <a:rPr lang="en-US" altLang="zh-CN" sz="2000" b="1" i="1" dirty="0" err="1">
                <a:solidFill>
                  <a:schemeClr val="tx1"/>
                </a:solidFill>
                <a:cs typeface="Times New Roman" panose="02020603050405020304" pitchFamily="18" charset="0"/>
              </a:rPr>
              <a:t>ε</a:t>
            </a:r>
            <a:r>
              <a:rPr lang="zh-CN" altLang="en-US" sz="2000" b="1" dirty="0">
                <a:solidFill>
                  <a:schemeClr val="tx1"/>
                </a:solidFill>
                <a:cs typeface="Times New Roman" panose="02020603050405020304" pitchFamily="18" charset="0"/>
              </a:rPr>
              <a:t> </a:t>
            </a:r>
            <a:r>
              <a:rPr lang="zh-CN" altLang="en-US" sz="2000" b="1" dirty="0">
                <a:solidFill>
                  <a:schemeClr val="tx1"/>
                </a:solidFill>
                <a:latin typeface="+mn-ea"/>
                <a:cs typeface="Times New Roman" panose="02020603050405020304" pitchFamily="18" charset="0"/>
              </a:rPr>
              <a:t>，或</a:t>
            </a:r>
            <a:r>
              <a:rPr lang="en-US" altLang="zh-CN" sz="2000" b="1" i="1" dirty="0">
                <a:solidFill>
                  <a:schemeClr val="tx1"/>
                </a:solidFill>
                <a:cs typeface="Times New Roman" panose="02020603050405020304" pitchFamily="18" charset="0"/>
              </a:rPr>
              <a:t>a</a:t>
            </a:r>
            <a:r>
              <a:rPr lang="zh-CN" altLang="en-US" sz="2000" b="1" dirty="0">
                <a:solidFill>
                  <a:schemeClr val="tx1"/>
                </a:solidFill>
                <a:latin typeface="+mn-ea"/>
                <a:cs typeface="Times New Roman" panose="02020603050405020304" pitchFamily="18" charset="0"/>
              </a:rPr>
              <a:t>不可以出现在</a:t>
            </a:r>
            <a:r>
              <a:rPr lang="en-US" altLang="zh-CN" sz="2000" b="1" i="1" dirty="0">
                <a:solidFill>
                  <a:schemeClr val="tx1"/>
                </a:solidFill>
                <a:cs typeface="Times New Roman" panose="02020603050405020304" pitchFamily="18" charset="0"/>
              </a:rPr>
              <a:t>A</a:t>
            </a:r>
            <a:r>
              <a:rPr lang="zh-CN" altLang="en-US" sz="2000" b="1" dirty="0">
                <a:solidFill>
                  <a:schemeClr val="tx1"/>
                </a:solidFill>
                <a:latin typeface="+mn-ea"/>
                <a:cs typeface="Times New Roman" panose="02020603050405020304" pitchFamily="18" charset="0"/>
              </a:rPr>
              <a:t>的后面，则应报错）</a:t>
            </a:r>
          </a:p>
        </p:txBody>
      </p:sp>
      <p:sp>
        <p:nvSpPr>
          <p:cNvPr id="17" name="矩形 16"/>
          <p:cNvSpPr/>
          <p:nvPr/>
        </p:nvSpPr>
        <p:spPr>
          <a:xfrm>
            <a:off x="3979366" y="1300163"/>
            <a:ext cx="4103687" cy="1790700"/>
          </a:xfrm>
          <a:prstGeom prst="rect">
            <a:avLst/>
          </a:prstGeom>
          <a:solidFill>
            <a:schemeClr val="accent2">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3796" name="Rectangle 4"/>
          <p:cNvSpPr>
            <a:spLocks noGrp="1" noChangeArrowheads="1"/>
          </p:cNvSpPr>
          <p:nvPr>
            <p:ph sz="half" idx="4294967295"/>
          </p:nvPr>
        </p:nvSpPr>
        <p:spPr>
          <a:xfrm>
            <a:off x="3979366" y="714375"/>
            <a:ext cx="4103687" cy="574675"/>
          </a:xfrm>
          <a:solidFill>
            <a:schemeClr val="accent2">
              <a:lumMod val="40000"/>
              <a:lumOff val="60000"/>
            </a:schemeClr>
          </a:solidFill>
          <a:ln w="12700">
            <a:solidFill>
              <a:schemeClr val="tx1"/>
            </a:solidFill>
          </a:ln>
        </p:spPr>
        <p:txBody>
          <a:bodyPr/>
          <a:lstStyle/>
          <a:p>
            <a:pPr eaLnBrk="1" hangingPunct="1">
              <a:buClrTx/>
              <a:buFont typeface="Wingdings" panose="05000000000000000000" pitchFamily="2" charset="2"/>
              <a:buChar char="Ø"/>
              <a:defRPr/>
            </a:pPr>
            <a:r>
              <a:rPr lang="zh-CN" altLang="en-US" b="1" dirty="0">
                <a:solidFill>
                  <a:schemeClr val="tx1"/>
                </a:solidFill>
                <a:latin typeface="+mn-ea"/>
                <a:cs typeface="Times New Roman" panose="02020603050405020304" pitchFamily="18" charset="0"/>
              </a:rPr>
              <a:t>输入</a:t>
            </a:r>
            <a:r>
              <a:rPr lang="en-US" altLang="zh-CN" sz="2000" dirty="0">
                <a:latin typeface="Times New Roman" panose="02020603050405020304" pitchFamily="18" charset="0"/>
                <a:ea typeface="楷体_GB231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a d a e</a:t>
            </a:r>
          </a:p>
          <a:p>
            <a:pPr eaLnBrk="1" hangingPunct="1">
              <a:defRPr/>
            </a:pPr>
            <a:endParaRPr lang="en-US" altLang="zh-CN" dirty="0">
              <a:latin typeface="Times New Roman" panose="02020603050405020304" pitchFamily="18" charset="0"/>
              <a:ea typeface="楷体_GB2312"/>
              <a:cs typeface="Times New Roman" panose="02020603050405020304" pitchFamily="18" charset="0"/>
            </a:endParaRPr>
          </a:p>
          <a:p>
            <a:pPr eaLnBrk="1" hangingPunct="1">
              <a:buClrTx/>
              <a:buFont typeface="Wingdings" panose="05000000000000000000" pitchFamily="2" charset="2"/>
              <a:buChar char="Ø"/>
              <a:defRPr/>
            </a:pPr>
            <a:r>
              <a:rPr lang="zh-CN" altLang="en-US" sz="2500" b="1" dirty="0">
                <a:solidFill>
                  <a:schemeClr val="tx1"/>
                </a:solidFill>
                <a:latin typeface="+mn-ea"/>
                <a:cs typeface="Times New Roman" panose="02020603050405020304" pitchFamily="18" charset="0"/>
              </a:rPr>
              <a:t>推导</a:t>
            </a:r>
            <a:endParaRPr lang="en-US" altLang="zh-CN" sz="2500" b="1" dirty="0">
              <a:solidFill>
                <a:schemeClr val="tx1"/>
              </a:solidFill>
              <a:latin typeface="+mn-ea"/>
              <a:cs typeface="Times New Roman" panose="02020603050405020304" pitchFamily="18" charset="0"/>
            </a:endParaRPr>
          </a:p>
          <a:p>
            <a:pPr eaLnBrk="1" hangingPunct="1">
              <a:defRPr/>
            </a:pPr>
            <a:endParaRPr lang="zh-CN" altLang="en-US" i="1" dirty="0">
              <a:latin typeface="Times New Roman" panose="02020603050405020304" pitchFamily="18" charset="0"/>
              <a:ea typeface="楷体_GB2312"/>
              <a:cs typeface="Times New Roman" panose="02020603050405020304" pitchFamily="18" charset="0"/>
            </a:endParaRPr>
          </a:p>
        </p:txBody>
      </p:sp>
      <p:sp>
        <p:nvSpPr>
          <p:cNvPr id="2" name="矩形 1"/>
          <p:cNvSpPr/>
          <p:nvPr/>
        </p:nvSpPr>
        <p:spPr>
          <a:xfrm>
            <a:off x="1067891" y="714375"/>
            <a:ext cx="2928937" cy="2366963"/>
          </a:xfrm>
          <a:prstGeom prst="rect">
            <a:avLst/>
          </a:prstGeom>
          <a:solidFill>
            <a:schemeClr val="accent2">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84998" name="Rectangle 2"/>
          <p:cNvSpPr>
            <a:spLocks noGrp="1" noChangeArrowheads="1"/>
          </p:cNvSpPr>
          <p:nvPr>
            <p:ph type="title"/>
          </p:nvPr>
        </p:nvSpPr>
        <p:spPr>
          <a:xfrm>
            <a:off x="755650" y="268288"/>
            <a:ext cx="7931150" cy="358775"/>
          </a:xfrm>
        </p:spPr>
        <p:txBody>
          <a:bodyPr/>
          <a:lstStyle/>
          <a:p>
            <a:pPr eaLnBrk="1" hangingPunct="1"/>
            <a:r>
              <a:rPr lang="en-US" altLang="zh-CN" sz="3200" i="1" dirty="0">
                <a:ea typeface="楷体_GB2312" panose="02010609030101010101" pitchFamily="49" charset="-122"/>
                <a:cs typeface="Times New Roman" panose="02020603050405020304" pitchFamily="18" charset="0"/>
              </a:rPr>
              <a:t>q_</a:t>
            </a:r>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文法</a:t>
            </a:r>
            <a:r>
              <a:rPr lang="en-US" altLang="zh-CN"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允许</a:t>
            </a:r>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包含空产生式</a:t>
            </a:r>
          </a:p>
        </p:txBody>
      </p:sp>
      <p:sp>
        <p:nvSpPr>
          <p:cNvPr id="710663" name="Line 7"/>
          <p:cNvSpPr>
            <a:spLocks noChangeShapeType="1"/>
          </p:cNvSpPr>
          <p:nvPr/>
        </p:nvSpPr>
        <p:spPr bwMode="auto">
          <a:xfrm flipV="1">
            <a:off x="5347791" y="1108075"/>
            <a:ext cx="0" cy="163513"/>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0664" name="Line 8"/>
          <p:cNvSpPr>
            <a:spLocks noChangeShapeType="1"/>
          </p:cNvSpPr>
          <p:nvPr/>
        </p:nvSpPr>
        <p:spPr bwMode="auto">
          <a:xfrm flipV="1">
            <a:off x="5563691" y="1108075"/>
            <a:ext cx="0" cy="161925"/>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0665" name="Line 9"/>
          <p:cNvSpPr>
            <a:spLocks noChangeShapeType="1"/>
          </p:cNvSpPr>
          <p:nvPr/>
        </p:nvSpPr>
        <p:spPr bwMode="auto">
          <a:xfrm flipV="1">
            <a:off x="5797053" y="1108075"/>
            <a:ext cx="0" cy="161925"/>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02" name="矩形 2"/>
          <p:cNvSpPr>
            <a:spLocks noChangeArrowheads="1"/>
          </p:cNvSpPr>
          <p:nvPr/>
        </p:nvSpPr>
        <p:spPr bwMode="auto">
          <a:xfrm>
            <a:off x="2050553" y="714375"/>
            <a:ext cx="1928813" cy="233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500"/>
              </a:lnSpc>
              <a:buFont typeface="宋体" panose="02010600030101010101" pitchFamily="2" charset="-122"/>
              <a:buAutoNum type="circleNumDbPlain"/>
            </a:pPr>
            <a:r>
              <a:rPr lang="en-US" altLang="zh-CN" sz="2000" b="1" dirty="0">
                <a:latin typeface="Times New Roman" panose="02020603050405020304" pitchFamily="18" charset="0"/>
                <a:ea typeface="楷体_GB2312"/>
                <a:cs typeface="Times New Roman" panose="02020603050405020304" pitchFamily="18" charset="0"/>
              </a:rPr>
              <a:t> </a:t>
            </a:r>
            <a:r>
              <a:rPr lang="en-US" altLang="zh-CN" sz="2000" b="1" i="1" dirty="0">
                <a:latin typeface="Times New Roman" panose="02020603050405020304" pitchFamily="18" charset="0"/>
                <a:ea typeface="楷体_GB2312"/>
                <a:cs typeface="Times New Roman" panose="02020603050405020304" pitchFamily="18" charset="0"/>
              </a:rPr>
              <a:t>S → </a:t>
            </a:r>
            <a:r>
              <a:rPr lang="en-US" altLang="zh-CN" sz="2000" b="1" i="1" dirty="0" err="1">
                <a:latin typeface="Times New Roman" panose="02020603050405020304" pitchFamily="18" charset="0"/>
                <a:ea typeface="楷体_GB2312"/>
                <a:cs typeface="Times New Roman" panose="02020603050405020304" pitchFamily="18" charset="0"/>
              </a:rPr>
              <a:t>aBCD</a:t>
            </a:r>
            <a:endParaRPr lang="en-US" altLang="zh-CN" sz="2000" b="1" i="1" dirty="0">
              <a:latin typeface="Times New Roman" panose="02020603050405020304" pitchFamily="18" charset="0"/>
              <a:ea typeface="楷体_GB2312"/>
              <a:cs typeface="Times New Roman" panose="02020603050405020304" pitchFamily="18" charset="0"/>
            </a:endParaRPr>
          </a:p>
          <a:p>
            <a:pPr eaLnBrk="1" hangingPunct="1">
              <a:lnSpc>
                <a:spcPts val="2500"/>
              </a:lnSpc>
              <a:buFont typeface="宋体" panose="02010600030101010101" pitchFamily="2" charset="-122"/>
              <a:buAutoNum type="circleNumDbPlain"/>
            </a:pPr>
            <a:r>
              <a:rPr lang="en-US" altLang="zh-CN" sz="2000" b="1" dirty="0">
                <a:latin typeface="Times New Roman" panose="02020603050405020304" pitchFamily="18" charset="0"/>
                <a:ea typeface="楷体_GB2312"/>
                <a:cs typeface="Times New Roman" panose="02020603050405020304" pitchFamily="18" charset="0"/>
              </a:rPr>
              <a:t> </a:t>
            </a:r>
            <a:r>
              <a:rPr lang="en-US" altLang="zh-CN" sz="2000" b="1" i="1" dirty="0">
                <a:latin typeface="Times New Roman" panose="02020603050405020304" pitchFamily="18" charset="0"/>
                <a:ea typeface="楷体_GB2312"/>
                <a:cs typeface="Times New Roman" panose="02020603050405020304" pitchFamily="18" charset="0"/>
              </a:rPr>
              <a:t>B → </a:t>
            </a:r>
            <a:r>
              <a:rPr lang="en-US" altLang="zh-CN" sz="2000" b="1" i="1" dirty="0" err="1">
                <a:latin typeface="Times New Roman" panose="02020603050405020304" pitchFamily="18" charset="0"/>
                <a:ea typeface="楷体_GB2312"/>
                <a:cs typeface="Times New Roman" panose="02020603050405020304" pitchFamily="18" charset="0"/>
              </a:rPr>
              <a:t>bC</a:t>
            </a:r>
            <a:r>
              <a:rPr lang="en-US" altLang="zh-CN" sz="2000" b="1" i="1" dirty="0">
                <a:latin typeface="Times New Roman" panose="02020603050405020304" pitchFamily="18" charset="0"/>
                <a:ea typeface="楷体_GB2312"/>
                <a:cs typeface="Times New Roman" panose="02020603050405020304" pitchFamily="18" charset="0"/>
              </a:rPr>
              <a:t>  </a:t>
            </a:r>
          </a:p>
          <a:p>
            <a:pPr eaLnBrk="1" hangingPunct="1">
              <a:lnSpc>
                <a:spcPts val="2500"/>
              </a:lnSpc>
              <a:buFont typeface="宋体" panose="02010600030101010101" pitchFamily="2" charset="-122"/>
              <a:buAutoNum type="circleNumDbPlain"/>
            </a:pPr>
            <a:r>
              <a:rPr lang="en-US" altLang="zh-CN" sz="2000" b="1" dirty="0">
                <a:latin typeface="Times New Roman" panose="02020603050405020304" pitchFamily="18" charset="0"/>
                <a:ea typeface="楷体_GB2312"/>
                <a:cs typeface="Times New Roman" panose="02020603050405020304" pitchFamily="18" charset="0"/>
              </a:rPr>
              <a:t> </a:t>
            </a:r>
            <a:r>
              <a:rPr lang="en-US" altLang="zh-CN" sz="2000" b="1" i="1" dirty="0">
                <a:latin typeface="Times New Roman" panose="02020603050405020304" pitchFamily="18" charset="0"/>
                <a:ea typeface="楷体_GB2312"/>
                <a:cs typeface="Times New Roman" panose="02020603050405020304" pitchFamily="18" charset="0"/>
              </a:rPr>
              <a:t>B → dB </a:t>
            </a:r>
          </a:p>
          <a:p>
            <a:pPr eaLnBrk="1" hangingPunct="1">
              <a:lnSpc>
                <a:spcPts val="2500"/>
              </a:lnSpc>
              <a:buFont typeface="宋体" panose="02010600030101010101" pitchFamily="2" charset="-122"/>
              <a:buAutoNum type="circleNumDbPlain"/>
            </a:pPr>
            <a:r>
              <a:rPr lang="en-US" altLang="zh-CN" sz="2000" b="1" dirty="0">
                <a:latin typeface="Times New Roman" panose="02020603050405020304" pitchFamily="18" charset="0"/>
                <a:ea typeface="楷体_GB2312"/>
                <a:cs typeface="Times New Roman" panose="02020603050405020304" pitchFamily="18" charset="0"/>
              </a:rPr>
              <a:t> </a:t>
            </a:r>
            <a:r>
              <a:rPr lang="en-US" altLang="zh-CN" sz="2000" b="1" i="1" dirty="0">
                <a:solidFill>
                  <a:srgbClr val="FF0000"/>
                </a:solidFill>
                <a:latin typeface="Times New Roman" panose="02020603050405020304" pitchFamily="18" charset="0"/>
                <a:ea typeface="楷体_GB2312"/>
                <a:cs typeface="Times New Roman" panose="02020603050405020304" pitchFamily="18" charset="0"/>
              </a:rPr>
              <a:t>B → </a:t>
            </a:r>
            <a:r>
              <a:rPr lang="en-US" altLang="zh-CN" sz="2000"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ε</a:t>
            </a:r>
            <a:r>
              <a:rPr lang="en-US" altLang="zh-CN" sz="2000" b="1" i="1" dirty="0">
                <a:solidFill>
                  <a:srgbClr val="FF0000"/>
                </a:solidFill>
                <a:latin typeface="Times New Roman" panose="02020603050405020304" pitchFamily="18" charset="0"/>
                <a:ea typeface="楷体_GB2312"/>
                <a:cs typeface="Times New Roman" panose="02020603050405020304" pitchFamily="18" charset="0"/>
              </a:rPr>
              <a:t>  </a:t>
            </a:r>
          </a:p>
          <a:p>
            <a:pPr eaLnBrk="1" hangingPunct="1">
              <a:lnSpc>
                <a:spcPts val="2500"/>
              </a:lnSpc>
              <a:buFont typeface="宋体" panose="02010600030101010101" pitchFamily="2" charset="-122"/>
              <a:buAutoNum type="circleNumDbPlain"/>
            </a:pPr>
            <a:r>
              <a:rPr lang="en-US" altLang="zh-CN" sz="2000" b="1" dirty="0">
                <a:latin typeface="Times New Roman" panose="02020603050405020304" pitchFamily="18" charset="0"/>
                <a:ea typeface="楷体_GB2312"/>
                <a:cs typeface="Times New Roman" panose="02020603050405020304" pitchFamily="18" charset="0"/>
              </a:rPr>
              <a:t> </a:t>
            </a:r>
            <a:r>
              <a:rPr lang="en-US" altLang="zh-CN" sz="2000" b="1" i="1" dirty="0">
                <a:latin typeface="Times New Roman" panose="02020603050405020304" pitchFamily="18" charset="0"/>
                <a:ea typeface="楷体_GB2312"/>
                <a:cs typeface="Times New Roman" panose="02020603050405020304" pitchFamily="18" charset="0"/>
              </a:rPr>
              <a:t>C → c</a:t>
            </a:r>
          </a:p>
          <a:p>
            <a:pPr eaLnBrk="1" hangingPunct="1">
              <a:lnSpc>
                <a:spcPts val="2500"/>
              </a:lnSpc>
              <a:buFont typeface="宋体" panose="02010600030101010101" pitchFamily="2" charset="-122"/>
              <a:buAutoNum type="circleNumDbPlain"/>
            </a:pPr>
            <a:r>
              <a:rPr lang="en-US" altLang="zh-CN" sz="2000" b="1" dirty="0">
                <a:latin typeface="Times New Roman" panose="02020603050405020304" pitchFamily="18" charset="0"/>
                <a:ea typeface="楷体_GB2312"/>
                <a:cs typeface="Times New Roman" panose="02020603050405020304" pitchFamily="18" charset="0"/>
              </a:rPr>
              <a:t> </a:t>
            </a:r>
            <a:r>
              <a:rPr lang="en-US" altLang="zh-CN" sz="2000" b="1" i="1" dirty="0">
                <a:latin typeface="Times New Roman" panose="02020603050405020304" pitchFamily="18" charset="0"/>
                <a:ea typeface="楷体_GB2312"/>
                <a:cs typeface="Times New Roman" panose="02020603050405020304" pitchFamily="18" charset="0"/>
              </a:rPr>
              <a:t>C → a</a:t>
            </a:r>
          </a:p>
          <a:p>
            <a:pPr eaLnBrk="1" hangingPunct="1">
              <a:lnSpc>
                <a:spcPts val="2500"/>
              </a:lnSpc>
              <a:buFont typeface="宋体" panose="02010600030101010101" pitchFamily="2" charset="-122"/>
              <a:buAutoNum type="circleNumDbPlain"/>
            </a:pPr>
            <a:r>
              <a:rPr lang="en-US" altLang="zh-CN" sz="2000" b="1" dirty="0">
                <a:latin typeface="Times New Roman" panose="02020603050405020304" pitchFamily="18" charset="0"/>
                <a:ea typeface="楷体_GB2312"/>
                <a:cs typeface="Times New Roman" panose="02020603050405020304" pitchFamily="18" charset="0"/>
              </a:rPr>
              <a:t> </a:t>
            </a:r>
            <a:r>
              <a:rPr lang="en-US" altLang="zh-CN" sz="2000" b="1" i="1" dirty="0">
                <a:latin typeface="Times New Roman" panose="02020603050405020304" pitchFamily="18" charset="0"/>
                <a:ea typeface="楷体_GB2312"/>
                <a:cs typeface="Times New Roman" panose="02020603050405020304" pitchFamily="18" charset="0"/>
              </a:rPr>
              <a:t>D → e</a:t>
            </a:r>
          </a:p>
        </p:txBody>
      </p:sp>
      <p:sp>
        <p:nvSpPr>
          <p:cNvPr id="13" name="Rectangle 4"/>
          <p:cNvSpPr txBox="1">
            <a:spLocks noChangeArrowheads="1"/>
          </p:cNvSpPr>
          <p:nvPr/>
        </p:nvSpPr>
        <p:spPr bwMode="auto">
          <a:xfrm>
            <a:off x="5154116" y="1257300"/>
            <a:ext cx="1727200"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ts val="0"/>
              </a:spcBef>
              <a:spcAft>
                <a:spcPts val="0"/>
              </a:spcAft>
              <a:buClr>
                <a:schemeClr val="folHlink"/>
              </a:buClr>
              <a:buSzPct val="60000"/>
              <a:buFont typeface="Wingdings" panose="05000000000000000000" pitchFamily="2" charset="2"/>
              <a:buNone/>
            </a:pPr>
            <a:r>
              <a:rPr lang="en-US" altLang="zh-CN" i="1" dirty="0">
                <a:latin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S</a:t>
            </a:r>
          </a:p>
          <a:p>
            <a:pPr>
              <a:lnSpc>
                <a:spcPts val="2000"/>
              </a:lnSpc>
              <a:spcBef>
                <a:spcPts val="0"/>
              </a:spcBef>
              <a:spcAft>
                <a:spcPts val="0"/>
              </a:spcAft>
              <a:buClr>
                <a:schemeClr val="folHlink"/>
              </a:buClr>
              <a:buSzPct val="60000"/>
              <a:buFont typeface="Wingdings" panose="05000000000000000000" pitchFamily="2" charset="2"/>
              <a:buNone/>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a</a:t>
            </a:r>
            <a:r>
              <a:rPr lang="en-US" altLang="zh-CN" b="1" i="1" dirty="0" err="1">
                <a:solidFill>
                  <a:srgbClr val="0070C0"/>
                </a:solidFill>
                <a:latin typeface="Times New Roman" panose="02020603050405020304" pitchFamily="18" charset="0"/>
                <a:cs typeface="Times New Roman" panose="02020603050405020304" pitchFamily="18" charset="0"/>
              </a:rPr>
              <a:t>B</a:t>
            </a:r>
            <a:r>
              <a:rPr lang="en-US" altLang="zh-CN" b="1" i="1" dirty="0" err="1">
                <a:latin typeface="Times New Roman" panose="02020603050405020304" pitchFamily="18" charset="0"/>
                <a:cs typeface="Times New Roman" panose="02020603050405020304" pitchFamily="18" charset="0"/>
              </a:rPr>
              <a:t>CD</a:t>
            </a:r>
            <a:endParaRPr lang="en-US" altLang="zh-CN" b="1" i="1" dirty="0">
              <a:latin typeface="Times New Roman" panose="02020603050405020304" pitchFamily="18" charset="0"/>
              <a:cs typeface="Times New Roman" panose="02020603050405020304" pitchFamily="18" charset="0"/>
            </a:endParaRPr>
          </a:p>
          <a:p>
            <a:pPr>
              <a:lnSpc>
                <a:spcPts val="2000"/>
              </a:lnSpc>
              <a:spcBef>
                <a:spcPct val="20000"/>
              </a:spcBef>
              <a:buClr>
                <a:schemeClr val="folHlink"/>
              </a:buClr>
              <a:buSzPct val="60000"/>
              <a:buFont typeface="Wingdings" panose="05000000000000000000" pitchFamily="2" charset="2"/>
              <a:buNone/>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a</a:t>
            </a:r>
            <a:r>
              <a:rPr lang="en-US" altLang="zh-CN" b="1" i="1" u="sng" dirty="0" err="1">
                <a:latin typeface="Times New Roman" panose="02020603050405020304" pitchFamily="18" charset="0"/>
                <a:cs typeface="Times New Roman" panose="02020603050405020304" pitchFamily="18" charset="0"/>
              </a:rPr>
              <a:t>d</a:t>
            </a:r>
            <a:r>
              <a:rPr lang="en-US" altLang="zh-CN" b="1" i="1" u="sng" dirty="0" err="1">
                <a:solidFill>
                  <a:srgbClr val="0070C0"/>
                </a:solidFill>
                <a:latin typeface="Times New Roman" panose="02020603050405020304" pitchFamily="18" charset="0"/>
                <a:cs typeface="Times New Roman" panose="02020603050405020304" pitchFamily="18" charset="0"/>
              </a:rPr>
              <a:t>B</a:t>
            </a:r>
            <a:r>
              <a:rPr lang="en-US" altLang="zh-CN" b="1" i="1" dirty="0" err="1">
                <a:latin typeface="Times New Roman" panose="02020603050405020304" pitchFamily="18" charset="0"/>
                <a:cs typeface="Times New Roman" panose="02020603050405020304" pitchFamily="18" charset="0"/>
              </a:rPr>
              <a:t>CD</a:t>
            </a:r>
            <a:endParaRPr lang="en-US" altLang="zh-CN" b="1" i="1" dirty="0">
              <a:latin typeface="Times New Roman" panose="02020603050405020304" pitchFamily="18" charset="0"/>
              <a:cs typeface="Times New Roman" panose="02020603050405020304" pitchFamily="18" charset="0"/>
            </a:endParaRPr>
          </a:p>
          <a:p>
            <a:pPr>
              <a:lnSpc>
                <a:spcPts val="2000"/>
              </a:lnSpc>
              <a:spcBef>
                <a:spcPct val="20000"/>
              </a:spcBef>
              <a:buClr>
                <a:schemeClr val="folHlink"/>
              </a:buClr>
              <a:buSzPct val="60000"/>
              <a:buFont typeface="Wingdings" panose="05000000000000000000" pitchFamily="2" charset="2"/>
              <a:buNone/>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ad</a:t>
            </a:r>
            <a:r>
              <a:rPr lang="en-US" altLang="zh-CN" b="1" i="1" dirty="0" err="1">
                <a:solidFill>
                  <a:srgbClr val="0070C0"/>
                </a:solidFill>
                <a:latin typeface="Times New Roman" panose="02020603050405020304" pitchFamily="18" charset="0"/>
                <a:cs typeface="Times New Roman" panose="02020603050405020304" pitchFamily="18" charset="0"/>
              </a:rPr>
              <a:t>C</a:t>
            </a:r>
            <a:r>
              <a:rPr lang="en-US" altLang="zh-CN" b="1" i="1" dirty="0" err="1">
                <a:latin typeface="Times New Roman" panose="02020603050405020304" pitchFamily="18" charset="0"/>
                <a:cs typeface="Times New Roman" panose="02020603050405020304" pitchFamily="18" charset="0"/>
              </a:rPr>
              <a:t>D</a:t>
            </a:r>
            <a:endParaRPr lang="en-US" altLang="zh-CN" b="1" i="1" dirty="0">
              <a:latin typeface="Times New Roman" panose="02020603050405020304" pitchFamily="18" charset="0"/>
              <a:cs typeface="Times New Roman" panose="02020603050405020304" pitchFamily="18" charset="0"/>
            </a:endParaRPr>
          </a:p>
          <a:p>
            <a:pPr>
              <a:lnSpc>
                <a:spcPts val="2000"/>
              </a:lnSpc>
              <a:spcBef>
                <a:spcPct val="20000"/>
              </a:spcBef>
              <a:buClr>
                <a:schemeClr val="folHlink"/>
              </a:buClr>
              <a:buSzPct val="60000"/>
              <a:buFont typeface="Wingdings" panose="05000000000000000000" pitchFamily="2" charset="2"/>
              <a:buNone/>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ad</a:t>
            </a:r>
            <a:r>
              <a:rPr lang="en-US" altLang="zh-CN" b="1" i="1" u="sng" dirty="0" err="1">
                <a:latin typeface="Times New Roman" panose="02020603050405020304" pitchFamily="18" charset="0"/>
                <a:cs typeface="Times New Roman" panose="02020603050405020304" pitchFamily="18" charset="0"/>
              </a:rPr>
              <a:t>a</a:t>
            </a:r>
            <a:r>
              <a:rPr lang="en-US" altLang="zh-CN" b="1" i="1" dirty="0" err="1">
                <a:solidFill>
                  <a:srgbClr val="0070C0"/>
                </a:solidFill>
                <a:latin typeface="Times New Roman" panose="02020603050405020304" pitchFamily="18" charset="0"/>
                <a:cs typeface="Times New Roman" panose="02020603050405020304" pitchFamily="18" charset="0"/>
              </a:rPr>
              <a:t>D</a:t>
            </a:r>
            <a:endParaRPr lang="en-US" altLang="zh-CN" b="1" i="1" dirty="0">
              <a:solidFill>
                <a:srgbClr val="0070C0"/>
              </a:solidFill>
              <a:latin typeface="Times New Roman" panose="02020603050405020304" pitchFamily="18" charset="0"/>
              <a:cs typeface="Times New Roman" panose="02020603050405020304" pitchFamily="18" charset="0"/>
            </a:endParaRPr>
          </a:p>
          <a:p>
            <a:pPr>
              <a:lnSpc>
                <a:spcPts val="2000"/>
              </a:lnSpc>
              <a:spcBef>
                <a:spcPct val="20000"/>
              </a:spcBef>
              <a:buClr>
                <a:schemeClr val="folHlink"/>
              </a:buClr>
              <a:buSzPct val="60000"/>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ada</a:t>
            </a:r>
            <a:r>
              <a:rPr lang="en-US" altLang="zh-CN" b="1" i="1" u="sng" dirty="0" err="1">
                <a:latin typeface="Times New Roman" panose="02020603050405020304" pitchFamily="18" charset="0"/>
                <a:cs typeface="Times New Roman" panose="02020603050405020304" pitchFamily="18" charset="0"/>
              </a:rPr>
              <a:t>e</a:t>
            </a:r>
            <a:endParaRPr lang="zh-CN" altLang="en-US" b="1" u="sng" dirty="0">
              <a:latin typeface="Times New Roman" panose="02020603050405020304" pitchFamily="18" charset="0"/>
              <a:ea typeface="楷体_GB2312"/>
              <a:cs typeface="Times New Roman" panose="02020603050405020304" pitchFamily="18" charset="0"/>
            </a:endParaRPr>
          </a:p>
        </p:txBody>
      </p:sp>
      <p:sp>
        <p:nvSpPr>
          <p:cNvPr id="4" name="矩形 3"/>
          <p:cNvSpPr>
            <a:spLocks noChangeArrowheads="1"/>
          </p:cNvSpPr>
          <p:nvPr/>
        </p:nvSpPr>
        <p:spPr bwMode="auto">
          <a:xfrm>
            <a:off x="6733678" y="714375"/>
            <a:ext cx="13493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3333CC"/>
              </a:buClr>
              <a:buSzPct val="60000"/>
            </a:pPr>
            <a:r>
              <a:rPr lang="en-US" altLang="zh-CN" sz="2400" b="1" i="1">
                <a:latin typeface="Times New Roman" panose="02020603050405020304" pitchFamily="18" charset="0"/>
              </a:rPr>
              <a:t>a d e e</a:t>
            </a:r>
            <a:endParaRPr lang="zh-CN" altLang="en-US" sz="2400" b="1" i="1">
              <a:latin typeface="Times New Roman" panose="02020603050405020304" pitchFamily="18" charset="0"/>
            </a:endParaRPr>
          </a:p>
        </p:txBody>
      </p:sp>
      <p:sp>
        <p:nvSpPr>
          <p:cNvPr id="19" name="Line 7"/>
          <p:cNvSpPr>
            <a:spLocks noChangeShapeType="1"/>
          </p:cNvSpPr>
          <p:nvPr/>
        </p:nvSpPr>
        <p:spPr bwMode="auto">
          <a:xfrm flipV="1">
            <a:off x="6908303" y="1125538"/>
            <a:ext cx="0" cy="1635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8"/>
          <p:cNvSpPr>
            <a:spLocks noChangeShapeType="1"/>
          </p:cNvSpPr>
          <p:nvPr/>
        </p:nvSpPr>
        <p:spPr bwMode="auto">
          <a:xfrm flipV="1">
            <a:off x="7124203" y="1127125"/>
            <a:ext cx="0" cy="161925"/>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9"/>
          <p:cNvSpPr>
            <a:spLocks noChangeShapeType="1"/>
          </p:cNvSpPr>
          <p:nvPr/>
        </p:nvSpPr>
        <p:spPr bwMode="auto">
          <a:xfrm flipV="1">
            <a:off x="7368678" y="1127125"/>
            <a:ext cx="0" cy="161925"/>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Rectangle 4"/>
          <p:cNvSpPr txBox="1">
            <a:spLocks noChangeArrowheads="1"/>
          </p:cNvSpPr>
          <p:nvPr/>
        </p:nvSpPr>
        <p:spPr bwMode="auto">
          <a:xfrm>
            <a:off x="6714628" y="1257300"/>
            <a:ext cx="1601788"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000"/>
              </a:lnSpc>
              <a:spcBef>
                <a:spcPct val="20000"/>
              </a:spcBef>
              <a:buClr>
                <a:schemeClr val="folHlink"/>
              </a:buClr>
              <a:buSzPct val="60000"/>
              <a:buFont typeface="Wingdings" panose="05000000000000000000" pitchFamily="2" charset="2"/>
              <a:buNone/>
            </a:pPr>
            <a:r>
              <a:rPr lang="en-US" altLang="zh-CN" i="1" dirty="0">
                <a:latin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S</a:t>
            </a:r>
          </a:p>
          <a:p>
            <a:pPr>
              <a:lnSpc>
                <a:spcPts val="2000"/>
              </a:lnSpc>
              <a:spcBef>
                <a:spcPts val="0"/>
              </a:spcBef>
              <a:spcAft>
                <a:spcPts val="0"/>
              </a:spcAft>
              <a:buClr>
                <a:schemeClr val="folHlink"/>
              </a:buClr>
              <a:buSzPct val="60000"/>
              <a:buFont typeface="Wingdings" panose="05000000000000000000" pitchFamily="2" charset="2"/>
              <a:buNone/>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a</a:t>
            </a:r>
            <a:r>
              <a:rPr lang="en-US" altLang="zh-CN" b="1" i="1" dirty="0" err="1">
                <a:solidFill>
                  <a:srgbClr val="0070C0"/>
                </a:solidFill>
                <a:latin typeface="Times New Roman" panose="02020603050405020304" pitchFamily="18" charset="0"/>
                <a:cs typeface="Times New Roman" panose="02020603050405020304" pitchFamily="18" charset="0"/>
              </a:rPr>
              <a:t>B</a:t>
            </a:r>
            <a:r>
              <a:rPr lang="en-US" altLang="zh-CN" b="1" i="1" dirty="0" err="1">
                <a:latin typeface="Times New Roman" panose="02020603050405020304" pitchFamily="18" charset="0"/>
                <a:cs typeface="Times New Roman" panose="02020603050405020304" pitchFamily="18" charset="0"/>
              </a:rPr>
              <a:t>CD</a:t>
            </a:r>
            <a:endParaRPr lang="en-US" altLang="zh-CN" b="1" i="1" dirty="0">
              <a:latin typeface="Times New Roman" panose="02020603050405020304" pitchFamily="18" charset="0"/>
              <a:cs typeface="Times New Roman" panose="02020603050405020304" pitchFamily="18" charset="0"/>
            </a:endParaRPr>
          </a:p>
          <a:p>
            <a:pPr>
              <a:lnSpc>
                <a:spcPts val="2000"/>
              </a:lnSpc>
              <a:spcBef>
                <a:spcPct val="20000"/>
              </a:spcBef>
              <a:buClr>
                <a:schemeClr val="folHlink"/>
              </a:buClr>
              <a:buSzPct val="60000"/>
              <a:buFont typeface="Wingdings" panose="05000000000000000000" pitchFamily="2" charset="2"/>
              <a:buNone/>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a</a:t>
            </a:r>
            <a:r>
              <a:rPr lang="en-US" altLang="zh-CN" b="1" i="1" u="sng" dirty="0" err="1">
                <a:latin typeface="Times New Roman" panose="02020603050405020304" pitchFamily="18" charset="0"/>
                <a:cs typeface="Times New Roman" panose="02020603050405020304" pitchFamily="18" charset="0"/>
              </a:rPr>
              <a:t>d</a:t>
            </a:r>
            <a:r>
              <a:rPr lang="en-US" altLang="zh-CN" b="1" i="1" u="sng" dirty="0" err="1">
                <a:solidFill>
                  <a:srgbClr val="0070C0"/>
                </a:solidFill>
                <a:latin typeface="Times New Roman" panose="02020603050405020304" pitchFamily="18" charset="0"/>
                <a:cs typeface="Times New Roman" panose="02020603050405020304" pitchFamily="18" charset="0"/>
              </a:rPr>
              <a:t>B</a:t>
            </a:r>
            <a:r>
              <a:rPr lang="en-US" altLang="zh-CN" b="1" i="1" dirty="0" err="1">
                <a:latin typeface="Times New Roman" panose="02020603050405020304" pitchFamily="18" charset="0"/>
                <a:cs typeface="Times New Roman" panose="02020603050405020304" pitchFamily="18" charset="0"/>
              </a:rPr>
              <a:t>CD</a:t>
            </a:r>
            <a:endParaRPr lang="en-US" altLang="zh-CN" b="1" i="1" dirty="0">
              <a:latin typeface="Times New Roman" panose="02020603050405020304" pitchFamily="18" charset="0"/>
              <a:cs typeface="Times New Roman" panose="02020603050405020304" pitchFamily="18" charset="0"/>
            </a:endParaRPr>
          </a:p>
          <a:p>
            <a:pPr>
              <a:lnSpc>
                <a:spcPts val="2000"/>
              </a:lnSpc>
              <a:spcBef>
                <a:spcPct val="20000"/>
              </a:spcBef>
              <a:buClr>
                <a:schemeClr val="folHlink"/>
              </a:buClr>
              <a:buSzPct val="60000"/>
              <a:buFont typeface="Wingdings" panose="05000000000000000000" pitchFamily="2" charset="2"/>
              <a:buNone/>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ad</a:t>
            </a:r>
            <a:r>
              <a:rPr lang="en-US" altLang="zh-CN" b="1" i="1" dirty="0" err="1">
                <a:solidFill>
                  <a:srgbClr val="0070C0"/>
                </a:solidFill>
                <a:latin typeface="Times New Roman" panose="02020603050405020304" pitchFamily="18" charset="0"/>
                <a:cs typeface="Times New Roman" panose="02020603050405020304" pitchFamily="18" charset="0"/>
              </a:rPr>
              <a:t>C</a:t>
            </a:r>
            <a:r>
              <a:rPr lang="en-US" altLang="zh-CN" b="1" i="1" dirty="0" err="1">
                <a:latin typeface="Times New Roman" panose="02020603050405020304" pitchFamily="18" charset="0"/>
                <a:cs typeface="Times New Roman" panose="02020603050405020304" pitchFamily="18" charset="0"/>
              </a:rPr>
              <a:t>D</a:t>
            </a:r>
            <a:endParaRPr lang="en-US" altLang="zh-CN" b="1" i="1" dirty="0">
              <a:latin typeface="Times New Roman" panose="02020603050405020304" pitchFamily="18" charset="0"/>
              <a:cs typeface="Times New Roman" panose="02020603050405020304" pitchFamily="18" charset="0"/>
            </a:endParaRPr>
          </a:p>
        </p:txBody>
      </p:sp>
      <p:sp>
        <p:nvSpPr>
          <p:cNvPr id="18" name="矩形 17"/>
          <p:cNvSpPr/>
          <p:nvPr/>
        </p:nvSpPr>
        <p:spPr>
          <a:xfrm>
            <a:off x="1052016" y="3148013"/>
            <a:ext cx="3835400" cy="349250"/>
          </a:xfrm>
          <a:prstGeom prst="rect">
            <a:avLst/>
          </a:prstGeom>
          <a:solidFill>
            <a:schemeClr val="accent5">
              <a:lumMod val="60000"/>
              <a:lumOff val="40000"/>
            </a:schemeClr>
          </a:solidFill>
          <a:ln w="12700">
            <a:solidFill>
              <a:schemeClr val="tx1"/>
            </a:solidFill>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lang="zh-CN" altLang="en-US" b="1" dirty="0">
                <a:solidFill>
                  <a:srgbClr val="000000"/>
                </a:solidFill>
                <a:latin typeface="+mn-ea"/>
                <a:ea typeface="+mn-ea"/>
              </a:rPr>
              <a:t>可以紧跟 </a:t>
            </a:r>
            <a:r>
              <a:rPr lang="en-US" altLang="zh-CN" b="1" i="1" dirty="0">
                <a:solidFill>
                  <a:srgbClr val="000000"/>
                </a:solidFill>
                <a:latin typeface="+mn-ea"/>
                <a:ea typeface="+mn-ea"/>
              </a:rPr>
              <a:t>B</a:t>
            </a:r>
            <a:r>
              <a:rPr lang="zh-CN" altLang="en-US" b="1" dirty="0">
                <a:solidFill>
                  <a:srgbClr val="000000"/>
                </a:solidFill>
                <a:latin typeface="+mn-ea"/>
                <a:ea typeface="+mn-ea"/>
              </a:rPr>
              <a:t>后面出现的终结符：</a:t>
            </a:r>
            <a:r>
              <a:rPr lang="en-US" altLang="zh-CN" b="1" i="1" dirty="0">
                <a:solidFill>
                  <a:srgbClr val="000000"/>
                </a:solidFill>
                <a:latin typeface="Times New Roman" panose="02020603050405020304" pitchFamily="18" charset="0"/>
                <a:ea typeface="+mn-ea"/>
                <a:cs typeface="Times New Roman" panose="02020603050405020304" pitchFamily="18" charset="0"/>
              </a:rPr>
              <a:t>c</a:t>
            </a:r>
            <a:r>
              <a:rPr lang="zh-CN" altLang="en-US" b="1" dirty="0">
                <a:solidFill>
                  <a:srgbClr val="000000"/>
                </a:solidFill>
                <a:latin typeface="Times New Roman" panose="02020603050405020304" pitchFamily="18" charset="0"/>
                <a:ea typeface="+mn-ea"/>
                <a:cs typeface="Times New Roman" panose="02020603050405020304" pitchFamily="18" charset="0"/>
              </a:rPr>
              <a:t>、</a:t>
            </a:r>
            <a:r>
              <a:rPr lang="en-US" altLang="zh-CN" b="1" i="1" dirty="0">
                <a:solidFill>
                  <a:srgbClr val="000000"/>
                </a:solidFill>
                <a:latin typeface="Times New Roman" panose="02020603050405020304" pitchFamily="18" charset="0"/>
                <a:ea typeface="+mn-ea"/>
                <a:cs typeface="Times New Roman" panose="02020603050405020304" pitchFamily="18" charset="0"/>
              </a:rPr>
              <a:t>a</a:t>
            </a:r>
            <a:endParaRPr lang="zh-CN" altLang="en-US" sz="2800" b="1" i="1" dirty="0">
              <a:latin typeface="Times New Roman" panose="02020603050405020304" pitchFamily="18" charset="0"/>
              <a:ea typeface="+mn-ea"/>
              <a:cs typeface="Times New Roman" panose="02020603050405020304" pitchFamily="18" charset="0"/>
            </a:endParaRPr>
          </a:p>
        </p:txBody>
      </p:sp>
      <p:sp>
        <p:nvSpPr>
          <p:cNvPr id="23" name="Line 9"/>
          <p:cNvSpPr>
            <a:spLocks noChangeShapeType="1"/>
          </p:cNvSpPr>
          <p:nvPr/>
        </p:nvSpPr>
        <p:spPr bwMode="auto">
          <a:xfrm flipV="1">
            <a:off x="6020891" y="1114425"/>
            <a:ext cx="0" cy="161925"/>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 name="文本框 2"/>
          <p:cNvSpPr txBox="1"/>
          <p:nvPr/>
        </p:nvSpPr>
        <p:spPr>
          <a:xfrm>
            <a:off x="6881315" y="2571750"/>
            <a:ext cx="939949" cy="369332"/>
          </a:xfrm>
          <a:prstGeom prst="rect">
            <a:avLst/>
          </a:prstGeom>
          <a:noFill/>
        </p:spPr>
        <p:txBody>
          <a:bodyPr wrap="square" rtlCol="0">
            <a:spAutoFit/>
          </a:bodyPr>
          <a:lstStyle/>
          <a:p>
            <a:r>
              <a:rPr lang="zh-CN" altLang="en-US" b="1" dirty="0">
                <a:solidFill>
                  <a:srgbClr val="0070C0"/>
                </a:solidFill>
                <a:latin typeface="华文楷体" panose="02010600040101010101" pitchFamily="2" charset="-122"/>
                <a:ea typeface="华文楷体" panose="02010600040101010101" pitchFamily="2" charset="-122"/>
              </a:rPr>
              <a:t>失败！</a:t>
            </a:r>
          </a:p>
        </p:txBody>
      </p:sp>
      <p:sp>
        <p:nvSpPr>
          <p:cNvPr id="6" name="灯片编号占位符 5"/>
          <p:cNvSpPr>
            <a:spLocks noGrp="1"/>
          </p:cNvSpPr>
          <p:nvPr>
            <p:ph type="sldNum" sz="quarter" idx="12"/>
          </p:nvPr>
        </p:nvSpPr>
        <p:spPr/>
        <p:txBody>
          <a:bodyPr/>
          <a:lstStyle/>
          <a:p>
            <a:pPr>
              <a:defRPr/>
            </a:pPr>
            <a:fld id="{EA567855-7F13-4FC5-AD61-2B82F6443E16}" type="slidenum">
              <a:rPr lang="zh-CN" altLang="en-US" smtClean="0"/>
              <a:t>30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3796">
                                            <p:bg/>
                                          </p:spTgt>
                                        </p:tgtEl>
                                        <p:attrNameLst>
                                          <p:attrName>style.visibility</p:attrName>
                                        </p:attrNameLst>
                                      </p:cBhvr>
                                      <p:to>
                                        <p:strVal val="visible"/>
                                      </p:to>
                                    </p:set>
                                    <p:anim calcmode="lin" valueType="num">
                                      <p:cBhvr>
                                        <p:cTn id="7" dur="500" fill="hold"/>
                                        <p:tgtEl>
                                          <p:spTgt spid="33796">
                                            <p:bg/>
                                          </p:spTgt>
                                        </p:tgtEl>
                                        <p:attrNameLst>
                                          <p:attrName>ppt_w</p:attrName>
                                        </p:attrNameLst>
                                      </p:cBhvr>
                                      <p:tavLst>
                                        <p:tav tm="0">
                                          <p:val>
                                            <p:fltVal val="0"/>
                                          </p:val>
                                        </p:tav>
                                        <p:tav tm="100000">
                                          <p:val>
                                            <p:strVal val="#ppt_w"/>
                                          </p:val>
                                        </p:tav>
                                      </p:tavLst>
                                    </p:anim>
                                    <p:anim calcmode="lin" valueType="num">
                                      <p:cBhvr>
                                        <p:cTn id="8" dur="500" fill="hold"/>
                                        <p:tgtEl>
                                          <p:spTgt spid="33796">
                                            <p:bg/>
                                          </p:spTgt>
                                        </p:tgtEl>
                                        <p:attrNameLst>
                                          <p:attrName>ppt_h</p:attrName>
                                        </p:attrNameLst>
                                      </p:cBhvr>
                                      <p:tavLst>
                                        <p:tav tm="0">
                                          <p:val>
                                            <p:fltVal val="0"/>
                                          </p:val>
                                        </p:tav>
                                        <p:tav tm="100000">
                                          <p:val>
                                            <p:strVal val="#ppt_h"/>
                                          </p:val>
                                        </p:tav>
                                      </p:tavLst>
                                    </p:anim>
                                    <p:animEffect transition="in" filter="fade">
                                      <p:cBhvr>
                                        <p:cTn id="9" dur="500"/>
                                        <p:tgtEl>
                                          <p:spTgt spid="33796">
                                            <p:bg/>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3796">
                                            <p:txEl>
                                              <p:pRg st="0" end="0"/>
                                            </p:txEl>
                                          </p:spTgt>
                                        </p:tgtEl>
                                        <p:attrNameLst>
                                          <p:attrName>style.visibility</p:attrName>
                                        </p:attrNameLst>
                                      </p:cBhvr>
                                      <p:to>
                                        <p:strVal val="visible"/>
                                      </p:to>
                                    </p:set>
                                    <p:anim calcmode="lin" valueType="num">
                                      <p:cBhvr>
                                        <p:cTn id="12" dur="500" fill="hold"/>
                                        <p:tgtEl>
                                          <p:spTgt spid="33796">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33796">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33796">
                                            <p:txEl>
                                              <p:pRg st="0" end="0"/>
                                            </p:txEl>
                                          </p:spTgt>
                                        </p:tgtEl>
                                      </p:cBhvr>
                                    </p:animEffect>
                                  </p:childTnLst>
                                </p:cTn>
                              </p:par>
                            </p:childTnLst>
                          </p:cTn>
                        </p:par>
                        <p:par>
                          <p:cTn id="15" fill="hold">
                            <p:stCondLst>
                              <p:cond delay="500"/>
                            </p:stCondLst>
                            <p:childTnLst>
                              <p:par>
                                <p:cTn id="16" presetID="53" presetClass="entr" presetSubtype="16" fill="hold" nodeType="afterEffect">
                                  <p:stCondLst>
                                    <p:cond delay="0"/>
                                  </p:stCondLst>
                                  <p:childTnLst>
                                    <p:set>
                                      <p:cBhvr>
                                        <p:cTn id="17" dur="1" fill="hold">
                                          <p:stCondLst>
                                            <p:cond delay="0"/>
                                          </p:stCondLst>
                                        </p:cTn>
                                        <p:tgtEl>
                                          <p:spTgt spid="710663"/>
                                        </p:tgtEl>
                                        <p:attrNameLst>
                                          <p:attrName>style.visibility</p:attrName>
                                        </p:attrNameLst>
                                      </p:cBhvr>
                                      <p:to>
                                        <p:strVal val="visible"/>
                                      </p:to>
                                    </p:set>
                                    <p:anim calcmode="lin" valueType="num">
                                      <p:cBhvr>
                                        <p:cTn id="18" dur="500" fill="hold"/>
                                        <p:tgtEl>
                                          <p:spTgt spid="710663"/>
                                        </p:tgtEl>
                                        <p:attrNameLst>
                                          <p:attrName>ppt_w</p:attrName>
                                        </p:attrNameLst>
                                      </p:cBhvr>
                                      <p:tavLst>
                                        <p:tav tm="0">
                                          <p:val>
                                            <p:fltVal val="0"/>
                                          </p:val>
                                        </p:tav>
                                        <p:tav tm="100000">
                                          <p:val>
                                            <p:strVal val="#ppt_w"/>
                                          </p:val>
                                        </p:tav>
                                      </p:tavLst>
                                    </p:anim>
                                    <p:anim calcmode="lin" valueType="num">
                                      <p:cBhvr>
                                        <p:cTn id="19" dur="500" fill="hold"/>
                                        <p:tgtEl>
                                          <p:spTgt spid="710663"/>
                                        </p:tgtEl>
                                        <p:attrNameLst>
                                          <p:attrName>ppt_h</p:attrName>
                                        </p:attrNameLst>
                                      </p:cBhvr>
                                      <p:tavLst>
                                        <p:tav tm="0">
                                          <p:val>
                                            <p:fltVal val="0"/>
                                          </p:val>
                                        </p:tav>
                                        <p:tav tm="100000">
                                          <p:val>
                                            <p:strVal val="#ppt_h"/>
                                          </p:val>
                                        </p:tav>
                                      </p:tavLst>
                                    </p:anim>
                                    <p:animEffect transition="in" filter="fade">
                                      <p:cBhvr>
                                        <p:cTn id="20" dur="500"/>
                                        <p:tgtEl>
                                          <p:spTgt spid="710663"/>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33796">
                                            <p:txEl>
                                              <p:pRg st="2" end="2"/>
                                            </p:txEl>
                                          </p:spTgt>
                                        </p:tgtEl>
                                        <p:attrNameLst>
                                          <p:attrName>style.visibility</p:attrName>
                                        </p:attrNameLst>
                                      </p:cBhvr>
                                      <p:to>
                                        <p:strVal val="visible"/>
                                      </p:to>
                                    </p:set>
                                    <p:anim calcmode="lin" valueType="num">
                                      <p:cBhvr>
                                        <p:cTn id="25" dur="500" fill="hold"/>
                                        <p:tgtEl>
                                          <p:spTgt spid="33796">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33796">
                                            <p:txEl>
                                              <p:pRg st="2" end="2"/>
                                            </p:txEl>
                                          </p:spTgt>
                                        </p:tgtEl>
                                        <p:attrNameLst>
                                          <p:attrName>ppt_h</p:attrName>
                                        </p:attrNameLst>
                                      </p:cBhvr>
                                      <p:tavLst>
                                        <p:tav tm="0">
                                          <p:val>
                                            <p:fltVal val="0"/>
                                          </p:val>
                                        </p:tav>
                                        <p:tav tm="100000">
                                          <p:val>
                                            <p:strVal val="#ppt_h"/>
                                          </p:val>
                                        </p:tav>
                                      </p:tavLst>
                                    </p:anim>
                                    <p:animEffect transition="in" filter="fade">
                                      <p:cBhvr>
                                        <p:cTn id="27" dur="500"/>
                                        <p:tgtEl>
                                          <p:spTgt spid="33796">
                                            <p:txEl>
                                              <p:pRg st="2" end="2"/>
                                            </p:txEl>
                                          </p:spTgt>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p:cTn id="30" dur="500" fill="hold"/>
                                        <p:tgtEl>
                                          <p:spTgt spid="17"/>
                                        </p:tgtEl>
                                        <p:attrNameLst>
                                          <p:attrName>ppt_w</p:attrName>
                                        </p:attrNameLst>
                                      </p:cBhvr>
                                      <p:tavLst>
                                        <p:tav tm="0">
                                          <p:val>
                                            <p:fltVal val="0"/>
                                          </p:val>
                                        </p:tav>
                                        <p:tav tm="100000">
                                          <p:val>
                                            <p:strVal val="#ppt_w"/>
                                          </p:val>
                                        </p:tav>
                                      </p:tavLst>
                                    </p:anim>
                                    <p:anim calcmode="lin" valueType="num">
                                      <p:cBhvr>
                                        <p:cTn id="31" dur="500" fill="hold"/>
                                        <p:tgtEl>
                                          <p:spTgt spid="17"/>
                                        </p:tgtEl>
                                        <p:attrNameLst>
                                          <p:attrName>ppt_h</p:attrName>
                                        </p:attrNameLst>
                                      </p:cBhvr>
                                      <p:tavLst>
                                        <p:tav tm="0">
                                          <p:val>
                                            <p:fltVal val="0"/>
                                          </p:val>
                                        </p:tav>
                                        <p:tav tm="100000">
                                          <p:val>
                                            <p:strVal val="#ppt_h"/>
                                          </p:val>
                                        </p:tav>
                                      </p:tavLst>
                                    </p:anim>
                                    <p:animEffect transition="in" filter="fade">
                                      <p:cBhvr>
                                        <p:cTn id="32" dur="500"/>
                                        <p:tgtEl>
                                          <p:spTgt spid="17"/>
                                        </p:tgtEl>
                                      </p:cBhvr>
                                    </p:animEffect>
                                  </p:childTnLst>
                                </p:cTn>
                              </p:par>
                              <p:par>
                                <p:cTn id="33" presetID="53" presetClass="entr" presetSubtype="16" fill="hold" nodeType="withEffect">
                                  <p:stCondLst>
                                    <p:cond delay="0"/>
                                  </p:stCondLst>
                                  <p:childTnLst>
                                    <p:set>
                                      <p:cBhvr>
                                        <p:cTn id="34" dur="1" fill="hold">
                                          <p:stCondLst>
                                            <p:cond delay="0"/>
                                          </p:stCondLst>
                                        </p:cTn>
                                        <p:tgtEl>
                                          <p:spTgt spid="13">
                                            <p:txEl>
                                              <p:pRg st="0" end="0"/>
                                            </p:txEl>
                                          </p:spTgt>
                                        </p:tgtEl>
                                        <p:attrNameLst>
                                          <p:attrName>style.visibility</p:attrName>
                                        </p:attrNameLst>
                                      </p:cBhvr>
                                      <p:to>
                                        <p:strVal val="visible"/>
                                      </p:to>
                                    </p:set>
                                    <p:anim calcmode="lin" valueType="num">
                                      <p:cBhvr>
                                        <p:cTn id="35" dur="500" fill="hold"/>
                                        <p:tgtEl>
                                          <p:spTgt spid="13">
                                            <p:txEl>
                                              <p:pRg st="0" end="0"/>
                                            </p:txEl>
                                          </p:spTgt>
                                        </p:tgtEl>
                                        <p:attrNameLst>
                                          <p:attrName>ppt_w</p:attrName>
                                        </p:attrNameLst>
                                      </p:cBhvr>
                                      <p:tavLst>
                                        <p:tav tm="0">
                                          <p:val>
                                            <p:fltVal val="0"/>
                                          </p:val>
                                        </p:tav>
                                        <p:tav tm="100000">
                                          <p:val>
                                            <p:strVal val="#ppt_w"/>
                                          </p:val>
                                        </p:tav>
                                      </p:tavLst>
                                    </p:anim>
                                    <p:anim calcmode="lin" valueType="num">
                                      <p:cBhvr>
                                        <p:cTn id="36" dur="500" fill="hold"/>
                                        <p:tgtEl>
                                          <p:spTgt spid="13">
                                            <p:txEl>
                                              <p:pRg st="0" end="0"/>
                                            </p:txEl>
                                          </p:spTgt>
                                        </p:tgtEl>
                                        <p:attrNameLst>
                                          <p:attrName>ppt_h</p:attrName>
                                        </p:attrNameLst>
                                      </p:cBhvr>
                                      <p:tavLst>
                                        <p:tav tm="0">
                                          <p:val>
                                            <p:fltVal val="0"/>
                                          </p:val>
                                        </p:tav>
                                        <p:tav tm="100000">
                                          <p:val>
                                            <p:strVal val="#ppt_h"/>
                                          </p:val>
                                        </p:tav>
                                      </p:tavLst>
                                    </p:anim>
                                    <p:animEffect transition="in" filter="fade">
                                      <p:cBhvr>
                                        <p:cTn id="37" dur="500"/>
                                        <p:tgtEl>
                                          <p:spTgt spid="13">
                                            <p:txEl>
                                              <p:pRg st="0" end="0"/>
                                            </p:txEl>
                                          </p:spTgt>
                                        </p:tgtEl>
                                      </p:cBhvr>
                                    </p:animEffect>
                                  </p:childTnLst>
                                </p:cTn>
                              </p:par>
                              <p:par>
                                <p:cTn id="38" presetID="53" presetClass="entr" presetSubtype="16" fill="hold" nodeType="withEffect">
                                  <p:stCondLst>
                                    <p:cond delay="0"/>
                                  </p:stCondLst>
                                  <p:childTnLst>
                                    <p:set>
                                      <p:cBhvr>
                                        <p:cTn id="39" dur="1" fill="hold">
                                          <p:stCondLst>
                                            <p:cond delay="0"/>
                                          </p:stCondLst>
                                        </p:cTn>
                                        <p:tgtEl>
                                          <p:spTgt spid="13">
                                            <p:txEl>
                                              <p:pRg st="1" end="1"/>
                                            </p:txEl>
                                          </p:spTgt>
                                        </p:tgtEl>
                                        <p:attrNameLst>
                                          <p:attrName>style.visibility</p:attrName>
                                        </p:attrNameLst>
                                      </p:cBhvr>
                                      <p:to>
                                        <p:strVal val="visible"/>
                                      </p:to>
                                    </p:set>
                                    <p:anim calcmode="lin" valueType="num">
                                      <p:cBhvr>
                                        <p:cTn id="40" dur="500" fill="hold"/>
                                        <p:tgtEl>
                                          <p:spTgt spid="13">
                                            <p:txEl>
                                              <p:pRg st="1" end="1"/>
                                            </p:txEl>
                                          </p:spTgt>
                                        </p:tgtEl>
                                        <p:attrNameLst>
                                          <p:attrName>ppt_w</p:attrName>
                                        </p:attrNameLst>
                                      </p:cBhvr>
                                      <p:tavLst>
                                        <p:tav tm="0">
                                          <p:val>
                                            <p:fltVal val="0"/>
                                          </p:val>
                                        </p:tav>
                                        <p:tav tm="100000">
                                          <p:val>
                                            <p:strVal val="#ppt_w"/>
                                          </p:val>
                                        </p:tav>
                                      </p:tavLst>
                                    </p:anim>
                                    <p:anim calcmode="lin" valueType="num">
                                      <p:cBhvr>
                                        <p:cTn id="41" dur="500" fill="hold"/>
                                        <p:tgtEl>
                                          <p:spTgt spid="13">
                                            <p:txEl>
                                              <p:pRg st="1" end="1"/>
                                            </p:txEl>
                                          </p:spTgt>
                                        </p:tgtEl>
                                        <p:attrNameLst>
                                          <p:attrName>ppt_h</p:attrName>
                                        </p:attrNameLst>
                                      </p:cBhvr>
                                      <p:tavLst>
                                        <p:tav tm="0">
                                          <p:val>
                                            <p:fltVal val="0"/>
                                          </p:val>
                                        </p:tav>
                                        <p:tav tm="100000">
                                          <p:val>
                                            <p:strVal val="#ppt_h"/>
                                          </p:val>
                                        </p:tav>
                                      </p:tavLst>
                                    </p:anim>
                                    <p:animEffect transition="in" filter="fade">
                                      <p:cBhvr>
                                        <p:cTn id="42" dur="500"/>
                                        <p:tgtEl>
                                          <p:spTgt spid="13">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710664"/>
                                        </p:tgtEl>
                                        <p:attrNameLst>
                                          <p:attrName>style.visibility</p:attrName>
                                        </p:attrNameLst>
                                      </p:cBhvr>
                                      <p:to>
                                        <p:strVal val="visible"/>
                                      </p:to>
                                    </p:set>
                                    <p:anim calcmode="lin" valueType="num">
                                      <p:cBhvr>
                                        <p:cTn id="47" dur="500" fill="hold"/>
                                        <p:tgtEl>
                                          <p:spTgt spid="710664"/>
                                        </p:tgtEl>
                                        <p:attrNameLst>
                                          <p:attrName>ppt_w</p:attrName>
                                        </p:attrNameLst>
                                      </p:cBhvr>
                                      <p:tavLst>
                                        <p:tav tm="0">
                                          <p:val>
                                            <p:fltVal val="0"/>
                                          </p:val>
                                        </p:tav>
                                        <p:tav tm="100000">
                                          <p:val>
                                            <p:strVal val="#ppt_w"/>
                                          </p:val>
                                        </p:tav>
                                      </p:tavLst>
                                    </p:anim>
                                    <p:anim calcmode="lin" valueType="num">
                                      <p:cBhvr>
                                        <p:cTn id="48" dur="500" fill="hold"/>
                                        <p:tgtEl>
                                          <p:spTgt spid="710664"/>
                                        </p:tgtEl>
                                        <p:attrNameLst>
                                          <p:attrName>ppt_h</p:attrName>
                                        </p:attrNameLst>
                                      </p:cBhvr>
                                      <p:tavLst>
                                        <p:tav tm="0">
                                          <p:val>
                                            <p:fltVal val="0"/>
                                          </p:val>
                                        </p:tav>
                                        <p:tav tm="100000">
                                          <p:val>
                                            <p:strVal val="#ppt_h"/>
                                          </p:val>
                                        </p:tav>
                                      </p:tavLst>
                                    </p:anim>
                                    <p:animEffect transition="in" filter="fade">
                                      <p:cBhvr>
                                        <p:cTn id="49" dur="500"/>
                                        <p:tgtEl>
                                          <p:spTgt spid="710664"/>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nodeType="clickEffect">
                                  <p:stCondLst>
                                    <p:cond delay="0"/>
                                  </p:stCondLst>
                                  <p:childTnLst>
                                    <p:set>
                                      <p:cBhvr>
                                        <p:cTn id="53" dur="1" fill="hold">
                                          <p:stCondLst>
                                            <p:cond delay="0"/>
                                          </p:stCondLst>
                                        </p:cTn>
                                        <p:tgtEl>
                                          <p:spTgt spid="13">
                                            <p:txEl>
                                              <p:pRg st="2" end="2"/>
                                            </p:txEl>
                                          </p:spTgt>
                                        </p:tgtEl>
                                        <p:attrNameLst>
                                          <p:attrName>style.visibility</p:attrName>
                                        </p:attrNameLst>
                                      </p:cBhvr>
                                      <p:to>
                                        <p:strVal val="visible"/>
                                      </p:to>
                                    </p:set>
                                    <p:anim calcmode="lin" valueType="num">
                                      <p:cBhvr>
                                        <p:cTn id="54" dur="500" fill="hold"/>
                                        <p:tgtEl>
                                          <p:spTgt spid="13">
                                            <p:txEl>
                                              <p:pRg st="2" end="2"/>
                                            </p:txEl>
                                          </p:spTgt>
                                        </p:tgtEl>
                                        <p:attrNameLst>
                                          <p:attrName>ppt_w</p:attrName>
                                        </p:attrNameLst>
                                      </p:cBhvr>
                                      <p:tavLst>
                                        <p:tav tm="0">
                                          <p:val>
                                            <p:fltVal val="0"/>
                                          </p:val>
                                        </p:tav>
                                        <p:tav tm="100000">
                                          <p:val>
                                            <p:strVal val="#ppt_w"/>
                                          </p:val>
                                        </p:tav>
                                      </p:tavLst>
                                    </p:anim>
                                    <p:anim calcmode="lin" valueType="num">
                                      <p:cBhvr>
                                        <p:cTn id="55" dur="500" fill="hold"/>
                                        <p:tgtEl>
                                          <p:spTgt spid="13">
                                            <p:txEl>
                                              <p:pRg st="2" end="2"/>
                                            </p:txEl>
                                          </p:spTgt>
                                        </p:tgtEl>
                                        <p:attrNameLst>
                                          <p:attrName>ppt_h</p:attrName>
                                        </p:attrNameLst>
                                      </p:cBhvr>
                                      <p:tavLst>
                                        <p:tav tm="0">
                                          <p:val>
                                            <p:fltVal val="0"/>
                                          </p:val>
                                        </p:tav>
                                        <p:tav tm="100000">
                                          <p:val>
                                            <p:strVal val="#ppt_h"/>
                                          </p:val>
                                        </p:tav>
                                      </p:tavLst>
                                    </p:anim>
                                    <p:animEffect transition="in" filter="fade">
                                      <p:cBhvr>
                                        <p:cTn id="56" dur="500"/>
                                        <p:tgtEl>
                                          <p:spTgt spid="13">
                                            <p:txEl>
                                              <p:pRg st="2" end="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nodeType="clickEffect">
                                  <p:stCondLst>
                                    <p:cond delay="0"/>
                                  </p:stCondLst>
                                  <p:childTnLst>
                                    <p:set>
                                      <p:cBhvr>
                                        <p:cTn id="60" dur="1" fill="hold">
                                          <p:stCondLst>
                                            <p:cond delay="0"/>
                                          </p:stCondLst>
                                        </p:cTn>
                                        <p:tgtEl>
                                          <p:spTgt spid="710665"/>
                                        </p:tgtEl>
                                        <p:attrNameLst>
                                          <p:attrName>style.visibility</p:attrName>
                                        </p:attrNameLst>
                                      </p:cBhvr>
                                      <p:to>
                                        <p:strVal val="visible"/>
                                      </p:to>
                                    </p:set>
                                    <p:anim calcmode="lin" valueType="num">
                                      <p:cBhvr>
                                        <p:cTn id="61" dur="500" fill="hold"/>
                                        <p:tgtEl>
                                          <p:spTgt spid="710665"/>
                                        </p:tgtEl>
                                        <p:attrNameLst>
                                          <p:attrName>ppt_w</p:attrName>
                                        </p:attrNameLst>
                                      </p:cBhvr>
                                      <p:tavLst>
                                        <p:tav tm="0">
                                          <p:val>
                                            <p:fltVal val="0"/>
                                          </p:val>
                                        </p:tav>
                                        <p:tav tm="100000">
                                          <p:val>
                                            <p:strVal val="#ppt_w"/>
                                          </p:val>
                                        </p:tav>
                                      </p:tavLst>
                                    </p:anim>
                                    <p:anim calcmode="lin" valueType="num">
                                      <p:cBhvr>
                                        <p:cTn id="62" dur="500" fill="hold"/>
                                        <p:tgtEl>
                                          <p:spTgt spid="710665"/>
                                        </p:tgtEl>
                                        <p:attrNameLst>
                                          <p:attrName>ppt_h</p:attrName>
                                        </p:attrNameLst>
                                      </p:cBhvr>
                                      <p:tavLst>
                                        <p:tav tm="0">
                                          <p:val>
                                            <p:fltVal val="0"/>
                                          </p:val>
                                        </p:tav>
                                        <p:tav tm="100000">
                                          <p:val>
                                            <p:strVal val="#ppt_h"/>
                                          </p:val>
                                        </p:tav>
                                      </p:tavLst>
                                    </p:anim>
                                    <p:animEffect transition="in" filter="fade">
                                      <p:cBhvr>
                                        <p:cTn id="63" dur="500"/>
                                        <p:tgtEl>
                                          <p:spTgt spid="710665"/>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nodeType="clickEffect">
                                  <p:stCondLst>
                                    <p:cond delay="0"/>
                                  </p:stCondLst>
                                  <p:childTnLst>
                                    <p:set>
                                      <p:cBhvr>
                                        <p:cTn id="67" dur="1" fill="hold">
                                          <p:stCondLst>
                                            <p:cond delay="0"/>
                                          </p:stCondLst>
                                        </p:cTn>
                                        <p:tgtEl>
                                          <p:spTgt spid="13">
                                            <p:txEl>
                                              <p:pRg st="3" end="3"/>
                                            </p:txEl>
                                          </p:spTgt>
                                        </p:tgtEl>
                                        <p:attrNameLst>
                                          <p:attrName>style.visibility</p:attrName>
                                        </p:attrNameLst>
                                      </p:cBhvr>
                                      <p:to>
                                        <p:strVal val="visible"/>
                                      </p:to>
                                    </p:set>
                                    <p:anim calcmode="lin" valueType="num">
                                      <p:cBhvr>
                                        <p:cTn id="68" dur="500" fill="hold"/>
                                        <p:tgtEl>
                                          <p:spTgt spid="13">
                                            <p:txEl>
                                              <p:pRg st="3" end="3"/>
                                            </p:txEl>
                                          </p:spTgt>
                                        </p:tgtEl>
                                        <p:attrNameLst>
                                          <p:attrName>ppt_w</p:attrName>
                                        </p:attrNameLst>
                                      </p:cBhvr>
                                      <p:tavLst>
                                        <p:tav tm="0">
                                          <p:val>
                                            <p:fltVal val="0"/>
                                          </p:val>
                                        </p:tav>
                                        <p:tav tm="100000">
                                          <p:val>
                                            <p:strVal val="#ppt_w"/>
                                          </p:val>
                                        </p:tav>
                                      </p:tavLst>
                                    </p:anim>
                                    <p:anim calcmode="lin" valueType="num">
                                      <p:cBhvr>
                                        <p:cTn id="69" dur="500" fill="hold"/>
                                        <p:tgtEl>
                                          <p:spTgt spid="13">
                                            <p:txEl>
                                              <p:pRg st="3" end="3"/>
                                            </p:txEl>
                                          </p:spTgt>
                                        </p:tgtEl>
                                        <p:attrNameLst>
                                          <p:attrName>ppt_h</p:attrName>
                                        </p:attrNameLst>
                                      </p:cBhvr>
                                      <p:tavLst>
                                        <p:tav tm="0">
                                          <p:val>
                                            <p:fltVal val="0"/>
                                          </p:val>
                                        </p:tav>
                                        <p:tav tm="100000">
                                          <p:val>
                                            <p:strVal val="#ppt_h"/>
                                          </p:val>
                                        </p:tav>
                                      </p:tavLst>
                                    </p:anim>
                                    <p:animEffect transition="in" filter="fade">
                                      <p:cBhvr>
                                        <p:cTn id="70" dur="500"/>
                                        <p:tgtEl>
                                          <p:spTgt spid="13">
                                            <p:txEl>
                                              <p:pRg st="3" end="3"/>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nodeType="clickEffect">
                                  <p:stCondLst>
                                    <p:cond delay="0"/>
                                  </p:stCondLst>
                                  <p:childTnLst>
                                    <p:set>
                                      <p:cBhvr>
                                        <p:cTn id="74" dur="1" fill="hold">
                                          <p:stCondLst>
                                            <p:cond delay="0"/>
                                          </p:stCondLst>
                                        </p:cTn>
                                        <p:tgtEl>
                                          <p:spTgt spid="13">
                                            <p:txEl>
                                              <p:pRg st="4" end="4"/>
                                            </p:txEl>
                                          </p:spTgt>
                                        </p:tgtEl>
                                        <p:attrNameLst>
                                          <p:attrName>style.visibility</p:attrName>
                                        </p:attrNameLst>
                                      </p:cBhvr>
                                      <p:to>
                                        <p:strVal val="visible"/>
                                      </p:to>
                                    </p:set>
                                    <p:anim calcmode="lin" valueType="num">
                                      <p:cBhvr>
                                        <p:cTn id="75" dur="500" fill="hold"/>
                                        <p:tgtEl>
                                          <p:spTgt spid="13">
                                            <p:txEl>
                                              <p:pRg st="4" end="4"/>
                                            </p:txEl>
                                          </p:spTgt>
                                        </p:tgtEl>
                                        <p:attrNameLst>
                                          <p:attrName>ppt_w</p:attrName>
                                        </p:attrNameLst>
                                      </p:cBhvr>
                                      <p:tavLst>
                                        <p:tav tm="0">
                                          <p:val>
                                            <p:fltVal val="0"/>
                                          </p:val>
                                        </p:tav>
                                        <p:tav tm="100000">
                                          <p:val>
                                            <p:strVal val="#ppt_w"/>
                                          </p:val>
                                        </p:tav>
                                      </p:tavLst>
                                    </p:anim>
                                    <p:anim calcmode="lin" valueType="num">
                                      <p:cBhvr>
                                        <p:cTn id="76" dur="500" fill="hold"/>
                                        <p:tgtEl>
                                          <p:spTgt spid="13">
                                            <p:txEl>
                                              <p:pRg st="4" end="4"/>
                                            </p:txEl>
                                          </p:spTgt>
                                        </p:tgtEl>
                                        <p:attrNameLst>
                                          <p:attrName>ppt_h</p:attrName>
                                        </p:attrNameLst>
                                      </p:cBhvr>
                                      <p:tavLst>
                                        <p:tav tm="0">
                                          <p:val>
                                            <p:fltVal val="0"/>
                                          </p:val>
                                        </p:tav>
                                        <p:tav tm="100000">
                                          <p:val>
                                            <p:strVal val="#ppt_h"/>
                                          </p:val>
                                        </p:tav>
                                      </p:tavLst>
                                    </p:anim>
                                    <p:animEffect transition="in" filter="fade">
                                      <p:cBhvr>
                                        <p:cTn id="77" dur="500"/>
                                        <p:tgtEl>
                                          <p:spTgt spid="13">
                                            <p:txEl>
                                              <p:pRg st="4" end="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53" presetClass="entr" presetSubtype="16" fill="hold" nodeType="clickEffect">
                                  <p:stCondLst>
                                    <p:cond delay="0"/>
                                  </p:stCondLst>
                                  <p:childTnLst>
                                    <p:set>
                                      <p:cBhvr>
                                        <p:cTn id="81" dur="1" fill="hold">
                                          <p:stCondLst>
                                            <p:cond delay="0"/>
                                          </p:stCondLst>
                                        </p:cTn>
                                        <p:tgtEl>
                                          <p:spTgt spid="23"/>
                                        </p:tgtEl>
                                        <p:attrNameLst>
                                          <p:attrName>style.visibility</p:attrName>
                                        </p:attrNameLst>
                                      </p:cBhvr>
                                      <p:to>
                                        <p:strVal val="visible"/>
                                      </p:to>
                                    </p:set>
                                    <p:anim calcmode="lin" valueType="num">
                                      <p:cBhvr>
                                        <p:cTn id="82" dur="500" fill="hold"/>
                                        <p:tgtEl>
                                          <p:spTgt spid="23"/>
                                        </p:tgtEl>
                                        <p:attrNameLst>
                                          <p:attrName>ppt_w</p:attrName>
                                        </p:attrNameLst>
                                      </p:cBhvr>
                                      <p:tavLst>
                                        <p:tav tm="0">
                                          <p:val>
                                            <p:fltVal val="0"/>
                                          </p:val>
                                        </p:tav>
                                        <p:tav tm="100000">
                                          <p:val>
                                            <p:strVal val="#ppt_w"/>
                                          </p:val>
                                        </p:tav>
                                      </p:tavLst>
                                    </p:anim>
                                    <p:anim calcmode="lin" valueType="num">
                                      <p:cBhvr>
                                        <p:cTn id="83" dur="500" fill="hold"/>
                                        <p:tgtEl>
                                          <p:spTgt spid="23"/>
                                        </p:tgtEl>
                                        <p:attrNameLst>
                                          <p:attrName>ppt_h</p:attrName>
                                        </p:attrNameLst>
                                      </p:cBhvr>
                                      <p:tavLst>
                                        <p:tav tm="0">
                                          <p:val>
                                            <p:fltVal val="0"/>
                                          </p:val>
                                        </p:tav>
                                        <p:tav tm="100000">
                                          <p:val>
                                            <p:strVal val="#ppt_h"/>
                                          </p:val>
                                        </p:tav>
                                      </p:tavLst>
                                    </p:anim>
                                    <p:animEffect transition="in" filter="fade">
                                      <p:cBhvr>
                                        <p:cTn id="84" dur="500"/>
                                        <p:tgtEl>
                                          <p:spTgt spid="23"/>
                                        </p:tgtEl>
                                      </p:cBhvr>
                                    </p:animEffect>
                                  </p:childTnLst>
                                </p:cTn>
                              </p:par>
                            </p:childTnLst>
                          </p:cTn>
                        </p:par>
                      </p:childTnLst>
                    </p:cTn>
                  </p:par>
                  <p:par>
                    <p:cTn id="85" fill="hold">
                      <p:stCondLst>
                        <p:cond delay="indefinite"/>
                      </p:stCondLst>
                      <p:childTnLst>
                        <p:par>
                          <p:cTn id="86" fill="hold">
                            <p:stCondLst>
                              <p:cond delay="0"/>
                            </p:stCondLst>
                            <p:childTnLst>
                              <p:par>
                                <p:cTn id="87" presetID="53" presetClass="entr" presetSubtype="16" fill="hold" nodeType="clickEffect">
                                  <p:stCondLst>
                                    <p:cond delay="0"/>
                                  </p:stCondLst>
                                  <p:childTnLst>
                                    <p:set>
                                      <p:cBhvr>
                                        <p:cTn id="88" dur="1" fill="hold">
                                          <p:stCondLst>
                                            <p:cond delay="0"/>
                                          </p:stCondLst>
                                        </p:cTn>
                                        <p:tgtEl>
                                          <p:spTgt spid="13">
                                            <p:txEl>
                                              <p:pRg st="5" end="5"/>
                                            </p:txEl>
                                          </p:spTgt>
                                        </p:tgtEl>
                                        <p:attrNameLst>
                                          <p:attrName>style.visibility</p:attrName>
                                        </p:attrNameLst>
                                      </p:cBhvr>
                                      <p:to>
                                        <p:strVal val="visible"/>
                                      </p:to>
                                    </p:set>
                                    <p:anim calcmode="lin" valueType="num">
                                      <p:cBhvr>
                                        <p:cTn id="89" dur="500" fill="hold"/>
                                        <p:tgtEl>
                                          <p:spTgt spid="13">
                                            <p:txEl>
                                              <p:pRg st="5" end="5"/>
                                            </p:txEl>
                                          </p:spTgt>
                                        </p:tgtEl>
                                        <p:attrNameLst>
                                          <p:attrName>ppt_w</p:attrName>
                                        </p:attrNameLst>
                                      </p:cBhvr>
                                      <p:tavLst>
                                        <p:tav tm="0">
                                          <p:val>
                                            <p:fltVal val="0"/>
                                          </p:val>
                                        </p:tav>
                                        <p:tav tm="100000">
                                          <p:val>
                                            <p:strVal val="#ppt_w"/>
                                          </p:val>
                                        </p:tav>
                                      </p:tavLst>
                                    </p:anim>
                                    <p:anim calcmode="lin" valueType="num">
                                      <p:cBhvr>
                                        <p:cTn id="90" dur="500" fill="hold"/>
                                        <p:tgtEl>
                                          <p:spTgt spid="13">
                                            <p:txEl>
                                              <p:pRg st="5" end="5"/>
                                            </p:txEl>
                                          </p:spTgt>
                                        </p:tgtEl>
                                        <p:attrNameLst>
                                          <p:attrName>ppt_h</p:attrName>
                                        </p:attrNameLst>
                                      </p:cBhvr>
                                      <p:tavLst>
                                        <p:tav tm="0">
                                          <p:val>
                                            <p:fltVal val="0"/>
                                          </p:val>
                                        </p:tav>
                                        <p:tav tm="100000">
                                          <p:val>
                                            <p:strVal val="#ppt_h"/>
                                          </p:val>
                                        </p:tav>
                                      </p:tavLst>
                                    </p:anim>
                                    <p:animEffect transition="in" filter="fade">
                                      <p:cBhvr>
                                        <p:cTn id="91" dur="500"/>
                                        <p:tgtEl>
                                          <p:spTgt spid="13">
                                            <p:txEl>
                                              <p:pRg st="5" end="5"/>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53" presetClass="entr" presetSubtype="16" fill="hold" grpId="0" nodeType="clickEffect">
                                  <p:stCondLst>
                                    <p:cond delay="0"/>
                                  </p:stCondLst>
                                  <p:childTnLst>
                                    <p:set>
                                      <p:cBhvr>
                                        <p:cTn id="95" dur="1" fill="hold">
                                          <p:stCondLst>
                                            <p:cond delay="0"/>
                                          </p:stCondLst>
                                        </p:cTn>
                                        <p:tgtEl>
                                          <p:spTgt spid="4"/>
                                        </p:tgtEl>
                                        <p:attrNameLst>
                                          <p:attrName>style.visibility</p:attrName>
                                        </p:attrNameLst>
                                      </p:cBhvr>
                                      <p:to>
                                        <p:strVal val="visible"/>
                                      </p:to>
                                    </p:set>
                                    <p:anim calcmode="lin" valueType="num">
                                      <p:cBhvr>
                                        <p:cTn id="96" dur="500" fill="hold"/>
                                        <p:tgtEl>
                                          <p:spTgt spid="4"/>
                                        </p:tgtEl>
                                        <p:attrNameLst>
                                          <p:attrName>ppt_w</p:attrName>
                                        </p:attrNameLst>
                                      </p:cBhvr>
                                      <p:tavLst>
                                        <p:tav tm="0">
                                          <p:val>
                                            <p:fltVal val="0"/>
                                          </p:val>
                                        </p:tav>
                                        <p:tav tm="100000">
                                          <p:val>
                                            <p:strVal val="#ppt_w"/>
                                          </p:val>
                                        </p:tav>
                                      </p:tavLst>
                                    </p:anim>
                                    <p:anim calcmode="lin" valueType="num">
                                      <p:cBhvr>
                                        <p:cTn id="97" dur="500" fill="hold"/>
                                        <p:tgtEl>
                                          <p:spTgt spid="4"/>
                                        </p:tgtEl>
                                        <p:attrNameLst>
                                          <p:attrName>ppt_h</p:attrName>
                                        </p:attrNameLst>
                                      </p:cBhvr>
                                      <p:tavLst>
                                        <p:tav tm="0">
                                          <p:val>
                                            <p:fltVal val="0"/>
                                          </p:val>
                                        </p:tav>
                                        <p:tav tm="100000">
                                          <p:val>
                                            <p:strVal val="#ppt_h"/>
                                          </p:val>
                                        </p:tav>
                                      </p:tavLst>
                                    </p:anim>
                                    <p:animEffect transition="in" filter="fade">
                                      <p:cBhvr>
                                        <p:cTn id="98" dur="500"/>
                                        <p:tgtEl>
                                          <p:spTgt spid="4"/>
                                        </p:tgtEl>
                                      </p:cBhvr>
                                    </p:animEffect>
                                  </p:childTnLst>
                                </p:cTn>
                              </p:par>
                            </p:childTnLst>
                          </p:cTn>
                        </p:par>
                      </p:childTnLst>
                    </p:cTn>
                  </p:par>
                  <p:par>
                    <p:cTn id="99" fill="hold">
                      <p:stCondLst>
                        <p:cond delay="indefinite"/>
                      </p:stCondLst>
                      <p:childTnLst>
                        <p:par>
                          <p:cTn id="100" fill="hold">
                            <p:stCondLst>
                              <p:cond delay="0"/>
                            </p:stCondLst>
                            <p:childTnLst>
                              <p:par>
                                <p:cTn id="101" presetID="53" presetClass="entr" presetSubtype="16" fill="hold" nodeType="clickEffect">
                                  <p:stCondLst>
                                    <p:cond delay="0"/>
                                  </p:stCondLst>
                                  <p:childTnLst>
                                    <p:set>
                                      <p:cBhvr>
                                        <p:cTn id="102" dur="1" fill="hold">
                                          <p:stCondLst>
                                            <p:cond delay="0"/>
                                          </p:stCondLst>
                                        </p:cTn>
                                        <p:tgtEl>
                                          <p:spTgt spid="19"/>
                                        </p:tgtEl>
                                        <p:attrNameLst>
                                          <p:attrName>style.visibility</p:attrName>
                                        </p:attrNameLst>
                                      </p:cBhvr>
                                      <p:to>
                                        <p:strVal val="visible"/>
                                      </p:to>
                                    </p:set>
                                    <p:anim calcmode="lin" valueType="num">
                                      <p:cBhvr>
                                        <p:cTn id="103" dur="500" fill="hold"/>
                                        <p:tgtEl>
                                          <p:spTgt spid="19"/>
                                        </p:tgtEl>
                                        <p:attrNameLst>
                                          <p:attrName>ppt_w</p:attrName>
                                        </p:attrNameLst>
                                      </p:cBhvr>
                                      <p:tavLst>
                                        <p:tav tm="0">
                                          <p:val>
                                            <p:fltVal val="0"/>
                                          </p:val>
                                        </p:tav>
                                        <p:tav tm="100000">
                                          <p:val>
                                            <p:strVal val="#ppt_w"/>
                                          </p:val>
                                        </p:tav>
                                      </p:tavLst>
                                    </p:anim>
                                    <p:anim calcmode="lin" valueType="num">
                                      <p:cBhvr>
                                        <p:cTn id="104" dur="500" fill="hold"/>
                                        <p:tgtEl>
                                          <p:spTgt spid="19"/>
                                        </p:tgtEl>
                                        <p:attrNameLst>
                                          <p:attrName>ppt_h</p:attrName>
                                        </p:attrNameLst>
                                      </p:cBhvr>
                                      <p:tavLst>
                                        <p:tav tm="0">
                                          <p:val>
                                            <p:fltVal val="0"/>
                                          </p:val>
                                        </p:tav>
                                        <p:tav tm="100000">
                                          <p:val>
                                            <p:strVal val="#ppt_h"/>
                                          </p:val>
                                        </p:tav>
                                      </p:tavLst>
                                    </p:anim>
                                    <p:animEffect transition="in" filter="fade">
                                      <p:cBhvr>
                                        <p:cTn id="105" dur="500"/>
                                        <p:tgtEl>
                                          <p:spTgt spid="19"/>
                                        </p:tgtEl>
                                      </p:cBhvr>
                                    </p:animEffect>
                                  </p:childTnLst>
                                </p:cTn>
                              </p:par>
                            </p:childTnLst>
                          </p:cTn>
                        </p:par>
                      </p:childTnLst>
                    </p:cTn>
                  </p:par>
                  <p:par>
                    <p:cTn id="106" fill="hold">
                      <p:stCondLst>
                        <p:cond delay="indefinite"/>
                      </p:stCondLst>
                      <p:childTnLst>
                        <p:par>
                          <p:cTn id="107" fill="hold">
                            <p:stCondLst>
                              <p:cond delay="0"/>
                            </p:stCondLst>
                            <p:childTnLst>
                              <p:par>
                                <p:cTn id="108" presetID="53" presetClass="entr" presetSubtype="16" fill="hold" nodeType="clickEffect">
                                  <p:stCondLst>
                                    <p:cond delay="0"/>
                                  </p:stCondLst>
                                  <p:childTnLst>
                                    <p:set>
                                      <p:cBhvr>
                                        <p:cTn id="109" dur="1" fill="hold">
                                          <p:stCondLst>
                                            <p:cond delay="0"/>
                                          </p:stCondLst>
                                        </p:cTn>
                                        <p:tgtEl>
                                          <p:spTgt spid="22">
                                            <p:txEl>
                                              <p:pRg st="0" end="0"/>
                                            </p:txEl>
                                          </p:spTgt>
                                        </p:tgtEl>
                                        <p:attrNameLst>
                                          <p:attrName>style.visibility</p:attrName>
                                        </p:attrNameLst>
                                      </p:cBhvr>
                                      <p:to>
                                        <p:strVal val="visible"/>
                                      </p:to>
                                    </p:set>
                                    <p:anim calcmode="lin" valueType="num">
                                      <p:cBhvr>
                                        <p:cTn id="110" dur="500" fill="hold"/>
                                        <p:tgtEl>
                                          <p:spTgt spid="22">
                                            <p:txEl>
                                              <p:pRg st="0" end="0"/>
                                            </p:txEl>
                                          </p:spTgt>
                                        </p:tgtEl>
                                        <p:attrNameLst>
                                          <p:attrName>ppt_w</p:attrName>
                                        </p:attrNameLst>
                                      </p:cBhvr>
                                      <p:tavLst>
                                        <p:tav tm="0">
                                          <p:val>
                                            <p:fltVal val="0"/>
                                          </p:val>
                                        </p:tav>
                                        <p:tav tm="100000">
                                          <p:val>
                                            <p:strVal val="#ppt_w"/>
                                          </p:val>
                                        </p:tav>
                                      </p:tavLst>
                                    </p:anim>
                                    <p:anim calcmode="lin" valueType="num">
                                      <p:cBhvr>
                                        <p:cTn id="111" dur="500" fill="hold"/>
                                        <p:tgtEl>
                                          <p:spTgt spid="22">
                                            <p:txEl>
                                              <p:pRg st="0" end="0"/>
                                            </p:txEl>
                                          </p:spTgt>
                                        </p:tgtEl>
                                        <p:attrNameLst>
                                          <p:attrName>ppt_h</p:attrName>
                                        </p:attrNameLst>
                                      </p:cBhvr>
                                      <p:tavLst>
                                        <p:tav tm="0">
                                          <p:val>
                                            <p:fltVal val="0"/>
                                          </p:val>
                                        </p:tav>
                                        <p:tav tm="100000">
                                          <p:val>
                                            <p:strVal val="#ppt_h"/>
                                          </p:val>
                                        </p:tav>
                                      </p:tavLst>
                                    </p:anim>
                                    <p:animEffect transition="in" filter="fade">
                                      <p:cBhvr>
                                        <p:cTn id="112" dur="500"/>
                                        <p:tgtEl>
                                          <p:spTgt spid="22">
                                            <p:txEl>
                                              <p:pRg st="0" end="0"/>
                                            </p:txEl>
                                          </p:spTgt>
                                        </p:tgtEl>
                                      </p:cBhvr>
                                    </p:animEffect>
                                  </p:childTnLst>
                                </p:cTn>
                              </p:par>
                              <p:par>
                                <p:cTn id="113" presetID="53" presetClass="entr" presetSubtype="16" fill="hold" nodeType="withEffect">
                                  <p:stCondLst>
                                    <p:cond delay="0"/>
                                  </p:stCondLst>
                                  <p:childTnLst>
                                    <p:set>
                                      <p:cBhvr>
                                        <p:cTn id="114" dur="1" fill="hold">
                                          <p:stCondLst>
                                            <p:cond delay="0"/>
                                          </p:stCondLst>
                                        </p:cTn>
                                        <p:tgtEl>
                                          <p:spTgt spid="22">
                                            <p:txEl>
                                              <p:pRg st="1" end="1"/>
                                            </p:txEl>
                                          </p:spTgt>
                                        </p:tgtEl>
                                        <p:attrNameLst>
                                          <p:attrName>style.visibility</p:attrName>
                                        </p:attrNameLst>
                                      </p:cBhvr>
                                      <p:to>
                                        <p:strVal val="visible"/>
                                      </p:to>
                                    </p:set>
                                    <p:anim calcmode="lin" valueType="num">
                                      <p:cBhvr>
                                        <p:cTn id="115" dur="500" fill="hold"/>
                                        <p:tgtEl>
                                          <p:spTgt spid="22">
                                            <p:txEl>
                                              <p:pRg st="1" end="1"/>
                                            </p:txEl>
                                          </p:spTgt>
                                        </p:tgtEl>
                                        <p:attrNameLst>
                                          <p:attrName>ppt_w</p:attrName>
                                        </p:attrNameLst>
                                      </p:cBhvr>
                                      <p:tavLst>
                                        <p:tav tm="0">
                                          <p:val>
                                            <p:fltVal val="0"/>
                                          </p:val>
                                        </p:tav>
                                        <p:tav tm="100000">
                                          <p:val>
                                            <p:strVal val="#ppt_w"/>
                                          </p:val>
                                        </p:tav>
                                      </p:tavLst>
                                    </p:anim>
                                    <p:anim calcmode="lin" valueType="num">
                                      <p:cBhvr>
                                        <p:cTn id="116" dur="500" fill="hold"/>
                                        <p:tgtEl>
                                          <p:spTgt spid="22">
                                            <p:txEl>
                                              <p:pRg st="1" end="1"/>
                                            </p:txEl>
                                          </p:spTgt>
                                        </p:tgtEl>
                                        <p:attrNameLst>
                                          <p:attrName>ppt_h</p:attrName>
                                        </p:attrNameLst>
                                      </p:cBhvr>
                                      <p:tavLst>
                                        <p:tav tm="0">
                                          <p:val>
                                            <p:fltVal val="0"/>
                                          </p:val>
                                        </p:tav>
                                        <p:tav tm="100000">
                                          <p:val>
                                            <p:strVal val="#ppt_h"/>
                                          </p:val>
                                        </p:tav>
                                      </p:tavLst>
                                    </p:anim>
                                    <p:animEffect transition="in" filter="fade">
                                      <p:cBhvr>
                                        <p:cTn id="117" dur="500"/>
                                        <p:tgtEl>
                                          <p:spTgt spid="22">
                                            <p:txEl>
                                              <p:pRg st="1" end="1"/>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53" presetClass="entr" presetSubtype="16" fill="hold" nodeType="clickEffect">
                                  <p:stCondLst>
                                    <p:cond delay="0"/>
                                  </p:stCondLst>
                                  <p:childTnLst>
                                    <p:set>
                                      <p:cBhvr>
                                        <p:cTn id="121" dur="1" fill="hold">
                                          <p:stCondLst>
                                            <p:cond delay="0"/>
                                          </p:stCondLst>
                                        </p:cTn>
                                        <p:tgtEl>
                                          <p:spTgt spid="20"/>
                                        </p:tgtEl>
                                        <p:attrNameLst>
                                          <p:attrName>style.visibility</p:attrName>
                                        </p:attrNameLst>
                                      </p:cBhvr>
                                      <p:to>
                                        <p:strVal val="visible"/>
                                      </p:to>
                                    </p:set>
                                    <p:anim calcmode="lin" valueType="num">
                                      <p:cBhvr>
                                        <p:cTn id="122" dur="500" fill="hold"/>
                                        <p:tgtEl>
                                          <p:spTgt spid="20"/>
                                        </p:tgtEl>
                                        <p:attrNameLst>
                                          <p:attrName>ppt_w</p:attrName>
                                        </p:attrNameLst>
                                      </p:cBhvr>
                                      <p:tavLst>
                                        <p:tav tm="0">
                                          <p:val>
                                            <p:fltVal val="0"/>
                                          </p:val>
                                        </p:tav>
                                        <p:tav tm="100000">
                                          <p:val>
                                            <p:strVal val="#ppt_w"/>
                                          </p:val>
                                        </p:tav>
                                      </p:tavLst>
                                    </p:anim>
                                    <p:anim calcmode="lin" valueType="num">
                                      <p:cBhvr>
                                        <p:cTn id="123" dur="500" fill="hold"/>
                                        <p:tgtEl>
                                          <p:spTgt spid="20"/>
                                        </p:tgtEl>
                                        <p:attrNameLst>
                                          <p:attrName>ppt_h</p:attrName>
                                        </p:attrNameLst>
                                      </p:cBhvr>
                                      <p:tavLst>
                                        <p:tav tm="0">
                                          <p:val>
                                            <p:fltVal val="0"/>
                                          </p:val>
                                        </p:tav>
                                        <p:tav tm="100000">
                                          <p:val>
                                            <p:strVal val="#ppt_h"/>
                                          </p:val>
                                        </p:tav>
                                      </p:tavLst>
                                    </p:anim>
                                    <p:animEffect transition="in" filter="fade">
                                      <p:cBhvr>
                                        <p:cTn id="124" dur="500"/>
                                        <p:tgtEl>
                                          <p:spTgt spid="20"/>
                                        </p:tgtEl>
                                      </p:cBhvr>
                                    </p:animEffect>
                                  </p:childTnLst>
                                </p:cTn>
                              </p:par>
                            </p:childTnLst>
                          </p:cTn>
                        </p:par>
                      </p:childTnLst>
                    </p:cTn>
                  </p:par>
                  <p:par>
                    <p:cTn id="125" fill="hold">
                      <p:stCondLst>
                        <p:cond delay="indefinite"/>
                      </p:stCondLst>
                      <p:childTnLst>
                        <p:par>
                          <p:cTn id="126" fill="hold">
                            <p:stCondLst>
                              <p:cond delay="0"/>
                            </p:stCondLst>
                            <p:childTnLst>
                              <p:par>
                                <p:cTn id="127" presetID="53" presetClass="entr" presetSubtype="16" fill="hold" nodeType="clickEffect">
                                  <p:stCondLst>
                                    <p:cond delay="0"/>
                                  </p:stCondLst>
                                  <p:childTnLst>
                                    <p:set>
                                      <p:cBhvr>
                                        <p:cTn id="128" dur="1" fill="hold">
                                          <p:stCondLst>
                                            <p:cond delay="0"/>
                                          </p:stCondLst>
                                        </p:cTn>
                                        <p:tgtEl>
                                          <p:spTgt spid="22">
                                            <p:txEl>
                                              <p:pRg st="2" end="2"/>
                                            </p:txEl>
                                          </p:spTgt>
                                        </p:tgtEl>
                                        <p:attrNameLst>
                                          <p:attrName>style.visibility</p:attrName>
                                        </p:attrNameLst>
                                      </p:cBhvr>
                                      <p:to>
                                        <p:strVal val="visible"/>
                                      </p:to>
                                    </p:set>
                                    <p:anim calcmode="lin" valueType="num">
                                      <p:cBhvr>
                                        <p:cTn id="129" dur="500" fill="hold"/>
                                        <p:tgtEl>
                                          <p:spTgt spid="22">
                                            <p:txEl>
                                              <p:pRg st="2" end="2"/>
                                            </p:txEl>
                                          </p:spTgt>
                                        </p:tgtEl>
                                        <p:attrNameLst>
                                          <p:attrName>ppt_w</p:attrName>
                                        </p:attrNameLst>
                                      </p:cBhvr>
                                      <p:tavLst>
                                        <p:tav tm="0">
                                          <p:val>
                                            <p:fltVal val="0"/>
                                          </p:val>
                                        </p:tav>
                                        <p:tav tm="100000">
                                          <p:val>
                                            <p:strVal val="#ppt_w"/>
                                          </p:val>
                                        </p:tav>
                                      </p:tavLst>
                                    </p:anim>
                                    <p:anim calcmode="lin" valueType="num">
                                      <p:cBhvr>
                                        <p:cTn id="130" dur="500" fill="hold"/>
                                        <p:tgtEl>
                                          <p:spTgt spid="22">
                                            <p:txEl>
                                              <p:pRg st="2" end="2"/>
                                            </p:txEl>
                                          </p:spTgt>
                                        </p:tgtEl>
                                        <p:attrNameLst>
                                          <p:attrName>ppt_h</p:attrName>
                                        </p:attrNameLst>
                                      </p:cBhvr>
                                      <p:tavLst>
                                        <p:tav tm="0">
                                          <p:val>
                                            <p:fltVal val="0"/>
                                          </p:val>
                                        </p:tav>
                                        <p:tav tm="100000">
                                          <p:val>
                                            <p:strVal val="#ppt_h"/>
                                          </p:val>
                                        </p:tav>
                                      </p:tavLst>
                                    </p:anim>
                                    <p:animEffect transition="in" filter="fade">
                                      <p:cBhvr>
                                        <p:cTn id="131" dur="500"/>
                                        <p:tgtEl>
                                          <p:spTgt spid="22">
                                            <p:txEl>
                                              <p:pRg st="2" end="2"/>
                                            </p:txEl>
                                          </p:spTgt>
                                        </p:tgtEl>
                                      </p:cBhvr>
                                    </p:animEffect>
                                  </p:childTnLst>
                                </p:cTn>
                              </p:par>
                            </p:childTnLst>
                          </p:cTn>
                        </p:par>
                      </p:childTnLst>
                    </p:cTn>
                  </p:par>
                  <p:par>
                    <p:cTn id="132" fill="hold">
                      <p:stCondLst>
                        <p:cond delay="indefinite"/>
                      </p:stCondLst>
                      <p:childTnLst>
                        <p:par>
                          <p:cTn id="133" fill="hold">
                            <p:stCondLst>
                              <p:cond delay="0"/>
                            </p:stCondLst>
                            <p:childTnLst>
                              <p:par>
                                <p:cTn id="134" presetID="53" presetClass="entr" presetSubtype="16" fill="hold" nodeType="clickEffect">
                                  <p:stCondLst>
                                    <p:cond delay="0"/>
                                  </p:stCondLst>
                                  <p:childTnLst>
                                    <p:set>
                                      <p:cBhvr>
                                        <p:cTn id="135" dur="1" fill="hold">
                                          <p:stCondLst>
                                            <p:cond delay="0"/>
                                          </p:stCondLst>
                                        </p:cTn>
                                        <p:tgtEl>
                                          <p:spTgt spid="21"/>
                                        </p:tgtEl>
                                        <p:attrNameLst>
                                          <p:attrName>style.visibility</p:attrName>
                                        </p:attrNameLst>
                                      </p:cBhvr>
                                      <p:to>
                                        <p:strVal val="visible"/>
                                      </p:to>
                                    </p:set>
                                    <p:anim calcmode="lin" valueType="num">
                                      <p:cBhvr>
                                        <p:cTn id="136" dur="500" fill="hold"/>
                                        <p:tgtEl>
                                          <p:spTgt spid="21"/>
                                        </p:tgtEl>
                                        <p:attrNameLst>
                                          <p:attrName>ppt_w</p:attrName>
                                        </p:attrNameLst>
                                      </p:cBhvr>
                                      <p:tavLst>
                                        <p:tav tm="0">
                                          <p:val>
                                            <p:fltVal val="0"/>
                                          </p:val>
                                        </p:tav>
                                        <p:tav tm="100000">
                                          <p:val>
                                            <p:strVal val="#ppt_w"/>
                                          </p:val>
                                        </p:tav>
                                      </p:tavLst>
                                    </p:anim>
                                    <p:anim calcmode="lin" valueType="num">
                                      <p:cBhvr>
                                        <p:cTn id="137" dur="500" fill="hold"/>
                                        <p:tgtEl>
                                          <p:spTgt spid="21"/>
                                        </p:tgtEl>
                                        <p:attrNameLst>
                                          <p:attrName>ppt_h</p:attrName>
                                        </p:attrNameLst>
                                      </p:cBhvr>
                                      <p:tavLst>
                                        <p:tav tm="0">
                                          <p:val>
                                            <p:fltVal val="0"/>
                                          </p:val>
                                        </p:tav>
                                        <p:tav tm="100000">
                                          <p:val>
                                            <p:strVal val="#ppt_h"/>
                                          </p:val>
                                        </p:tav>
                                      </p:tavLst>
                                    </p:anim>
                                    <p:animEffect transition="in" filter="fade">
                                      <p:cBhvr>
                                        <p:cTn id="138" dur="500"/>
                                        <p:tgtEl>
                                          <p:spTgt spid="21"/>
                                        </p:tgtEl>
                                      </p:cBhvr>
                                    </p:animEffect>
                                  </p:childTnLst>
                                </p:cTn>
                              </p:par>
                            </p:childTnLst>
                          </p:cTn>
                        </p:par>
                      </p:childTnLst>
                    </p:cTn>
                  </p:par>
                  <p:par>
                    <p:cTn id="139" fill="hold">
                      <p:stCondLst>
                        <p:cond delay="indefinite"/>
                      </p:stCondLst>
                      <p:childTnLst>
                        <p:par>
                          <p:cTn id="140" fill="hold">
                            <p:stCondLst>
                              <p:cond delay="0"/>
                            </p:stCondLst>
                            <p:childTnLst>
                              <p:par>
                                <p:cTn id="141" presetID="53" presetClass="entr" presetSubtype="16" fill="hold" nodeType="clickEffect">
                                  <p:stCondLst>
                                    <p:cond delay="0"/>
                                  </p:stCondLst>
                                  <p:childTnLst>
                                    <p:set>
                                      <p:cBhvr>
                                        <p:cTn id="142" dur="1" fill="hold">
                                          <p:stCondLst>
                                            <p:cond delay="0"/>
                                          </p:stCondLst>
                                        </p:cTn>
                                        <p:tgtEl>
                                          <p:spTgt spid="22">
                                            <p:txEl>
                                              <p:pRg st="3" end="3"/>
                                            </p:txEl>
                                          </p:spTgt>
                                        </p:tgtEl>
                                        <p:attrNameLst>
                                          <p:attrName>style.visibility</p:attrName>
                                        </p:attrNameLst>
                                      </p:cBhvr>
                                      <p:to>
                                        <p:strVal val="visible"/>
                                      </p:to>
                                    </p:set>
                                    <p:anim calcmode="lin" valueType="num">
                                      <p:cBhvr>
                                        <p:cTn id="143" dur="500" fill="hold"/>
                                        <p:tgtEl>
                                          <p:spTgt spid="22">
                                            <p:txEl>
                                              <p:pRg st="3" end="3"/>
                                            </p:txEl>
                                          </p:spTgt>
                                        </p:tgtEl>
                                        <p:attrNameLst>
                                          <p:attrName>ppt_w</p:attrName>
                                        </p:attrNameLst>
                                      </p:cBhvr>
                                      <p:tavLst>
                                        <p:tav tm="0">
                                          <p:val>
                                            <p:fltVal val="0"/>
                                          </p:val>
                                        </p:tav>
                                        <p:tav tm="100000">
                                          <p:val>
                                            <p:strVal val="#ppt_w"/>
                                          </p:val>
                                        </p:tav>
                                      </p:tavLst>
                                    </p:anim>
                                    <p:anim calcmode="lin" valueType="num">
                                      <p:cBhvr>
                                        <p:cTn id="144" dur="500" fill="hold"/>
                                        <p:tgtEl>
                                          <p:spTgt spid="22">
                                            <p:txEl>
                                              <p:pRg st="3" end="3"/>
                                            </p:txEl>
                                          </p:spTgt>
                                        </p:tgtEl>
                                        <p:attrNameLst>
                                          <p:attrName>ppt_h</p:attrName>
                                        </p:attrNameLst>
                                      </p:cBhvr>
                                      <p:tavLst>
                                        <p:tav tm="0">
                                          <p:val>
                                            <p:fltVal val="0"/>
                                          </p:val>
                                        </p:tav>
                                        <p:tav tm="100000">
                                          <p:val>
                                            <p:strVal val="#ppt_h"/>
                                          </p:val>
                                        </p:tav>
                                      </p:tavLst>
                                    </p:anim>
                                    <p:animEffect transition="in" filter="fade">
                                      <p:cBhvr>
                                        <p:cTn id="145" dur="500"/>
                                        <p:tgtEl>
                                          <p:spTgt spid="22">
                                            <p:txEl>
                                              <p:pRg st="3" end="3"/>
                                            </p:txEl>
                                          </p:spTgt>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4" fill="hold" grpId="0" nodeType="clickEffect">
                                  <p:stCondLst>
                                    <p:cond delay="0"/>
                                  </p:stCondLst>
                                  <p:childTnLst>
                                    <p:set>
                                      <p:cBhvr>
                                        <p:cTn id="149" dur="1" fill="hold">
                                          <p:stCondLst>
                                            <p:cond delay="0"/>
                                          </p:stCondLst>
                                        </p:cTn>
                                        <p:tgtEl>
                                          <p:spTgt spid="3"/>
                                        </p:tgtEl>
                                        <p:attrNameLst>
                                          <p:attrName>style.visibility</p:attrName>
                                        </p:attrNameLst>
                                      </p:cBhvr>
                                      <p:to>
                                        <p:strVal val="visible"/>
                                      </p:to>
                                    </p:set>
                                    <p:animEffect transition="in" filter="wipe(down)">
                                      <p:cBhvr>
                                        <p:cTn id="150" dur="500"/>
                                        <p:tgtEl>
                                          <p:spTgt spid="3"/>
                                        </p:tgtEl>
                                      </p:cBhvr>
                                    </p:animEffect>
                                  </p:childTnLst>
                                </p:cTn>
                              </p:par>
                            </p:childTnLst>
                          </p:cTn>
                        </p:par>
                      </p:childTnLst>
                    </p:cTn>
                  </p:par>
                  <p:par>
                    <p:cTn id="151" fill="hold">
                      <p:stCondLst>
                        <p:cond delay="indefinite"/>
                      </p:stCondLst>
                      <p:childTnLst>
                        <p:par>
                          <p:cTn id="152" fill="hold">
                            <p:stCondLst>
                              <p:cond delay="0"/>
                            </p:stCondLst>
                            <p:childTnLst>
                              <p:par>
                                <p:cTn id="153" presetID="53" presetClass="entr" presetSubtype="16" fill="hold" nodeType="clickEffect">
                                  <p:stCondLst>
                                    <p:cond delay="0"/>
                                  </p:stCondLst>
                                  <p:childTnLst>
                                    <p:set>
                                      <p:cBhvr>
                                        <p:cTn id="154" dur="1" fill="hold">
                                          <p:stCondLst>
                                            <p:cond delay="0"/>
                                          </p:stCondLst>
                                        </p:cTn>
                                        <p:tgtEl>
                                          <p:spTgt spid="710659">
                                            <p:txEl>
                                              <p:pRg st="11" end="11"/>
                                            </p:txEl>
                                          </p:spTgt>
                                        </p:tgtEl>
                                        <p:attrNameLst>
                                          <p:attrName>style.visibility</p:attrName>
                                        </p:attrNameLst>
                                      </p:cBhvr>
                                      <p:to>
                                        <p:strVal val="visible"/>
                                      </p:to>
                                    </p:set>
                                    <p:anim calcmode="lin" valueType="num">
                                      <p:cBhvr>
                                        <p:cTn id="155" dur="500" fill="hold"/>
                                        <p:tgtEl>
                                          <p:spTgt spid="710659">
                                            <p:txEl>
                                              <p:pRg st="11" end="11"/>
                                            </p:txEl>
                                          </p:spTgt>
                                        </p:tgtEl>
                                        <p:attrNameLst>
                                          <p:attrName>ppt_w</p:attrName>
                                        </p:attrNameLst>
                                      </p:cBhvr>
                                      <p:tavLst>
                                        <p:tav tm="0">
                                          <p:val>
                                            <p:fltVal val="0"/>
                                          </p:val>
                                        </p:tav>
                                        <p:tav tm="100000">
                                          <p:val>
                                            <p:strVal val="#ppt_w"/>
                                          </p:val>
                                        </p:tav>
                                      </p:tavLst>
                                    </p:anim>
                                    <p:anim calcmode="lin" valueType="num">
                                      <p:cBhvr>
                                        <p:cTn id="156" dur="500" fill="hold"/>
                                        <p:tgtEl>
                                          <p:spTgt spid="710659">
                                            <p:txEl>
                                              <p:pRg st="11" end="11"/>
                                            </p:txEl>
                                          </p:spTgt>
                                        </p:tgtEl>
                                        <p:attrNameLst>
                                          <p:attrName>ppt_h</p:attrName>
                                        </p:attrNameLst>
                                      </p:cBhvr>
                                      <p:tavLst>
                                        <p:tav tm="0">
                                          <p:val>
                                            <p:fltVal val="0"/>
                                          </p:val>
                                        </p:tav>
                                        <p:tav tm="100000">
                                          <p:val>
                                            <p:strVal val="#ppt_h"/>
                                          </p:val>
                                        </p:tav>
                                      </p:tavLst>
                                    </p:anim>
                                    <p:animEffect transition="in" filter="fade">
                                      <p:cBhvr>
                                        <p:cTn id="157" dur="500"/>
                                        <p:tgtEl>
                                          <p:spTgt spid="710659">
                                            <p:txEl>
                                              <p:pRg st="11" end="11"/>
                                            </p:txEl>
                                          </p:spTgt>
                                        </p:tgtEl>
                                      </p:cBhvr>
                                    </p:animEffect>
                                  </p:childTnLst>
                                </p:cTn>
                              </p:par>
                            </p:childTnLst>
                          </p:cTn>
                        </p:par>
                      </p:childTnLst>
                    </p:cTn>
                  </p:par>
                  <p:par>
                    <p:cTn id="158" fill="hold">
                      <p:stCondLst>
                        <p:cond delay="indefinite"/>
                      </p:stCondLst>
                      <p:childTnLst>
                        <p:par>
                          <p:cTn id="159" fill="hold">
                            <p:stCondLst>
                              <p:cond delay="0"/>
                            </p:stCondLst>
                            <p:childTnLst>
                              <p:par>
                                <p:cTn id="160" presetID="53" presetClass="entr" presetSubtype="16" fill="hold" grpId="0" nodeType="clickEffect">
                                  <p:stCondLst>
                                    <p:cond delay="0"/>
                                  </p:stCondLst>
                                  <p:childTnLst>
                                    <p:set>
                                      <p:cBhvr>
                                        <p:cTn id="161" dur="1" fill="hold">
                                          <p:stCondLst>
                                            <p:cond delay="0"/>
                                          </p:stCondLst>
                                        </p:cTn>
                                        <p:tgtEl>
                                          <p:spTgt spid="18"/>
                                        </p:tgtEl>
                                        <p:attrNameLst>
                                          <p:attrName>style.visibility</p:attrName>
                                        </p:attrNameLst>
                                      </p:cBhvr>
                                      <p:to>
                                        <p:strVal val="visible"/>
                                      </p:to>
                                    </p:set>
                                    <p:anim calcmode="lin" valueType="num">
                                      <p:cBhvr>
                                        <p:cTn id="162" dur="500" fill="hold"/>
                                        <p:tgtEl>
                                          <p:spTgt spid="18"/>
                                        </p:tgtEl>
                                        <p:attrNameLst>
                                          <p:attrName>ppt_w</p:attrName>
                                        </p:attrNameLst>
                                      </p:cBhvr>
                                      <p:tavLst>
                                        <p:tav tm="0">
                                          <p:val>
                                            <p:fltVal val="0"/>
                                          </p:val>
                                        </p:tav>
                                        <p:tav tm="100000">
                                          <p:val>
                                            <p:strVal val="#ppt_w"/>
                                          </p:val>
                                        </p:tav>
                                      </p:tavLst>
                                    </p:anim>
                                    <p:anim calcmode="lin" valueType="num">
                                      <p:cBhvr>
                                        <p:cTn id="163" dur="500" fill="hold"/>
                                        <p:tgtEl>
                                          <p:spTgt spid="18"/>
                                        </p:tgtEl>
                                        <p:attrNameLst>
                                          <p:attrName>ppt_h</p:attrName>
                                        </p:attrNameLst>
                                      </p:cBhvr>
                                      <p:tavLst>
                                        <p:tav tm="0">
                                          <p:val>
                                            <p:fltVal val="0"/>
                                          </p:val>
                                        </p:tav>
                                        <p:tav tm="100000">
                                          <p:val>
                                            <p:strVal val="#ppt_h"/>
                                          </p:val>
                                        </p:tav>
                                      </p:tavLst>
                                    </p:anim>
                                    <p:animEffect transition="in" filter="fade">
                                      <p:cBhvr>
                                        <p:cTn id="164" dur="500"/>
                                        <p:tgtEl>
                                          <p:spTgt spid="18"/>
                                        </p:tgtEl>
                                      </p:cBhvr>
                                    </p:animEffect>
                                  </p:childTnLst>
                                </p:cTn>
                              </p:par>
                            </p:childTnLst>
                          </p:cTn>
                        </p:par>
                      </p:childTnLst>
                    </p:cTn>
                  </p:par>
                  <p:par>
                    <p:cTn id="165" fill="hold">
                      <p:stCondLst>
                        <p:cond delay="indefinite"/>
                      </p:stCondLst>
                      <p:childTnLst>
                        <p:par>
                          <p:cTn id="166" fill="hold">
                            <p:stCondLst>
                              <p:cond delay="0"/>
                            </p:stCondLst>
                            <p:childTnLst>
                              <p:par>
                                <p:cTn id="167" presetID="53" presetClass="entr" presetSubtype="16" fill="hold" nodeType="clickEffect">
                                  <p:stCondLst>
                                    <p:cond delay="0"/>
                                  </p:stCondLst>
                                  <p:childTnLst>
                                    <p:set>
                                      <p:cBhvr>
                                        <p:cTn id="168" dur="1" fill="hold">
                                          <p:stCondLst>
                                            <p:cond delay="0"/>
                                          </p:stCondLst>
                                        </p:cTn>
                                        <p:tgtEl>
                                          <p:spTgt spid="710659">
                                            <p:txEl>
                                              <p:pRg st="12" end="12"/>
                                            </p:txEl>
                                          </p:spTgt>
                                        </p:tgtEl>
                                        <p:attrNameLst>
                                          <p:attrName>style.visibility</p:attrName>
                                        </p:attrNameLst>
                                      </p:cBhvr>
                                      <p:to>
                                        <p:strVal val="visible"/>
                                      </p:to>
                                    </p:set>
                                    <p:anim calcmode="lin" valueType="num">
                                      <p:cBhvr>
                                        <p:cTn id="169" dur="500" fill="hold"/>
                                        <p:tgtEl>
                                          <p:spTgt spid="710659">
                                            <p:txEl>
                                              <p:pRg st="12" end="12"/>
                                            </p:txEl>
                                          </p:spTgt>
                                        </p:tgtEl>
                                        <p:attrNameLst>
                                          <p:attrName>ppt_w</p:attrName>
                                        </p:attrNameLst>
                                      </p:cBhvr>
                                      <p:tavLst>
                                        <p:tav tm="0">
                                          <p:val>
                                            <p:fltVal val="0"/>
                                          </p:val>
                                        </p:tav>
                                        <p:tav tm="100000">
                                          <p:val>
                                            <p:strVal val="#ppt_w"/>
                                          </p:val>
                                        </p:tav>
                                      </p:tavLst>
                                    </p:anim>
                                    <p:anim calcmode="lin" valueType="num">
                                      <p:cBhvr>
                                        <p:cTn id="170" dur="500" fill="hold"/>
                                        <p:tgtEl>
                                          <p:spTgt spid="710659">
                                            <p:txEl>
                                              <p:pRg st="12" end="12"/>
                                            </p:txEl>
                                          </p:spTgt>
                                        </p:tgtEl>
                                        <p:attrNameLst>
                                          <p:attrName>ppt_h</p:attrName>
                                        </p:attrNameLst>
                                      </p:cBhvr>
                                      <p:tavLst>
                                        <p:tav tm="0">
                                          <p:val>
                                            <p:fltVal val="0"/>
                                          </p:val>
                                        </p:tav>
                                        <p:tav tm="100000">
                                          <p:val>
                                            <p:strVal val="#ppt_h"/>
                                          </p:val>
                                        </p:tav>
                                      </p:tavLst>
                                    </p:anim>
                                    <p:animEffect transition="in" filter="fade">
                                      <p:cBhvr>
                                        <p:cTn id="171" dur="500"/>
                                        <p:tgtEl>
                                          <p:spTgt spid="71065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3796" grpId="0" uiExpand="1" build="p" animBg="1"/>
      <p:bldP spid="4" grpId="0"/>
      <p:bldP spid="18" grpId="0" animBg="1"/>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42913" y="642938"/>
            <a:ext cx="8558212" cy="4377084"/>
          </a:xfrm>
        </p:spPr>
        <p:txBody>
          <a:bodyPr/>
          <a:lstStyle/>
          <a:p>
            <a:pPr eaLnBrk="1" hangingPunct="1">
              <a:buClrTx/>
              <a:buFont typeface="Wingdings" panose="05000000000000000000" pitchFamily="2" charset="2"/>
              <a:buChar char="Ø"/>
            </a:pPr>
            <a:r>
              <a:rPr lang="zh-CN" altLang="en-US" sz="2200" b="1" dirty="0">
                <a:solidFill>
                  <a:srgbClr val="FF0000"/>
                </a:solidFill>
                <a:cs typeface="Times New Roman" panose="02020603050405020304" pitchFamily="18" charset="0"/>
              </a:rPr>
              <a:t>非终结符</a:t>
            </a:r>
            <a:r>
              <a:rPr lang="en-US" altLang="zh-CN" sz="2200" b="1" i="1" dirty="0">
                <a:solidFill>
                  <a:srgbClr val="FF0000"/>
                </a:solidFill>
                <a:cs typeface="Times New Roman" panose="02020603050405020304" pitchFamily="18" charset="0"/>
              </a:rPr>
              <a:t>A</a:t>
            </a:r>
            <a:r>
              <a:rPr lang="zh-CN" altLang="en-US" sz="2200" b="1" dirty="0">
                <a:solidFill>
                  <a:srgbClr val="FF0000"/>
                </a:solidFill>
                <a:cs typeface="Times New Roman" panose="02020603050405020304" pitchFamily="18" charset="0"/>
              </a:rPr>
              <a:t>的后继符号集</a:t>
            </a:r>
            <a:endParaRPr lang="en-US" altLang="zh-CN" sz="2200" b="1" dirty="0">
              <a:solidFill>
                <a:srgbClr val="FF0000"/>
              </a:solidFill>
              <a:cs typeface="Times New Roman" panose="02020603050405020304" pitchFamily="18" charset="0"/>
            </a:endParaRPr>
          </a:p>
          <a:p>
            <a:pPr lvl="1" eaLnBrk="1" hangingPunct="1">
              <a:lnSpc>
                <a:spcPts val="3000"/>
              </a:lnSpc>
              <a:buClrTx/>
              <a:buFont typeface="Wingdings" panose="05000000000000000000" pitchFamily="2" charset="2"/>
              <a:buChar char="Ø"/>
            </a:pPr>
            <a:r>
              <a:rPr lang="zh-CN" altLang="en-US" sz="2000" b="1" dirty="0">
                <a:solidFill>
                  <a:srgbClr val="000000"/>
                </a:solidFill>
                <a:cs typeface="Times New Roman" panose="02020603050405020304" pitchFamily="18" charset="0"/>
              </a:rPr>
              <a:t>可能在某个句型中紧跟在</a:t>
            </a:r>
            <a:r>
              <a:rPr lang="en-US" altLang="zh-CN" sz="2000" b="1" i="1" dirty="0">
                <a:solidFill>
                  <a:srgbClr val="0070C0"/>
                </a:solidFill>
                <a:cs typeface="Times New Roman" panose="02020603050405020304" pitchFamily="18" charset="0"/>
              </a:rPr>
              <a:t>A</a:t>
            </a:r>
            <a:r>
              <a:rPr lang="zh-CN" altLang="en-US" sz="2000" b="1" dirty="0">
                <a:solidFill>
                  <a:srgbClr val="000000"/>
                </a:solidFill>
                <a:cs typeface="Times New Roman" panose="02020603050405020304" pitchFamily="18" charset="0"/>
              </a:rPr>
              <a:t>后边的</a:t>
            </a:r>
            <a:r>
              <a:rPr lang="zh-CN" altLang="en-US" sz="2000" b="1" dirty="0">
                <a:solidFill>
                  <a:srgbClr val="0070C0"/>
                </a:solidFill>
                <a:cs typeface="Times New Roman" panose="02020603050405020304" pitchFamily="18" charset="0"/>
              </a:rPr>
              <a:t>终结符</a:t>
            </a:r>
            <a:r>
              <a:rPr lang="en-US" altLang="zh-CN" sz="2000" b="1" i="1" dirty="0">
                <a:solidFill>
                  <a:srgbClr val="0070C0"/>
                </a:solidFill>
                <a:cs typeface="Times New Roman" panose="02020603050405020304" pitchFamily="18" charset="0"/>
              </a:rPr>
              <a:t>a</a:t>
            </a:r>
            <a:r>
              <a:rPr lang="zh-CN" altLang="en-US" sz="2000" b="1" dirty="0">
                <a:solidFill>
                  <a:srgbClr val="000000"/>
                </a:solidFill>
                <a:cs typeface="Times New Roman" panose="02020603050405020304" pitchFamily="18" charset="0"/>
              </a:rPr>
              <a:t>的集合，记为</a:t>
            </a:r>
            <a:r>
              <a:rPr lang="en-US" altLang="zh-CN" sz="2000" b="1" i="1" dirty="0">
                <a:solidFill>
                  <a:srgbClr val="2D83F4"/>
                </a:solidFill>
                <a:cs typeface="Times New Roman" panose="02020603050405020304" pitchFamily="18" charset="0"/>
              </a:rPr>
              <a:t>FOLLOW</a:t>
            </a:r>
            <a:r>
              <a:rPr lang="en-US" altLang="zh-CN" sz="2000" b="1" dirty="0">
                <a:solidFill>
                  <a:srgbClr val="2D83F4"/>
                </a:solidFill>
                <a:cs typeface="Times New Roman" panose="02020603050405020304" pitchFamily="18" charset="0"/>
              </a:rPr>
              <a:t>(</a:t>
            </a:r>
            <a:r>
              <a:rPr lang="en-US" altLang="zh-CN" sz="2000" b="1" i="1" dirty="0">
                <a:solidFill>
                  <a:srgbClr val="2D83F4"/>
                </a:solidFill>
                <a:cs typeface="Times New Roman" panose="02020603050405020304" pitchFamily="18" charset="0"/>
              </a:rPr>
              <a:t>A</a:t>
            </a:r>
            <a:r>
              <a:rPr lang="en-US" altLang="zh-CN" sz="2000" b="1" dirty="0">
                <a:solidFill>
                  <a:srgbClr val="2D83F4"/>
                </a:solidFill>
                <a:cs typeface="Times New Roman" panose="02020603050405020304" pitchFamily="18" charset="0"/>
              </a:rPr>
              <a:t>)</a:t>
            </a:r>
            <a:endParaRPr lang="en-US" altLang="zh-CN" b="1" dirty="0">
              <a:solidFill>
                <a:schemeClr val="tx1"/>
              </a:solidFill>
              <a:cs typeface="Times New Roman" panose="02020603050405020304" pitchFamily="18" charset="0"/>
            </a:endParaRPr>
          </a:p>
          <a:p>
            <a:pPr algn="ctr" eaLnBrk="1" hangingPunct="1">
              <a:lnSpc>
                <a:spcPts val="2000"/>
              </a:lnSpc>
              <a:buFont typeface="Symbol" panose="05050102010706020507" pitchFamily="18" charset="2"/>
              <a:buNone/>
            </a:pPr>
            <a:r>
              <a:rPr lang="en-US" altLang="zh-CN" sz="2200" b="1" dirty="0">
                <a:solidFill>
                  <a:schemeClr val="tx1"/>
                </a:solidFill>
                <a:cs typeface="Times New Roman" panose="02020603050405020304" pitchFamily="18" charset="0"/>
              </a:rPr>
              <a:t>	</a:t>
            </a:r>
            <a:r>
              <a:rPr lang="en-US" altLang="zh-CN" sz="2000" b="1" i="1" dirty="0">
                <a:solidFill>
                  <a:schemeClr val="tx1"/>
                </a:solidFill>
                <a:cs typeface="Times New Roman" panose="02020603050405020304" pitchFamily="18" charset="0"/>
              </a:rPr>
              <a:t>FOLLOW</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A</a:t>
            </a:r>
            <a:r>
              <a:rPr lang="en-US" altLang="zh-CN" sz="2000" b="1" dirty="0">
                <a:solidFill>
                  <a:schemeClr val="tx1"/>
                </a:solidFill>
                <a:cs typeface="Times New Roman" panose="02020603050405020304" pitchFamily="18" charset="0"/>
              </a:rPr>
              <a:t>) = { </a:t>
            </a:r>
            <a:r>
              <a:rPr lang="en-US" altLang="zh-CN" sz="2000" b="1" i="1" dirty="0">
                <a:solidFill>
                  <a:schemeClr val="tx1"/>
                </a:solidFill>
                <a:cs typeface="Times New Roman" panose="02020603050405020304" pitchFamily="18" charset="0"/>
              </a:rPr>
              <a:t>a </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 S</a:t>
            </a:r>
            <a:r>
              <a:rPr lang="en-US" altLang="zh-CN" sz="2000" b="1" dirty="0">
                <a:solidFill>
                  <a:schemeClr val="tx1"/>
                </a:solidFill>
                <a:cs typeface="Times New Roman" panose="02020603050405020304" pitchFamily="18" charset="0"/>
              </a:rPr>
              <a:t> </a:t>
            </a:r>
            <a:r>
              <a:rPr lang="en-US" altLang="zh-CN" sz="2000" b="1" dirty="0">
                <a:solidFill>
                  <a:schemeClr val="tx1"/>
                </a:solidFill>
                <a:ea typeface="楷体_GB2312"/>
                <a:cs typeface="Times New Roman" panose="02020603050405020304" pitchFamily="18" charset="0"/>
                <a:sym typeface="Symbol" panose="05050102010706020507" pitchFamily="18" charset="2"/>
              </a:rPr>
              <a:t></a:t>
            </a:r>
            <a:r>
              <a:rPr lang="en-US" altLang="zh-CN" sz="2000" b="1" dirty="0">
                <a:solidFill>
                  <a:schemeClr val="tx1"/>
                </a:solidFill>
                <a:ea typeface="楷体_GB2312"/>
                <a:cs typeface="Times New Roman" panose="02020603050405020304" pitchFamily="18" charset="0"/>
              </a:rPr>
              <a:t> </a:t>
            </a:r>
            <a:r>
              <a:rPr lang="en-US" altLang="zh-CN" sz="2000" b="1" i="1" dirty="0">
                <a:solidFill>
                  <a:schemeClr val="tx1"/>
                </a:solidFill>
                <a:ea typeface="楷体_GB2312"/>
                <a:cs typeface="Times New Roman" panose="02020603050405020304" pitchFamily="18" charset="0"/>
              </a:rPr>
              <a:t>αA</a:t>
            </a:r>
            <a:r>
              <a:rPr lang="en-US" altLang="zh-CN" sz="2000" b="1" i="1" dirty="0">
                <a:solidFill>
                  <a:srgbClr val="2D83F4"/>
                </a:solidFill>
                <a:ea typeface="楷体_GB2312"/>
                <a:cs typeface="Times New Roman" panose="02020603050405020304" pitchFamily="18" charset="0"/>
              </a:rPr>
              <a:t>a</a:t>
            </a:r>
            <a:r>
              <a:rPr lang="en-US" altLang="zh-CN" sz="2000" b="1" i="1" dirty="0">
                <a:solidFill>
                  <a:schemeClr val="tx1"/>
                </a:solidFill>
                <a:ea typeface="楷体_GB2312"/>
                <a:cs typeface="Times New Roman" panose="02020603050405020304" pitchFamily="18" charset="0"/>
              </a:rPr>
              <a:t>β</a:t>
            </a:r>
            <a:r>
              <a:rPr lang="en-US" altLang="zh-CN" sz="2000" b="1" dirty="0">
                <a:solidFill>
                  <a:schemeClr val="tx1"/>
                </a:solidFill>
                <a:ea typeface="楷体_GB2312"/>
                <a:cs typeface="Times New Roman" panose="02020603050405020304" pitchFamily="18" charset="0"/>
              </a:rPr>
              <a:t>, </a:t>
            </a:r>
            <a:r>
              <a:rPr lang="en-US" altLang="zh-CN" sz="2000" b="1" i="1" dirty="0" err="1">
                <a:solidFill>
                  <a:schemeClr val="tx1"/>
                </a:solidFill>
                <a:ea typeface="楷体_GB2312"/>
                <a:cs typeface="Times New Roman" panose="02020603050405020304" pitchFamily="18" charset="0"/>
              </a:rPr>
              <a:t>a</a:t>
            </a:r>
            <a:r>
              <a:rPr lang="en-US" altLang="zh-CN" sz="2000" b="1" dirty="0" err="1">
                <a:solidFill>
                  <a:schemeClr val="tx1"/>
                </a:solidFill>
                <a:ea typeface="楷体_GB2312"/>
                <a:cs typeface="Times New Roman" panose="02020603050405020304" pitchFamily="18" charset="0"/>
              </a:rPr>
              <a:t>∈</a:t>
            </a:r>
            <a:r>
              <a:rPr lang="en-US" altLang="zh-CN" sz="2000" b="1" i="1" dirty="0" err="1">
                <a:solidFill>
                  <a:schemeClr val="tx1"/>
                </a:solidFill>
                <a:ea typeface="楷体_GB2312"/>
                <a:cs typeface="Times New Roman" panose="02020603050405020304" pitchFamily="18" charset="0"/>
              </a:rPr>
              <a:t>V</a:t>
            </a:r>
            <a:r>
              <a:rPr lang="en-US" altLang="zh-CN" sz="2000" b="1" i="1" baseline="-25000" dirty="0" err="1">
                <a:solidFill>
                  <a:schemeClr val="tx1"/>
                </a:solidFill>
                <a:ea typeface="楷体_GB2312"/>
                <a:cs typeface="Times New Roman" panose="02020603050405020304" pitchFamily="18" charset="0"/>
              </a:rPr>
              <a:t>T</a:t>
            </a:r>
            <a:r>
              <a:rPr lang="zh-CN" altLang="en-US" sz="2000" b="1" dirty="0">
                <a:solidFill>
                  <a:schemeClr val="tx1"/>
                </a:solidFill>
                <a:ea typeface="楷体_GB2312"/>
                <a:cs typeface="Times New Roman" panose="02020603050405020304" pitchFamily="18" charset="0"/>
              </a:rPr>
              <a:t>，</a:t>
            </a:r>
            <a:r>
              <a:rPr lang="en-US" altLang="zh-CN" sz="2000" b="1" i="1" dirty="0">
                <a:solidFill>
                  <a:schemeClr val="tx1"/>
                </a:solidFill>
                <a:ea typeface="楷体_GB2312"/>
                <a:cs typeface="Times New Roman" panose="02020603050405020304" pitchFamily="18" charset="0"/>
              </a:rPr>
              <a:t>α, β</a:t>
            </a:r>
            <a:r>
              <a:rPr lang="en-US" altLang="zh-CN" sz="2000" b="1" dirty="0">
                <a:solidFill>
                  <a:schemeClr val="tx1"/>
                </a:solidFill>
                <a:ea typeface="楷体_GB2312"/>
                <a:cs typeface="Times New Roman" panose="02020603050405020304" pitchFamily="18" charset="0"/>
              </a:rPr>
              <a:t>∈(</a:t>
            </a:r>
            <a:r>
              <a:rPr lang="en-US" altLang="zh-CN" sz="2000" b="1" i="1" dirty="0">
                <a:solidFill>
                  <a:schemeClr val="tx1"/>
                </a:solidFill>
                <a:ea typeface="楷体_GB2312"/>
                <a:cs typeface="Times New Roman" panose="02020603050405020304" pitchFamily="18" charset="0"/>
              </a:rPr>
              <a:t>V</a:t>
            </a:r>
            <a:r>
              <a:rPr lang="en-US" altLang="zh-CN" sz="2000" b="1" i="1" baseline="-25000" dirty="0">
                <a:solidFill>
                  <a:schemeClr val="tx1"/>
                </a:solidFill>
                <a:ea typeface="楷体_GB2312"/>
                <a:cs typeface="Times New Roman" panose="02020603050405020304" pitchFamily="18" charset="0"/>
              </a:rPr>
              <a:t>T</a:t>
            </a:r>
            <a:r>
              <a:rPr lang="en-US" altLang="zh-CN" sz="2000" b="1" dirty="0">
                <a:solidFill>
                  <a:schemeClr val="tx1"/>
                </a:solidFill>
                <a:ea typeface="楷体_GB2312"/>
                <a:cs typeface="Times New Roman" panose="02020603050405020304" pitchFamily="18" charset="0"/>
              </a:rPr>
              <a:t>∪</a:t>
            </a:r>
            <a:r>
              <a:rPr lang="en-US" altLang="zh-CN" sz="2000" b="1" i="1" dirty="0">
                <a:solidFill>
                  <a:schemeClr val="tx1"/>
                </a:solidFill>
                <a:ea typeface="楷体_GB2312"/>
                <a:cs typeface="Times New Roman" panose="02020603050405020304" pitchFamily="18" charset="0"/>
              </a:rPr>
              <a:t>V</a:t>
            </a:r>
            <a:r>
              <a:rPr lang="en-US" altLang="zh-CN" sz="2000" b="1" i="1" baseline="-25000" dirty="0">
                <a:solidFill>
                  <a:schemeClr val="tx1"/>
                </a:solidFill>
                <a:ea typeface="楷体_GB2312"/>
                <a:cs typeface="Times New Roman" panose="02020603050405020304" pitchFamily="18" charset="0"/>
              </a:rPr>
              <a:t>N</a:t>
            </a:r>
            <a:r>
              <a:rPr lang="en-US" altLang="zh-CN" sz="2000" b="1" dirty="0">
                <a:solidFill>
                  <a:schemeClr val="tx1"/>
                </a:solidFill>
                <a:ea typeface="楷体_GB2312"/>
                <a:cs typeface="Times New Roman" panose="02020603050405020304" pitchFamily="18" charset="0"/>
              </a:rPr>
              <a:t>)</a:t>
            </a:r>
            <a:r>
              <a:rPr lang="en-US" altLang="zh-CN" sz="2000" b="1" baseline="30000" dirty="0">
                <a:solidFill>
                  <a:schemeClr val="tx1"/>
                </a:solidFill>
                <a:ea typeface="楷体_GB2312"/>
                <a:cs typeface="Times New Roman" panose="02020603050405020304" pitchFamily="18" charset="0"/>
              </a:rPr>
              <a:t>*</a:t>
            </a:r>
            <a:r>
              <a:rPr lang="en-US" altLang="zh-CN" sz="2000" b="1" dirty="0">
                <a:solidFill>
                  <a:schemeClr val="tx1"/>
                </a:solidFill>
                <a:cs typeface="Times New Roman" panose="02020603050405020304" pitchFamily="18" charset="0"/>
              </a:rPr>
              <a:t>}</a:t>
            </a:r>
          </a:p>
          <a:p>
            <a:pPr lvl="1" eaLnBrk="1" hangingPunct="1">
              <a:lnSpc>
                <a:spcPts val="2000"/>
              </a:lnSpc>
              <a:buFont typeface="Symbol" panose="05050102010706020507" pitchFamily="18" charset="2"/>
              <a:buNone/>
            </a:pPr>
            <a:endParaRPr lang="en-US" altLang="zh-CN" sz="2000" b="1" dirty="0">
              <a:solidFill>
                <a:schemeClr val="tx1"/>
              </a:solidFill>
              <a:latin typeface="楷体" panose="02010609060101010101" pitchFamily="49" charset="-122"/>
              <a:cs typeface="Times New Roman" panose="02020603050405020304" pitchFamily="18" charset="0"/>
            </a:endParaRPr>
          </a:p>
          <a:p>
            <a:pPr lvl="1" eaLnBrk="1" hangingPunct="1">
              <a:lnSpc>
                <a:spcPts val="2000"/>
              </a:lnSpc>
              <a:buFont typeface="Symbol" panose="05050102010706020507" pitchFamily="18" charset="2"/>
              <a:buNone/>
            </a:pPr>
            <a:endParaRPr lang="en-US" altLang="zh-CN" sz="2000" b="1" dirty="0">
              <a:solidFill>
                <a:schemeClr val="tx1"/>
              </a:solidFill>
              <a:latin typeface="楷体" panose="02010609060101010101" pitchFamily="49" charset="-122"/>
              <a:cs typeface="Times New Roman" panose="02020603050405020304" pitchFamily="18" charset="0"/>
            </a:endParaRPr>
          </a:p>
          <a:p>
            <a:pPr lvl="1" eaLnBrk="1" hangingPunct="1">
              <a:lnSpc>
                <a:spcPts val="2000"/>
              </a:lnSpc>
              <a:buFont typeface="Symbol" panose="05050102010706020507" pitchFamily="18" charset="2"/>
              <a:buNone/>
            </a:pPr>
            <a:r>
              <a:rPr lang="zh-CN" altLang="en-US" sz="2000" b="1" dirty="0">
                <a:solidFill>
                  <a:schemeClr val="tx1"/>
                </a:solidFill>
                <a:latin typeface="楷体" panose="02010609060101010101" pitchFamily="49" charset="-122"/>
                <a:cs typeface="Times New Roman" panose="02020603050405020304" pitchFamily="18" charset="0"/>
              </a:rPr>
              <a:t>例</a:t>
            </a:r>
            <a:endParaRPr lang="en-US" altLang="zh-CN" sz="2000" b="1" dirty="0">
              <a:solidFill>
                <a:schemeClr val="tx1"/>
              </a:solidFill>
              <a:latin typeface="楷体" panose="02010609060101010101" pitchFamily="49" charset="-122"/>
              <a:cs typeface="Times New Roman" panose="02020603050405020304" pitchFamily="18" charset="0"/>
            </a:endParaRPr>
          </a:p>
          <a:p>
            <a:pPr marL="627380" lvl="2" indent="0" eaLnBrk="1" hangingPunct="1">
              <a:lnSpc>
                <a:spcPts val="2000"/>
              </a:lnSpc>
              <a:buFont typeface="Symbol" panose="05050102010706020507" pitchFamily="18" charset="2"/>
              <a:buNone/>
            </a:pPr>
            <a:r>
              <a:rPr lang="en-US" altLang="zh-CN" b="1" dirty="0">
                <a:solidFill>
                  <a:schemeClr val="tx1"/>
                </a:solidFill>
                <a:ea typeface="楷体_GB2312"/>
                <a:cs typeface="Times New Roman" panose="02020603050405020304" pitchFamily="18" charset="0"/>
              </a:rPr>
              <a:t>(1) </a:t>
            </a:r>
            <a:r>
              <a:rPr lang="en-US" altLang="zh-CN" b="1" i="1" dirty="0">
                <a:solidFill>
                  <a:schemeClr val="tx1"/>
                </a:solidFill>
                <a:ea typeface="楷体_GB2312"/>
                <a:cs typeface="Times New Roman" panose="02020603050405020304" pitchFamily="18" charset="0"/>
              </a:rPr>
              <a:t>S </a:t>
            </a:r>
            <a:r>
              <a:rPr lang="en-US" altLang="zh-CN" b="1" dirty="0">
                <a:solidFill>
                  <a:schemeClr val="tx1"/>
                </a:solidFill>
                <a:ea typeface="楷体_GB2312"/>
                <a:cs typeface="Times New Roman" panose="02020603050405020304" pitchFamily="18" charset="0"/>
              </a:rPr>
              <a:t>→ </a:t>
            </a:r>
            <a:r>
              <a:rPr lang="en-US" altLang="zh-CN" b="1" i="1" dirty="0" err="1">
                <a:solidFill>
                  <a:schemeClr val="tx1"/>
                </a:solidFill>
                <a:ea typeface="楷体_GB2312"/>
                <a:cs typeface="Times New Roman" panose="02020603050405020304" pitchFamily="18" charset="0"/>
              </a:rPr>
              <a:t>aBC</a:t>
            </a:r>
            <a:endParaRPr lang="en-US" altLang="zh-CN" b="1" i="1" dirty="0">
              <a:solidFill>
                <a:schemeClr val="tx1"/>
              </a:solidFill>
              <a:ea typeface="楷体_GB2312"/>
              <a:cs typeface="Times New Roman" panose="02020603050405020304" pitchFamily="18" charset="0"/>
            </a:endParaRPr>
          </a:p>
          <a:p>
            <a:pPr marL="627380" lvl="2" indent="0" eaLnBrk="1" hangingPunct="1">
              <a:lnSpc>
                <a:spcPts val="2000"/>
              </a:lnSpc>
              <a:buFont typeface="Symbol" panose="05050102010706020507" pitchFamily="18" charset="2"/>
              <a:buNone/>
            </a:pPr>
            <a:r>
              <a:rPr lang="en-US" altLang="zh-CN" b="1" dirty="0">
                <a:solidFill>
                  <a:schemeClr val="tx1"/>
                </a:solidFill>
                <a:ea typeface="楷体_GB2312"/>
                <a:cs typeface="Times New Roman" panose="02020603050405020304" pitchFamily="18" charset="0"/>
              </a:rPr>
              <a:t>(2) </a:t>
            </a:r>
            <a:r>
              <a:rPr lang="en-US" altLang="zh-CN" b="1" i="1" dirty="0">
                <a:solidFill>
                  <a:schemeClr val="tx1"/>
                </a:solidFill>
                <a:ea typeface="楷体_GB2312"/>
                <a:cs typeface="Times New Roman" panose="02020603050405020304" pitchFamily="18" charset="0"/>
              </a:rPr>
              <a:t>B </a:t>
            </a:r>
            <a:r>
              <a:rPr lang="en-US" altLang="zh-CN" b="1" dirty="0">
                <a:solidFill>
                  <a:schemeClr val="tx1"/>
                </a:solidFill>
                <a:ea typeface="楷体_GB2312"/>
                <a:cs typeface="Times New Roman" panose="02020603050405020304" pitchFamily="18" charset="0"/>
              </a:rPr>
              <a:t>→ </a:t>
            </a:r>
            <a:r>
              <a:rPr lang="en-US" altLang="zh-CN" b="1" i="1" dirty="0" err="1">
                <a:solidFill>
                  <a:schemeClr val="tx1"/>
                </a:solidFill>
                <a:ea typeface="楷体_GB2312"/>
                <a:cs typeface="Times New Roman" panose="02020603050405020304" pitchFamily="18" charset="0"/>
              </a:rPr>
              <a:t>bC</a:t>
            </a:r>
            <a:endParaRPr lang="en-US" altLang="zh-CN" b="1" i="1" dirty="0">
              <a:solidFill>
                <a:schemeClr val="tx1"/>
              </a:solidFill>
              <a:ea typeface="楷体_GB2312"/>
              <a:cs typeface="Times New Roman" panose="02020603050405020304" pitchFamily="18" charset="0"/>
            </a:endParaRPr>
          </a:p>
          <a:p>
            <a:pPr marL="627380" lvl="2" indent="0" eaLnBrk="1" hangingPunct="1">
              <a:lnSpc>
                <a:spcPts val="2000"/>
              </a:lnSpc>
              <a:buFont typeface="Symbol" panose="05050102010706020507" pitchFamily="18" charset="2"/>
              <a:buNone/>
            </a:pPr>
            <a:r>
              <a:rPr lang="en-US" altLang="zh-CN" b="1" dirty="0">
                <a:solidFill>
                  <a:schemeClr val="tx1"/>
                </a:solidFill>
                <a:ea typeface="楷体_GB2312"/>
                <a:cs typeface="Times New Roman" panose="02020603050405020304" pitchFamily="18" charset="0"/>
              </a:rPr>
              <a:t>(3) </a:t>
            </a:r>
            <a:r>
              <a:rPr lang="en-US" altLang="zh-CN" b="1" i="1" dirty="0">
                <a:solidFill>
                  <a:schemeClr val="tx1"/>
                </a:solidFill>
                <a:ea typeface="楷体_GB2312"/>
                <a:cs typeface="Times New Roman" panose="02020603050405020304" pitchFamily="18" charset="0"/>
              </a:rPr>
              <a:t>B </a:t>
            </a:r>
            <a:r>
              <a:rPr lang="en-US" altLang="zh-CN" b="1" dirty="0">
                <a:solidFill>
                  <a:schemeClr val="tx1"/>
                </a:solidFill>
                <a:ea typeface="楷体_GB2312"/>
                <a:cs typeface="Times New Roman" panose="02020603050405020304" pitchFamily="18" charset="0"/>
              </a:rPr>
              <a:t>→ </a:t>
            </a:r>
            <a:r>
              <a:rPr lang="en-US" altLang="zh-CN" b="1" i="1" dirty="0">
                <a:solidFill>
                  <a:schemeClr val="tx1"/>
                </a:solidFill>
                <a:ea typeface="楷体_GB2312"/>
                <a:cs typeface="Times New Roman" panose="02020603050405020304" pitchFamily="18" charset="0"/>
              </a:rPr>
              <a:t>dB</a:t>
            </a:r>
          </a:p>
          <a:p>
            <a:pPr marL="627380" lvl="2" indent="0" eaLnBrk="1" hangingPunct="1">
              <a:lnSpc>
                <a:spcPts val="2000"/>
              </a:lnSpc>
              <a:buFont typeface="Symbol" panose="05050102010706020507" pitchFamily="18" charset="2"/>
              <a:buNone/>
            </a:pPr>
            <a:r>
              <a:rPr lang="en-US" altLang="zh-CN" b="1" dirty="0">
                <a:solidFill>
                  <a:schemeClr val="tx1"/>
                </a:solidFill>
                <a:ea typeface="楷体_GB2312"/>
                <a:cs typeface="Times New Roman" panose="02020603050405020304" pitchFamily="18" charset="0"/>
              </a:rPr>
              <a:t>(4) </a:t>
            </a:r>
            <a:r>
              <a:rPr lang="en-US" altLang="zh-CN" b="1" i="1" dirty="0">
                <a:solidFill>
                  <a:schemeClr val="tx1"/>
                </a:solidFill>
                <a:ea typeface="楷体_GB2312"/>
                <a:cs typeface="Times New Roman" panose="02020603050405020304" pitchFamily="18" charset="0"/>
              </a:rPr>
              <a:t>B </a:t>
            </a:r>
            <a:r>
              <a:rPr lang="en-US" altLang="zh-CN" b="1" dirty="0">
                <a:solidFill>
                  <a:schemeClr val="tx1"/>
                </a:solidFill>
                <a:ea typeface="楷体_GB2312"/>
                <a:cs typeface="Times New Roman" panose="02020603050405020304" pitchFamily="18" charset="0"/>
              </a:rPr>
              <a:t>→ </a:t>
            </a:r>
            <a:r>
              <a:rPr lang="en-US" altLang="zh-CN" b="1" i="1" dirty="0">
                <a:solidFill>
                  <a:schemeClr val="tx1"/>
                </a:solidFill>
                <a:ea typeface="楷体_GB2312"/>
                <a:cs typeface="Times New Roman" panose="02020603050405020304" pitchFamily="18" charset="0"/>
              </a:rPr>
              <a:t>ε</a:t>
            </a:r>
          </a:p>
          <a:p>
            <a:pPr marL="627380" lvl="2" indent="0" eaLnBrk="1" hangingPunct="1">
              <a:lnSpc>
                <a:spcPts val="2000"/>
              </a:lnSpc>
              <a:buFont typeface="Symbol" panose="05050102010706020507" pitchFamily="18" charset="2"/>
              <a:buNone/>
            </a:pPr>
            <a:r>
              <a:rPr lang="en-US" altLang="zh-CN" b="1" dirty="0">
                <a:solidFill>
                  <a:schemeClr val="tx1"/>
                </a:solidFill>
                <a:ea typeface="楷体_GB2312"/>
                <a:cs typeface="Times New Roman" panose="02020603050405020304" pitchFamily="18" charset="0"/>
              </a:rPr>
              <a:t>(5) </a:t>
            </a:r>
            <a:r>
              <a:rPr lang="en-US" altLang="zh-CN" b="1" i="1" dirty="0">
                <a:solidFill>
                  <a:schemeClr val="tx1"/>
                </a:solidFill>
                <a:ea typeface="楷体_GB2312"/>
                <a:cs typeface="Times New Roman" panose="02020603050405020304" pitchFamily="18" charset="0"/>
              </a:rPr>
              <a:t>C </a:t>
            </a:r>
            <a:r>
              <a:rPr lang="en-US" altLang="zh-CN" b="1" dirty="0">
                <a:solidFill>
                  <a:schemeClr val="tx1"/>
                </a:solidFill>
                <a:ea typeface="楷体_GB2312"/>
                <a:cs typeface="Times New Roman" panose="02020603050405020304" pitchFamily="18" charset="0"/>
              </a:rPr>
              <a:t>→ </a:t>
            </a:r>
            <a:r>
              <a:rPr lang="en-US" altLang="zh-CN" b="1" i="1" dirty="0">
                <a:solidFill>
                  <a:schemeClr val="tx1"/>
                </a:solidFill>
                <a:ea typeface="楷体_GB2312"/>
                <a:cs typeface="Times New Roman" panose="02020603050405020304" pitchFamily="18" charset="0"/>
              </a:rPr>
              <a:t>c</a:t>
            </a:r>
            <a:endParaRPr lang="en-US" altLang="zh-CN" b="1" dirty="0">
              <a:solidFill>
                <a:schemeClr val="tx1"/>
              </a:solidFill>
              <a:ea typeface="楷体_GB2312"/>
              <a:cs typeface="Times New Roman" panose="02020603050405020304" pitchFamily="18" charset="0"/>
            </a:endParaRPr>
          </a:p>
          <a:p>
            <a:pPr marL="627380" lvl="2" indent="0" eaLnBrk="1" hangingPunct="1">
              <a:lnSpc>
                <a:spcPts val="2000"/>
              </a:lnSpc>
              <a:buFont typeface="Symbol" panose="05050102010706020507" pitchFamily="18" charset="2"/>
              <a:buNone/>
            </a:pPr>
            <a:r>
              <a:rPr lang="en-US" altLang="zh-CN" b="1" dirty="0">
                <a:solidFill>
                  <a:schemeClr val="tx1"/>
                </a:solidFill>
                <a:ea typeface="楷体_GB2312"/>
                <a:cs typeface="Times New Roman" panose="02020603050405020304" pitchFamily="18" charset="0"/>
              </a:rPr>
              <a:t>(6) </a:t>
            </a:r>
            <a:r>
              <a:rPr lang="en-US" altLang="zh-CN" b="1" i="1" dirty="0">
                <a:solidFill>
                  <a:schemeClr val="tx1"/>
                </a:solidFill>
                <a:ea typeface="楷体_GB2312"/>
                <a:cs typeface="Times New Roman" panose="02020603050405020304" pitchFamily="18" charset="0"/>
              </a:rPr>
              <a:t>C </a:t>
            </a:r>
            <a:r>
              <a:rPr lang="en-US" altLang="zh-CN" b="1" dirty="0">
                <a:solidFill>
                  <a:schemeClr val="tx1"/>
                </a:solidFill>
                <a:ea typeface="楷体_GB2312"/>
                <a:cs typeface="Times New Roman" panose="02020603050405020304" pitchFamily="18" charset="0"/>
              </a:rPr>
              <a:t>→ </a:t>
            </a:r>
            <a:r>
              <a:rPr lang="en-US" altLang="zh-CN" b="1" i="1" dirty="0">
                <a:solidFill>
                  <a:schemeClr val="tx1"/>
                </a:solidFill>
                <a:ea typeface="楷体_GB2312"/>
                <a:cs typeface="Times New Roman" panose="02020603050405020304" pitchFamily="18" charset="0"/>
              </a:rPr>
              <a:t>a</a:t>
            </a:r>
          </a:p>
          <a:p>
            <a:pPr marL="627380" lvl="2" indent="0" eaLnBrk="1" hangingPunct="1">
              <a:lnSpc>
                <a:spcPts val="2000"/>
              </a:lnSpc>
              <a:buNone/>
            </a:pPr>
            <a:r>
              <a:rPr lang="en-US" altLang="zh-CN" dirty="0">
                <a:ea typeface="楷体_GB2312"/>
                <a:cs typeface="Times New Roman" panose="02020603050405020304" pitchFamily="18" charset="0"/>
              </a:rPr>
              <a:t>(7) </a:t>
            </a:r>
            <a:r>
              <a:rPr lang="en-US" altLang="zh-CN" i="1" dirty="0">
                <a:ea typeface="楷体_GB2312"/>
                <a:cs typeface="Times New Roman" panose="02020603050405020304" pitchFamily="18" charset="0"/>
              </a:rPr>
              <a:t>D → e</a:t>
            </a:r>
            <a:endParaRPr lang="en-US" altLang="zh-CN" b="1" i="1" dirty="0">
              <a:solidFill>
                <a:schemeClr val="tx1"/>
              </a:solidFill>
              <a:ea typeface="楷体_GB2312"/>
              <a:cs typeface="Times New Roman" panose="02020603050405020304" pitchFamily="18" charset="0"/>
            </a:endParaRPr>
          </a:p>
        </p:txBody>
      </p:sp>
      <p:sp>
        <p:nvSpPr>
          <p:cNvPr id="38915" name="标题 3"/>
          <p:cNvSpPr>
            <a:spLocks noGrp="1"/>
          </p:cNvSpPr>
          <p:nvPr>
            <p:ph type="title"/>
          </p:nvPr>
        </p:nvSpPr>
        <p:spPr>
          <a:xfrm>
            <a:off x="755650" y="268288"/>
            <a:ext cx="7931150" cy="358775"/>
          </a:xfrm>
        </p:spPr>
        <p:txBody>
          <a:bodyPr/>
          <a:lstStyle/>
          <a:p>
            <a:pPr>
              <a:defRPr/>
            </a:pPr>
            <a:r>
              <a:rPr lang="zh-CN" altLang="en-US" sz="3000" spc="300" dirty="0">
                <a:solidFill>
                  <a:schemeClr val="tx1"/>
                </a:solidFill>
                <a:latin typeface="微软雅黑" panose="020B0503020204020204" pitchFamily="34" charset="-122"/>
                <a:ea typeface="微软雅黑" panose="020B0503020204020204" pitchFamily="34" charset="-122"/>
              </a:rPr>
              <a:t>非终结符的后继符号集</a:t>
            </a:r>
          </a:p>
        </p:txBody>
      </p:sp>
      <p:grpSp>
        <p:nvGrpSpPr>
          <p:cNvPr id="2" name="组合 9"/>
          <p:cNvGrpSpPr/>
          <p:nvPr/>
        </p:nvGrpSpPr>
        <p:grpSpPr bwMode="auto">
          <a:xfrm>
            <a:off x="2536825" y="2787651"/>
            <a:ext cx="1837055" cy="1277273"/>
            <a:chOff x="3610053" y="4777488"/>
            <a:chExt cx="1837774" cy="1705332"/>
          </a:xfrm>
        </p:grpSpPr>
        <p:sp>
          <p:nvSpPr>
            <p:cNvPr id="38918" name="Rectangle 8"/>
            <p:cNvSpPr>
              <a:spLocks noChangeArrowheads="1"/>
            </p:cNvSpPr>
            <p:nvPr/>
          </p:nvSpPr>
          <p:spPr bwMode="auto">
            <a:xfrm>
              <a:off x="4134133" y="4777488"/>
              <a:ext cx="1313694" cy="1705332"/>
            </a:xfrm>
            <a:prstGeom prst="rect">
              <a:avLst/>
            </a:prstGeom>
            <a:noFill/>
            <a:ln w="9525">
              <a:noFill/>
              <a:miter lim="800000"/>
            </a:ln>
          </p:spPr>
          <p:txBody>
            <a:bodyPr wrap="none">
              <a:spAutoFit/>
            </a:bodyPr>
            <a:lstStyle/>
            <a:p>
              <a:pPr eaLnBrk="1" hangingPunct="1">
                <a:lnSpc>
                  <a:spcPts val="2200"/>
                </a:lnSpc>
                <a:defRPr/>
              </a:pPr>
              <a:r>
                <a:rPr lang="zh-CN" altLang="en-US" sz="2200" b="1" dirty="0">
                  <a:solidFill>
                    <a:schemeClr val="tx2">
                      <a:lumMod val="60000"/>
                      <a:lumOff val="40000"/>
                    </a:schemeClr>
                  </a:solidFill>
                  <a:latin typeface="+mn-ea"/>
                  <a:ea typeface="+mn-ea"/>
                  <a:cs typeface="Times New Roman" panose="02020603050405020304" pitchFamily="18" charset="0"/>
                </a:rPr>
                <a:t>输入符号</a:t>
              </a:r>
            </a:p>
            <a:p>
              <a:pPr eaLnBrk="1" hangingPunct="1">
                <a:lnSpc>
                  <a:spcPts val="2200"/>
                </a:lnSpc>
                <a:defRPr/>
              </a:pPr>
              <a:r>
                <a:rPr lang="en-US" altLang="zh-CN" sz="2200" b="1" i="1" dirty="0">
                  <a:solidFill>
                    <a:schemeClr val="tx2">
                      <a:lumMod val="60000"/>
                      <a:lumOff val="40000"/>
                    </a:schemeClr>
                  </a:solidFill>
                  <a:latin typeface="Times New Roman" panose="02020603050405020304" pitchFamily="18" charset="0"/>
                  <a:ea typeface="楷体_GB2312"/>
                  <a:cs typeface="Times New Roman" panose="02020603050405020304" pitchFamily="18" charset="0"/>
                </a:rPr>
                <a:t>  b</a:t>
              </a:r>
            </a:p>
            <a:p>
              <a:pPr eaLnBrk="1" hangingPunct="1">
                <a:lnSpc>
                  <a:spcPts val="2200"/>
                </a:lnSpc>
                <a:defRPr/>
              </a:pPr>
              <a:r>
                <a:rPr lang="en-US" altLang="zh-CN" sz="2200" b="1" i="1" dirty="0">
                  <a:solidFill>
                    <a:schemeClr val="tx2">
                      <a:lumMod val="60000"/>
                      <a:lumOff val="40000"/>
                    </a:schemeClr>
                  </a:solidFill>
                  <a:latin typeface="Times New Roman" panose="02020603050405020304" pitchFamily="18" charset="0"/>
                  <a:ea typeface="楷体_GB2312"/>
                  <a:cs typeface="Times New Roman" panose="02020603050405020304" pitchFamily="18" charset="0"/>
                </a:rPr>
                <a:t>  d</a:t>
              </a:r>
            </a:p>
            <a:p>
              <a:pPr eaLnBrk="1" hangingPunct="1">
                <a:defRPr/>
              </a:pPr>
              <a:r>
                <a:rPr lang="en-US" altLang="zh-CN" sz="2200" b="1" dirty="0">
                  <a:solidFill>
                    <a:schemeClr val="tx2">
                      <a:lumMod val="60000"/>
                      <a:lumOff val="40000"/>
                    </a:schemeClr>
                  </a:solidFill>
                  <a:latin typeface="Times New Roman" panose="02020603050405020304" pitchFamily="18" charset="0"/>
                  <a:ea typeface="楷体_GB2312"/>
                  <a:cs typeface="Times New Roman" panose="02020603050405020304" pitchFamily="18" charset="0"/>
                </a:rPr>
                <a:t> { </a:t>
              </a:r>
              <a:r>
                <a:rPr lang="en-US" altLang="zh-CN" sz="2200" b="1" i="1" dirty="0">
                  <a:solidFill>
                    <a:schemeClr val="tx2">
                      <a:lumMod val="60000"/>
                      <a:lumOff val="40000"/>
                    </a:schemeClr>
                  </a:solidFill>
                  <a:latin typeface="Times New Roman" panose="02020603050405020304" pitchFamily="18" charset="0"/>
                  <a:ea typeface="楷体_GB2312"/>
                  <a:cs typeface="Times New Roman" panose="02020603050405020304" pitchFamily="18" charset="0"/>
                </a:rPr>
                <a:t>a</a:t>
              </a:r>
              <a:r>
                <a:rPr lang="en-US" altLang="zh-CN" sz="2200" b="1" dirty="0">
                  <a:solidFill>
                    <a:schemeClr val="tx2">
                      <a:lumMod val="60000"/>
                      <a:lumOff val="40000"/>
                    </a:schemeClr>
                  </a:solidFill>
                  <a:latin typeface="Times New Roman" panose="02020603050405020304" pitchFamily="18" charset="0"/>
                  <a:ea typeface="楷体_GB2312"/>
                  <a:cs typeface="Times New Roman" panose="02020603050405020304" pitchFamily="18" charset="0"/>
                </a:rPr>
                <a:t>, </a:t>
              </a:r>
              <a:r>
                <a:rPr lang="en-US" altLang="zh-CN" sz="2200" b="1" i="1" dirty="0">
                  <a:solidFill>
                    <a:schemeClr val="tx2">
                      <a:lumMod val="60000"/>
                      <a:lumOff val="40000"/>
                    </a:schemeClr>
                  </a:solidFill>
                  <a:latin typeface="Times New Roman" panose="02020603050405020304" pitchFamily="18" charset="0"/>
                  <a:ea typeface="楷体_GB2312"/>
                  <a:cs typeface="Times New Roman" panose="02020603050405020304" pitchFamily="18" charset="0"/>
                </a:rPr>
                <a:t>c</a:t>
              </a:r>
              <a:r>
                <a:rPr lang="en-US" altLang="zh-CN" sz="2200" b="1" dirty="0">
                  <a:solidFill>
                    <a:schemeClr val="tx2">
                      <a:lumMod val="60000"/>
                      <a:lumOff val="40000"/>
                    </a:schemeClr>
                  </a:solidFill>
                  <a:latin typeface="Times New Roman" panose="02020603050405020304" pitchFamily="18" charset="0"/>
                  <a:ea typeface="楷体_GB2312"/>
                  <a:cs typeface="Times New Roman" panose="02020603050405020304" pitchFamily="18" charset="0"/>
                </a:rPr>
                <a:t> }</a:t>
              </a:r>
            </a:p>
          </p:txBody>
        </p:sp>
        <p:sp>
          <p:nvSpPr>
            <p:cNvPr id="38919" name="Line 9"/>
            <p:cNvSpPr>
              <a:spLocks noChangeShapeType="1"/>
            </p:cNvSpPr>
            <p:nvPr/>
          </p:nvSpPr>
          <p:spPr bwMode="auto">
            <a:xfrm flipH="1">
              <a:off x="3611642" y="5353999"/>
              <a:ext cx="649541" cy="0"/>
            </a:xfrm>
            <a:prstGeom prst="line">
              <a:avLst/>
            </a:prstGeom>
            <a:noFill/>
            <a:ln w="12700">
              <a:solidFill>
                <a:schemeClr val="tx2">
                  <a:lumMod val="60000"/>
                  <a:lumOff val="40000"/>
                </a:schemeClr>
              </a:solidFill>
              <a:round/>
              <a:tailEnd type="triangle" w="med" len="med"/>
            </a:ln>
          </p:spPr>
          <p:txBody>
            <a:bodyPr/>
            <a:lstStyle/>
            <a:p>
              <a:pPr>
                <a:defRPr/>
              </a:pPr>
              <a:endParaRPr lang="zh-CN" altLang="en-US"/>
            </a:p>
          </p:txBody>
        </p:sp>
        <p:sp>
          <p:nvSpPr>
            <p:cNvPr id="38920" name="Line 10"/>
            <p:cNvSpPr>
              <a:spLocks noChangeShapeType="1"/>
            </p:cNvSpPr>
            <p:nvPr/>
          </p:nvSpPr>
          <p:spPr bwMode="auto">
            <a:xfrm flipH="1" flipV="1">
              <a:off x="3611642" y="5835133"/>
              <a:ext cx="647954" cy="0"/>
            </a:xfrm>
            <a:prstGeom prst="line">
              <a:avLst/>
            </a:prstGeom>
            <a:noFill/>
            <a:ln w="12700">
              <a:solidFill>
                <a:schemeClr val="tx2">
                  <a:lumMod val="60000"/>
                  <a:lumOff val="40000"/>
                </a:schemeClr>
              </a:solidFill>
              <a:round/>
              <a:tailEnd type="triangle" w="med" len="med"/>
            </a:ln>
          </p:spPr>
          <p:txBody>
            <a:bodyPr/>
            <a:lstStyle/>
            <a:p>
              <a:pPr>
                <a:defRPr/>
              </a:pPr>
              <a:endParaRPr lang="zh-CN" altLang="en-US"/>
            </a:p>
          </p:txBody>
        </p:sp>
        <p:sp>
          <p:nvSpPr>
            <p:cNvPr id="38921" name="Line 11"/>
            <p:cNvSpPr>
              <a:spLocks noChangeShapeType="1"/>
            </p:cNvSpPr>
            <p:nvPr/>
          </p:nvSpPr>
          <p:spPr bwMode="auto">
            <a:xfrm flipH="1" flipV="1">
              <a:off x="3610053" y="6218766"/>
              <a:ext cx="649542" cy="0"/>
            </a:xfrm>
            <a:prstGeom prst="line">
              <a:avLst/>
            </a:prstGeom>
            <a:noFill/>
            <a:ln w="12700">
              <a:solidFill>
                <a:schemeClr val="tx2">
                  <a:lumMod val="60000"/>
                  <a:lumOff val="40000"/>
                </a:schemeClr>
              </a:solidFill>
              <a:round/>
              <a:tailEnd type="triangle" w="med" len="med"/>
            </a:ln>
          </p:spPr>
          <p:txBody>
            <a:bodyPr/>
            <a:lstStyle/>
            <a:p>
              <a:pPr>
                <a:defRPr/>
              </a:pPr>
              <a:endParaRPr lang="zh-CN" altLang="en-US"/>
            </a:p>
          </p:txBody>
        </p:sp>
      </p:grpSp>
      <p:sp>
        <p:nvSpPr>
          <p:cNvPr id="4" name="矩形 3"/>
          <p:cNvSpPr/>
          <p:nvPr/>
        </p:nvSpPr>
        <p:spPr>
          <a:xfrm>
            <a:off x="611560" y="1879600"/>
            <a:ext cx="8189540" cy="449739"/>
          </a:xfrm>
          <a:prstGeom prst="rect">
            <a:avLst/>
          </a:prstGeom>
          <a:solidFill>
            <a:schemeClr val="accent5">
              <a:lumMod val="60000"/>
              <a:lumOff val="40000"/>
            </a:schemeClr>
          </a:solidFill>
          <a:ln w="12700">
            <a:solidFill>
              <a:schemeClr val="tx1"/>
            </a:solidFill>
          </a:ln>
        </p:spPr>
        <p:txBody>
          <a:bodyPr wrap="square">
            <a:spAutoFit/>
          </a:bodyPr>
          <a:lstStyle/>
          <a:p>
            <a:pPr>
              <a:lnSpc>
                <a:spcPts val="3000"/>
              </a:lnSpc>
              <a:defRPr/>
            </a:pPr>
            <a:r>
              <a:rPr lang="zh-CN" altLang="en-US" sz="2000" b="1" dirty="0">
                <a:latin typeface="Times New Roman" panose="02020603050405020304" pitchFamily="18" charset="0"/>
                <a:ea typeface="+mn-ea"/>
                <a:cs typeface="Times New Roman" panose="02020603050405020304" pitchFamily="18" charset="0"/>
              </a:rPr>
              <a:t>如果 </a:t>
            </a:r>
            <a:r>
              <a:rPr lang="en-US" altLang="zh-CN" sz="2000" b="1" i="1" dirty="0">
                <a:latin typeface="Times New Roman" panose="02020603050405020304" pitchFamily="18" charset="0"/>
                <a:ea typeface="+mn-ea"/>
                <a:cs typeface="Times New Roman" panose="02020603050405020304" pitchFamily="18" charset="0"/>
              </a:rPr>
              <a:t>A</a:t>
            </a:r>
            <a:r>
              <a:rPr lang="zh-CN" altLang="en-US" sz="2000" b="1" dirty="0">
                <a:latin typeface="Times New Roman" panose="02020603050405020304" pitchFamily="18" charset="0"/>
                <a:ea typeface="+mn-ea"/>
                <a:cs typeface="Times New Roman" panose="02020603050405020304" pitchFamily="18" charset="0"/>
              </a:rPr>
              <a:t>是某个句型的最右符号，则将结束符“</a:t>
            </a:r>
            <a:r>
              <a:rPr lang="en-US" altLang="zh-CN" sz="2000" b="1" dirty="0">
                <a:latin typeface="Times New Roman" panose="02020603050405020304" pitchFamily="18" charset="0"/>
                <a:ea typeface="+mn-ea"/>
                <a:cs typeface="Times New Roman" panose="02020603050405020304" pitchFamily="18" charset="0"/>
              </a:rPr>
              <a:t>$</a:t>
            </a:r>
            <a:r>
              <a:rPr lang="zh-CN" altLang="en-US" sz="2000" b="1" dirty="0">
                <a:latin typeface="Times New Roman" panose="02020603050405020304" pitchFamily="18" charset="0"/>
                <a:ea typeface="+mn-ea"/>
                <a:cs typeface="Times New Roman" panose="02020603050405020304" pitchFamily="18" charset="0"/>
              </a:rPr>
              <a:t>”添加到</a:t>
            </a:r>
            <a:r>
              <a:rPr lang="en-US" altLang="zh-CN" sz="2000" b="1" i="1" dirty="0">
                <a:latin typeface="Times New Roman" panose="02020603050405020304" pitchFamily="18" charset="0"/>
                <a:ea typeface="+mn-ea"/>
                <a:cs typeface="Times New Roman" panose="02020603050405020304" pitchFamily="18" charset="0"/>
              </a:rPr>
              <a:t>FOLLOW</a:t>
            </a:r>
            <a:r>
              <a:rPr lang="en-US" altLang="zh-CN" sz="2000" b="1" dirty="0">
                <a:latin typeface="Times New Roman" panose="02020603050405020304" pitchFamily="18" charset="0"/>
                <a:ea typeface="+mn-ea"/>
                <a:cs typeface="Times New Roman" panose="02020603050405020304" pitchFamily="18" charset="0"/>
              </a:rPr>
              <a:t>(</a:t>
            </a:r>
            <a:r>
              <a:rPr lang="en-US" altLang="zh-CN" sz="2000" b="1" i="1" dirty="0">
                <a:latin typeface="Times New Roman" panose="02020603050405020304" pitchFamily="18" charset="0"/>
                <a:ea typeface="+mn-ea"/>
                <a:cs typeface="Times New Roman" panose="02020603050405020304" pitchFamily="18" charset="0"/>
              </a:rPr>
              <a:t>A</a:t>
            </a:r>
            <a:r>
              <a:rPr lang="en-US" altLang="zh-CN" sz="2000" b="1" dirty="0">
                <a:latin typeface="Times New Roman" panose="02020603050405020304" pitchFamily="18" charset="0"/>
                <a:ea typeface="+mn-ea"/>
                <a:cs typeface="Times New Roman" panose="02020603050405020304" pitchFamily="18" charset="0"/>
              </a:rPr>
              <a:t>)</a:t>
            </a:r>
            <a:r>
              <a:rPr lang="zh-CN" altLang="en-US" sz="2000" b="1" dirty="0">
                <a:latin typeface="Times New Roman" panose="02020603050405020304" pitchFamily="18" charset="0"/>
                <a:ea typeface="+mn-ea"/>
                <a:cs typeface="Times New Roman" panose="02020603050405020304" pitchFamily="18" charset="0"/>
              </a:rPr>
              <a:t>中</a:t>
            </a:r>
            <a:endParaRPr lang="zh-CN" altLang="en-US" sz="2000" dirty="0">
              <a:latin typeface="Times New Roman" panose="02020603050405020304" pitchFamily="18" charset="0"/>
              <a:ea typeface="+mn-ea"/>
              <a:cs typeface="Times New Roman" panose="02020603050405020304" pitchFamily="18" charset="0"/>
            </a:endParaRPr>
          </a:p>
        </p:txBody>
      </p:sp>
      <p:sp>
        <p:nvSpPr>
          <p:cNvPr id="5" name="矩形 4"/>
          <p:cNvSpPr/>
          <p:nvPr/>
        </p:nvSpPr>
        <p:spPr>
          <a:xfrm>
            <a:off x="5076056" y="3253434"/>
            <a:ext cx="1821332" cy="400110"/>
          </a:xfrm>
          <a:prstGeom prst="rect">
            <a:avLst/>
          </a:prstGeom>
        </p:spPr>
        <p:txBody>
          <a:bodyPr wrap="none">
            <a:spAutoFit/>
          </a:bodyPr>
          <a:lstStyle/>
          <a:p>
            <a:r>
              <a:rPr lang="en-US" altLang="zh-CN" sz="2000" b="1" i="1" dirty="0">
                <a:latin typeface="Times New Roman" panose="02020603050405020304" pitchFamily="18" charset="0"/>
                <a:ea typeface="楷体_GB2312"/>
                <a:cs typeface="Times New Roman" panose="02020603050405020304" pitchFamily="18" charset="0"/>
              </a:rPr>
              <a:t>FOLLOW</a:t>
            </a:r>
            <a:r>
              <a:rPr lang="en-US" altLang="zh-CN" sz="2000" b="1" dirty="0">
                <a:latin typeface="Times New Roman" panose="02020603050405020304" pitchFamily="18" charset="0"/>
                <a:ea typeface="楷体_GB2312"/>
                <a:cs typeface="Times New Roman" panose="02020603050405020304" pitchFamily="18" charset="0"/>
              </a:rPr>
              <a:t>(</a:t>
            </a:r>
            <a:r>
              <a:rPr lang="en-US" altLang="zh-CN" sz="2000" b="1" i="1" dirty="0">
                <a:latin typeface="Times New Roman" panose="02020603050405020304" pitchFamily="18" charset="0"/>
                <a:ea typeface="楷体_GB2312"/>
                <a:cs typeface="Times New Roman" panose="02020603050405020304" pitchFamily="18" charset="0"/>
              </a:rPr>
              <a:t>B</a:t>
            </a:r>
            <a:r>
              <a:rPr lang="en-US" altLang="zh-CN" sz="2000" b="1" dirty="0">
                <a:latin typeface="Times New Roman" panose="02020603050405020304" pitchFamily="18" charset="0"/>
                <a:ea typeface="楷体_GB2312"/>
                <a:cs typeface="Times New Roman" panose="02020603050405020304" pitchFamily="18" charset="0"/>
              </a:rPr>
              <a:t>) =</a:t>
            </a:r>
            <a:endParaRPr lang="zh-CN" altLang="en-US" sz="2000" dirty="0">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2"/>
          </p:nvPr>
        </p:nvSpPr>
        <p:spPr/>
        <p:txBody>
          <a:bodyPr/>
          <a:lstStyle/>
          <a:p>
            <a:pPr>
              <a:defRPr/>
            </a:pPr>
            <a:fld id="{EA567855-7F13-4FC5-AD61-2B82F6443E16}" type="slidenum">
              <a:rPr lang="zh-CN" altLang="en-US" smtClean="0"/>
              <a:t>31</a:t>
            </a:fld>
            <a:endParaRPr lang="en-US" altLang="zh-CN"/>
          </a:p>
        </p:txBody>
      </p:sp>
      <p:sp>
        <p:nvSpPr>
          <p:cNvPr id="6" name="矩形 5"/>
          <p:cNvSpPr/>
          <p:nvPr/>
        </p:nvSpPr>
        <p:spPr>
          <a:xfrm>
            <a:off x="4266550" y="1403119"/>
            <a:ext cx="293670" cy="400110"/>
          </a:xfrm>
          <a:prstGeom prst="rect">
            <a:avLst/>
          </a:prstGeom>
        </p:spPr>
        <p:txBody>
          <a:bodyPr wrap="none">
            <a:spAutoFit/>
          </a:bodyPr>
          <a:lstStyle/>
          <a:p>
            <a:r>
              <a:rPr lang="en-US" altLang="zh-CN" sz="2000" b="1" baseline="30000" dirty="0">
                <a:ea typeface="楷体_GB2312"/>
                <a:cs typeface="Times New Roman" panose="02020603050405020304" pitchFamily="18" charset="0"/>
              </a:rPr>
              <a:t>*</a:t>
            </a:r>
            <a:endParaRPr lang="zh-CN" altLang="en-US" sz="2000" dirty="0"/>
          </a:p>
        </p:txBody>
      </p:sp>
      <p:sp>
        <p:nvSpPr>
          <p:cNvPr id="8" name="矩形 7"/>
          <p:cNvSpPr/>
          <p:nvPr/>
        </p:nvSpPr>
        <p:spPr>
          <a:xfrm>
            <a:off x="6783315" y="3253434"/>
            <a:ext cx="816249" cy="369332"/>
          </a:xfrm>
          <a:prstGeom prst="rect">
            <a:avLst/>
          </a:prstGeom>
        </p:spPr>
        <p:txBody>
          <a:bodyPr wrap="none">
            <a:spAutoFit/>
          </a:bodyPr>
          <a:lstStyle/>
          <a:p>
            <a:r>
              <a:rPr lang="en-US" altLang="zh-CN" b="1" dirty="0">
                <a:latin typeface="Times New Roman" panose="02020603050405020304" pitchFamily="18" charset="0"/>
                <a:ea typeface="楷体_GB2312"/>
                <a:cs typeface="Times New Roman" panose="02020603050405020304" pitchFamily="18" charset="0"/>
              </a:rPr>
              <a:t>{ </a:t>
            </a:r>
            <a:r>
              <a:rPr lang="en-US" altLang="zh-CN" b="1" i="1" dirty="0">
                <a:latin typeface="Times New Roman" panose="02020603050405020304" pitchFamily="18" charset="0"/>
                <a:ea typeface="楷体_GB2312"/>
                <a:cs typeface="Times New Roman" panose="02020603050405020304" pitchFamily="18" charset="0"/>
              </a:rPr>
              <a:t>a</a:t>
            </a:r>
            <a:r>
              <a:rPr lang="en-US" altLang="zh-CN" b="1" dirty="0">
                <a:latin typeface="Times New Roman" panose="02020603050405020304" pitchFamily="18" charset="0"/>
                <a:ea typeface="楷体_GB2312"/>
                <a:cs typeface="Times New Roman" panose="02020603050405020304" pitchFamily="18" charset="0"/>
              </a:rPr>
              <a:t>, </a:t>
            </a:r>
            <a:r>
              <a:rPr lang="en-US" altLang="zh-CN" b="1" i="1" dirty="0">
                <a:latin typeface="Times New Roman" panose="02020603050405020304" pitchFamily="18" charset="0"/>
                <a:ea typeface="楷体_GB2312"/>
                <a:cs typeface="Times New Roman" panose="02020603050405020304" pitchFamily="18" charset="0"/>
              </a:rPr>
              <a:t>c </a:t>
            </a:r>
            <a:r>
              <a:rPr lang="en-US" altLang="zh-CN" b="1" dirty="0">
                <a:latin typeface="Times New Roman" panose="02020603050405020304" pitchFamily="18" charset="0"/>
                <a:ea typeface="楷体_GB2312"/>
                <a:cs typeface="Times New Roman" panose="02020603050405020304" pitchFamily="18" charset="0"/>
              </a:rPr>
              <a:t>}</a:t>
            </a:r>
            <a:endParaRPr lang="zh-CN" altLang="en-US" dirty="0"/>
          </a:p>
        </p:txBody>
      </p:sp>
      <p:sp>
        <p:nvSpPr>
          <p:cNvPr id="9" name="矩形 8"/>
          <p:cNvSpPr/>
          <p:nvPr/>
        </p:nvSpPr>
        <p:spPr>
          <a:xfrm>
            <a:off x="3254773" y="3971840"/>
            <a:ext cx="939681" cy="400110"/>
          </a:xfrm>
          <a:prstGeom prst="rect">
            <a:avLst/>
          </a:prstGeom>
        </p:spPr>
        <p:txBody>
          <a:bodyPr wrap="none">
            <a:spAutoFit/>
          </a:bodyPr>
          <a:lstStyle/>
          <a:p>
            <a:r>
              <a:rPr lang="en-US" altLang="zh-CN" sz="2000" b="1" i="1" dirty="0">
                <a:solidFill>
                  <a:schemeClr val="tx2">
                    <a:lumMod val="60000"/>
                    <a:lumOff val="40000"/>
                  </a:schemeClr>
                </a:solidFill>
                <a:latin typeface="Times New Roman" panose="02020603050405020304" pitchFamily="18" charset="0"/>
                <a:ea typeface="+mn-ea"/>
                <a:cs typeface="Times New Roman" panose="02020603050405020304" pitchFamily="18" charset="0"/>
              </a:rPr>
              <a:t>e  </a:t>
            </a:r>
            <a:r>
              <a:rPr lang="zh-CN" altLang="en-US" sz="2000" b="1" dirty="0">
                <a:solidFill>
                  <a:schemeClr val="tx2">
                    <a:lumMod val="60000"/>
                    <a:lumOff val="40000"/>
                  </a:schemeClr>
                </a:solidFill>
                <a:latin typeface="Times New Roman" panose="02020603050405020304" pitchFamily="18" charset="0"/>
                <a:ea typeface="+mn-ea"/>
                <a:cs typeface="Times New Roman" panose="02020603050405020304" pitchFamily="18" charset="0"/>
              </a:rPr>
              <a:t>失败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 calcmode="lin" valueType="num">
                                      <p:cBhvr>
                                        <p:cTn id="14"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16" dur="500"/>
                                        <p:tgtEl>
                                          <p:spTgt spid="3">
                                            <p:txEl>
                                              <p:pRg st="5" end="5"/>
                                            </p:txEl>
                                          </p:spTgt>
                                        </p:tgtEl>
                                      </p:cBhvr>
                                    </p:animEffect>
                                  </p:childTnLst>
                                </p:cTn>
                              </p:par>
                              <p:par>
                                <p:cTn id="17" presetID="53" presetClass="entr" presetSubtype="16"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p:cTn id="19"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21" dur="500"/>
                                        <p:tgtEl>
                                          <p:spTgt spid="3">
                                            <p:txEl>
                                              <p:pRg st="6" end="6"/>
                                            </p:txEl>
                                          </p:spTgt>
                                        </p:tgtEl>
                                      </p:cBhvr>
                                    </p:animEffect>
                                  </p:childTnLst>
                                </p:cTn>
                              </p:par>
                              <p:par>
                                <p:cTn id="22" presetID="53" presetClass="entr" presetSubtype="16"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 calcmode="lin" valueType="num">
                                      <p:cBhvr>
                                        <p:cTn id="24"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25"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26" dur="500"/>
                                        <p:tgtEl>
                                          <p:spTgt spid="3">
                                            <p:txEl>
                                              <p:pRg st="7" end="7"/>
                                            </p:txEl>
                                          </p:spTgt>
                                        </p:tgtEl>
                                      </p:cBhvr>
                                    </p:animEffect>
                                  </p:childTnLst>
                                </p:cTn>
                              </p:par>
                              <p:par>
                                <p:cTn id="27" presetID="53" presetClass="entr" presetSubtype="16"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 calcmode="lin" valueType="num">
                                      <p:cBhvr>
                                        <p:cTn id="29"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30"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31" dur="500"/>
                                        <p:tgtEl>
                                          <p:spTgt spid="3">
                                            <p:txEl>
                                              <p:pRg st="8" end="8"/>
                                            </p:txEl>
                                          </p:spTgt>
                                        </p:tgtEl>
                                      </p:cBhvr>
                                    </p:animEffect>
                                  </p:childTnLst>
                                </p:cTn>
                              </p:par>
                              <p:par>
                                <p:cTn id="32" presetID="53" presetClass="entr" presetSubtype="16" fill="hold"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 calcmode="lin" valueType="num">
                                      <p:cBhvr>
                                        <p:cTn id="34" dur="500" fill="hold"/>
                                        <p:tgtEl>
                                          <p:spTgt spid="3">
                                            <p:txEl>
                                              <p:pRg st="9" end="9"/>
                                            </p:txEl>
                                          </p:spTgt>
                                        </p:tgtEl>
                                        <p:attrNameLst>
                                          <p:attrName>ppt_w</p:attrName>
                                        </p:attrNameLst>
                                      </p:cBhvr>
                                      <p:tavLst>
                                        <p:tav tm="0">
                                          <p:val>
                                            <p:fltVal val="0"/>
                                          </p:val>
                                        </p:tav>
                                        <p:tav tm="100000">
                                          <p:val>
                                            <p:strVal val="#ppt_w"/>
                                          </p:val>
                                        </p:tav>
                                      </p:tavLst>
                                    </p:anim>
                                    <p:anim calcmode="lin" valueType="num">
                                      <p:cBhvr>
                                        <p:cTn id="35" dur="500" fill="hold"/>
                                        <p:tgtEl>
                                          <p:spTgt spid="3">
                                            <p:txEl>
                                              <p:pRg st="9" end="9"/>
                                            </p:txEl>
                                          </p:spTgt>
                                        </p:tgtEl>
                                        <p:attrNameLst>
                                          <p:attrName>ppt_h</p:attrName>
                                        </p:attrNameLst>
                                      </p:cBhvr>
                                      <p:tavLst>
                                        <p:tav tm="0">
                                          <p:val>
                                            <p:fltVal val="0"/>
                                          </p:val>
                                        </p:tav>
                                        <p:tav tm="100000">
                                          <p:val>
                                            <p:strVal val="#ppt_h"/>
                                          </p:val>
                                        </p:tav>
                                      </p:tavLst>
                                    </p:anim>
                                    <p:animEffect transition="in" filter="fade">
                                      <p:cBhvr>
                                        <p:cTn id="36" dur="500"/>
                                        <p:tgtEl>
                                          <p:spTgt spid="3">
                                            <p:txEl>
                                              <p:pRg st="9" end="9"/>
                                            </p:txEl>
                                          </p:spTgt>
                                        </p:tgtEl>
                                      </p:cBhvr>
                                    </p:animEffect>
                                  </p:childTnLst>
                                </p:cTn>
                              </p:par>
                              <p:par>
                                <p:cTn id="37" presetID="53" presetClass="entr" presetSubtype="16"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 calcmode="lin" valueType="num">
                                      <p:cBhvr>
                                        <p:cTn id="39" dur="500" fill="hold"/>
                                        <p:tgtEl>
                                          <p:spTgt spid="3">
                                            <p:txEl>
                                              <p:pRg st="10" end="10"/>
                                            </p:txEl>
                                          </p:spTgt>
                                        </p:tgtEl>
                                        <p:attrNameLst>
                                          <p:attrName>ppt_w</p:attrName>
                                        </p:attrNameLst>
                                      </p:cBhvr>
                                      <p:tavLst>
                                        <p:tav tm="0">
                                          <p:val>
                                            <p:fltVal val="0"/>
                                          </p:val>
                                        </p:tav>
                                        <p:tav tm="100000">
                                          <p:val>
                                            <p:strVal val="#ppt_w"/>
                                          </p:val>
                                        </p:tav>
                                      </p:tavLst>
                                    </p:anim>
                                    <p:anim calcmode="lin" valueType="num">
                                      <p:cBhvr>
                                        <p:cTn id="40" dur="500" fill="hold"/>
                                        <p:tgtEl>
                                          <p:spTgt spid="3">
                                            <p:txEl>
                                              <p:pRg st="10" end="10"/>
                                            </p:txEl>
                                          </p:spTgt>
                                        </p:tgtEl>
                                        <p:attrNameLst>
                                          <p:attrName>ppt_h</p:attrName>
                                        </p:attrNameLst>
                                      </p:cBhvr>
                                      <p:tavLst>
                                        <p:tav tm="0">
                                          <p:val>
                                            <p:fltVal val="0"/>
                                          </p:val>
                                        </p:tav>
                                        <p:tav tm="100000">
                                          <p:val>
                                            <p:strVal val="#ppt_h"/>
                                          </p:val>
                                        </p:tav>
                                      </p:tavLst>
                                    </p:anim>
                                    <p:animEffect transition="in" filter="fade">
                                      <p:cBhvr>
                                        <p:cTn id="41" dur="500"/>
                                        <p:tgtEl>
                                          <p:spTgt spid="3">
                                            <p:txEl>
                                              <p:pRg st="10" end="10"/>
                                            </p:txEl>
                                          </p:spTgt>
                                        </p:tgtEl>
                                      </p:cBhvr>
                                    </p:animEffect>
                                  </p:childTnLst>
                                </p:cTn>
                              </p:par>
                              <p:par>
                                <p:cTn id="42" presetID="53" presetClass="entr" presetSubtype="16" fill="hold" nodeType="withEffect">
                                  <p:stCondLst>
                                    <p:cond delay="0"/>
                                  </p:stCondLst>
                                  <p:childTnLst>
                                    <p:set>
                                      <p:cBhvr>
                                        <p:cTn id="43" dur="1" fill="hold">
                                          <p:stCondLst>
                                            <p:cond delay="0"/>
                                          </p:stCondLst>
                                        </p:cTn>
                                        <p:tgtEl>
                                          <p:spTgt spid="3">
                                            <p:txEl>
                                              <p:pRg st="11" end="11"/>
                                            </p:txEl>
                                          </p:spTgt>
                                        </p:tgtEl>
                                        <p:attrNameLst>
                                          <p:attrName>style.visibility</p:attrName>
                                        </p:attrNameLst>
                                      </p:cBhvr>
                                      <p:to>
                                        <p:strVal val="visible"/>
                                      </p:to>
                                    </p:set>
                                    <p:anim calcmode="lin" valueType="num">
                                      <p:cBhvr>
                                        <p:cTn id="44" dur="500" fill="hold"/>
                                        <p:tgtEl>
                                          <p:spTgt spid="3">
                                            <p:txEl>
                                              <p:pRg st="11" end="11"/>
                                            </p:txEl>
                                          </p:spTgt>
                                        </p:tgtEl>
                                        <p:attrNameLst>
                                          <p:attrName>ppt_w</p:attrName>
                                        </p:attrNameLst>
                                      </p:cBhvr>
                                      <p:tavLst>
                                        <p:tav tm="0">
                                          <p:val>
                                            <p:fltVal val="0"/>
                                          </p:val>
                                        </p:tav>
                                        <p:tav tm="100000">
                                          <p:val>
                                            <p:strVal val="#ppt_w"/>
                                          </p:val>
                                        </p:tav>
                                      </p:tavLst>
                                    </p:anim>
                                    <p:anim calcmode="lin" valueType="num">
                                      <p:cBhvr>
                                        <p:cTn id="45" dur="500" fill="hold"/>
                                        <p:tgtEl>
                                          <p:spTgt spid="3">
                                            <p:txEl>
                                              <p:pRg st="11" end="11"/>
                                            </p:txEl>
                                          </p:spTgt>
                                        </p:tgtEl>
                                        <p:attrNameLst>
                                          <p:attrName>ppt_h</p:attrName>
                                        </p:attrNameLst>
                                      </p:cBhvr>
                                      <p:tavLst>
                                        <p:tav tm="0">
                                          <p:val>
                                            <p:fltVal val="0"/>
                                          </p:val>
                                        </p:tav>
                                        <p:tav tm="100000">
                                          <p:val>
                                            <p:strVal val="#ppt_h"/>
                                          </p:val>
                                        </p:tav>
                                      </p:tavLst>
                                    </p:anim>
                                    <p:animEffect transition="in" filter="fade">
                                      <p:cBhvr>
                                        <p:cTn id="46" dur="500"/>
                                        <p:tgtEl>
                                          <p:spTgt spid="3">
                                            <p:txEl>
                                              <p:pRg st="11" end="11"/>
                                            </p:txEl>
                                          </p:spTgt>
                                        </p:tgtEl>
                                      </p:cBhvr>
                                    </p:animEffect>
                                  </p:childTnLst>
                                </p:cTn>
                              </p:par>
                              <p:par>
                                <p:cTn id="47" presetID="53" presetClass="entr" presetSubtype="16" fill="hold" nodeType="with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 calcmode="lin" valueType="num">
                                      <p:cBhvr>
                                        <p:cTn id="49" dur="500" fill="hold"/>
                                        <p:tgtEl>
                                          <p:spTgt spid="3">
                                            <p:txEl>
                                              <p:pRg st="12" end="12"/>
                                            </p:txEl>
                                          </p:spTgt>
                                        </p:tgtEl>
                                        <p:attrNameLst>
                                          <p:attrName>ppt_w</p:attrName>
                                        </p:attrNameLst>
                                      </p:cBhvr>
                                      <p:tavLst>
                                        <p:tav tm="0">
                                          <p:val>
                                            <p:fltVal val="0"/>
                                          </p:val>
                                        </p:tav>
                                        <p:tav tm="100000">
                                          <p:val>
                                            <p:strVal val="#ppt_w"/>
                                          </p:val>
                                        </p:tav>
                                      </p:tavLst>
                                    </p:anim>
                                    <p:anim calcmode="lin" valueType="num">
                                      <p:cBhvr>
                                        <p:cTn id="50" dur="500" fill="hold"/>
                                        <p:tgtEl>
                                          <p:spTgt spid="3">
                                            <p:txEl>
                                              <p:pRg st="12" end="12"/>
                                            </p:txEl>
                                          </p:spTgt>
                                        </p:tgtEl>
                                        <p:attrNameLst>
                                          <p:attrName>ppt_h</p:attrName>
                                        </p:attrNameLst>
                                      </p:cBhvr>
                                      <p:tavLst>
                                        <p:tav tm="0">
                                          <p:val>
                                            <p:fltVal val="0"/>
                                          </p:val>
                                        </p:tav>
                                        <p:tav tm="100000">
                                          <p:val>
                                            <p:strVal val="#ppt_h"/>
                                          </p:val>
                                        </p:tav>
                                      </p:tavLst>
                                    </p:anim>
                                    <p:animEffect transition="in" filter="fade">
                                      <p:cBhvr>
                                        <p:cTn id="51" dur="500"/>
                                        <p:tgtEl>
                                          <p:spTgt spid="3">
                                            <p:txEl>
                                              <p:pRg st="12" end="1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wipe(down)">
                                      <p:cBhvr>
                                        <p:cTn id="56" dur="500"/>
                                        <p:tgtEl>
                                          <p:spTgt spid="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wipe(down)">
                                      <p:cBhvr>
                                        <p:cTn id="61" dur="500"/>
                                        <p:tgtEl>
                                          <p:spTgt spid="8"/>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nodeType="clickEffect">
                                  <p:stCondLst>
                                    <p:cond delay="0"/>
                                  </p:stCondLst>
                                  <p:childTnLst>
                                    <p:set>
                                      <p:cBhvr>
                                        <p:cTn id="65" dur="1" fill="hold">
                                          <p:stCondLst>
                                            <p:cond delay="0"/>
                                          </p:stCondLst>
                                        </p:cTn>
                                        <p:tgtEl>
                                          <p:spTgt spid="2"/>
                                        </p:tgtEl>
                                        <p:attrNameLst>
                                          <p:attrName>style.visibility</p:attrName>
                                        </p:attrNameLst>
                                      </p:cBhvr>
                                      <p:to>
                                        <p:strVal val="visible"/>
                                      </p:to>
                                    </p:set>
                                    <p:anim calcmode="lin" valueType="num">
                                      <p:cBhvr>
                                        <p:cTn id="66" dur="500" fill="hold"/>
                                        <p:tgtEl>
                                          <p:spTgt spid="2"/>
                                        </p:tgtEl>
                                        <p:attrNameLst>
                                          <p:attrName>ppt_w</p:attrName>
                                        </p:attrNameLst>
                                      </p:cBhvr>
                                      <p:tavLst>
                                        <p:tav tm="0">
                                          <p:val>
                                            <p:fltVal val="0"/>
                                          </p:val>
                                        </p:tav>
                                        <p:tav tm="100000">
                                          <p:val>
                                            <p:strVal val="#ppt_w"/>
                                          </p:val>
                                        </p:tav>
                                      </p:tavLst>
                                    </p:anim>
                                    <p:anim calcmode="lin" valueType="num">
                                      <p:cBhvr>
                                        <p:cTn id="67" dur="500" fill="hold"/>
                                        <p:tgtEl>
                                          <p:spTgt spid="2"/>
                                        </p:tgtEl>
                                        <p:attrNameLst>
                                          <p:attrName>ppt_h</p:attrName>
                                        </p:attrNameLst>
                                      </p:cBhvr>
                                      <p:tavLst>
                                        <p:tav tm="0">
                                          <p:val>
                                            <p:fltVal val="0"/>
                                          </p:val>
                                        </p:tav>
                                        <p:tav tm="100000">
                                          <p:val>
                                            <p:strVal val="#ppt_h"/>
                                          </p:val>
                                        </p:tav>
                                      </p:tavLst>
                                    </p:anim>
                                    <p:animEffect transition="in" filter="fade">
                                      <p:cBhvr>
                                        <p:cTn id="68" dur="500"/>
                                        <p:tgtEl>
                                          <p:spTgt spid="2"/>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wipe(down)">
                                      <p:cBhvr>
                                        <p:cTn id="7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8" grpId="0"/>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Grp="1" noChangeArrowheads="1"/>
          </p:cNvSpPr>
          <p:nvPr>
            <p:ph idx="1"/>
          </p:nvPr>
        </p:nvSpPr>
        <p:spPr>
          <a:xfrm>
            <a:off x="428625" y="917575"/>
            <a:ext cx="8486775" cy="3245485"/>
          </a:xfrm>
        </p:spPr>
        <p:txBody>
          <a:bodyPr/>
          <a:lstStyle/>
          <a:p>
            <a:pPr eaLnBrk="1" hangingPunct="1">
              <a:lnSpc>
                <a:spcPct val="150000"/>
              </a:lnSpc>
              <a:buClrTx/>
              <a:buFont typeface="Wingdings" panose="05000000000000000000" pitchFamily="2" charset="2"/>
              <a:buChar char="Ø"/>
              <a:defRPr/>
            </a:pPr>
            <a:r>
              <a:rPr lang="zh-CN" altLang="en-US" sz="2500" b="1" u="sng" dirty="0">
                <a:solidFill>
                  <a:schemeClr val="tx1"/>
                </a:solidFill>
                <a:cs typeface="Times New Roman" panose="02020603050405020304" pitchFamily="18" charset="0"/>
              </a:rPr>
              <a:t>产生式</a:t>
            </a:r>
            <a:r>
              <a:rPr lang="en-US" altLang="zh-CN" sz="2500" b="1" u="sng" dirty="0">
                <a:solidFill>
                  <a:schemeClr val="tx1"/>
                </a:solidFill>
                <a:cs typeface="Times New Roman" panose="02020603050405020304" pitchFamily="18" charset="0"/>
              </a:rPr>
              <a:t> </a:t>
            </a:r>
            <a:r>
              <a:rPr lang="en-US" altLang="zh-CN" sz="2500" b="1" i="1" u="sng" dirty="0">
                <a:solidFill>
                  <a:schemeClr val="tx1"/>
                </a:solidFill>
                <a:cs typeface="Times New Roman" panose="02020603050405020304" pitchFamily="18" charset="0"/>
              </a:rPr>
              <a:t>A</a:t>
            </a:r>
            <a:r>
              <a:rPr lang="en-US" altLang="zh-CN" sz="2500" b="1" u="sng" dirty="0">
                <a:solidFill>
                  <a:schemeClr val="tx1"/>
                </a:solidFill>
                <a:cs typeface="Times New Roman" panose="02020603050405020304" pitchFamily="18" charset="0"/>
              </a:rPr>
              <a:t>→</a:t>
            </a:r>
            <a:r>
              <a:rPr lang="en-US" altLang="zh-CN" sz="2500" b="1" i="1" u="sng" dirty="0">
                <a:solidFill>
                  <a:schemeClr val="tx1"/>
                </a:solidFill>
                <a:cs typeface="Times New Roman" panose="02020603050405020304" pitchFamily="18" charset="0"/>
              </a:rPr>
              <a:t>β </a:t>
            </a:r>
            <a:r>
              <a:rPr lang="zh-CN" altLang="en-US" sz="2500" b="1" u="sng" dirty="0">
                <a:solidFill>
                  <a:schemeClr val="tx1"/>
                </a:solidFill>
                <a:cs typeface="Times New Roman" panose="02020603050405020304" pitchFamily="18" charset="0"/>
              </a:rPr>
              <a:t>的</a:t>
            </a:r>
            <a:r>
              <a:rPr lang="zh-CN" altLang="en-US" sz="2500" b="1" u="sng" dirty="0">
                <a:solidFill>
                  <a:srgbClr val="FF0000"/>
                </a:solidFill>
                <a:cs typeface="Times New Roman" panose="02020603050405020304" pitchFamily="18" charset="0"/>
              </a:rPr>
              <a:t>可选集</a:t>
            </a:r>
            <a:r>
              <a:rPr lang="zh-CN" altLang="en-US" sz="2500" b="1" u="sng" dirty="0">
                <a:solidFill>
                  <a:schemeClr val="tx1"/>
                </a:solidFill>
                <a:cs typeface="Times New Roman" panose="02020603050405020304" pitchFamily="18" charset="0"/>
              </a:rPr>
              <a:t>是指可以选用该产生式进行推导时对应的</a:t>
            </a:r>
            <a:r>
              <a:rPr lang="zh-CN" altLang="en-US" sz="2500" b="1" u="sng" dirty="0">
                <a:solidFill>
                  <a:srgbClr val="0070C0"/>
                </a:solidFill>
                <a:cs typeface="Times New Roman" panose="02020603050405020304" pitchFamily="18" charset="0"/>
              </a:rPr>
              <a:t>输入符号</a:t>
            </a:r>
            <a:r>
              <a:rPr lang="zh-CN" altLang="en-US" sz="2500" b="1" u="sng" dirty="0">
                <a:solidFill>
                  <a:schemeClr val="tx1"/>
                </a:solidFill>
                <a:cs typeface="Times New Roman" panose="02020603050405020304" pitchFamily="18" charset="0"/>
              </a:rPr>
              <a:t>的</a:t>
            </a:r>
            <a:r>
              <a:rPr lang="zh-CN" altLang="en-US" sz="2500" b="1" u="sng" dirty="0">
                <a:solidFill>
                  <a:srgbClr val="0070C0"/>
                </a:solidFill>
                <a:cs typeface="Times New Roman" panose="02020603050405020304" pitchFamily="18" charset="0"/>
              </a:rPr>
              <a:t>集合</a:t>
            </a:r>
            <a:r>
              <a:rPr lang="zh-CN" altLang="en-US" sz="2500" b="1" dirty="0">
                <a:solidFill>
                  <a:schemeClr val="tx1"/>
                </a:solidFill>
                <a:cs typeface="Times New Roman" panose="02020603050405020304" pitchFamily="18" charset="0"/>
              </a:rPr>
              <a:t>，记为</a:t>
            </a:r>
            <a:r>
              <a:rPr lang="en-US" altLang="zh-CN" sz="2500" b="1" dirty="0">
                <a:solidFill>
                  <a:schemeClr val="tx1"/>
                </a:solidFill>
                <a:cs typeface="Times New Roman" panose="02020603050405020304" pitchFamily="18" charset="0"/>
              </a:rPr>
              <a:t> </a:t>
            </a:r>
            <a:r>
              <a:rPr lang="en-US" altLang="zh-CN" sz="2500" b="1" i="1" dirty="0">
                <a:solidFill>
                  <a:srgbClr val="FF0000"/>
                </a:solidFill>
                <a:cs typeface="Times New Roman" panose="02020603050405020304" pitchFamily="18" charset="0"/>
              </a:rPr>
              <a:t>SELECT</a:t>
            </a:r>
            <a:r>
              <a:rPr lang="en-US" altLang="zh-CN" sz="2500" b="1" dirty="0">
                <a:solidFill>
                  <a:srgbClr val="FF0000"/>
                </a:solidFill>
                <a:cs typeface="Times New Roman" panose="02020603050405020304" pitchFamily="18" charset="0"/>
              </a:rPr>
              <a:t>( </a:t>
            </a:r>
            <a:r>
              <a:rPr lang="en-US" altLang="zh-CN" sz="2500" b="1" i="1" dirty="0">
                <a:solidFill>
                  <a:srgbClr val="FF0000"/>
                </a:solidFill>
                <a:cs typeface="Times New Roman" panose="02020603050405020304" pitchFamily="18" charset="0"/>
              </a:rPr>
              <a:t>A</a:t>
            </a:r>
            <a:r>
              <a:rPr lang="en-US" altLang="zh-CN" sz="2500" b="1" dirty="0">
                <a:solidFill>
                  <a:srgbClr val="FF0000"/>
                </a:solidFill>
                <a:cs typeface="Times New Roman" panose="02020603050405020304" pitchFamily="18" charset="0"/>
              </a:rPr>
              <a:t>→</a:t>
            </a:r>
            <a:r>
              <a:rPr lang="en-US" altLang="zh-CN" sz="2500" b="1" i="1" dirty="0">
                <a:solidFill>
                  <a:srgbClr val="FF0000"/>
                </a:solidFill>
                <a:cs typeface="Times New Roman" panose="02020603050405020304" pitchFamily="18" charset="0"/>
              </a:rPr>
              <a:t>β </a:t>
            </a:r>
            <a:r>
              <a:rPr lang="en-US" altLang="zh-CN" sz="2500" b="1" dirty="0">
                <a:solidFill>
                  <a:srgbClr val="FF0000"/>
                </a:solidFill>
                <a:cs typeface="Times New Roman" panose="02020603050405020304" pitchFamily="18" charset="0"/>
              </a:rPr>
              <a:t>)</a:t>
            </a:r>
          </a:p>
          <a:p>
            <a:pPr lvl="1" eaLnBrk="1" hangingPunct="1">
              <a:lnSpc>
                <a:spcPct val="150000"/>
              </a:lnSpc>
              <a:buClrTx/>
              <a:buFont typeface="Wingdings" panose="05000000000000000000" pitchFamily="2" charset="2"/>
              <a:buChar char="Ø"/>
              <a:defRPr/>
            </a:pPr>
            <a:r>
              <a:rPr lang="en-US" altLang="zh-CN" sz="2500" b="1" i="1" dirty="0">
                <a:solidFill>
                  <a:schemeClr val="tx1"/>
                </a:solidFill>
                <a:cs typeface="Times New Roman" panose="02020603050405020304" pitchFamily="18" charset="0"/>
              </a:rPr>
              <a:t>SELECT</a:t>
            </a:r>
            <a:r>
              <a:rPr lang="en-US" altLang="zh-CN" sz="2500" b="1" dirty="0">
                <a:solidFill>
                  <a:schemeClr val="tx1"/>
                </a:solidFill>
                <a:cs typeface="Times New Roman" panose="02020603050405020304" pitchFamily="18" charset="0"/>
              </a:rPr>
              <a:t>( </a:t>
            </a:r>
            <a:r>
              <a:rPr lang="en-US" altLang="zh-CN" sz="2500" b="1" i="1" dirty="0" err="1">
                <a:solidFill>
                  <a:schemeClr val="tx1"/>
                </a:solidFill>
                <a:cs typeface="Times New Roman" panose="02020603050405020304" pitchFamily="18" charset="0"/>
              </a:rPr>
              <a:t>A</a:t>
            </a:r>
            <a:r>
              <a:rPr lang="en-US" altLang="zh-CN" sz="2500" b="1" dirty="0" err="1">
                <a:solidFill>
                  <a:schemeClr val="tx1"/>
                </a:solidFill>
                <a:cs typeface="Times New Roman" panose="02020603050405020304" pitchFamily="18" charset="0"/>
              </a:rPr>
              <a:t>→</a:t>
            </a:r>
            <a:r>
              <a:rPr lang="en-US" altLang="zh-CN" sz="2500" b="1" i="1" dirty="0" err="1">
                <a:solidFill>
                  <a:schemeClr val="tx1"/>
                </a:solidFill>
                <a:cs typeface="Times New Roman" panose="02020603050405020304" pitchFamily="18" charset="0"/>
              </a:rPr>
              <a:t>a</a:t>
            </a:r>
            <a:r>
              <a:rPr lang="en-US" altLang="zh-CN" sz="2500" b="1" i="1" dirty="0">
                <a:solidFill>
                  <a:schemeClr val="tx1"/>
                </a:solidFill>
                <a:cs typeface="Times New Roman" panose="02020603050405020304" pitchFamily="18" charset="0"/>
              </a:rPr>
              <a:t>β </a:t>
            </a:r>
            <a:r>
              <a:rPr lang="en-US" altLang="zh-CN" sz="2500" b="1" dirty="0">
                <a:solidFill>
                  <a:schemeClr val="tx1"/>
                </a:solidFill>
                <a:cs typeface="Times New Roman" panose="02020603050405020304" pitchFamily="18" charset="0"/>
              </a:rPr>
              <a:t>) = { </a:t>
            </a:r>
            <a:r>
              <a:rPr lang="en-US" altLang="zh-CN" sz="2500" b="1" i="1" dirty="0">
                <a:solidFill>
                  <a:schemeClr val="tx1"/>
                </a:solidFill>
                <a:cs typeface="Times New Roman" panose="02020603050405020304" pitchFamily="18" charset="0"/>
              </a:rPr>
              <a:t>a </a:t>
            </a:r>
            <a:r>
              <a:rPr lang="en-US" altLang="zh-CN" sz="2500" b="1" dirty="0">
                <a:solidFill>
                  <a:schemeClr val="tx1"/>
                </a:solidFill>
                <a:cs typeface="Times New Roman" panose="02020603050405020304" pitchFamily="18" charset="0"/>
              </a:rPr>
              <a:t>}</a:t>
            </a:r>
          </a:p>
          <a:p>
            <a:pPr lvl="1" eaLnBrk="1" hangingPunct="1">
              <a:lnSpc>
                <a:spcPct val="150000"/>
              </a:lnSpc>
              <a:buClrTx/>
              <a:buFont typeface="Wingdings" panose="05000000000000000000" pitchFamily="2" charset="2"/>
              <a:buChar char="Ø"/>
              <a:defRPr/>
            </a:pPr>
            <a:r>
              <a:rPr lang="en-US" altLang="zh-CN" sz="2500" b="1" i="1" dirty="0">
                <a:solidFill>
                  <a:schemeClr val="tx1"/>
                </a:solidFill>
                <a:cs typeface="Times New Roman" panose="02020603050405020304" pitchFamily="18" charset="0"/>
              </a:rPr>
              <a:t>SELECT</a:t>
            </a:r>
            <a:r>
              <a:rPr lang="en-US" altLang="zh-CN" sz="2500" b="1" dirty="0">
                <a:solidFill>
                  <a:schemeClr val="tx1"/>
                </a:solidFill>
                <a:cs typeface="Times New Roman" panose="02020603050405020304" pitchFamily="18" charset="0"/>
              </a:rPr>
              <a:t>( </a:t>
            </a:r>
            <a:r>
              <a:rPr lang="en-US" altLang="zh-CN" sz="2500" b="1" i="1" dirty="0" err="1">
                <a:solidFill>
                  <a:schemeClr val="tx1"/>
                </a:solidFill>
                <a:cs typeface="Times New Roman" panose="02020603050405020304" pitchFamily="18" charset="0"/>
              </a:rPr>
              <a:t>A</a:t>
            </a:r>
            <a:r>
              <a:rPr lang="en-US" altLang="zh-CN" sz="2500" b="1" dirty="0" err="1">
                <a:solidFill>
                  <a:schemeClr val="tx1"/>
                </a:solidFill>
                <a:cs typeface="Times New Roman" panose="02020603050405020304" pitchFamily="18" charset="0"/>
              </a:rPr>
              <a:t>→</a:t>
            </a:r>
            <a:r>
              <a:rPr lang="en-US" altLang="zh-CN" sz="2500" b="1" i="1" dirty="0" err="1">
                <a:solidFill>
                  <a:schemeClr val="tx1"/>
                </a:solidFill>
                <a:cs typeface="Times New Roman" panose="02020603050405020304" pitchFamily="18" charset="0"/>
              </a:rPr>
              <a:t>ε</a:t>
            </a:r>
            <a:r>
              <a:rPr lang="en-US" altLang="zh-CN" sz="2500" b="1" i="1" dirty="0">
                <a:solidFill>
                  <a:schemeClr val="tx1"/>
                </a:solidFill>
                <a:cs typeface="Times New Roman" panose="02020603050405020304" pitchFamily="18" charset="0"/>
              </a:rPr>
              <a:t> </a:t>
            </a:r>
            <a:r>
              <a:rPr lang="en-US" altLang="zh-CN" sz="2500" b="1" dirty="0">
                <a:solidFill>
                  <a:schemeClr val="tx1"/>
                </a:solidFill>
                <a:cs typeface="Times New Roman" panose="02020603050405020304" pitchFamily="18" charset="0"/>
              </a:rPr>
              <a:t>) = </a:t>
            </a:r>
            <a:r>
              <a:rPr lang="en-US" altLang="zh-CN" sz="2500" b="1" i="1" dirty="0">
                <a:solidFill>
                  <a:schemeClr val="tx1"/>
                </a:solidFill>
                <a:cs typeface="Times New Roman" panose="02020603050405020304" pitchFamily="18" charset="0"/>
              </a:rPr>
              <a:t>FOLLOW</a:t>
            </a:r>
            <a:r>
              <a:rPr lang="en-US" altLang="zh-CN" sz="2500" b="1" dirty="0">
                <a:solidFill>
                  <a:schemeClr val="tx1"/>
                </a:solidFill>
                <a:cs typeface="Times New Roman" panose="02020603050405020304" pitchFamily="18" charset="0"/>
              </a:rPr>
              <a:t>( </a:t>
            </a:r>
            <a:r>
              <a:rPr lang="en-US" altLang="zh-CN" sz="2500" b="1" i="1" dirty="0">
                <a:solidFill>
                  <a:schemeClr val="tx1"/>
                </a:solidFill>
                <a:cs typeface="Times New Roman" panose="02020603050405020304" pitchFamily="18" charset="0"/>
              </a:rPr>
              <a:t>A </a:t>
            </a:r>
            <a:r>
              <a:rPr lang="en-US" altLang="zh-CN" sz="2500" b="1" dirty="0">
                <a:solidFill>
                  <a:schemeClr val="tx1"/>
                </a:solidFill>
                <a:cs typeface="Times New Roman" panose="02020603050405020304" pitchFamily="18" charset="0"/>
              </a:rPr>
              <a:t>) </a:t>
            </a:r>
          </a:p>
          <a:p>
            <a:pPr eaLnBrk="1" hangingPunct="1">
              <a:lnSpc>
                <a:spcPct val="150000"/>
              </a:lnSpc>
              <a:defRPr/>
            </a:pPr>
            <a:r>
              <a:rPr lang="zh-CN" altLang="en-US" sz="2700" dirty="0">
                <a:latin typeface="楷体" panose="02010609060101010101" pitchFamily="49" charset="-122"/>
                <a:ea typeface="楷体" panose="02010609060101010101" pitchFamily="49" charset="-122"/>
                <a:cs typeface="Times New Roman" panose="02020603050405020304" pitchFamily="18" charset="0"/>
              </a:rPr>
              <a:t>确定预测分析的</a:t>
            </a:r>
            <a:r>
              <a:rPr lang="zh-CN" altLang="en-US" sz="27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充要条件</a:t>
            </a:r>
            <a:r>
              <a:rPr lang="zh-CN" altLang="en-US" sz="2700" dirty="0">
                <a:latin typeface="楷体" panose="02010609060101010101" pitchFamily="49" charset="-122"/>
                <a:ea typeface="楷体" panose="02010609060101010101" pitchFamily="49" charset="-122"/>
                <a:cs typeface="Times New Roman" panose="02020603050405020304" pitchFamily="18" charset="0"/>
              </a:rPr>
              <a:t>：</a:t>
            </a:r>
            <a:endParaRPr lang="en-US" altLang="zh-CN" sz="2700" dirty="0">
              <a:latin typeface="楷体" panose="02010609060101010101" pitchFamily="49" charset="-122"/>
              <a:ea typeface="楷体" panose="02010609060101010101" pitchFamily="49" charset="-122"/>
              <a:cs typeface="Times New Roman" panose="02020603050405020304" pitchFamily="18" charset="0"/>
            </a:endParaRPr>
          </a:p>
          <a:p>
            <a:pPr marL="0" indent="0" algn="ctr" eaLnBrk="1" hangingPunct="1">
              <a:lnSpc>
                <a:spcPct val="150000"/>
              </a:lnSpc>
              <a:buNone/>
              <a:defRPr/>
            </a:pPr>
            <a:r>
              <a:rPr lang="zh-CN" altLang="en-US" sz="2700" b="1" u="sng" dirty="0">
                <a:solidFill>
                  <a:schemeClr val="tx1"/>
                </a:solidFill>
                <a:latin typeface="楷体" panose="02010609060101010101" pitchFamily="49" charset="-122"/>
                <a:ea typeface="楷体" panose="02010609060101010101" pitchFamily="49" charset="-122"/>
                <a:cs typeface="Times New Roman" panose="02020603050405020304" pitchFamily="18" charset="0"/>
              </a:rPr>
              <a:t>具有</a:t>
            </a:r>
            <a:r>
              <a:rPr lang="zh-CN" altLang="en-US" sz="2700" b="1" u="sng" dirty="0">
                <a:solidFill>
                  <a:srgbClr val="0070C0"/>
                </a:solidFill>
                <a:latin typeface="楷体" panose="02010609060101010101" pitchFamily="49" charset="-122"/>
                <a:ea typeface="楷体" panose="02010609060101010101" pitchFamily="49" charset="-122"/>
                <a:cs typeface="Times New Roman" panose="02020603050405020304" pitchFamily="18" charset="0"/>
              </a:rPr>
              <a:t>相同左部</a:t>
            </a:r>
            <a:r>
              <a:rPr lang="zh-CN" altLang="en-US" sz="2700" b="1" u="sng" dirty="0">
                <a:solidFill>
                  <a:schemeClr val="tx1"/>
                </a:solidFill>
                <a:latin typeface="楷体" panose="02010609060101010101" pitchFamily="49" charset="-122"/>
                <a:ea typeface="楷体" panose="02010609060101010101" pitchFamily="49" charset="-122"/>
                <a:cs typeface="Times New Roman" panose="02020603050405020304" pitchFamily="18" charset="0"/>
              </a:rPr>
              <a:t>的产生式的</a:t>
            </a:r>
            <a:r>
              <a:rPr lang="zh-CN" altLang="en-US" sz="2700" b="1" u="sng" dirty="0">
                <a:solidFill>
                  <a:srgbClr val="0070C0"/>
                </a:solidFill>
                <a:latin typeface="楷体" panose="02010609060101010101" pitchFamily="49" charset="-122"/>
                <a:ea typeface="楷体" panose="02010609060101010101" pitchFamily="49" charset="-122"/>
                <a:cs typeface="Times New Roman" panose="02020603050405020304" pitchFamily="18" charset="0"/>
              </a:rPr>
              <a:t>可选集互不相交</a:t>
            </a:r>
          </a:p>
        </p:txBody>
      </p:sp>
      <p:sp>
        <p:nvSpPr>
          <p:cNvPr id="39939" name="标题 1"/>
          <p:cNvSpPr>
            <a:spLocks noGrp="1"/>
          </p:cNvSpPr>
          <p:nvPr>
            <p:ph type="title"/>
          </p:nvPr>
        </p:nvSpPr>
        <p:spPr>
          <a:xfrm>
            <a:off x="755650" y="268288"/>
            <a:ext cx="7931150" cy="358775"/>
          </a:xfrm>
        </p:spPr>
        <p:txBody>
          <a:bodyPr/>
          <a:lstStyle/>
          <a:p>
            <a:pPr>
              <a:defRPr/>
            </a:pPr>
            <a:r>
              <a:rPr lang="zh-CN" altLang="en-US" sz="3000" spc="300" dirty="0">
                <a:solidFill>
                  <a:schemeClr val="tx1"/>
                </a:solidFill>
                <a:latin typeface="微软雅黑" panose="020B0503020204020204" pitchFamily="34" charset="-122"/>
                <a:ea typeface="微软雅黑" panose="020B0503020204020204" pitchFamily="34" charset="-122"/>
              </a:rPr>
              <a:t>产生式的可选集</a:t>
            </a: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32</a:t>
            </a:fld>
            <a:endParaRPr lang="en-US" altLang="zh-CN"/>
          </a:p>
        </p:txBody>
      </p:sp>
      <p:grpSp>
        <p:nvGrpSpPr>
          <p:cNvPr id="6" name="组合 5"/>
          <p:cNvGrpSpPr/>
          <p:nvPr/>
        </p:nvGrpSpPr>
        <p:grpSpPr bwMode="auto">
          <a:xfrm>
            <a:off x="5508104" y="2283718"/>
            <a:ext cx="3547838" cy="1044575"/>
            <a:chOff x="3707905" y="407194"/>
            <a:chExt cx="4978895" cy="1046162"/>
          </a:xfrm>
          <a:solidFill>
            <a:schemeClr val="accent2">
              <a:lumMod val="20000"/>
              <a:lumOff val="80000"/>
            </a:schemeClr>
          </a:solidFill>
        </p:grpSpPr>
        <p:sp>
          <p:nvSpPr>
            <p:cNvPr id="7" name="云形标注 2"/>
            <p:cNvSpPr/>
            <p:nvPr/>
          </p:nvSpPr>
          <p:spPr>
            <a:xfrm>
              <a:off x="3707905" y="407194"/>
              <a:ext cx="4978895" cy="1046162"/>
            </a:xfrm>
            <a:prstGeom prst="cloudCallout">
              <a:avLst>
                <a:gd name="adj1" fmla="val -42262"/>
                <a:gd name="adj2" fmla="val 139216"/>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200" b="1" dirty="0">
                <a:solidFill>
                  <a:schemeClr val="tx1"/>
                </a:solidFill>
                <a:latin typeface="+mn-ea"/>
                <a:cs typeface="Times New Roman" panose="02020603050405020304" pitchFamily="18" charset="0"/>
              </a:endParaRPr>
            </a:p>
          </p:txBody>
        </p:sp>
        <p:sp>
          <p:nvSpPr>
            <p:cNvPr id="8" name="矩形 1"/>
            <p:cNvSpPr>
              <a:spLocks noChangeArrowheads="1"/>
            </p:cNvSpPr>
            <p:nvPr/>
          </p:nvSpPr>
          <p:spPr bwMode="auto">
            <a:xfrm>
              <a:off x="4385961" y="558255"/>
              <a:ext cx="4002464" cy="70896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zh-CN" altLang="en-US" sz="2000" b="1" dirty="0">
                  <a:ea typeface="华文楷体" panose="02010600040101010101" pitchFamily="2" charset="-122"/>
                  <a:cs typeface="Times New Roman" panose="02020603050405020304" pitchFamily="18" charset="0"/>
                </a:rPr>
                <a:t>任意形式的产生式的可选集如何求呢？</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2946">
                                            <p:txEl>
                                              <p:pRg st="1" end="1"/>
                                            </p:txEl>
                                          </p:spTgt>
                                        </p:tgtEl>
                                        <p:attrNameLst>
                                          <p:attrName>style.visibility</p:attrName>
                                        </p:attrNameLst>
                                      </p:cBhvr>
                                      <p:to>
                                        <p:strVal val="visible"/>
                                      </p:to>
                                    </p:set>
                                    <p:anim calcmode="lin" valueType="num">
                                      <p:cBhvr>
                                        <p:cTn id="7" dur="500" fill="hold"/>
                                        <p:tgtEl>
                                          <p:spTgt spid="82946">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82946">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82946">
                                            <p:txEl>
                                              <p:pRg st="1" end="1"/>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82946">
                                            <p:txEl>
                                              <p:pRg st="2" end="2"/>
                                            </p:txEl>
                                          </p:spTgt>
                                        </p:tgtEl>
                                        <p:attrNameLst>
                                          <p:attrName>style.visibility</p:attrName>
                                        </p:attrNameLst>
                                      </p:cBhvr>
                                      <p:to>
                                        <p:strVal val="visible"/>
                                      </p:to>
                                    </p:set>
                                    <p:anim calcmode="lin" valueType="num">
                                      <p:cBhvr>
                                        <p:cTn id="12" dur="500" fill="hold"/>
                                        <p:tgtEl>
                                          <p:spTgt spid="82946">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82946">
                                            <p:txEl>
                                              <p:pRg st="2" end="2"/>
                                            </p:txEl>
                                          </p:spTgt>
                                        </p:tgtEl>
                                        <p:attrNameLst>
                                          <p:attrName>ppt_h</p:attrName>
                                        </p:attrNameLst>
                                      </p:cBhvr>
                                      <p:tavLst>
                                        <p:tav tm="0">
                                          <p:val>
                                            <p:fltVal val="0"/>
                                          </p:val>
                                        </p:tav>
                                        <p:tav tm="100000">
                                          <p:val>
                                            <p:strVal val="#ppt_h"/>
                                          </p:val>
                                        </p:tav>
                                      </p:tavLst>
                                    </p:anim>
                                    <p:animEffect transition="in" filter="fade">
                                      <p:cBhvr>
                                        <p:cTn id="14" dur="500"/>
                                        <p:tgtEl>
                                          <p:spTgt spid="82946">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82946">
                                            <p:txEl>
                                              <p:pRg st="3" end="3"/>
                                            </p:txEl>
                                          </p:spTgt>
                                        </p:tgtEl>
                                        <p:attrNameLst>
                                          <p:attrName>style.visibility</p:attrName>
                                        </p:attrNameLst>
                                      </p:cBhvr>
                                      <p:to>
                                        <p:strVal val="visible"/>
                                      </p:to>
                                    </p:set>
                                    <p:anim calcmode="lin" valueType="num">
                                      <p:cBhvr>
                                        <p:cTn id="19" dur="500" fill="hold"/>
                                        <p:tgtEl>
                                          <p:spTgt spid="82946">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82946">
                                            <p:txEl>
                                              <p:pRg st="3" end="3"/>
                                            </p:txEl>
                                          </p:spTgt>
                                        </p:tgtEl>
                                        <p:attrNameLst>
                                          <p:attrName>ppt_h</p:attrName>
                                        </p:attrNameLst>
                                      </p:cBhvr>
                                      <p:tavLst>
                                        <p:tav tm="0">
                                          <p:val>
                                            <p:fltVal val="0"/>
                                          </p:val>
                                        </p:tav>
                                        <p:tav tm="100000">
                                          <p:val>
                                            <p:strVal val="#ppt_h"/>
                                          </p:val>
                                        </p:tav>
                                      </p:tavLst>
                                    </p:anim>
                                    <p:animEffect transition="in" filter="fade">
                                      <p:cBhvr>
                                        <p:cTn id="21" dur="500"/>
                                        <p:tgtEl>
                                          <p:spTgt spid="82946">
                                            <p:txEl>
                                              <p:pRg st="3" end="3"/>
                                            </p:txEl>
                                          </p:spTgt>
                                        </p:tgtEl>
                                      </p:cBhvr>
                                    </p:animEffect>
                                  </p:childTnLst>
                                </p:cTn>
                              </p:par>
                              <p:par>
                                <p:cTn id="22" presetID="53" presetClass="entr" presetSubtype="16" fill="hold" nodeType="withEffect">
                                  <p:stCondLst>
                                    <p:cond delay="0"/>
                                  </p:stCondLst>
                                  <p:childTnLst>
                                    <p:set>
                                      <p:cBhvr>
                                        <p:cTn id="23" dur="1" fill="hold">
                                          <p:stCondLst>
                                            <p:cond delay="0"/>
                                          </p:stCondLst>
                                        </p:cTn>
                                        <p:tgtEl>
                                          <p:spTgt spid="82946">
                                            <p:txEl>
                                              <p:pRg st="4" end="4"/>
                                            </p:txEl>
                                          </p:spTgt>
                                        </p:tgtEl>
                                        <p:attrNameLst>
                                          <p:attrName>style.visibility</p:attrName>
                                        </p:attrNameLst>
                                      </p:cBhvr>
                                      <p:to>
                                        <p:strVal val="visible"/>
                                      </p:to>
                                    </p:set>
                                    <p:anim calcmode="lin" valueType="num">
                                      <p:cBhvr>
                                        <p:cTn id="24" dur="500" fill="hold"/>
                                        <p:tgtEl>
                                          <p:spTgt spid="82946">
                                            <p:txEl>
                                              <p:pRg st="4" end="4"/>
                                            </p:txEl>
                                          </p:spTgt>
                                        </p:tgtEl>
                                        <p:attrNameLst>
                                          <p:attrName>ppt_w</p:attrName>
                                        </p:attrNameLst>
                                      </p:cBhvr>
                                      <p:tavLst>
                                        <p:tav tm="0">
                                          <p:val>
                                            <p:fltVal val="0"/>
                                          </p:val>
                                        </p:tav>
                                        <p:tav tm="100000">
                                          <p:val>
                                            <p:strVal val="#ppt_w"/>
                                          </p:val>
                                        </p:tav>
                                      </p:tavLst>
                                    </p:anim>
                                    <p:anim calcmode="lin" valueType="num">
                                      <p:cBhvr>
                                        <p:cTn id="25" dur="500" fill="hold"/>
                                        <p:tgtEl>
                                          <p:spTgt spid="82946">
                                            <p:txEl>
                                              <p:pRg st="4" end="4"/>
                                            </p:txEl>
                                          </p:spTgt>
                                        </p:tgtEl>
                                        <p:attrNameLst>
                                          <p:attrName>ppt_h</p:attrName>
                                        </p:attrNameLst>
                                      </p:cBhvr>
                                      <p:tavLst>
                                        <p:tav tm="0">
                                          <p:val>
                                            <p:fltVal val="0"/>
                                          </p:val>
                                        </p:tav>
                                        <p:tav tm="100000">
                                          <p:val>
                                            <p:strVal val="#ppt_h"/>
                                          </p:val>
                                        </p:tav>
                                      </p:tavLst>
                                    </p:anim>
                                    <p:animEffect transition="in" filter="fade">
                                      <p:cBhvr>
                                        <p:cTn id="26" dur="500"/>
                                        <p:tgtEl>
                                          <p:spTgt spid="82946">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Effect transition="in" filter="fade">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内容占位符 2"/>
          <p:cNvSpPr>
            <a:spLocks noGrp="1"/>
          </p:cNvSpPr>
          <p:nvPr>
            <p:ph idx="1"/>
          </p:nvPr>
        </p:nvSpPr>
        <p:spPr>
          <a:xfrm>
            <a:off x="395605" y="915670"/>
            <a:ext cx="8136890" cy="3859530"/>
          </a:xfrm>
        </p:spPr>
        <p:txBody>
          <a:bodyPr/>
          <a:lstStyle/>
          <a:p>
            <a:pPr eaLnBrk="1" hangingPunct="1">
              <a:lnSpc>
                <a:spcPts val="3000"/>
              </a:lnSpc>
              <a:buClrTx/>
              <a:buFont typeface="Wingdings" panose="05000000000000000000" pitchFamily="2" charset="2"/>
              <a:buChar char="Ø"/>
            </a:pPr>
            <a:r>
              <a:rPr lang="zh-CN" altLang="en-US" sz="2500" b="1" dirty="0">
                <a:solidFill>
                  <a:schemeClr val="tx1"/>
                </a:solidFill>
              </a:rPr>
              <a:t> </a:t>
            </a:r>
            <a:r>
              <a:rPr lang="zh-CN" altLang="en-US" sz="2500" b="1" dirty="0">
                <a:solidFill>
                  <a:srgbClr val="FF0000"/>
                </a:solidFill>
              </a:rPr>
              <a:t>串首终结符集</a:t>
            </a:r>
            <a:endParaRPr lang="en-US" altLang="zh-CN" sz="2500" b="1" dirty="0">
              <a:solidFill>
                <a:srgbClr val="FF0000"/>
              </a:solidFill>
            </a:endParaRPr>
          </a:p>
          <a:p>
            <a:pPr lvl="1" eaLnBrk="1" hangingPunct="1">
              <a:lnSpc>
                <a:spcPts val="3000"/>
              </a:lnSpc>
              <a:buClrTx/>
              <a:buFont typeface="Wingdings" panose="05000000000000000000" pitchFamily="2" charset="2"/>
              <a:buChar char="Ø"/>
            </a:pPr>
            <a:r>
              <a:rPr lang="zh-CN" altLang="en-US" sz="2400" b="1" u="sng" dirty="0">
                <a:solidFill>
                  <a:srgbClr val="0070C0"/>
                </a:solidFill>
              </a:rPr>
              <a:t>串首</a:t>
            </a:r>
            <a:r>
              <a:rPr lang="zh-CN" altLang="en-US" sz="2400" b="1" u="sng" dirty="0">
                <a:solidFill>
                  <a:schemeClr val="tx1"/>
                </a:solidFill>
              </a:rPr>
              <a:t>第一个符号，并且是</a:t>
            </a:r>
            <a:r>
              <a:rPr lang="zh-CN" altLang="en-US" sz="2400" b="1" u="sng" dirty="0">
                <a:solidFill>
                  <a:srgbClr val="0070C0"/>
                </a:solidFill>
              </a:rPr>
              <a:t>终结符</a:t>
            </a:r>
            <a:r>
              <a:rPr lang="zh-CN" altLang="en-US" sz="2400" b="1" u="sng" dirty="0">
                <a:solidFill>
                  <a:schemeClr val="tx1"/>
                </a:solidFill>
              </a:rPr>
              <a:t>。简称</a:t>
            </a:r>
            <a:r>
              <a:rPr lang="zh-CN" altLang="en-US" sz="2400" b="1" u="sng" dirty="0">
                <a:solidFill>
                  <a:srgbClr val="0070C0"/>
                </a:solidFill>
              </a:rPr>
              <a:t>首终结符。</a:t>
            </a:r>
            <a:endParaRPr lang="en-US" altLang="zh-CN" sz="2400" b="1" u="sng" dirty="0">
              <a:solidFill>
                <a:srgbClr val="0070C0"/>
              </a:solidFill>
            </a:endParaRPr>
          </a:p>
          <a:p>
            <a:pPr marL="0" indent="0" eaLnBrk="1" hangingPunct="1">
              <a:lnSpc>
                <a:spcPct val="130000"/>
              </a:lnSpc>
              <a:spcBef>
                <a:spcPts val="20"/>
              </a:spcBef>
              <a:spcAft>
                <a:spcPts val="0"/>
              </a:spcAft>
              <a:buClrTx/>
              <a:buNone/>
            </a:pPr>
            <a:r>
              <a:rPr lang="zh-CN" altLang="en-US" sz="2500" b="1" dirty="0">
                <a:solidFill>
                  <a:schemeClr val="tx1"/>
                </a:solidFill>
                <a:cs typeface="Times New Roman" panose="02020603050405020304" pitchFamily="18" charset="0"/>
              </a:rPr>
              <a:t>给定一个文法符号串</a:t>
            </a:r>
            <a:r>
              <a:rPr lang="en-US" altLang="zh-CN" sz="2500" b="1" dirty="0">
                <a:solidFill>
                  <a:schemeClr val="tx1"/>
                </a:solidFill>
                <a:cs typeface="Times New Roman" panose="02020603050405020304" pitchFamily="18" charset="0"/>
              </a:rPr>
              <a:t> </a:t>
            </a:r>
            <a:r>
              <a:rPr lang="en-US" altLang="zh-CN" sz="2500" b="1" i="1" dirty="0">
                <a:solidFill>
                  <a:schemeClr val="tx1"/>
                </a:solidFill>
                <a:cs typeface="Times New Roman" panose="02020603050405020304" pitchFamily="18" charset="0"/>
              </a:rPr>
              <a:t>α</a:t>
            </a:r>
            <a:r>
              <a:rPr lang="zh-CN" altLang="en-US" sz="2500" b="1" dirty="0">
                <a:solidFill>
                  <a:schemeClr val="tx1"/>
                </a:solidFill>
                <a:cs typeface="Times New Roman" panose="02020603050405020304" pitchFamily="18" charset="0"/>
              </a:rPr>
              <a:t>， </a:t>
            </a:r>
            <a:r>
              <a:rPr lang="en-US" altLang="zh-CN" sz="2500" b="1" i="1" dirty="0">
                <a:solidFill>
                  <a:schemeClr val="tx1"/>
                </a:solidFill>
                <a:cs typeface="Times New Roman" panose="02020603050405020304" pitchFamily="18" charset="0"/>
              </a:rPr>
              <a:t>α </a:t>
            </a:r>
            <a:r>
              <a:rPr lang="zh-CN" altLang="en-US" sz="2500" b="1" dirty="0">
                <a:solidFill>
                  <a:schemeClr val="tx1"/>
                </a:solidFill>
                <a:cs typeface="Times New Roman" panose="02020603050405020304" pitchFamily="18" charset="0"/>
              </a:rPr>
              <a:t>的</a:t>
            </a:r>
            <a:r>
              <a:rPr lang="zh-CN" altLang="en-US" sz="2500" b="1" dirty="0">
                <a:solidFill>
                  <a:srgbClr val="FF0000"/>
                </a:solidFill>
                <a:cs typeface="Times New Roman" panose="02020603050405020304" pitchFamily="18" charset="0"/>
              </a:rPr>
              <a:t>串首终结符集</a:t>
            </a:r>
            <a:r>
              <a:rPr lang="en-US" altLang="zh-CN" sz="2500" b="1" i="1" dirty="0">
                <a:solidFill>
                  <a:srgbClr val="FF0000"/>
                </a:solidFill>
                <a:cs typeface="Times New Roman" panose="02020603050405020304" pitchFamily="18" charset="0"/>
              </a:rPr>
              <a:t>FIRST</a:t>
            </a:r>
            <a:r>
              <a:rPr lang="en-US" altLang="zh-CN" sz="2500" b="1" dirty="0">
                <a:solidFill>
                  <a:srgbClr val="FF0000"/>
                </a:solidFill>
                <a:cs typeface="Times New Roman" panose="02020603050405020304" pitchFamily="18" charset="0"/>
              </a:rPr>
              <a:t>(</a:t>
            </a:r>
            <a:r>
              <a:rPr lang="en-US" altLang="zh-CN" sz="2500" b="1" i="1" dirty="0">
                <a:solidFill>
                  <a:srgbClr val="FF0000"/>
                </a:solidFill>
                <a:cs typeface="Times New Roman" panose="02020603050405020304" pitchFamily="18" charset="0"/>
              </a:rPr>
              <a:t>α</a:t>
            </a:r>
            <a:r>
              <a:rPr lang="en-US" altLang="zh-CN" sz="2500" b="1" dirty="0">
                <a:solidFill>
                  <a:srgbClr val="FF0000"/>
                </a:solidFill>
                <a:cs typeface="Times New Roman" panose="02020603050405020304" pitchFamily="18" charset="0"/>
              </a:rPr>
              <a:t>)</a:t>
            </a:r>
            <a:r>
              <a:rPr lang="zh-CN" altLang="en-US" sz="2500" b="1" dirty="0">
                <a:solidFill>
                  <a:schemeClr val="tx1"/>
                </a:solidFill>
                <a:cs typeface="Times New Roman" panose="02020603050405020304" pitchFamily="18" charset="0"/>
              </a:rPr>
              <a:t>被定义为可以从</a:t>
            </a:r>
            <a:r>
              <a:rPr lang="en-US" altLang="zh-CN" sz="2500" b="1" dirty="0">
                <a:solidFill>
                  <a:schemeClr val="tx1"/>
                </a:solidFill>
                <a:cs typeface="Times New Roman" panose="02020603050405020304" pitchFamily="18" charset="0"/>
              </a:rPr>
              <a:t> </a:t>
            </a:r>
            <a:r>
              <a:rPr lang="el-GR" altLang="zh-CN" sz="2500" b="1" i="1" dirty="0">
                <a:solidFill>
                  <a:schemeClr val="tx1"/>
                </a:solidFill>
                <a:cs typeface="Times New Roman" panose="02020603050405020304" pitchFamily="18" charset="0"/>
              </a:rPr>
              <a:t>α</a:t>
            </a:r>
            <a:r>
              <a:rPr lang="en-US" altLang="el-GR" sz="2500" b="1" i="1" dirty="0">
                <a:solidFill>
                  <a:schemeClr val="tx1"/>
                </a:solidFill>
                <a:cs typeface="Times New Roman" panose="02020603050405020304" pitchFamily="18" charset="0"/>
              </a:rPr>
              <a:t> </a:t>
            </a:r>
            <a:r>
              <a:rPr lang="zh-CN" altLang="en-US" sz="2500" b="1" dirty="0">
                <a:solidFill>
                  <a:schemeClr val="tx1"/>
                </a:solidFill>
                <a:cs typeface="Times New Roman" panose="02020603050405020304" pitchFamily="18" charset="0"/>
              </a:rPr>
              <a:t>推导出的所有</a:t>
            </a:r>
            <a:r>
              <a:rPr lang="zh-CN" altLang="en-US" sz="2500" b="1" dirty="0">
                <a:solidFill>
                  <a:srgbClr val="2D83F4"/>
                </a:solidFill>
                <a:cs typeface="Times New Roman" panose="02020603050405020304" pitchFamily="18" charset="0"/>
              </a:rPr>
              <a:t>串首终结符</a:t>
            </a:r>
            <a:r>
              <a:rPr lang="zh-CN" altLang="en-US" sz="2500" b="1" dirty="0">
                <a:solidFill>
                  <a:schemeClr val="tx1"/>
                </a:solidFill>
              </a:rPr>
              <a:t>构成的集合。</a:t>
            </a:r>
            <a:r>
              <a:rPr lang="zh-CN" altLang="en-US" sz="2500" b="1" dirty="0"/>
              <a:t>如果</a:t>
            </a:r>
            <a:r>
              <a:rPr lang="en-US" altLang="zh-CN" sz="2500" b="1" dirty="0"/>
              <a:t> </a:t>
            </a:r>
            <a:r>
              <a:rPr lang="en-US" altLang="zh-CN" sz="2500" b="1" i="1" dirty="0">
                <a:solidFill>
                  <a:srgbClr val="2D83F4"/>
                </a:solidFill>
                <a:ea typeface="楷体_GB2312"/>
                <a:cs typeface="楷体_GB2312"/>
              </a:rPr>
              <a:t>α </a:t>
            </a:r>
            <a:r>
              <a:rPr lang="en-US" altLang="zh-CN" sz="2500" b="1" dirty="0">
                <a:solidFill>
                  <a:srgbClr val="2D83F4"/>
                </a:solidFill>
                <a:ea typeface="楷体_GB2312"/>
                <a:cs typeface="楷体_GB2312"/>
                <a:sym typeface="Symbol" panose="05050102010706020507" pitchFamily="18" charset="2"/>
              </a:rPr>
              <a:t></a:t>
            </a:r>
            <a:r>
              <a:rPr lang="en-US" altLang="zh-CN" sz="2500" b="1" dirty="0">
                <a:solidFill>
                  <a:srgbClr val="2D83F4"/>
                </a:solidFill>
                <a:ea typeface="楷体_GB2312"/>
                <a:cs typeface="楷体_GB2312"/>
              </a:rPr>
              <a:t> </a:t>
            </a:r>
            <a:r>
              <a:rPr lang="en-US" altLang="zh-CN" sz="2500" b="1" i="1" dirty="0">
                <a:solidFill>
                  <a:srgbClr val="2D83F4"/>
                </a:solidFill>
                <a:ea typeface="楷体_GB2312"/>
                <a:cs typeface="楷体_GB2312"/>
              </a:rPr>
              <a:t>ε</a:t>
            </a:r>
            <a:r>
              <a:rPr lang="zh-CN" altLang="en-US" sz="2500" b="1" dirty="0">
                <a:solidFill>
                  <a:srgbClr val="2D83F4"/>
                </a:solidFill>
              </a:rPr>
              <a:t>，</a:t>
            </a:r>
            <a:r>
              <a:rPr lang="zh-CN" altLang="en-US" sz="2500" b="1" dirty="0"/>
              <a:t>那么</a:t>
            </a:r>
            <a:r>
              <a:rPr lang="en-US" altLang="zh-CN" sz="2500" b="1" dirty="0"/>
              <a:t> </a:t>
            </a:r>
            <a:r>
              <a:rPr lang="en-US" altLang="zh-CN" sz="2500" b="1" i="1" dirty="0">
                <a:solidFill>
                  <a:srgbClr val="2D83F4"/>
                </a:solidFill>
                <a:ea typeface="楷体_GB2312"/>
                <a:cs typeface="楷体_GB2312"/>
              </a:rPr>
              <a:t>ε </a:t>
            </a:r>
            <a:r>
              <a:rPr lang="zh-CN" altLang="en-US" sz="2500" b="1" dirty="0"/>
              <a:t>也在</a:t>
            </a:r>
            <a:r>
              <a:rPr lang="en-US" altLang="zh-CN" sz="2500" b="1" dirty="0"/>
              <a:t> </a:t>
            </a:r>
            <a:r>
              <a:rPr lang="en-US" altLang="zh-CN" sz="2500" b="1" i="1" dirty="0">
                <a:solidFill>
                  <a:srgbClr val="2D83F4"/>
                </a:solidFill>
              </a:rPr>
              <a:t>FIRST</a:t>
            </a:r>
            <a:r>
              <a:rPr lang="en-US" altLang="zh-CN" sz="2500" b="1" dirty="0">
                <a:solidFill>
                  <a:srgbClr val="2D83F4"/>
                </a:solidFill>
              </a:rPr>
              <a:t>(</a:t>
            </a:r>
            <a:r>
              <a:rPr lang="en-US" altLang="zh-CN" sz="2500" b="1" i="1" dirty="0">
                <a:solidFill>
                  <a:srgbClr val="2D83F4"/>
                </a:solidFill>
              </a:rPr>
              <a:t>α</a:t>
            </a:r>
            <a:r>
              <a:rPr lang="en-US" altLang="zh-CN" sz="2500" b="1" dirty="0">
                <a:solidFill>
                  <a:srgbClr val="2D83F4"/>
                </a:solidFill>
              </a:rPr>
              <a:t>) </a:t>
            </a:r>
            <a:r>
              <a:rPr lang="zh-CN" altLang="en-US" sz="2500" b="1" dirty="0"/>
              <a:t>中</a:t>
            </a:r>
            <a:endParaRPr lang="en-US" altLang="zh-CN" sz="2500" b="1" dirty="0"/>
          </a:p>
          <a:p>
            <a:pPr lvl="1" eaLnBrk="1" hangingPunct="1">
              <a:lnSpc>
                <a:spcPts val="3000"/>
              </a:lnSpc>
              <a:buClrTx/>
              <a:buFont typeface="Wingdings" panose="05000000000000000000" pitchFamily="2" charset="2"/>
              <a:buChar char="Ø"/>
            </a:pPr>
            <a:r>
              <a:rPr lang="zh-CN" altLang="en-US" sz="2400" b="1" dirty="0">
                <a:solidFill>
                  <a:schemeClr val="tx1"/>
                </a:solidFill>
                <a:latin typeface="楷体" panose="02010609060101010101" pitchFamily="49" charset="-122"/>
                <a:sym typeface="Symbol" panose="05050102010706020507" pitchFamily="18" charset="2"/>
              </a:rPr>
              <a:t>对于</a:t>
            </a:r>
            <a:r>
              <a:rPr lang="en-US" altLang="zh-CN" sz="2400" b="1" dirty="0">
                <a:solidFill>
                  <a:schemeClr val="tx1"/>
                </a:solidFill>
                <a:ea typeface="楷体_GB2312"/>
                <a:cs typeface="楷体_GB2312"/>
                <a:sym typeface="Symbol" panose="05050102010706020507" pitchFamily="18" charset="2"/>
              </a:rPr>
              <a:t> </a:t>
            </a:r>
            <a:r>
              <a:rPr lang="zh-CN" altLang="en-US" sz="2400" b="1" dirty="0">
                <a:solidFill>
                  <a:schemeClr val="tx1"/>
                </a:solidFill>
                <a:ea typeface="楷体_GB2312"/>
                <a:cs typeface="楷体_GB2312"/>
                <a:sym typeface="Symbol" panose="05050102010706020507" pitchFamily="18" charset="2"/>
              </a:rPr>
              <a:t></a:t>
            </a:r>
            <a:r>
              <a:rPr lang="en-US" altLang="zh-CN" sz="2400" b="1" i="1" dirty="0">
                <a:solidFill>
                  <a:schemeClr val="tx1"/>
                </a:solidFill>
                <a:ea typeface="楷体_GB2312"/>
                <a:cs typeface="楷体_GB2312"/>
              </a:rPr>
              <a:t>α</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V</a:t>
            </a:r>
            <a:r>
              <a:rPr lang="en-US" altLang="zh-CN" sz="2400" b="1" i="1" baseline="-25000" dirty="0">
                <a:solidFill>
                  <a:schemeClr val="tx1"/>
                </a:solidFill>
                <a:ea typeface="楷体_GB2312"/>
                <a:cs typeface="楷体_GB2312"/>
              </a:rPr>
              <a:t>T</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V </a:t>
            </a:r>
            <a:r>
              <a:rPr lang="en-US" altLang="zh-CN" sz="2400" b="1" i="1" baseline="-25000" dirty="0">
                <a:solidFill>
                  <a:schemeClr val="tx1"/>
                </a:solidFill>
                <a:ea typeface="楷体_GB2312"/>
                <a:cs typeface="楷体_GB2312"/>
              </a:rPr>
              <a:t>N</a:t>
            </a:r>
            <a:r>
              <a:rPr lang="en-US" altLang="zh-CN" sz="2400" b="1" dirty="0">
                <a:solidFill>
                  <a:schemeClr val="tx1"/>
                </a:solidFill>
                <a:ea typeface="楷体_GB2312"/>
                <a:cs typeface="楷体_GB2312"/>
              </a:rPr>
              <a:t>)</a:t>
            </a:r>
            <a:r>
              <a:rPr lang="en-US" altLang="zh-CN" sz="2400" b="1" baseline="30000" dirty="0">
                <a:solidFill>
                  <a:schemeClr val="tx1"/>
                </a:solidFill>
                <a:ea typeface="楷体_GB2312"/>
                <a:cs typeface="楷体_GB2312"/>
              </a:rPr>
              <a:t>+</a:t>
            </a:r>
            <a:r>
              <a:rPr lang="en-US" altLang="zh-CN" sz="2400" b="1" dirty="0">
                <a:solidFill>
                  <a:schemeClr val="tx1"/>
                </a:solidFill>
                <a:ea typeface="楷体_GB2312"/>
                <a:cs typeface="楷体_GB2312"/>
              </a:rPr>
              <a:t>, </a:t>
            </a:r>
          </a:p>
          <a:p>
            <a:pPr marL="303530" lvl="1" indent="0" algn="ctr" eaLnBrk="1" hangingPunct="1">
              <a:lnSpc>
                <a:spcPts val="3000"/>
              </a:lnSpc>
              <a:buClrTx/>
              <a:buNone/>
            </a:pPr>
            <a:r>
              <a:rPr lang="en-US" altLang="zh-CN" sz="2400" b="1" i="1" dirty="0">
                <a:solidFill>
                  <a:srgbClr val="0070C0"/>
                </a:solidFill>
                <a:ea typeface="楷体_GB2312"/>
                <a:cs typeface="楷体_GB2312"/>
              </a:rPr>
              <a:t>FIRST</a:t>
            </a:r>
            <a:r>
              <a:rPr lang="en-US" altLang="zh-CN" sz="2400" b="1" dirty="0">
                <a:solidFill>
                  <a:srgbClr val="0070C0"/>
                </a:solidFill>
                <a:ea typeface="楷体_GB2312"/>
                <a:cs typeface="楷体_GB2312"/>
              </a:rPr>
              <a:t>(</a:t>
            </a:r>
            <a:r>
              <a:rPr lang="en-US" altLang="zh-CN" sz="2400" b="1" i="1" dirty="0">
                <a:solidFill>
                  <a:srgbClr val="0070C0"/>
                </a:solidFill>
                <a:ea typeface="楷体_GB2312"/>
                <a:cs typeface="楷体_GB2312"/>
              </a:rPr>
              <a:t>α</a:t>
            </a:r>
            <a:r>
              <a:rPr lang="en-US" altLang="zh-CN" sz="2400" b="1" dirty="0">
                <a:solidFill>
                  <a:srgbClr val="0070C0"/>
                </a:solidFill>
                <a:ea typeface="楷体_GB2312"/>
                <a:cs typeface="楷体_GB2312"/>
              </a:rPr>
              <a:t>) </a:t>
            </a:r>
            <a:r>
              <a:rPr lang="en-US" altLang="zh-CN" sz="2400" b="1" dirty="0">
                <a:solidFill>
                  <a:schemeClr val="tx1"/>
                </a:solidFill>
                <a:ea typeface="楷体_GB2312"/>
                <a:cs typeface="楷体_GB2312"/>
              </a:rPr>
              <a:t>= { </a:t>
            </a:r>
            <a:r>
              <a:rPr lang="en-US" altLang="zh-CN" sz="2400" b="1" i="1" dirty="0">
                <a:solidFill>
                  <a:schemeClr val="tx1"/>
                </a:solidFill>
                <a:ea typeface="楷体_GB2312"/>
                <a:cs typeface="楷体_GB2312"/>
              </a:rPr>
              <a:t>a</a:t>
            </a:r>
            <a:r>
              <a:rPr lang="en-US" altLang="zh-CN" sz="2400" b="1" dirty="0">
                <a:solidFill>
                  <a:schemeClr val="tx1"/>
                </a:solidFill>
                <a:ea typeface="楷体_GB2312"/>
                <a:cs typeface="楷体_GB2312"/>
              </a:rPr>
              <a:t> | </a:t>
            </a:r>
            <a:r>
              <a:rPr lang="en-US" altLang="zh-CN" sz="2400" b="1" i="1" dirty="0">
                <a:solidFill>
                  <a:schemeClr val="tx1"/>
                </a:solidFill>
                <a:ea typeface="楷体_GB2312"/>
                <a:cs typeface="楷体_GB2312"/>
              </a:rPr>
              <a:t>α </a:t>
            </a:r>
            <a:r>
              <a:rPr lang="en-US" altLang="zh-CN" sz="2400" b="1" dirty="0">
                <a:solidFill>
                  <a:schemeClr val="tx1"/>
                </a:solidFill>
                <a:ea typeface="楷体_GB2312"/>
                <a:cs typeface="楷体_GB2312"/>
                <a:sym typeface="Symbol" panose="05050102010706020507" pitchFamily="18" charset="2"/>
              </a:rPr>
              <a:t></a:t>
            </a:r>
            <a:r>
              <a:rPr lang="en-US" altLang="zh-CN" sz="2400" b="1" dirty="0">
                <a:solidFill>
                  <a:srgbClr val="FF0000"/>
                </a:solidFill>
                <a:ea typeface="楷体_GB2312"/>
                <a:cs typeface="楷体_GB2312"/>
              </a:rPr>
              <a:t> </a:t>
            </a:r>
            <a:r>
              <a:rPr lang="en-US" altLang="zh-CN" sz="2400" b="1" i="1" dirty="0">
                <a:solidFill>
                  <a:schemeClr val="tx1"/>
                </a:solidFill>
                <a:ea typeface="楷体_GB2312"/>
                <a:cs typeface="楷体_GB2312"/>
              </a:rPr>
              <a:t>aβ</a:t>
            </a:r>
            <a:r>
              <a:rPr lang="zh-CN" altLang="en-US" sz="2400" b="1" dirty="0">
                <a:solidFill>
                  <a:schemeClr val="tx1"/>
                </a:solidFill>
                <a:ea typeface="楷体_GB2312"/>
                <a:cs typeface="楷体_GB2312"/>
              </a:rPr>
              <a:t>，</a:t>
            </a:r>
            <a:r>
              <a:rPr lang="en-US" altLang="zh-CN" sz="2400" b="1" i="1" dirty="0">
                <a:solidFill>
                  <a:schemeClr val="tx1"/>
                </a:solidFill>
                <a:ea typeface="楷体_GB2312"/>
                <a:cs typeface="楷体_GB2312"/>
              </a:rPr>
              <a:t>a</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 V</a:t>
            </a:r>
            <a:r>
              <a:rPr lang="en-US" altLang="zh-CN" sz="2400" b="1" i="1" baseline="-25000" dirty="0">
                <a:solidFill>
                  <a:schemeClr val="tx1"/>
                </a:solidFill>
                <a:ea typeface="楷体_GB2312"/>
                <a:cs typeface="楷体_GB2312"/>
              </a:rPr>
              <a:t>T</a:t>
            </a:r>
            <a:r>
              <a:rPr lang="zh-CN" altLang="en-US" sz="2400" b="1" dirty="0">
                <a:solidFill>
                  <a:schemeClr val="tx1"/>
                </a:solidFill>
                <a:ea typeface="楷体_GB2312"/>
                <a:cs typeface="楷体_GB2312"/>
              </a:rPr>
              <a:t>，</a:t>
            </a:r>
            <a:r>
              <a:rPr lang="en-US" altLang="zh-CN" sz="2400" b="1" i="1" dirty="0">
                <a:solidFill>
                  <a:schemeClr val="tx1"/>
                </a:solidFill>
                <a:ea typeface="楷体_GB2312"/>
                <a:cs typeface="楷体_GB2312"/>
              </a:rPr>
              <a:t>β</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V </a:t>
            </a:r>
            <a:r>
              <a:rPr lang="en-US" altLang="zh-CN" sz="2400" b="1" i="1" baseline="-25000" dirty="0">
                <a:solidFill>
                  <a:schemeClr val="tx1"/>
                </a:solidFill>
                <a:ea typeface="楷体_GB2312"/>
                <a:cs typeface="楷体_GB2312"/>
              </a:rPr>
              <a:t>T</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 V </a:t>
            </a:r>
            <a:r>
              <a:rPr lang="en-US" altLang="zh-CN" sz="2400" b="1" i="1" baseline="-25000" dirty="0">
                <a:solidFill>
                  <a:schemeClr val="tx1"/>
                </a:solidFill>
                <a:ea typeface="楷体_GB2312"/>
                <a:cs typeface="楷体_GB2312"/>
              </a:rPr>
              <a:t>N</a:t>
            </a:r>
            <a:r>
              <a:rPr lang="en-US" altLang="zh-CN" sz="2400" b="1" dirty="0">
                <a:solidFill>
                  <a:schemeClr val="tx1"/>
                </a:solidFill>
                <a:ea typeface="楷体_GB2312"/>
                <a:cs typeface="楷体_GB2312"/>
              </a:rPr>
              <a:t>)</a:t>
            </a:r>
            <a:r>
              <a:rPr lang="en-US" altLang="zh-CN" sz="2400" b="1" baseline="30000" dirty="0">
                <a:solidFill>
                  <a:schemeClr val="tx1"/>
                </a:solidFill>
                <a:ea typeface="楷体_GB2312"/>
                <a:cs typeface="楷体_GB2312"/>
              </a:rPr>
              <a:t>*</a:t>
            </a:r>
            <a:r>
              <a:rPr lang="en-US" altLang="zh-CN" sz="2400" b="1" dirty="0">
                <a:solidFill>
                  <a:schemeClr val="tx1"/>
                </a:solidFill>
                <a:ea typeface="楷体_GB2312"/>
                <a:cs typeface="楷体_GB2312"/>
              </a:rPr>
              <a:t>}</a:t>
            </a:r>
            <a:r>
              <a:rPr lang="zh-CN" altLang="en-US" sz="2400" b="1" dirty="0">
                <a:solidFill>
                  <a:schemeClr val="tx1"/>
                </a:solidFill>
                <a:ea typeface="楷体_GB2312"/>
                <a:cs typeface="楷体_GB2312"/>
              </a:rPr>
              <a:t>；</a:t>
            </a:r>
            <a:endParaRPr lang="en-US" altLang="zh-CN" sz="2400" b="1" dirty="0">
              <a:solidFill>
                <a:schemeClr val="tx1"/>
              </a:solidFill>
              <a:ea typeface="楷体_GB2312"/>
              <a:cs typeface="楷体_GB2312"/>
            </a:endParaRPr>
          </a:p>
          <a:p>
            <a:pPr lvl="1" eaLnBrk="1" hangingPunct="1">
              <a:lnSpc>
                <a:spcPts val="3000"/>
              </a:lnSpc>
            </a:pPr>
            <a:r>
              <a:rPr lang="zh-CN" altLang="en-US" sz="2400" b="1" dirty="0">
                <a:solidFill>
                  <a:schemeClr val="tx1"/>
                </a:solidFill>
                <a:latin typeface="楷体" panose="02010609060101010101" pitchFamily="49" charset="-122"/>
              </a:rPr>
              <a:t>如果</a:t>
            </a:r>
            <a:r>
              <a:rPr lang="en-US" altLang="zh-CN" sz="2400" b="1" dirty="0">
                <a:solidFill>
                  <a:schemeClr val="tx1"/>
                </a:solidFill>
                <a:ea typeface="楷体_GB2312"/>
                <a:cs typeface="楷体_GB2312"/>
              </a:rPr>
              <a:t> </a:t>
            </a:r>
            <a:r>
              <a:rPr lang="en-US" altLang="zh-CN" sz="2400" b="1" i="1" dirty="0">
                <a:solidFill>
                  <a:schemeClr val="tx1"/>
                </a:solidFill>
                <a:ea typeface="楷体_GB2312"/>
                <a:cs typeface="楷体_GB2312"/>
              </a:rPr>
              <a:t>α </a:t>
            </a:r>
            <a:r>
              <a:rPr lang="en-US" altLang="zh-CN" sz="2400" b="1" dirty="0">
                <a:solidFill>
                  <a:schemeClr val="tx1"/>
                </a:solidFill>
                <a:ea typeface="楷体_GB2312"/>
                <a:cs typeface="楷体_GB2312"/>
                <a:sym typeface="Symbol" panose="05050102010706020507" pitchFamily="18" charset="2"/>
              </a:rPr>
              <a:t></a:t>
            </a:r>
            <a:r>
              <a:rPr lang="en-US" altLang="zh-CN" sz="2400" b="1" dirty="0">
                <a:solidFill>
                  <a:schemeClr val="tx1"/>
                </a:solidFill>
                <a:ea typeface="楷体_GB2312"/>
                <a:cs typeface="楷体_GB2312"/>
              </a:rPr>
              <a:t> </a:t>
            </a:r>
            <a:r>
              <a:rPr lang="en-US" altLang="zh-CN" sz="2400" b="1" i="1" dirty="0">
                <a:solidFill>
                  <a:schemeClr val="tx1"/>
                </a:solidFill>
                <a:ea typeface="楷体_GB2312"/>
                <a:cs typeface="楷体_GB2312"/>
              </a:rPr>
              <a:t>ε</a:t>
            </a:r>
            <a:r>
              <a:rPr lang="zh-CN" altLang="en-US" sz="2400" b="1" dirty="0">
                <a:solidFill>
                  <a:schemeClr val="tx1"/>
                </a:solidFill>
                <a:ea typeface="楷体_GB2312"/>
                <a:cs typeface="楷体_GB2312"/>
              </a:rPr>
              <a:t>，</a:t>
            </a:r>
            <a:r>
              <a:rPr lang="zh-CN" altLang="en-US" sz="2400" b="1" dirty="0">
                <a:solidFill>
                  <a:schemeClr val="tx1"/>
                </a:solidFill>
                <a:latin typeface="楷体" panose="02010609060101010101" pitchFamily="49" charset="-122"/>
              </a:rPr>
              <a:t>那么</a:t>
            </a:r>
            <a:r>
              <a:rPr lang="en-US" altLang="zh-CN" sz="2400" b="1" dirty="0">
                <a:solidFill>
                  <a:schemeClr val="tx1"/>
                </a:solidFill>
                <a:ea typeface="楷体_GB2312"/>
                <a:cs typeface="楷体_GB2312"/>
              </a:rPr>
              <a:t> </a:t>
            </a:r>
            <a:r>
              <a:rPr lang="en-US" altLang="zh-CN" sz="2400" b="1" i="1" dirty="0">
                <a:solidFill>
                  <a:schemeClr val="tx1"/>
                </a:solidFill>
                <a:ea typeface="楷体_GB2312"/>
                <a:cs typeface="楷体_GB2312"/>
              </a:rPr>
              <a:t>FIRST</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α</a:t>
            </a:r>
            <a:r>
              <a:rPr lang="en-US" altLang="zh-CN" sz="2400" b="1" dirty="0">
                <a:solidFill>
                  <a:schemeClr val="tx1"/>
                </a:solidFill>
                <a:ea typeface="楷体_GB2312"/>
                <a:cs typeface="楷体_GB2312"/>
              </a:rPr>
              <a:t>) = </a:t>
            </a:r>
            <a:r>
              <a:rPr lang="en-US" altLang="zh-CN" sz="2400" b="1" i="1" dirty="0">
                <a:solidFill>
                  <a:schemeClr val="tx1"/>
                </a:solidFill>
                <a:ea typeface="楷体_GB2312"/>
                <a:cs typeface="楷体_GB2312"/>
              </a:rPr>
              <a:t>FIRST</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α</a:t>
            </a:r>
            <a:r>
              <a:rPr lang="en-US" altLang="zh-CN" sz="2400" b="1" dirty="0">
                <a:solidFill>
                  <a:schemeClr val="tx1"/>
                </a:solidFill>
                <a:ea typeface="楷体_GB2312"/>
                <a:cs typeface="楷体_GB2312"/>
              </a:rPr>
              <a:t>) </a:t>
            </a:r>
            <a:r>
              <a:rPr lang="en-US" altLang="zh-CN" sz="2400" dirty="0">
                <a:ea typeface="楷体_GB2312"/>
                <a:cs typeface="楷体_GB2312"/>
              </a:rPr>
              <a:t>∪</a:t>
            </a:r>
            <a:r>
              <a:rPr lang="en-US" altLang="zh-CN" sz="2400" b="1" dirty="0">
                <a:solidFill>
                  <a:srgbClr val="0070C0"/>
                </a:solidFill>
                <a:ea typeface="楷体_GB2312"/>
                <a:cs typeface="楷体_GB2312"/>
              </a:rPr>
              <a:t>{</a:t>
            </a:r>
            <a:r>
              <a:rPr lang="en-US" altLang="zh-CN" sz="2400" b="1" i="1" dirty="0">
                <a:solidFill>
                  <a:srgbClr val="0070C0"/>
                </a:solidFill>
                <a:ea typeface="楷体_GB2312"/>
                <a:cs typeface="楷体_GB2312"/>
              </a:rPr>
              <a:t>ε</a:t>
            </a:r>
            <a:r>
              <a:rPr lang="en-US" altLang="zh-CN" sz="2400" b="1" dirty="0">
                <a:solidFill>
                  <a:srgbClr val="0070C0"/>
                </a:solidFill>
                <a:ea typeface="楷体_GB2312"/>
                <a:cs typeface="楷体_GB2312"/>
              </a:rPr>
              <a:t>}</a:t>
            </a:r>
            <a:endParaRPr lang="zh-CN" altLang="en-US" sz="2400" b="1" dirty="0">
              <a:solidFill>
                <a:srgbClr val="0070C0"/>
              </a:solidFill>
              <a:ea typeface="楷体_GB2312"/>
              <a:cs typeface="楷体_GB2312"/>
            </a:endParaRPr>
          </a:p>
        </p:txBody>
      </p:sp>
      <p:sp>
        <p:nvSpPr>
          <p:cNvPr id="40963" name="标题 1"/>
          <p:cNvSpPr>
            <a:spLocks noGrp="1"/>
          </p:cNvSpPr>
          <p:nvPr>
            <p:ph type="title"/>
          </p:nvPr>
        </p:nvSpPr>
        <p:spPr>
          <a:xfrm>
            <a:off x="755650" y="268288"/>
            <a:ext cx="7931150" cy="358775"/>
          </a:xfrm>
        </p:spPr>
        <p:txBody>
          <a:bodyPr/>
          <a:lstStyle/>
          <a:p>
            <a:pPr>
              <a:defRPr/>
            </a:pPr>
            <a:r>
              <a:rPr lang="zh-CN" altLang="en-US" sz="3000" spc="300" dirty="0">
                <a:solidFill>
                  <a:schemeClr val="tx1"/>
                </a:solidFill>
                <a:latin typeface="微软雅黑" panose="020B0503020204020204" pitchFamily="34" charset="-122"/>
                <a:ea typeface="微软雅黑" panose="020B0503020204020204" pitchFamily="34" charset="-122"/>
              </a:rPr>
              <a:t>串首终结符集</a:t>
            </a: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33</a:t>
            </a:fld>
            <a:endParaRPr lang="en-US" altLang="zh-CN"/>
          </a:p>
        </p:txBody>
      </p:sp>
      <p:sp>
        <p:nvSpPr>
          <p:cNvPr id="2" name="矩形 1"/>
          <p:cNvSpPr/>
          <p:nvPr/>
        </p:nvSpPr>
        <p:spPr>
          <a:xfrm>
            <a:off x="1189142" y="2839720"/>
            <a:ext cx="316112" cy="461665"/>
          </a:xfrm>
          <a:prstGeom prst="rect">
            <a:avLst/>
          </a:prstGeom>
        </p:spPr>
        <p:txBody>
          <a:bodyPr wrap="none">
            <a:spAutoFit/>
          </a:bodyPr>
          <a:lstStyle/>
          <a:p>
            <a:r>
              <a:rPr lang="en-US" altLang="zh-CN" sz="2400" b="1" baseline="30000" dirty="0">
                <a:solidFill>
                  <a:srgbClr val="2D83F4"/>
                </a:solidFill>
                <a:ea typeface="楷体_GB2312"/>
                <a:cs typeface="楷体_GB2312"/>
              </a:rPr>
              <a:t>*</a:t>
            </a:r>
            <a:endParaRPr lang="zh-CN" altLang="en-US" sz="2400" dirty="0"/>
          </a:p>
        </p:txBody>
      </p:sp>
      <p:sp>
        <p:nvSpPr>
          <p:cNvPr id="6" name="矩形 5"/>
          <p:cNvSpPr/>
          <p:nvPr/>
        </p:nvSpPr>
        <p:spPr>
          <a:xfrm>
            <a:off x="1957982" y="4230960"/>
            <a:ext cx="316112" cy="461665"/>
          </a:xfrm>
          <a:prstGeom prst="rect">
            <a:avLst/>
          </a:prstGeom>
        </p:spPr>
        <p:txBody>
          <a:bodyPr wrap="none">
            <a:spAutoFit/>
          </a:bodyPr>
          <a:lstStyle/>
          <a:p>
            <a:r>
              <a:rPr lang="en-US" altLang="zh-CN" sz="2400" b="1" baseline="30000" dirty="0">
                <a:ea typeface="楷体_GB2312"/>
                <a:cs typeface="楷体_GB2312"/>
              </a:rPr>
              <a:t>*</a:t>
            </a:r>
            <a:endParaRPr lang="zh-CN" altLang="en-US" sz="2400" dirty="0"/>
          </a:p>
        </p:txBody>
      </p:sp>
      <p:sp>
        <p:nvSpPr>
          <p:cNvPr id="7" name="矩形 6"/>
          <p:cNvSpPr/>
          <p:nvPr/>
        </p:nvSpPr>
        <p:spPr>
          <a:xfrm>
            <a:off x="3464559" y="3794621"/>
            <a:ext cx="316112" cy="461665"/>
          </a:xfrm>
          <a:prstGeom prst="rect">
            <a:avLst/>
          </a:prstGeom>
        </p:spPr>
        <p:txBody>
          <a:bodyPr wrap="none">
            <a:spAutoFit/>
          </a:bodyPr>
          <a:lstStyle/>
          <a:p>
            <a:r>
              <a:rPr lang="en-US" altLang="zh-CN" sz="2400" b="1" baseline="30000" dirty="0">
                <a:ea typeface="楷体_GB2312"/>
                <a:cs typeface="楷体_GB2312"/>
              </a:rPr>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7891">
                                            <p:txEl>
                                              <p:pRg st="2" end="2"/>
                                            </p:txEl>
                                          </p:spTgt>
                                        </p:tgtEl>
                                        <p:attrNameLst>
                                          <p:attrName>style.visibility</p:attrName>
                                        </p:attrNameLst>
                                      </p:cBhvr>
                                      <p:to>
                                        <p:strVal val="visible"/>
                                      </p:to>
                                    </p:set>
                                    <p:anim calcmode="lin" valueType="num">
                                      <p:cBhvr>
                                        <p:cTn id="7" dur="500" fill="hold"/>
                                        <p:tgtEl>
                                          <p:spTgt spid="37891">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37891">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37891">
                                            <p:txEl>
                                              <p:pRg st="2" end="2"/>
                                            </p:txEl>
                                          </p:spTgt>
                                        </p:tgtEl>
                                      </p:cBhvr>
                                    </p:animEffect>
                                  </p:childTnLst>
                                </p:cTn>
                              </p:par>
                              <p:par>
                                <p:cTn id="10" presetID="22" presetClass="entr" presetSubtype="4"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37891">
                                            <p:txEl>
                                              <p:pRg st="3" end="3"/>
                                            </p:txEl>
                                          </p:spTgt>
                                        </p:tgtEl>
                                        <p:attrNameLst>
                                          <p:attrName>style.visibility</p:attrName>
                                        </p:attrNameLst>
                                      </p:cBhvr>
                                      <p:to>
                                        <p:strVal val="visible"/>
                                      </p:to>
                                    </p:set>
                                    <p:anim calcmode="lin" valueType="num">
                                      <p:cBhvr>
                                        <p:cTn id="17" dur="500" fill="hold"/>
                                        <p:tgtEl>
                                          <p:spTgt spid="37891">
                                            <p:txEl>
                                              <p:pRg st="3" end="3"/>
                                            </p:txEl>
                                          </p:spTgt>
                                        </p:tgtEl>
                                        <p:attrNameLst>
                                          <p:attrName>ppt_w</p:attrName>
                                        </p:attrNameLst>
                                      </p:cBhvr>
                                      <p:tavLst>
                                        <p:tav tm="0">
                                          <p:val>
                                            <p:fltVal val="0"/>
                                          </p:val>
                                        </p:tav>
                                        <p:tav tm="100000">
                                          <p:val>
                                            <p:strVal val="#ppt_w"/>
                                          </p:val>
                                        </p:tav>
                                      </p:tavLst>
                                    </p:anim>
                                    <p:anim calcmode="lin" valueType="num">
                                      <p:cBhvr>
                                        <p:cTn id="18" dur="500" fill="hold"/>
                                        <p:tgtEl>
                                          <p:spTgt spid="37891">
                                            <p:txEl>
                                              <p:pRg st="3" end="3"/>
                                            </p:txEl>
                                          </p:spTgt>
                                        </p:tgtEl>
                                        <p:attrNameLst>
                                          <p:attrName>ppt_h</p:attrName>
                                        </p:attrNameLst>
                                      </p:cBhvr>
                                      <p:tavLst>
                                        <p:tav tm="0">
                                          <p:val>
                                            <p:fltVal val="0"/>
                                          </p:val>
                                        </p:tav>
                                        <p:tav tm="100000">
                                          <p:val>
                                            <p:strVal val="#ppt_h"/>
                                          </p:val>
                                        </p:tav>
                                      </p:tavLst>
                                    </p:anim>
                                    <p:animEffect transition="in" filter="fade">
                                      <p:cBhvr>
                                        <p:cTn id="19" dur="500"/>
                                        <p:tgtEl>
                                          <p:spTgt spid="37891">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37891">
                                            <p:txEl>
                                              <p:pRg st="4" end="4"/>
                                            </p:txEl>
                                          </p:spTgt>
                                        </p:tgtEl>
                                        <p:attrNameLst>
                                          <p:attrName>style.visibility</p:attrName>
                                        </p:attrNameLst>
                                      </p:cBhvr>
                                      <p:to>
                                        <p:strVal val="visible"/>
                                      </p:to>
                                    </p:set>
                                    <p:anim calcmode="lin" valueType="num">
                                      <p:cBhvr>
                                        <p:cTn id="24" dur="500" fill="hold"/>
                                        <p:tgtEl>
                                          <p:spTgt spid="37891">
                                            <p:txEl>
                                              <p:pRg st="4" end="4"/>
                                            </p:txEl>
                                          </p:spTgt>
                                        </p:tgtEl>
                                        <p:attrNameLst>
                                          <p:attrName>ppt_w</p:attrName>
                                        </p:attrNameLst>
                                      </p:cBhvr>
                                      <p:tavLst>
                                        <p:tav tm="0">
                                          <p:val>
                                            <p:fltVal val="0"/>
                                          </p:val>
                                        </p:tav>
                                        <p:tav tm="100000">
                                          <p:val>
                                            <p:strVal val="#ppt_w"/>
                                          </p:val>
                                        </p:tav>
                                      </p:tavLst>
                                    </p:anim>
                                    <p:anim calcmode="lin" valueType="num">
                                      <p:cBhvr>
                                        <p:cTn id="25" dur="500" fill="hold"/>
                                        <p:tgtEl>
                                          <p:spTgt spid="37891">
                                            <p:txEl>
                                              <p:pRg st="4" end="4"/>
                                            </p:txEl>
                                          </p:spTgt>
                                        </p:tgtEl>
                                        <p:attrNameLst>
                                          <p:attrName>ppt_h</p:attrName>
                                        </p:attrNameLst>
                                      </p:cBhvr>
                                      <p:tavLst>
                                        <p:tav tm="0">
                                          <p:val>
                                            <p:fltVal val="0"/>
                                          </p:val>
                                        </p:tav>
                                        <p:tav tm="100000">
                                          <p:val>
                                            <p:strVal val="#ppt_h"/>
                                          </p:val>
                                        </p:tav>
                                      </p:tavLst>
                                    </p:anim>
                                    <p:animEffect transition="in" filter="fade">
                                      <p:cBhvr>
                                        <p:cTn id="26" dur="500"/>
                                        <p:tgtEl>
                                          <p:spTgt spid="37891">
                                            <p:txEl>
                                              <p:pRg st="4" end="4"/>
                                            </p:txEl>
                                          </p:spTgt>
                                        </p:tgtEl>
                                      </p:cBhvr>
                                    </p:animEffect>
                                  </p:childTnLst>
                                </p:cTn>
                              </p:par>
                              <p:par>
                                <p:cTn id="27" presetID="53" presetClass="entr" presetSubtype="16" fill="hold" nodeType="withEffect">
                                  <p:stCondLst>
                                    <p:cond delay="0"/>
                                  </p:stCondLst>
                                  <p:childTnLst>
                                    <p:set>
                                      <p:cBhvr>
                                        <p:cTn id="28" dur="1" fill="hold">
                                          <p:stCondLst>
                                            <p:cond delay="0"/>
                                          </p:stCondLst>
                                        </p:cTn>
                                        <p:tgtEl>
                                          <p:spTgt spid="37891">
                                            <p:txEl>
                                              <p:pRg st="5" end="5"/>
                                            </p:txEl>
                                          </p:spTgt>
                                        </p:tgtEl>
                                        <p:attrNameLst>
                                          <p:attrName>style.visibility</p:attrName>
                                        </p:attrNameLst>
                                      </p:cBhvr>
                                      <p:to>
                                        <p:strVal val="visible"/>
                                      </p:to>
                                    </p:set>
                                    <p:anim calcmode="lin" valueType="num">
                                      <p:cBhvr>
                                        <p:cTn id="29" dur="500" fill="hold"/>
                                        <p:tgtEl>
                                          <p:spTgt spid="37891">
                                            <p:txEl>
                                              <p:pRg st="5" end="5"/>
                                            </p:txEl>
                                          </p:spTgt>
                                        </p:tgtEl>
                                        <p:attrNameLst>
                                          <p:attrName>ppt_w</p:attrName>
                                        </p:attrNameLst>
                                      </p:cBhvr>
                                      <p:tavLst>
                                        <p:tav tm="0">
                                          <p:val>
                                            <p:fltVal val="0"/>
                                          </p:val>
                                        </p:tav>
                                        <p:tav tm="100000">
                                          <p:val>
                                            <p:strVal val="#ppt_w"/>
                                          </p:val>
                                        </p:tav>
                                      </p:tavLst>
                                    </p:anim>
                                    <p:anim calcmode="lin" valueType="num">
                                      <p:cBhvr>
                                        <p:cTn id="30" dur="500" fill="hold"/>
                                        <p:tgtEl>
                                          <p:spTgt spid="37891">
                                            <p:txEl>
                                              <p:pRg st="5" end="5"/>
                                            </p:txEl>
                                          </p:spTgt>
                                        </p:tgtEl>
                                        <p:attrNameLst>
                                          <p:attrName>ppt_h</p:attrName>
                                        </p:attrNameLst>
                                      </p:cBhvr>
                                      <p:tavLst>
                                        <p:tav tm="0">
                                          <p:val>
                                            <p:fltVal val="0"/>
                                          </p:val>
                                        </p:tav>
                                        <p:tav tm="100000">
                                          <p:val>
                                            <p:strVal val="#ppt_h"/>
                                          </p:val>
                                        </p:tav>
                                      </p:tavLst>
                                    </p:anim>
                                    <p:animEffect transition="in" filter="fade">
                                      <p:cBhvr>
                                        <p:cTn id="31" dur="500"/>
                                        <p:tgtEl>
                                          <p:spTgt spid="37891">
                                            <p:txEl>
                                              <p:pRg st="5" end="5"/>
                                            </p:txEl>
                                          </p:spTgt>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down)">
                                      <p:cBhvr>
                                        <p:cTn id="34" dur="500"/>
                                        <p:tgtEl>
                                          <p:spTgt spid="6"/>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down)">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3411356" y="2418066"/>
            <a:ext cx="5297809" cy="2323713"/>
          </a:xfrm>
          <a:prstGeom prst="rect">
            <a:avLst/>
          </a:prstGeom>
        </p:spPr>
        <p:txBody>
          <a:bodyPr wrap="square">
            <a:spAutoFit/>
          </a:bodyPr>
          <a:lstStyle/>
          <a:p>
            <a:pPr fontAlgn="auto">
              <a:spcBef>
                <a:spcPct val="20000"/>
              </a:spcBef>
              <a:spcAft>
                <a:spcPts val="0"/>
              </a:spcAft>
              <a:buClr>
                <a:srgbClr val="31B6FD"/>
              </a:buClr>
              <a:buSzPct val="100000"/>
              <a:defRPr/>
            </a:pP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	FIRST </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a:t>
            </a: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S</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 = {		} </a:t>
            </a:r>
          </a:p>
          <a:p>
            <a:pPr fontAlgn="auto">
              <a:spcBef>
                <a:spcPct val="20000"/>
              </a:spcBef>
              <a:spcAft>
                <a:spcPts val="0"/>
              </a:spcAft>
              <a:buClr>
                <a:srgbClr val="073E87"/>
              </a:buClr>
              <a:buSzPct val="75000"/>
              <a:defRPr/>
            </a:pP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	FIRST </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a:t>
            </a: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A </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 {		} </a:t>
            </a:r>
          </a:p>
          <a:p>
            <a:pPr fontAlgn="auto">
              <a:spcBef>
                <a:spcPct val="20000"/>
              </a:spcBef>
              <a:spcAft>
                <a:spcPts val="0"/>
              </a:spcAft>
              <a:buClr>
                <a:srgbClr val="073E87"/>
              </a:buClr>
              <a:buSzPct val="75000"/>
              <a:defRPr/>
            </a:pP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	FIRST </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a:t>
            </a: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B</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 = {		} </a:t>
            </a:r>
          </a:p>
          <a:p>
            <a:pPr fontAlgn="auto">
              <a:spcBef>
                <a:spcPct val="20000"/>
              </a:spcBef>
              <a:spcAft>
                <a:spcPts val="0"/>
              </a:spcAft>
              <a:buClr>
                <a:srgbClr val="073E87"/>
              </a:buClr>
              <a:buSzPct val="75000"/>
              <a:defRPr/>
            </a:pP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	FIRST </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a:t>
            </a: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C</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 = {		} </a:t>
            </a:r>
          </a:p>
          <a:p>
            <a:pPr fontAlgn="auto">
              <a:spcBef>
                <a:spcPct val="20000"/>
              </a:spcBef>
              <a:spcAft>
                <a:spcPts val="0"/>
              </a:spcAft>
              <a:buClr>
                <a:srgbClr val="073E87"/>
              </a:buClr>
              <a:buSzPct val="75000"/>
              <a:defRPr/>
            </a:pP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	FIRST </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a:t>
            </a: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D</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 = {		</a:t>
            </a:r>
            <a:r>
              <a:rPr kumimoji="1" lang="en-US" altLang="zh-CN" sz="2500" b="1" dirty="0">
                <a:effectLst>
                  <a:outerShdw blurRad="38100" dist="38100" dir="2700000" algn="tl">
                    <a:srgbClr val="C0C0C0"/>
                  </a:outerShdw>
                </a:effectLst>
                <a:latin typeface="Times New Roman" panose="02020603050405020304" pitchFamily="18" charset="0"/>
                <a:ea typeface="楷体_GB2312" panose="02010609030101010101" pitchFamily="49" charset="-122"/>
                <a:cs typeface="Times New Roman" panose="02020603050405020304" pitchFamily="18" charset="0"/>
              </a:rPr>
              <a:t>} </a:t>
            </a:r>
            <a:endParaRPr lang="en-US" altLang="zh-CN" sz="2000" b="1" dirty="0">
              <a:solidFill>
                <a:srgbClr val="073E87"/>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sp>
        <p:nvSpPr>
          <p:cNvPr id="46082" name="标题 1"/>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计算文法符号</a:t>
            </a:r>
            <a:r>
              <a:rPr lang="en-US" altLang="zh-CN" sz="3000" i="1" spc="300" dirty="0">
                <a:solidFill>
                  <a:schemeClr val="tx1"/>
                </a:solidFill>
                <a:ea typeface="微软雅黑" panose="020B0503020204020204" pitchFamily="34" charset="-122"/>
                <a:cs typeface="Times New Roman" panose="02020603050405020304" pitchFamily="18" charset="0"/>
              </a:rPr>
              <a:t>X</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3000" i="1" dirty="0">
                <a:solidFill>
                  <a:schemeClr val="tx1"/>
                </a:solidFill>
                <a:ea typeface="微软雅黑" panose="020B0503020204020204" pitchFamily="34" charset="-122"/>
                <a:cs typeface="Times New Roman" panose="02020603050405020304" pitchFamily="18" charset="0"/>
              </a:rPr>
              <a:t>FIRST</a:t>
            </a:r>
            <a:r>
              <a:rPr lang="en-US" altLang="zh-CN" sz="3000" dirty="0">
                <a:solidFill>
                  <a:schemeClr val="tx1"/>
                </a:solidFill>
                <a:ea typeface="微软雅黑" panose="020B0503020204020204" pitchFamily="34" charset="-122"/>
                <a:cs typeface="Times New Roman" panose="02020603050405020304" pitchFamily="18" charset="0"/>
              </a:rPr>
              <a:t>(</a:t>
            </a:r>
            <a:r>
              <a:rPr lang="en-US" altLang="zh-CN" sz="3000" i="1" dirty="0">
                <a:solidFill>
                  <a:schemeClr val="tx1"/>
                </a:solidFill>
                <a:ea typeface="微软雅黑" panose="020B0503020204020204" pitchFamily="34" charset="-122"/>
                <a:cs typeface="Times New Roman" panose="02020603050405020304" pitchFamily="18" charset="0"/>
              </a:rPr>
              <a:t>X </a:t>
            </a:r>
            <a:r>
              <a:rPr lang="en-US" altLang="zh-CN" sz="3000" dirty="0">
                <a:solidFill>
                  <a:schemeClr val="tx1"/>
                </a:solidFill>
                <a:ea typeface="微软雅黑" panose="020B0503020204020204" pitchFamily="34" charset="-122"/>
                <a:cs typeface="Times New Roman" panose="02020603050405020304" pitchFamily="18" charset="0"/>
              </a:rPr>
              <a:t>)</a:t>
            </a:r>
            <a:endParaRPr lang="zh-CN" altLang="en-US" sz="3000" dirty="0">
              <a:solidFill>
                <a:schemeClr val="tx1"/>
              </a:solidFill>
              <a:ea typeface="微软雅黑" panose="020B0503020204020204" pitchFamily="34" charset="-122"/>
              <a:cs typeface="Times New Roman" panose="02020603050405020304" pitchFamily="18" charset="0"/>
            </a:endParaRPr>
          </a:p>
        </p:txBody>
      </p:sp>
      <p:sp>
        <p:nvSpPr>
          <p:cNvPr id="10" name="内容占位符 1"/>
          <p:cNvSpPr>
            <a:spLocks noGrp="1"/>
          </p:cNvSpPr>
          <p:nvPr>
            <p:ph idx="1"/>
          </p:nvPr>
        </p:nvSpPr>
        <p:spPr>
          <a:xfrm>
            <a:off x="633368" y="1978268"/>
            <a:ext cx="3204344" cy="2803524"/>
          </a:xfrm>
        </p:spPr>
        <p:txBody>
          <a:bodyPr/>
          <a:lstStyle/>
          <a:p>
            <a:pPr>
              <a:buClrTx/>
              <a:buFont typeface="Wingdings" panose="05000000000000000000" pitchFamily="2" charset="2"/>
              <a:buChar char="Ø"/>
              <a:defRPr/>
            </a:pPr>
            <a:r>
              <a:rPr lang="zh-CN" altLang="en-US" sz="2500" b="1" dirty="0">
                <a:solidFill>
                  <a:schemeClr val="tx1"/>
                </a:solidFill>
                <a:cs typeface="Times New Roman" panose="02020603050405020304" pitchFamily="18" charset="0"/>
                <a:sym typeface="Symbol" panose="05050102010706020507" pitchFamily="18" charset="2"/>
              </a:rPr>
              <a:t>例</a:t>
            </a:r>
            <a:endParaRPr lang="en-US" altLang="zh-CN" sz="2500" b="1" dirty="0">
              <a:solidFill>
                <a:schemeClr val="tx1"/>
              </a:solidFill>
              <a:cs typeface="Times New Roman" panose="02020603050405020304" pitchFamily="18" charset="0"/>
              <a:sym typeface="Symbol" panose="05050102010706020507" pitchFamily="18" charset="2"/>
            </a:endParaRPr>
          </a:p>
          <a:p>
            <a:pPr>
              <a:buClr>
                <a:schemeClr val="tx2"/>
              </a:buClr>
              <a:buSzPct val="75000"/>
              <a:buFont typeface="Symbol" panose="05050102010706020507" pitchFamily="18" charset="2"/>
              <a:buNone/>
              <a:defRPr/>
            </a:pPr>
            <a:r>
              <a:rPr kumimoji="1" lang="en-US" altLang="zh-CN" sz="2500" i="1" dirty="0">
                <a:ea typeface="楷体_GB2312"/>
                <a:cs typeface="Times New Roman" panose="02020603050405020304" pitchFamily="18" charset="0"/>
              </a:rPr>
              <a:t>S</a:t>
            </a:r>
            <a:r>
              <a:rPr kumimoji="1" lang="en-US" altLang="zh-CN" sz="2500" b="1" i="1" dirty="0">
                <a:solidFill>
                  <a:schemeClr val="tx1"/>
                </a:solidFill>
                <a:ea typeface="楷体_GB2312"/>
                <a:cs typeface="Times New Roman" panose="02020603050405020304" pitchFamily="18" charset="0"/>
              </a:rPr>
              <a:t> </a:t>
            </a:r>
            <a:r>
              <a:rPr kumimoji="1" lang="en-US" altLang="zh-CN" sz="2500" b="1" dirty="0">
                <a:solidFill>
                  <a:schemeClr val="tx1"/>
                </a:solidFill>
                <a:ea typeface="楷体_GB2312"/>
                <a:cs typeface="Times New Roman" panose="02020603050405020304" pitchFamily="18" charset="0"/>
              </a:rPr>
              <a:t>→ </a:t>
            </a:r>
            <a:r>
              <a:rPr kumimoji="1" lang="en-US" altLang="zh-CN" sz="2500" b="1" i="1" dirty="0">
                <a:solidFill>
                  <a:schemeClr val="tx1"/>
                </a:solidFill>
                <a:ea typeface="楷体_GB2312"/>
                <a:cs typeface="Times New Roman" panose="02020603050405020304" pitchFamily="18" charset="0"/>
              </a:rPr>
              <a:t>AB</a:t>
            </a:r>
            <a:r>
              <a:rPr kumimoji="1" lang="zh-CN" altLang="en-US" sz="2500" dirty="0">
                <a:ea typeface="楷体_GB2312"/>
                <a:cs typeface="Times New Roman" panose="02020603050405020304" pitchFamily="18" charset="0"/>
              </a:rPr>
              <a:t>，</a:t>
            </a:r>
            <a:r>
              <a:rPr kumimoji="1" lang="en-US" altLang="zh-CN" sz="2500" i="1" dirty="0">
                <a:ea typeface="楷体_GB2312"/>
                <a:cs typeface="Times New Roman" panose="02020603050405020304" pitchFamily="18" charset="0"/>
              </a:rPr>
              <a:t> S </a:t>
            </a:r>
            <a:r>
              <a:rPr kumimoji="1" lang="en-US" altLang="zh-CN" sz="2500" dirty="0">
                <a:ea typeface="楷体_GB2312"/>
                <a:cs typeface="Times New Roman" panose="02020603050405020304" pitchFamily="18" charset="0"/>
              </a:rPr>
              <a:t>→ </a:t>
            </a:r>
            <a:r>
              <a:rPr kumimoji="1" lang="en-US" altLang="zh-CN" sz="2500" i="1" dirty="0" err="1">
                <a:ea typeface="楷体_GB2312"/>
                <a:cs typeface="Times New Roman" panose="02020603050405020304" pitchFamily="18" charset="0"/>
              </a:rPr>
              <a:t>bC</a:t>
            </a:r>
            <a:r>
              <a:rPr kumimoji="1" lang="en-US" altLang="zh-CN" sz="2500" i="1" dirty="0">
                <a:ea typeface="楷体_GB2312"/>
                <a:cs typeface="Times New Roman" panose="02020603050405020304" pitchFamily="18" charset="0"/>
              </a:rPr>
              <a:t> </a:t>
            </a:r>
            <a:r>
              <a:rPr kumimoji="1" lang="en-US" altLang="zh-CN" sz="2500" b="1" dirty="0">
                <a:solidFill>
                  <a:schemeClr val="tx1"/>
                </a:solidFill>
                <a:ea typeface="楷体_GB2312"/>
                <a:cs typeface="Times New Roman" panose="02020603050405020304" pitchFamily="18" charset="0"/>
              </a:rPr>
              <a:t>	</a:t>
            </a:r>
          </a:p>
          <a:p>
            <a:pPr>
              <a:buClr>
                <a:schemeClr val="tx2"/>
              </a:buClr>
              <a:buSzPct val="75000"/>
              <a:buFont typeface="Symbol" panose="05050102010706020507" pitchFamily="18" charset="2"/>
              <a:buNone/>
              <a:defRPr/>
            </a:pPr>
            <a:r>
              <a:rPr kumimoji="1" lang="en-US" altLang="zh-CN" sz="2500" b="1" i="1" dirty="0">
                <a:solidFill>
                  <a:schemeClr val="tx1"/>
                </a:solidFill>
                <a:ea typeface="楷体_GB2312"/>
                <a:cs typeface="Times New Roman" panose="02020603050405020304" pitchFamily="18" charset="0"/>
              </a:rPr>
              <a:t>A</a:t>
            </a:r>
            <a:r>
              <a:rPr kumimoji="1" lang="en-US" altLang="zh-CN" sz="2500" b="1" dirty="0">
                <a:solidFill>
                  <a:schemeClr val="tx1"/>
                </a:solidFill>
                <a:ea typeface="楷体_GB2312"/>
                <a:cs typeface="Times New Roman" panose="02020603050405020304" pitchFamily="18" charset="0"/>
              </a:rPr>
              <a:t> → </a:t>
            </a:r>
            <a:r>
              <a:rPr kumimoji="1" lang="en-US" altLang="zh-CN" sz="2500" b="1" i="1" dirty="0">
                <a:solidFill>
                  <a:schemeClr val="tx1"/>
                </a:solidFill>
                <a:ea typeface="楷体_GB2312"/>
                <a:cs typeface="Times New Roman" panose="02020603050405020304" pitchFamily="18" charset="0"/>
              </a:rPr>
              <a:t>ε</a:t>
            </a:r>
            <a:r>
              <a:rPr kumimoji="1" lang="zh-CN" altLang="en-US" sz="2500" b="1" i="1" dirty="0">
                <a:solidFill>
                  <a:schemeClr val="tx1"/>
                </a:solidFill>
                <a:ea typeface="楷体_GB2312"/>
                <a:cs typeface="Times New Roman" panose="02020603050405020304" pitchFamily="18" charset="0"/>
              </a:rPr>
              <a:t>，</a:t>
            </a:r>
            <a:r>
              <a:rPr kumimoji="1" lang="en-US" altLang="zh-CN" sz="2500" i="1" dirty="0">
                <a:ea typeface="楷体_GB2312"/>
                <a:cs typeface="Times New Roman" panose="02020603050405020304" pitchFamily="18" charset="0"/>
              </a:rPr>
              <a:t>    </a:t>
            </a:r>
            <a:r>
              <a:rPr kumimoji="1" lang="en-US" altLang="zh-CN" sz="2500" b="1" i="1" dirty="0">
                <a:solidFill>
                  <a:schemeClr val="tx1"/>
                </a:solidFill>
                <a:ea typeface="楷体_GB2312"/>
                <a:cs typeface="Times New Roman" panose="02020603050405020304" pitchFamily="18" charset="0"/>
              </a:rPr>
              <a:t>A</a:t>
            </a:r>
            <a:r>
              <a:rPr kumimoji="1" lang="en-US" altLang="zh-CN" sz="2500" i="1" dirty="0">
                <a:ea typeface="楷体_GB2312"/>
                <a:cs typeface="Times New Roman" panose="02020603050405020304" pitchFamily="18" charset="0"/>
              </a:rPr>
              <a:t> </a:t>
            </a:r>
            <a:r>
              <a:rPr kumimoji="1" lang="en-US" altLang="zh-CN" sz="2500" dirty="0">
                <a:ea typeface="楷体_GB2312"/>
                <a:cs typeface="Times New Roman" panose="02020603050405020304" pitchFamily="18" charset="0"/>
              </a:rPr>
              <a:t>→ </a:t>
            </a:r>
            <a:r>
              <a:rPr kumimoji="1" lang="en-US" altLang="zh-CN" sz="2500" i="1" dirty="0">
                <a:ea typeface="楷体_GB2312"/>
                <a:cs typeface="Times New Roman" panose="02020603050405020304" pitchFamily="18" charset="0"/>
              </a:rPr>
              <a:t>b</a:t>
            </a:r>
            <a:r>
              <a:rPr kumimoji="1" lang="en-US" altLang="zh-CN" sz="2500" b="1" dirty="0">
                <a:solidFill>
                  <a:schemeClr val="tx1"/>
                </a:solidFill>
                <a:ea typeface="楷体_GB2312"/>
                <a:cs typeface="Times New Roman" panose="02020603050405020304" pitchFamily="18" charset="0"/>
              </a:rPr>
              <a:t> </a:t>
            </a:r>
          </a:p>
          <a:p>
            <a:pPr>
              <a:buClr>
                <a:schemeClr val="tx2"/>
              </a:buClr>
              <a:buSzPct val="75000"/>
              <a:buFont typeface="Symbol" panose="05050102010706020507" pitchFamily="18" charset="2"/>
              <a:buNone/>
              <a:defRPr/>
            </a:pPr>
            <a:r>
              <a:rPr kumimoji="1" lang="en-US" altLang="zh-CN" sz="2500" i="1" dirty="0">
                <a:ea typeface="楷体_GB2312"/>
                <a:cs typeface="Times New Roman" panose="02020603050405020304" pitchFamily="18" charset="0"/>
              </a:rPr>
              <a:t>B</a:t>
            </a:r>
            <a:r>
              <a:rPr kumimoji="1" lang="en-US" altLang="zh-CN" sz="2500" dirty="0">
                <a:ea typeface="楷体_GB2312"/>
                <a:cs typeface="Times New Roman" panose="02020603050405020304" pitchFamily="18" charset="0"/>
              </a:rPr>
              <a:t>  → </a:t>
            </a:r>
            <a:r>
              <a:rPr kumimoji="1" lang="en-US" altLang="zh-CN" sz="2500" i="1" dirty="0">
                <a:ea typeface="楷体_GB2312"/>
                <a:cs typeface="Times New Roman" panose="02020603050405020304" pitchFamily="18" charset="0"/>
              </a:rPr>
              <a:t>ε</a:t>
            </a:r>
            <a:r>
              <a:rPr kumimoji="1" lang="zh-CN" altLang="en-US" sz="2500" i="1" dirty="0">
                <a:ea typeface="楷体_GB2312"/>
                <a:cs typeface="Times New Roman" panose="02020603050405020304" pitchFamily="18" charset="0"/>
              </a:rPr>
              <a:t>，   </a:t>
            </a:r>
            <a:r>
              <a:rPr kumimoji="1" lang="en-US" altLang="zh-CN" sz="2500" i="1" dirty="0">
                <a:ea typeface="楷体_GB2312"/>
                <a:cs typeface="Times New Roman" panose="02020603050405020304" pitchFamily="18" charset="0"/>
              </a:rPr>
              <a:t>B</a:t>
            </a:r>
            <a:r>
              <a:rPr kumimoji="1" lang="en-US" altLang="zh-CN" sz="2500" b="1" dirty="0">
                <a:solidFill>
                  <a:schemeClr val="tx1"/>
                </a:solidFill>
                <a:ea typeface="楷体_GB2312"/>
                <a:cs typeface="Times New Roman" panose="02020603050405020304" pitchFamily="18" charset="0"/>
              </a:rPr>
              <a:t>→ </a:t>
            </a:r>
            <a:r>
              <a:rPr kumimoji="1" lang="en-US" altLang="zh-CN" sz="2500" b="1" i="1" dirty="0" err="1">
                <a:solidFill>
                  <a:schemeClr val="tx1"/>
                </a:solidFill>
                <a:ea typeface="楷体_GB2312"/>
                <a:cs typeface="Times New Roman" panose="02020603050405020304" pitchFamily="18" charset="0"/>
              </a:rPr>
              <a:t>aD</a:t>
            </a:r>
            <a:r>
              <a:rPr kumimoji="1" lang="en-US" altLang="zh-CN" sz="2500" b="1" dirty="0">
                <a:solidFill>
                  <a:schemeClr val="tx1"/>
                </a:solidFill>
                <a:ea typeface="楷体_GB2312"/>
                <a:cs typeface="Times New Roman" panose="02020603050405020304" pitchFamily="18" charset="0"/>
              </a:rPr>
              <a:t> </a:t>
            </a:r>
          </a:p>
          <a:p>
            <a:pPr>
              <a:buClr>
                <a:schemeClr val="tx2"/>
              </a:buClr>
              <a:buSzPct val="75000"/>
              <a:buFont typeface="Symbol" panose="05050102010706020507" pitchFamily="18" charset="2"/>
              <a:buNone/>
              <a:defRPr/>
            </a:pPr>
            <a:r>
              <a:rPr kumimoji="1" lang="en-US" altLang="zh-CN" sz="2500" i="1" dirty="0">
                <a:ea typeface="宋体" panose="02010600030101010101" pitchFamily="2" charset="-122"/>
                <a:cs typeface="Times New Roman" panose="02020603050405020304" pitchFamily="18" charset="0"/>
              </a:rPr>
              <a:t>C</a:t>
            </a:r>
            <a:r>
              <a:rPr kumimoji="1" lang="en-US" altLang="zh-CN" sz="2500" dirty="0">
                <a:ea typeface="楷体_GB2312"/>
                <a:cs typeface="Times New Roman" panose="02020603050405020304" pitchFamily="18" charset="0"/>
              </a:rPr>
              <a:t> → </a:t>
            </a:r>
            <a:r>
              <a:rPr kumimoji="1" lang="en-US" altLang="zh-CN" sz="2500" i="1" dirty="0">
                <a:ea typeface="楷体_GB2312"/>
                <a:cs typeface="Times New Roman" panose="02020603050405020304" pitchFamily="18" charset="0"/>
              </a:rPr>
              <a:t>AD</a:t>
            </a:r>
            <a:r>
              <a:rPr kumimoji="1" lang="zh-CN" altLang="en-US" sz="2500" i="1" dirty="0">
                <a:ea typeface="楷体_GB2312"/>
                <a:cs typeface="Times New Roman" panose="02020603050405020304" pitchFamily="18" charset="0"/>
              </a:rPr>
              <a:t>，</a:t>
            </a:r>
            <a:r>
              <a:rPr kumimoji="1" lang="en-US" altLang="zh-CN" sz="2500" i="1" dirty="0">
                <a:ea typeface="楷体_GB2312"/>
                <a:cs typeface="Times New Roman" panose="02020603050405020304" pitchFamily="18" charset="0"/>
              </a:rPr>
              <a:t>C</a:t>
            </a:r>
            <a:r>
              <a:rPr kumimoji="1" lang="en-US" altLang="zh-CN" sz="2500" b="1" i="1" dirty="0">
                <a:solidFill>
                  <a:schemeClr val="tx1"/>
                </a:solidFill>
                <a:ea typeface="楷体_GB2312"/>
                <a:cs typeface="Times New Roman" panose="02020603050405020304" pitchFamily="18" charset="0"/>
              </a:rPr>
              <a:t> </a:t>
            </a:r>
            <a:r>
              <a:rPr kumimoji="1" lang="en-US" altLang="zh-CN" sz="2500" b="1" dirty="0">
                <a:solidFill>
                  <a:schemeClr val="tx1"/>
                </a:solidFill>
                <a:ea typeface="楷体_GB2312"/>
                <a:cs typeface="Times New Roman" panose="02020603050405020304" pitchFamily="18" charset="0"/>
              </a:rPr>
              <a:t>→ </a:t>
            </a:r>
            <a:r>
              <a:rPr kumimoji="1" lang="en-US" altLang="zh-CN" sz="2500" b="1" i="1" dirty="0">
                <a:solidFill>
                  <a:schemeClr val="tx1"/>
                </a:solidFill>
                <a:ea typeface="楷体_GB2312"/>
                <a:cs typeface="Times New Roman" panose="02020603050405020304" pitchFamily="18" charset="0"/>
              </a:rPr>
              <a:t>b</a:t>
            </a:r>
          </a:p>
          <a:p>
            <a:pPr>
              <a:buClr>
                <a:schemeClr val="tx2"/>
              </a:buClr>
              <a:buSzPct val="75000"/>
              <a:buFont typeface="Symbol" panose="05050102010706020507" pitchFamily="18" charset="2"/>
              <a:buNone/>
              <a:defRPr/>
            </a:pPr>
            <a:r>
              <a:rPr kumimoji="1" lang="en-US" altLang="zh-CN" sz="2500" i="1" dirty="0">
                <a:ea typeface="宋体" panose="02010600030101010101" pitchFamily="2" charset="-122"/>
                <a:cs typeface="Times New Roman" panose="02020603050405020304" pitchFamily="18" charset="0"/>
              </a:rPr>
              <a:t>D</a:t>
            </a:r>
            <a:r>
              <a:rPr kumimoji="1" lang="en-US" altLang="zh-CN" sz="2500" dirty="0">
                <a:ea typeface="楷体_GB2312"/>
                <a:cs typeface="Times New Roman" panose="02020603050405020304" pitchFamily="18" charset="0"/>
              </a:rPr>
              <a:t> → </a:t>
            </a:r>
            <a:r>
              <a:rPr kumimoji="1" lang="en-US" altLang="zh-CN" sz="2500" i="1" dirty="0" err="1">
                <a:ea typeface="楷体_GB2312"/>
                <a:cs typeface="Times New Roman" panose="02020603050405020304" pitchFamily="18" charset="0"/>
              </a:rPr>
              <a:t>aS</a:t>
            </a:r>
            <a:r>
              <a:rPr kumimoji="1" lang="zh-CN" altLang="en-US" sz="2500" i="1" dirty="0">
                <a:ea typeface="楷体_GB2312"/>
                <a:cs typeface="Times New Roman" panose="02020603050405020304" pitchFamily="18" charset="0"/>
              </a:rPr>
              <a:t>， </a:t>
            </a:r>
            <a:r>
              <a:rPr kumimoji="1" lang="en-US" altLang="zh-CN" sz="2500" i="1" dirty="0">
                <a:ea typeface="楷体_GB2312"/>
                <a:cs typeface="Times New Roman" panose="02020603050405020304" pitchFamily="18" charset="0"/>
              </a:rPr>
              <a:t>D</a:t>
            </a:r>
            <a:r>
              <a:rPr kumimoji="1" lang="en-US" altLang="zh-CN" sz="2500" dirty="0">
                <a:ea typeface="楷体_GB2312"/>
                <a:cs typeface="Times New Roman" panose="02020603050405020304" pitchFamily="18" charset="0"/>
              </a:rPr>
              <a:t> → </a:t>
            </a:r>
            <a:r>
              <a:rPr kumimoji="1" lang="en-US" altLang="zh-CN" sz="2500" i="1" dirty="0">
                <a:ea typeface="楷体_GB2312"/>
                <a:cs typeface="Times New Roman" panose="02020603050405020304" pitchFamily="18" charset="0"/>
              </a:rPr>
              <a:t>c</a:t>
            </a:r>
            <a:r>
              <a:rPr kumimoji="1" lang="en-US" altLang="zh-CN" sz="2500" b="1" dirty="0">
                <a:solidFill>
                  <a:schemeClr val="tx1"/>
                </a:solidFill>
                <a:ea typeface="楷体_GB2312"/>
                <a:cs typeface="Times New Roman" panose="02020603050405020304" pitchFamily="18" charset="0"/>
              </a:rPr>
              <a:t>		</a:t>
            </a:r>
            <a:endParaRPr kumimoji="1" lang="en-US" altLang="zh-CN" sz="2500" b="1" dirty="0">
              <a:solidFill>
                <a:schemeClr val="tx1"/>
              </a:solidFill>
              <a:effectLst>
                <a:outerShdw blurRad="38100" dist="38100" dir="2700000" algn="tl">
                  <a:srgbClr val="C0C0C0"/>
                </a:outerShdw>
              </a:effectLst>
              <a:ea typeface="楷体_GB2312"/>
              <a:cs typeface="Times New Roman" panose="02020603050405020304" pitchFamily="18" charset="0"/>
            </a:endParaRPr>
          </a:p>
          <a:p>
            <a:pPr>
              <a:defRPr/>
            </a:pPr>
            <a:endParaRPr lang="en-US" altLang="zh-CN" sz="2000" b="1" dirty="0">
              <a:cs typeface="Times New Roman" panose="02020603050405020304" pitchFamily="18" charset="0"/>
              <a:sym typeface="Symbol" panose="05050102010706020507" pitchFamily="18" charset="2"/>
            </a:endParaRPr>
          </a:p>
        </p:txBody>
      </p:sp>
      <p:sp>
        <p:nvSpPr>
          <p:cNvPr id="12" name="矩形 11"/>
          <p:cNvSpPr>
            <a:spLocks noChangeArrowheads="1"/>
          </p:cNvSpPr>
          <p:nvPr/>
        </p:nvSpPr>
        <p:spPr bwMode="auto">
          <a:xfrm>
            <a:off x="6804248" y="2848465"/>
            <a:ext cx="877163"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b</a:t>
            </a:r>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ε</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14" name="矩形 13"/>
          <p:cNvSpPr>
            <a:spLocks noChangeArrowheads="1"/>
          </p:cNvSpPr>
          <p:nvPr/>
        </p:nvSpPr>
        <p:spPr bwMode="auto">
          <a:xfrm>
            <a:off x="6660232" y="3833627"/>
            <a:ext cx="425116"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b</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16" name="矩形 15"/>
          <p:cNvSpPr>
            <a:spLocks noChangeArrowheads="1"/>
          </p:cNvSpPr>
          <p:nvPr/>
        </p:nvSpPr>
        <p:spPr bwMode="auto">
          <a:xfrm>
            <a:off x="6805866" y="3320101"/>
            <a:ext cx="877163"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a</a:t>
            </a:r>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ε</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17" name="矩形 16"/>
          <p:cNvSpPr>
            <a:spLocks noChangeArrowheads="1"/>
          </p:cNvSpPr>
          <p:nvPr/>
        </p:nvSpPr>
        <p:spPr bwMode="auto">
          <a:xfrm>
            <a:off x="6842968" y="4259396"/>
            <a:ext cx="88838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a</a:t>
            </a:r>
            <a:r>
              <a:rPr kumimoji="1" lang="zh-CN" altLang="en-US" sz="2500" b="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c</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18" name="矩形 17"/>
          <p:cNvSpPr>
            <a:spLocks noChangeArrowheads="1"/>
          </p:cNvSpPr>
          <p:nvPr/>
        </p:nvSpPr>
        <p:spPr bwMode="auto">
          <a:xfrm>
            <a:off x="6637654" y="2440390"/>
            <a:ext cx="425116"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b</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矩形 3"/>
              <p:cNvSpPr/>
              <p:nvPr/>
            </p:nvSpPr>
            <p:spPr>
              <a:xfrm>
                <a:off x="142875" y="991076"/>
                <a:ext cx="8858250" cy="937260"/>
              </a:xfrm>
              <a:prstGeom prst="rect">
                <a:avLst/>
              </a:prstGeom>
              <a:solidFill>
                <a:schemeClr val="accent5">
                  <a:lumMod val="60000"/>
                  <a:lumOff val="40000"/>
                </a:schemeClr>
              </a:solidFill>
              <a:ln>
                <a:solidFill>
                  <a:schemeClr val="tx1"/>
                </a:solidFill>
              </a:ln>
            </p:spPr>
            <p:txBody>
              <a:bodyPr anchor="ct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576580" indent="-2730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327660" lvl="1" indent="-327660" defTabSz="0" eaLnBrk="1" hangingPunct="1">
                  <a:spcBef>
                    <a:spcPct val="20000"/>
                  </a:spcBef>
                  <a:buSzPct val="100000"/>
                  <a:buFont typeface="Wingdings" panose="05000000000000000000" pitchFamily="2" charset="2"/>
                  <a:buChar char="Ø"/>
                  <a:tabLst>
                    <a:tab pos="268605" algn="l"/>
                  </a:tabLst>
                  <a:defRPr/>
                </a:pPr>
                <a:r>
                  <a:rPr lang="en-US" altLang="zh-CN" sz="2500" b="1" i="1" dirty="0">
                    <a:latin typeface="Times New Roman" panose="02020603050405020304" pitchFamily="18" charset="0"/>
                    <a:ea typeface="华文楷体" panose="02010600040101010101" pitchFamily="2" charset="-122"/>
                    <a:cs typeface="Times New Roman" panose="02020603050405020304" pitchFamily="18" charset="0"/>
                  </a:rPr>
                  <a:t>FIRST </a:t>
                </a:r>
                <a:r>
                  <a:rPr lang="en-US" altLang="zh-CN" sz="25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500" b="1" i="1" dirty="0">
                    <a:latin typeface="Times New Roman" panose="02020603050405020304" pitchFamily="18" charset="0"/>
                    <a:ea typeface="华文楷体" panose="02010600040101010101" pitchFamily="2" charset="-122"/>
                    <a:cs typeface="Times New Roman" panose="02020603050405020304" pitchFamily="18" charset="0"/>
                  </a:rPr>
                  <a:t>X </a:t>
                </a:r>
                <a:r>
                  <a:rPr lang="en-US" altLang="zh-CN" sz="25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500" b="1" spc="-300" dirty="0">
                    <a:latin typeface="Times New Roman" panose="02020603050405020304" pitchFamily="18" charset="0"/>
                    <a:ea typeface="华文楷体" panose="02010600040101010101" pitchFamily="2" charset="-122"/>
                    <a:cs typeface="Times New Roman" panose="02020603050405020304" pitchFamily="18" charset="0"/>
                  </a:rPr>
                  <a:t>：可</a:t>
                </a:r>
                <a:r>
                  <a:rPr lang="zh-CN" altLang="en-US" sz="2500" b="1" dirty="0">
                    <a:latin typeface="Times New Roman" panose="02020603050405020304" pitchFamily="18" charset="0"/>
                    <a:ea typeface="华文楷体" panose="02010600040101010101" pitchFamily="2" charset="-122"/>
                    <a:cs typeface="Times New Roman" panose="02020603050405020304" pitchFamily="18" charset="0"/>
                  </a:rPr>
                  <a:t>以从</a:t>
                </a:r>
                <a:r>
                  <a:rPr lang="en-US" altLang="zh-CN" sz="25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500" b="1" i="1" dirty="0">
                    <a:latin typeface="Times New Roman" panose="02020603050405020304" pitchFamily="18" charset="0"/>
                    <a:ea typeface="华文楷体" panose="02010600040101010101" pitchFamily="2" charset="-122"/>
                    <a:cs typeface="Times New Roman" panose="02020603050405020304" pitchFamily="18" charset="0"/>
                  </a:rPr>
                  <a:t>X </a:t>
                </a:r>
                <a:r>
                  <a:rPr lang="zh-CN" altLang="en-US" sz="2500" b="1" dirty="0">
                    <a:latin typeface="Times New Roman" panose="02020603050405020304" pitchFamily="18" charset="0"/>
                    <a:ea typeface="华文楷体" panose="02010600040101010101" pitchFamily="2" charset="-122"/>
                    <a:cs typeface="Times New Roman" panose="02020603050405020304" pitchFamily="18" charset="0"/>
                  </a:rPr>
                  <a:t>推导出的所有</a:t>
                </a:r>
                <a:r>
                  <a:rPr lang="zh-CN" altLang="en-US" sz="2500" b="1" dirty="0">
                    <a:solidFill>
                      <a:srgbClr val="3333FF"/>
                    </a:solidFill>
                    <a:latin typeface="Times New Roman" panose="02020603050405020304" pitchFamily="18" charset="0"/>
                    <a:ea typeface="华文楷体" panose="02010600040101010101" pitchFamily="2" charset="-122"/>
                    <a:cs typeface="Times New Roman" panose="02020603050405020304" pitchFamily="18" charset="0"/>
                  </a:rPr>
                  <a:t>串首终结符</a:t>
                </a:r>
                <a:r>
                  <a:rPr lang="zh-CN" altLang="en-US" sz="2500" b="1" dirty="0">
                    <a:latin typeface="Times New Roman" panose="02020603050405020304" pitchFamily="18" charset="0"/>
                    <a:ea typeface="华文楷体" panose="02010600040101010101" pitchFamily="2" charset="-122"/>
                    <a:cs typeface="Times New Roman" panose="02020603050405020304" pitchFamily="18" charset="0"/>
                  </a:rPr>
                  <a:t>构成的集合</a:t>
                </a:r>
                <a:endParaRPr lang="en-US" altLang="zh-CN" sz="2500" b="1" dirty="0">
                  <a:latin typeface="Times New Roman" panose="02020603050405020304" pitchFamily="18" charset="0"/>
                  <a:ea typeface="楷体_GB2312"/>
                  <a:cs typeface="Times New Roman" panose="02020603050405020304" pitchFamily="18" charset="0"/>
                </a:endParaRPr>
              </a:p>
              <a:p>
                <a:pPr marL="327660" lvl="1" indent="-327660" defTabSz="0" eaLnBrk="1" hangingPunct="1">
                  <a:spcBef>
                    <a:spcPct val="20000"/>
                  </a:spcBef>
                  <a:buSzPct val="100000"/>
                  <a:buFont typeface="Wingdings" panose="05000000000000000000" pitchFamily="2" charset="2"/>
                  <a:buChar char="Ø"/>
                  <a:tabLst>
                    <a:tab pos="268605" algn="l"/>
                  </a:tabLst>
                  <a:defRPr/>
                </a:pPr>
                <a:r>
                  <a:rPr lang="zh-CN" altLang="en-US" sz="2500" b="1" dirty="0">
                    <a:latin typeface="楷体" panose="02010609060101010101" pitchFamily="49" charset="-122"/>
                    <a:ea typeface="华文楷体" panose="02010600040101010101" pitchFamily="2" charset="-122"/>
                    <a:cs typeface="Times New Roman" panose="02020603050405020304" pitchFamily="18" charset="0"/>
                  </a:rPr>
                  <a:t>如果</a:t>
                </a:r>
                <a:r>
                  <a:rPr lang="en-US" altLang="zh-CN" sz="2500" b="1" dirty="0">
                    <a:latin typeface="Times New Roman" panose="02020603050405020304" pitchFamily="18" charset="0"/>
                    <a:ea typeface="楷体_GB2312"/>
                    <a:cs typeface="Times New Roman" panose="02020603050405020304" pitchFamily="18" charset="0"/>
                  </a:rPr>
                  <a:t> </a:t>
                </a:r>
                <a:r>
                  <a:rPr lang="en-US" altLang="zh-CN" sz="2500" b="1" i="1" dirty="0">
                    <a:solidFill>
                      <a:srgbClr val="0070C0"/>
                    </a:solidFill>
                    <a:latin typeface="Times New Roman" panose="02020603050405020304" pitchFamily="18" charset="0"/>
                    <a:ea typeface="楷体_GB2312"/>
                    <a:cs typeface="Times New Roman" panose="02020603050405020304" pitchFamily="18" charset="0"/>
                  </a:rPr>
                  <a:t>X </a:t>
                </a:r>
                <a:r>
                  <a:rPr lang="en-US" altLang="zh-CN" sz="2500" b="1" dirty="0">
                    <a:solidFill>
                      <a:srgbClr val="0070C0"/>
                    </a:solidFill>
                    <a:latin typeface="Times New Roman" panose="02020603050405020304" pitchFamily="18" charset="0"/>
                    <a:ea typeface="楷体_GB2312"/>
                    <a:cs typeface="Times New Roman" panose="02020603050405020304" pitchFamily="18" charset="0"/>
                    <a:sym typeface="Symbol" panose="05050102010706020507" pitchFamily="18" charset="2"/>
                  </a:rPr>
                  <a:t></a:t>
                </a:r>
                <a:r>
                  <a:rPr lang="en-US" altLang="zh-CN" sz="2500" b="1" dirty="0">
                    <a:solidFill>
                      <a:srgbClr val="0070C0"/>
                    </a:solidFill>
                    <a:latin typeface="Times New Roman" panose="02020603050405020304" pitchFamily="18" charset="0"/>
                    <a:ea typeface="楷体_GB2312"/>
                    <a:cs typeface="Times New Roman" panose="02020603050405020304" pitchFamily="18" charset="0"/>
                  </a:rPr>
                  <a:t> </a:t>
                </a:r>
                <a:r>
                  <a:rPr lang="en-US" altLang="zh-CN" sz="2500" b="1" i="1" dirty="0">
                    <a:solidFill>
                      <a:srgbClr val="0070C0"/>
                    </a:solidFill>
                    <a:latin typeface="Times New Roman" panose="02020603050405020304" pitchFamily="18" charset="0"/>
                    <a:ea typeface="楷体_GB2312"/>
                    <a:cs typeface="Times New Roman" panose="02020603050405020304" pitchFamily="18" charset="0"/>
                  </a:rPr>
                  <a:t>ε</a:t>
                </a:r>
                <a:r>
                  <a:rPr lang="zh-CN" altLang="en-US" sz="2500" b="1" dirty="0">
                    <a:latin typeface="Times New Roman" panose="02020603050405020304" pitchFamily="18" charset="0"/>
                    <a:ea typeface="楷体_GB2312"/>
                    <a:cs typeface="Times New Roman" panose="02020603050405020304" pitchFamily="18" charset="0"/>
                  </a:rPr>
                  <a:t>，</a:t>
                </a:r>
                <a:r>
                  <a:rPr lang="zh-CN" altLang="en-US" sz="2500" b="1" dirty="0">
                    <a:latin typeface="楷体" panose="02010609060101010101" pitchFamily="49" charset="-122"/>
                    <a:ea typeface="华文楷体" panose="02010600040101010101" pitchFamily="2" charset="-122"/>
                    <a:cs typeface="Times New Roman" panose="02020603050405020304" pitchFamily="18" charset="0"/>
                  </a:rPr>
                  <a:t>那么</a:t>
                </a:r>
                <a:r>
                  <a:rPr lang="en-US" altLang="zh-CN" sz="2500" b="1" dirty="0">
                    <a:latin typeface="Times New Roman" panose="02020603050405020304" pitchFamily="18" charset="0"/>
                    <a:ea typeface="楷体_GB2312"/>
                    <a:cs typeface="Times New Roman" panose="02020603050405020304" pitchFamily="18" charset="0"/>
                  </a:rPr>
                  <a:t> </a:t>
                </a:r>
                <a:r>
                  <a:rPr lang="en-US" altLang="zh-CN" sz="2500" b="1" i="1" dirty="0">
                    <a:latin typeface="Times New Roman" panose="02020603050405020304" pitchFamily="18" charset="0"/>
                    <a:ea typeface="楷体_GB2312"/>
                    <a:cs typeface="Times New Roman" panose="02020603050405020304" pitchFamily="18" charset="0"/>
                  </a:rPr>
                  <a:t>FIRST</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楷体_GB2312"/>
                    <a:cs typeface="Times New Roman" panose="02020603050405020304" pitchFamily="18" charset="0"/>
                  </a:rPr>
                  <a:t> = FIRST</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楷体_GB2312"/>
                    <a:cs typeface="Times New Roman" panose="02020603050405020304" pitchFamily="18" charset="0"/>
                  </a:rPr>
                  <a:t> </a:t>
                </a:r>
                <a14:m>
                  <m:oMath xmlns:m="http://schemas.openxmlformats.org/officeDocument/2006/math">
                    <m:r>
                      <a:rPr lang="en-US" altLang="zh-CN" sz="2500" b="1" i="1">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500" b="1" dirty="0">
                    <a:latin typeface="Times New Roman" panose="02020603050405020304" pitchFamily="18" charset="0"/>
                    <a:ea typeface="楷体_GB2312"/>
                    <a:cs typeface="Times New Roman" panose="02020603050405020304" pitchFamily="18" charset="0"/>
                  </a:rPr>
                  <a:t> { </a:t>
                </a:r>
                <a:r>
                  <a:rPr lang="en-US" altLang="zh-CN" sz="2500" b="1" i="1" dirty="0">
                    <a:latin typeface="Times New Roman" panose="02020603050405020304" pitchFamily="18" charset="0"/>
                    <a:ea typeface="楷体_GB2312"/>
                    <a:cs typeface="Times New Roman" panose="02020603050405020304" pitchFamily="18" charset="0"/>
                  </a:rPr>
                  <a:t>ε </a:t>
                </a:r>
                <a:r>
                  <a:rPr lang="en-US" altLang="zh-CN" sz="2500" b="1" dirty="0">
                    <a:latin typeface="Times New Roman" panose="02020603050405020304" pitchFamily="18" charset="0"/>
                    <a:ea typeface="楷体_GB2312"/>
                    <a:cs typeface="Times New Roman" panose="02020603050405020304" pitchFamily="18" charset="0"/>
                  </a:rPr>
                  <a:t>}</a:t>
                </a:r>
                <a:endParaRPr lang="zh-CN" altLang="en-US" sz="2500" b="1" dirty="0">
                  <a:latin typeface="Times New Roman" panose="02020603050405020304" pitchFamily="18" charset="0"/>
                  <a:ea typeface="楷体_GB2312"/>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142875" y="991076"/>
                <a:ext cx="8858250" cy="937260"/>
              </a:xfrm>
              <a:prstGeom prst="rect">
                <a:avLst/>
              </a:prstGeom>
              <a:blipFill rotWithShape="1">
                <a:blip r:embed="rId3"/>
                <a:stretch>
                  <a:fillRect l="-57" t="-525" r="-50" b="-491"/>
                </a:stretch>
              </a:blipFill>
              <a:ln>
                <a:solidFill>
                  <a:schemeClr val="tx1"/>
                </a:solidFill>
              </a:ln>
            </p:spPr>
            <p:txBody>
              <a:bodyPr/>
              <a:lstStyle/>
              <a:p>
                <a:r>
                  <a:rPr lang="zh-CN" altLang="en-US">
                    <a:noFill/>
                  </a:rPr>
                  <a:t> </a:t>
                </a:r>
              </a:p>
            </p:txBody>
          </p:sp>
        </mc:Fallback>
      </mc:AlternateContent>
      <p:sp>
        <p:nvSpPr>
          <p:cNvPr id="20" name="矩形 19"/>
          <p:cNvSpPr>
            <a:spLocks noChangeArrowheads="1"/>
          </p:cNvSpPr>
          <p:nvPr/>
        </p:nvSpPr>
        <p:spPr bwMode="auto">
          <a:xfrm>
            <a:off x="6876256" y="3819572"/>
            <a:ext cx="72008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a</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21" name="矩形 20"/>
          <p:cNvSpPr>
            <a:spLocks noChangeArrowheads="1"/>
          </p:cNvSpPr>
          <p:nvPr/>
        </p:nvSpPr>
        <p:spPr bwMode="auto">
          <a:xfrm>
            <a:off x="6779026" y="2423334"/>
            <a:ext cx="745717"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a</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22" name="矩形 21"/>
          <p:cNvSpPr>
            <a:spLocks noChangeArrowheads="1"/>
          </p:cNvSpPr>
          <p:nvPr/>
        </p:nvSpPr>
        <p:spPr bwMode="auto">
          <a:xfrm>
            <a:off x="7338289" y="2423334"/>
            <a:ext cx="716863"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ε</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34</a:t>
            </a:fld>
            <a:endParaRPr lang="en-US" altLang="zh-CN"/>
          </a:p>
        </p:txBody>
      </p:sp>
      <p:sp>
        <p:nvSpPr>
          <p:cNvPr id="15" name="矩形 14"/>
          <p:cNvSpPr>
            <a:spLocks noChangeArrowheads="1"/>
          </p:cNvSpPr>
          <p:nvPr/>
        </p:nvSpPr>
        <p:spPr bwMode="auto">
          <a:xfrm>
            <a:off x="7424160" y="3806258"/>
            <a:ext cx="65275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500" b="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c</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23" name="矩形 22"/>
          <p:cNvSpPr/>
          <p:nvPr/>
        </p:nvSpPr>
        <p:spPr>
          <a:xfrm>
            <a:off x="987376" y="4742516"/>
            <a:ext cx="6537367" cy="369332"/>
          </a:xfrm>
          <a:prstGeom prst="rect">
            <a:avLst/>
          </a:prstGeom>
          <a:solidFill>
            <a:schemeClr val="accent5">
              <a:lumMod val="20000"/>
              <a:lumOff val="80000"/>
            </a:schemeClr>
          </a:solidFill>
          <a:ln>
            <a:solidFill>
              <a:schemeClr val="tx1"/>
            </a:solidFill>
          </a:ln>
        </p:spPr>
        <p:txBody>
          <a:bodyPr wrap="none">
            <a:spAutoFit/>
          </a:bodyPr>
          <a:lstStyle/>
          <a:p>
            <a:r>
              <a:rPr lang="zh-CN" altLang="en-US" b="1" dirty="0">
                <a:latin typeface="+mn-ea"/>
                <a:ea typeface="+mn-ea"/>
              </a:rPr>
              <a:t>要特别注意 空符号</a:t>
            </a:r>
            <a:r>
              <a:rPr kumimoji="1" lang="en-US" altLang="zh-CN" b="1" i="1" dirty="0">
                <a:ea typeface="楷体_GB2312"/>
                <a:cs typeface="Times New Roman" panose="02020603050405020304" pitchFamily="18" charset="0"/>
              </a:rPr>
              <a:t>ε</a:t>
            </a:r>
            <a:r>
              <a:rPr lang="zh-CN" altLang="en-US" b="1" dirty="0">
                <a:latin typeface="+mn-ea"/>
                <a:ea typeface="+mn-ea"/>
              </a:rPr>
              <a:t> 成为串首终结符的条件，不能直接并入。  </a:t>
            </a:r>
          </a:p>
        </p:txBody>
      </p:sp>
      <p:sp>
        <p:nvSpPr>
          <p:cNvPr id="24" name="矩形 23"/>
          <p:cNvSpPr/>
          <p:nvPr/>
        </p:nvSpPr>
        <p:spPr>
          <a:xfrm>
            <a:off x="1573301" y="1419622"/>
            <a:ext cx="316112" cy="461665"/>
          </a:xfrm>
          <a:prstGeom prst="rect">
            <a:avLst/>
          </a:prstGeom>
        </p:spPr>
        <p:txBody>
          <a:bodyPr wrap="none">
            <a:spAutoFit/>
          </a:bodyPr>
          <a:lstStyle/>
          <a:p>
            <a:r>
              <a:rPr lang="en-US" altLang="zh-CN" sz="2400" b="1" baseline="30000" dirty="0">
                <a:ea typeface="楷体_GB2312"/>
                <a:cs typeface="楷体_GB2312"/>
              </a:rPr>
              <a:t>*</a:t>
            </a:r>
            <a:endParaRPr lang="zh-CN" altLang="en-US" sz="2400" dirty="0"/>
          </a:p>
        </p:txBody>
      </p:sp>
      <p:sp>
        <p:nvSpPr>
          <p:cNvPr id="25" name="矩形 24"/>
          <p:cNvSpPr/>
          <p:nvPr/>
        </p:nvSpPr>
        <p:spPr>
          <a:xfrm>
            <a:off x="1916611" y="2063751"/>
            <a:ext cx="4854575" cy="368300"/>
          </a:xfrm>
          <a:prstGeom prst="rect">
            <a:avLst/>
          </a:prstGeom>
          <a:solidFill>
            <a:schemeClr val="accent5">
              <a:lumMod val="20000"/>
              <a:lumOff val="80000"/>
            </a:schemeClr>
          </a:solidFill>
          <a:ln>
            <a:solidFill>
              <a:schemeClr val="tx1"/>
            </a:solidFill>
          </a:ln>
        </p:spPr>
        <p:txBody>
          <a:bodyPr wrap="none">
            <a:spAutoFit/>
          </a:bodyPr>
          <a:lstStyle/>
          <a:p>
            <a:r>
              <a:rPr lang="zh-CN" altLang="en-US" b="1" dirty="0">
                <a:latin typeface="+mn-ea"/>
                <a:ea typeface="+mn-ea"/>
                <a:cs typeface="Times New Roman" panose="02020603050405020304" pitchFamily="18" charset="0"/>
              </a:rPr>
              <a:t>非终结符的</a:t>
            </a:r>
            <a:r>
              <a:rPr lang="en-US" altLang="zh-CN" b="1" dirty="0">
                <a:latin typeface="+mn-ea"/>
                <a:ea typeface="+mn-ea"/>
                <a:cs typeface="Times New Roman" panose="02020603050405020304" pitchFamily="18" charset="0"/>
              </a:rPr>
              <a:t> </a:t>
            </a:r>
            <a:r>
              <a:rPr lang="en-US" altLang="zh-CN" b="1" i="1" dirty="0">
                <a:latin typeface="Times New Roman" panose="02020603050405020304" pitchFamily="18" charset="0"/>
                <a:ea typeface="+mn-ea"/>
                <a:cs typeface="Times New Roman" panose="02020603050405020304" pitchFamily="18" charset="0"/>
              </a:rPr>
              <a:t>FIRST </a:t>
            </a:r>
            <a:r>
              <a:rPr lang="zh-CN" altLang="en-US" b="1" dirty="0">
                <a:latin typeface="+mn-ea"/>
                <a:ea typeface="+mn-ea"/>
                <a:cs typeface="Times New Roman" panose="02020603050405020304" pitchFamily="18" charset="0"/>
              </a:rPr>
              <a:t>集有依赖关系，需</a:t>
            </a:r>
            <a:r>
              <a:rPr lang="zh-CN" altLang="en-US" b="1" dirty="0">
                <a:solidFill>
                  <a:srgbClr val="0070C0"/>
                </a:solidFill>
                <a:latin typeface="+mn-ea"/>
                <a:ea typeface="+mn-ea"/>
                <a:cs typeface="Times New Roman" panose="02020603050405020304" pitchFamily="18" charset="0"/>
              </a:rPr>
              <a:t>迭代计算</a:t>
            </a:r>
            <a:endParaRPr lang="zh-CN" altLang="en-US" b="1" dirty="0">
              <a:solidFill>
                <a:srgbClr val="0070C0"/>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animEffect transition="in" filter="fade">
                                      <p:cBhvr>
                                        <p:cTn id="14" dur="500"/>
                                        <p:tgtEl>
                                          <p:spTgt spid="1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down)">
                                      <p:cBhvr>
                                        <p:cTn id="19" dur="5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 calcmode="lin" valueType="num">
                                      <p:cBhvr>
                                        <p:cTn id="24" dur="500" fill="hold"/>
                                        <p:tgtEl>
                                          <p:spTgt spid="18"/>
                                        </p:tgtEl>
                                        <p:attrNameLst>
                                          <p:attrName>ppt_w</p:attrName>
                                        </p:attrNameLst>
                                      </p:cBhvr>
                                      <p:tavLst>
                                        <p:tav tm="0">
                                          <p:val>
                                            <p:fltVal val="0"/>
                                          </p:val>
                                        </p:tav>
                                        <p:tav tm="100000">
                                          <p:val>
                                            <p:strVal val="#ppt_w"/>
                                          </p:val>
                                        </p:tav>
                                      </p:tavLst>
                                    </p:anim>
                                    <p:anim calcmode="lin" valueType="num">
                                      <p:cBhvr>
                                        <p:cTn id="25" dur="500" fill="hold"/>
                                        <p:tgtEl>
                                          <p:spTgt spid="18"/>
                                        </p:tgtEl>
                                        <p:attrNameLst>
                                          <p:attrName>ppt_h</p:attrName>
                                        </p:attrNameLst>
                                      </p:cBhvr>
                                      <p:tavLst>
                                        <p:tav tm="0">
                                          <p:val>
                                            <p:fltVal val="0"/>
                                          </p:val>
                                        </p:tav>
                                        <p:tav tm="100000">
                                          <p:val>
                                            <p:strVal val="#ppt_h"/>
                                          </p:val>
                                        </p:tav>
                                      </p:tavLst>
                                    </p:anim>
                                    <p:animEffect transition="in" filter="fad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fltVal val="0"/>
                                          </p:val>
                                        </p:tav>
                                        <p:tav tm="100000">
                                          <p:val>
                                            <p:strVal val="#ppt_h"/>
                                          </p:val>
                                        </p:tav>
                                      </p:tavLst>
                                    </p:anim>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p:cTn id="38" dur="500" fill="hold"/>
                                        <p:tgtEl>
                                          <p:spTgt spid="16"/>
                                        </p:tgtEl>
                                        <p:attrNameLst>
                                          <p:attrName>ppt_w</p:attrName>
                                        </p:attrNameLst>
                                      </p:cBhvr>
                                      <p:tavLst>
                                        <p:tav tm="0">
                                          <p:val>
                                            <p:fltVal val="0"/>
                                          </p:val>
                                        </p:tav>
                                        <p:tav tm="100000">
                                          <p:val>
                                            <p:strVal val="#ppt_w"/>
                                          </p:val>
                                        </p:tav>
                                      </p:tavLst>
                                    </p:anim>
                                    <p:anim calcmode="lin" valueType="num">
                                      <p:cBhvr>
                                        <p:cTn id="39" dur="500" fill="hold"/>
                                        <p:tgtEl>
                                          <p:spTgt spid="16"/>
                                        </p:tgtEl>
                                        <p:attrNameLst>
                                          <p:attrName>ppt_h</p:attrName>
                                        </p:attrNameLst>
                                      </p:cBhvr>
                                      <p:tavLst>
                                        <p:tav tm="0">
                                          <p:val>
                                            <p:fltVal val="0"/>
                                          </p:val>
                                        </p:tav>
                                        <p:tav tm="100000">
                                          <p:val>
                                            <p:strVal val="#ppt_h"/>
                                          </p:val>
                                        </p:tav>
                                      </p:tavLst>
                                    </p:anim>
                                    <p:animEffect transition="in" filter="fade">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p:cTn id="45" dur="500" fill="hold"/>
                                        <p:tgtEl>
                                          <p:spTgt spid="14"/>
                                        </p:tgtEl>
                                        <p:attrNameLst>
                                          <p:attrName>ppt_w</p:attrName>
                                        </p:attrNameLst>
                                      </p:cBhvr>
                                      <p:tavLst>
                                        <p:tav tm="0">
                                          <p:val>
                                            <p:fltVal val="0"/>
                                          </p:val>
                                        </p:tav>
                                        <p:tav tm="100000">
                                          <p:val>
                                            <p:strVal val="#ppt_w"/>
                                          </p:val>
                                        </p:tav>
                                      </p:tavLst>
                                    </p:anim>
                                    <p:anim calcmode="lin" valueType="num">
                                      <p:cBhvr>
                                        <p:cTn id="46" dur="500" fill="hold"/>
                                        <p:tgtEl>
                                          <p:spTgt spid="14"/>
                                        </p:tgtEl>
                                        <p:attrNameLst>
                                          <p:attrName>ppt_h</p:attrName>
                                        </p:attrNameLst>
                                      </p:cBhvr>
                                      <p:tavLst>
                                        <p:tav tm="0">
                                          <p:val>
                                            <p:fltVal val="0"/>
                                          </p:val>
                                        </p:tav>
                                        <p:tav tm="100000">
                                          <p:val>
                                            <p:strVal val="#ppt_h"/>
                                          </p:val>
                                        </p:tav>
                                      </p:tavLst>
                                    </p:anim>
                                    <p:animEffect transition="in" filter="fade">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p:cTn id="52" dur="500" fill="hold"/>
                                        <p:tgtEl>
                                          <p:spTgt spid="17"/>
                                        </p:tgtEl>
                                        <p:attrNameLst>
                                          <p:attrName>ppt_w</p:attrName>
                                        </p:attrNameLst>
                                      </p:cBhvr>
                                      <p:tavLst>
                                        <p:tav tm="0">
                                          <p:val>
                                            <p:fltVal val="0"/>
                                          </p:val>
                                        </p:tav>
                                        <p:tav tm="100000">
                                          <p:val>
                                            <p:strVal val="#ppt_w"/>
                                          </p:val>
                                        </p:tav>
                                      </p:tavLst>
                                    </p:anim>
                                    <p:anim calcmode="lin" valueType="num">
                                      <p:cBhvr>
                                        <p:cTn id="53" dur="500" fill="hold"/>
                                        <p:tgtEl>
                                          <p:spTgt spid="17"/>
                                        </p:tgtEl>
                                        <p:attrNameLst>
                                          <p:attrName>ppt_h</p:attrName>
                                        </p:attrNameLst>
                                      </p:cBhvr>
                                      <p:tavLst>
                                        <p:tav tm="0">
                                          <p:val>
                                            <p:fltVal val="0"/>
                                          </p:val>
                                        </p:tav>
                                        <p:tav tm="100000">
                                          <p:val>
                                            <p:strVal val="#ppt_h"/>
                                          </p:val>
                                        </p:tav>
                                      </p:tavLst>
                                    </p:anim>
                                    <p:animEffect transition="in" filter="fade">
                                      <p:cBhvr>
                                        <p:cTn id="54" dur="500"/>
                                        <p:tgtEl>
                                          <p:spTgt spid="17"/>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anim calcmode="lin" valueType="num">
                                      <p:cBhvr>
                                        <p:cTn id="59" dur="500" fill="hold"/>
                                        <p:tgtEl>
                                          <p:spTgt spid="21"/>
                                        </p:tgtEl>
                                        <p:attrNameLst>
                                          <p:attrName>ppt_w</p:attrName>
                                        </p:attrNameLst>
                                      </p:cBhvr>
                                      <p:tavLst>
                                        <p:tav tm="0">
                                          <p:val>
                                            <p:fltVal val="0"/>
                                          </p:val>
                                        </p:tav>
                                        <p:tav tm="100000">
                                          <p:val>
                                            <p:strVal val="#ppt_w"/>
                                          </p:val>
                                        </p:tav>
                                      </p:tavLst>
                                    </p:anim>
                                    <p:anim calcmode="lin" valueType="num">
                                      <p:cBhvr>
                                        <p:cTn id="60" dur="500" fill="hold"/>
                                        <p:tgtEl>
                                          <p:spTgt spid="21"/>
                                        </p:tgtEl>
                                        <p:attrNameLst>
                                          <p:attrName>ppt_h</p:attrName>
                                        </p:attrNameLst>
                                      </p:cBhvr>
                                      <p:tavLst>
                                        <p:tav tm="0">
                                          <p:val>
                                            <p:fltVal val="0"/>
                                          </p:val>
                                        </p:tav>
                                        <p:tav tm="100000">
                                          <p:val>
                                            <p:strVal val="#ppt_h"/>
                                          </p:val>
                                        </p:tav>
                                      </p:tavLst>
                                    </p:anim>
                                    <p:animEffect transition="in" filter="fade">
                                      <p:cBhvr>
                                        <p:cTn id="61" dur="500"/>
                                        <p:tgtEl>
                                          <p:spTgt spid="21"/>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grpId="0" nodeType="clickEffect">
                                  <p:stCondLst>
                                    <p:cond delay="0"/>
                                  </p:stCondLst>
                                  <p:childTnLst>
                                    <p:set>
                                      <p:cBhvr>
                                        <p:cTn id="65" dur="1" fill="hold">
                                          <p:stCondLst>
                                            <p:cond delay="0"/>
                                          </p:stCondLst>
                                        </p:cTn>
                                        <p:tgtEl>
                                          <p:spTgt spid="22"/>
                                        </p:tgtEl>
                                        <p:attrNameLst>
                                          <p:attrName>style.visibility</p:attrName>
                                        </p:attrNameLst>
                                      </p:cBhvr>
                                      <p:to>
                                        <p:strVal val="visible"/>
                                      </p:to>
                                    </p:set>
                                    <p:anim calcmode="lin" valueType="num">
                                      <p:cBhvr>
                                        <p:cTn id="66" dur="500" fill="hold"/>
                                        <p:tgtEl>
                                          <p:spTgt spid="22"/>
                                        </p:tgtEl>
                                        <p:attrNameLst>
                                          <p:attrName>ppt_w</p:attrName>
                                        </p:attrNameLst>
                                      </p:cBhvr>
                                      <p:tavLst>
                                        <p:tav tm="0">
                                          <p:val>
                                            <p:fltVal val="0"/>
                                          </p:val>
                                        </p:tav>
                                        <p:tav tm="100000">
                                          <p:val>
                                            <p:strVal val="#ppt_w"/>
                                          </p:val>
                                        </p:tav>
                                      </p:tavLst>
                                    </p:anim>
                                    <p:anim calcmode="lin" valueType="num">
                                      <p:cBhvr>
                                        <p:cTn id="67" dur="500" fill="hold"/>
                                        <p:tgtEl>
                                          <p:spTgt spid="22"/>
                                        </p:tgtEl>
                                        <p:attrNameLst>
                                          <p:attrName>ppt_h</p:attrName>
                                        </p:attrNameLst>
                                      </p:cBhvr>
                                      <p:tavLst>
                                        <p:tav tm="0">
                                          <p:val>
                                            <p:fltVal val="0"/>
                                          </p:val>
                                        </p:tav>
                                        <p:tav tm="100000">
                                          <p:val>
                                            <p:strVal val="#ppt_h"/>
                                          </p:val>
                                        </p:tav>
                                      </p:tavLst>
                                    </p:anim>
                                    <p:animEffect transition="in" filter="fade">
                                      <p:cBhvr>
                                        <p:cTn id="68"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anim calcmode="lin" valueType="num">
                                      <p:cBhvr>
                                        <p:cTn id="73" dur="500" fill="hold"/>
                                        <p:tgtEl>
                                          <p:spTgt spid="20"/>
                                        </p:tgtEl>
                                        <p:attrNameLst>
                                          <p:attrName>ppt_w</p:attrName>
                                        </p:attrNameLst>
                                      </p:cBhvr>
                                      <p:tavLst>
                                        <p:tav tm="0">
                                          <p:val>
                                            <p:fltVal val="0"/>
                                          </p:val>
                                        </p:tav>
                                        <p:tav tm="100000">
                                          <p:val>
                                            <p:strVal val="#ppt_w"/>
                                          </p:val>
                                        </p:tav>
                                      </p:tavLst>
                                    </p:anim>
                                    <p:anim calcmode="lin" valueType="num">
                                      <p:cBhvr>
                                        <p:cTn id="74" dur="500" fill="hold"/>
                                        <p:tgtEl>
                                          <p:spTgt spid="20"/>
                                        </p:tgtEl>
                                        <p:attrNameLst>
                                          <p:attrName>ppt_h</p:attrName>
                                        </p:attrNameLst>
                                      </p:cBhvr>
                                      <p:tavLst>
                                        <p:tav tm="0">
                                          <p:val>
                                            <p:fltVal val="0"/>
                                          </p:val>
                                        </p:tav>
                                        <p:tav tm="100000">
                                          <p:val>
                                            <p:strVal val="#ppt_h"/>
                                          </p:val>
                                        </p:tav>
                                      </p:tavLst>
                                    </p:anim>
                                    <p:animEffect transition="in" filter="fade">
                                      <p:cBhvr>
                                        <p:cTn id="75" dur="500"/>
                                        <p:tgtEl>
                                          <p:spTgt spid="20"/>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anim calcmode="lin" valueType="num">
                                      <p:cBhvr>
                                        <p:cTn id="78" dur="500" fill="hold"/>
                                        <p:tgtEl>
                                          <p:spTgt spid="15"/>
                                        </p:tgtEl>
                                        <p:attrNameLst>
                                          <p:attrName>ppt_w</p:attrName>
                                        </p:attrNameLst>
                                      </p:cBhvr>
                                      <p:tavLst>
                                        <p:tav tm="0">
                                          <p:val>
                                            <p:fltVal val="0"/>
                                          </p:val>
                                        </p:tav>
                                        <p:tav tm="100000">
                                          <p:val>
                                            <p:strVal val="#ppt_w"/>
                                          </p:val>
                                        </p:tav>
                                      </p:tavLst>
                                    </p:anim>
                                    <p:anim calcmode="lin" valueType="num">
                                      <p:cBhvr>
                                        <p:cTn id="79" dur="500" fill="hold"/>
                                        <p:tgtEl>
                                          <p:spTgt spid="15"/>
                                        </p:tgtEl>
                                        <p:attrNameLst>
                                          <p:attrName>ppt_h</p:attrName>
                                        </p:attrNameLst>
                                      </p:cBhvr>
                                      <p:tavLst>
                                        <p:tav tm="0">
                                          <p:val>
                                            <p:fltVal val="0"/>
                                          </p:val>
                                        </p:tav>
                                        <p:tav tm="100000">
                                          <p:val>
                                            <p:strVal val="#ppt_h"/>
                                          </p:val>
                                        </p:tav>
                                      </p:tavLst>
                                    </p:anim>
                                    <p:animEffect transition="in" filter="fade">
                                      <p:cBhvr>
                                        <p:cTn id="80" dur="500"/>
                                        <p:tgtEl>
                                          <p:spTgt spid="15"/>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grpId="0" nodeType="click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wipe(down)">
                                      <p:cBhvr>
                                        <p:cTn id="8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0" grpId="0"/>
      <p:bldP spid="12" grpId="0"/>
      <p:bldP spid="14" grpId="0"/>
      <p:bldP spid="16" grpId="0"/>
      <p:bldP spid="17" grpId="0"/>
      <p:bldP spid="18" grpId="0"/>
      <p:bldP spid="20" grpId="0"/>
      <p:bldP spid="21" grpId="0"/>
      <p:bldP spid="22" grpId="0"/>
      <p:bldP spid="15" grpId="0"/>
      <p:bldP spid="23" grpId="0" animBg="1"/>
      <p:bldP spid="25"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内容占位符 2"/>
          <p:cNvSpPr>
            <a:spLocks noGrp="1"/>
          </p:cNvSpPr>
          <p:nvPr>
            <p:ph idx="1"/>
          </p:nvPr>
        </p:nvSpPr>
        <p:spPr>
          <a:xfrm>
            <a:off x="336550" y="915567"/>
            <a:ext cx="8521700" cy="4104455"/>
          </a:xfrm>
        </p:spPr>
        <p:txBody>
          <a:bodyPr/>
          <a:lstStyle/>
          <a:p>
            <a:pPr eaLnBrk="1" hangingPunct="1">
              <a:buClrTx/>
              <a:buFont typeface="Wingdings" panose="05000000000000000000" pitchFamily="2" charset="2"/>
              <a:buChar char="Ø"/>
              <a:defRPr/>
            </a:pPr>
            <a:r>
              <a:rPr lang="zh-CN" altLang="en-US" b="1" dirty="0">
                <a:solidFill>
                  <a:schemeClr val="tx1"/>
                </a:solidFill>
                <a:cs typeface="Times New Roman" panose="02020603050405020304" pitchFamily="18" charset="0"/>
              </a:rPr>
              <a:t>不断应用下列规则，直到没有新的</a:t>
            </a:r>
            <a:r>
              <a:rPr lang="zh-CN" altLang="en-US" b="1" dirty="0">
                <a:solidFill>
                  <a:srgbClr val="0070C0"/>
                </a:solidFill>
                <a:cs typeface="Times New Roman" panose="02020603050405020304" pitchFamily="18" charset="0"/>
              </a:rPr>
              <a:t>终结符</a:t>
            </a:r>
            <a:r>
              <a:rPr lang="zh-CN" altLang="en-US" b="1" dirty="0">
                <a:solidFill>
                  <a:schemeClr val="tx1"/>
                </a:solidFill>
                <a:cs typeface="Times New Roman" panose="02020603050405020304" pitchFamily="18" charset="0"/>
              </a:rPr>
              <a:t>或</a:t>
            </a:r>
            <a:r>
              <a:rPr lang="en-US" altLang="zh-CN" b="1" dirty="0">
                <a:solidFill>
                  <a:schemeClr val="tx1"/>
                </a:solidFill>
                <a:cs typeface="Times New Roman" panose="02020603050405020304" pitchFamily="18" charset="0"/>
              </a:rPr>
              <a:t> </a:t>
            </a:r>
            <a:r>
              <a:rPr lang="en-US" altLang="zh-CN" b="1" i="1" dirty="0">
                <a:solidFill>
                  <a:srgbClr val="0070C0"/>
                </a:solidFill>
                <a:ea typeface="楷体_GB2312"/>
                <a:cs typeface="Times New Roman" panose="02020603050405020304" pitchFamily="18" charset="0"/>
              </a:rPr>
              <a:t>ε </a:t>
            </a:r>
            <a:r>
              <a:rPr lang="zh-CN" altLang="en-US" b="1" dirty="0">
                <a:solidFill>
                  <a:schemeClr val="tx1"/>
                </a:solidFill>
                <a:cs typeface="Times New Roman" panose="02020603050405020304" pitchFamily="18" charset="0"/>
              </a:rPr>
              <a:t>可以被加入到任何</a:t>
            </a:r>
            <a:r>
              <a:rPr lang="en-US" altLang="zh-CN" b="1" i="1" dirty="0">
                <a:solidFill>
                  <a:schemeClr val="tx1"/>
                </a:solidFill>
                <a:cs typeface="Times New Roman" panose="02020603050405020304" pitchFamily="18" charset="0"/>
              </a:rPr>
              <a:t>FIRST</a:t>
            </a:r>
            <a:r>
              <a:rPr lang="zh-CN" altLang="en-US" b="1" dirty="0">
                <a:solidFill>
                  <a:schemeClr val="tx1"/>
                </a:solidFill>
                <a:cs typeface="Times New Roman" panose="02020603050405020304" pitchFamily="18" charset="0"/>
              </a:rPr>
              <a:t>集合中为止</a:t>
            </a:r>
            <a:endParaRPr lang="en-US" altLang="zh-CN" b="1" dirty="0">
              <a:solidFill>
                <a:schemeClr val="tx1"/>
              </a:solidFill>
              <a:ea typeface="楷体_GB2312"/>
              <a:cs typeface="Times New Roman" panose="02020603050405020304" pitchFamily="18" charset="0"/>
            </a:endParaRPr>
          </a:p>
          <a:p>
            <a:pPr lvl="1" eaLnBrk="1" hangingPunct="1">
              <a:lnSpc>
                <a:spcPts val="3200"/>
              </a:lnSpc>
              <a:spcBef>
                <a:spcPts val="0"/>
              </a:spcBef>
              <a:defRPr/>
            </a:pPr>
            <a:r>
              <a:rPr lang="zh-CN" altLang="en-US" sz="2000" dirty="0">
                <a:latin typeface="华文楷体" panose="02010600040101010101" pitchFamily="2" charset="-122"/>
                <a:ea typeface="华文楷体" panose="02010600040101010101" pitchFamily="2" charset="-122"/>
                <a:cs typeface="Times New Roman" panose="02020603050405020304" pitchFamily="18" charset="0"/>
              </a:rPr>
              <a:t>若</a:t>
            </a:r>
            <a:r>
              <a:rPr lang="en-US" altLang="zh-CN" sz="2000" b="1" i="1" dirty="0">
                <a:solidFill>
                  <a:schemeClr val="tx1"/>
                </a:solidFill>
                <a:ea typeface="楷体_GB2312"/>
                <a:cs typeface="Times New Roman" panose="02020603050405020304" pitchFamily="18" charset="0"/>
              </a:rPr>
              <a:t>X</a:t>
            </a:r>
            <a:r>
              <a:rPr lang="en-US" altLang="zh-CN" sz="2000" dirty="0">
                <a:ea typeface="楷体_GB2312"/>
                <a:cs typeface="Times New Roman" panose="02020603050405020304" pitchFamily="18" charset="0"/>
              </a:rPr>
              <a:t> ∈</a:t>
            </a:r>
            <a:r>
              <a:rPr lang="en-US" altLang="zh-CN" sz="2000" i="1" dirty="0">
                <a:ea typeface="楷体_GB2312"/>
                <a:cs typeface="Times New Roman" panose="02020603050405020304" pitchFamily="18" charset="0"/>
              </a:rPr>
              <a:t>V</a:t>
            </a:r>
            <a:r>
              <a:rPr lang="en-US" altLang="zh-CN" sz="2000" i="1" baseline="-25000" dirty="0">
                <a:ea typeface="楷体_GB2312"/>
                <a:cs typeface="Times New Roman" panose="02020603050405020304" pitchFamily="18" charset="0"/>
              </a:rPr>
              <a:t>T </a:t>
            </a:r>
            <a:r>
              <a:rPr lang="zh-CN" altLang="en-US" sz="2000" b="1" dirty="0">
                <a:solidFill>
                  <a:schemeClr val="tx1"/>
                </a:solidFill>
                <a:latin typeface="楷体" panose="02010609060101010101" pitchFamily="49" charset="-122"/>
                <a:cs typeface="Times New Roman" panose="02020603050405020304" pitchFamily="18" charset="0"/>
              </a:rPr>
              <a:t>，那么</a:t>
            </a:r>
            <a:r>
              <a:rPr lang="en-US" altLang="zh-CN" sz="2000" b="1" dirty="0">
                <a:solidFill>
                  <a:schemeClr val="tx1"/>
                </a:solidFill>
                <a:latin typeface="楷体" panose="02010609060101010101" pitchFamily="49" charset="-122"/>
                <a:cs typeface="Times New Roman" panose="02020603050405020304" pitchFamily="18" charset="0"/>
              </a:rPr>
              <a:t> </a:t>
            </a:r>
            <a:r>
              <a:rPr lang="en-US" altLang="zh-CN" sz="2000" b="1" i="1" dirty="0">
                <a:solidFill>
                  <a:srgbClr val="0070C0"/>
                </a:solidFill>
                <a:ea typeface="楷体_GB2312"/>
                <a:cs typeface="Times New Roman" panose="02020603050405020304" pitchFamily="18" charset="0"/>
              </a:rPr>
              <a:t>FIRST </a:t>
            </a:r>
            <a:r>
              <a:rPr lang="en-US" altLang="zh-CN" sz="2000" b="1" dirty="0">
                <a:solidFill>
                  <a:srgbClr val="0070C0"/>
                </a:solidFill>
                <a:ea typeface="楷体_GB2312"/>
                <a:cs typeface="Times New Roman" panose="02020603050405020304" pitchFamily="18" charset="0"/>
              </a:rPr>
              <a:t>( </a:t>
            </a:r>
            <a:r>
              <a:rPr lang="en-US" altLang="zh-CN" sz="2000" b="1" i="1" dirty="0">
                <a:solidFill>
                  <a:srgbClr val="0070C0"/>
                </a:solidFill>
                <a:ea typeface="楷体_GB2312"/>
                <a:cs typeface="Times New Roman" panose="02020603050405020304" pitchFamily="18" charset="0"/>
              </a:rPr>
              <a:t>X </a:t>
            </a:r>
            <a:r>
              <a:rPr lang="en-US" altLang="zh-CN" sz="2000" b="1" dirty="0">
                <a:solidFill>
                  <a:srgbClr val="0070C0"/>
                </a:solidFill>
                <a:ea typeface="楷体_GB2312"/>
                <a:cs typeface="Times New Roman" panose="02020603050405020304" pitchFamily="18" charset="0"/>
              </a:rPr>
              <a:t>) = { </a:t>
            </a:r>
            <a:r>
              <a:rPr lang="en-US" altLang="zh-CN" sz="2000" b="1" i="1" dirty="0">
                <a:solidFill>
                  <a:srgbClr val="0070C0"/>
                </a:solidFill>
                <a:ea typeface="楷体_GB2312"/>
                <a:cs typeface="Times New Roman" panose="02020603050405020304" pitchFamily="18" charset="0"/>
              </a:rPr>
              <a:t>X </a:t>
            </a:r>
            <a:r>
              <a:rPr lang="en-US" altLang="zh-CN" sz="2000" b="1" dirty="0">
                <a:solidFill>
                  <a:srgbClr val="0070C0"/>
                </a:solidFill>
                <a:ea typeface="楷体_GB2312"/>
                <a:cs typeface="Times New Roman" panose="02020603050405020304" pitchFamily="18" charset="0"/>
              </a:rPr>
              <a:t>}</a:t>
            </a:r>
          </a:p>
          <a:p>
            <a:pPr lvl="1" eaLnBrk="1" hangingPunct="1">
              <a:lnSpc>
                <a:spcPts val="3200"/>
              </a:lnSpc>
              <a:spcBef>
                <a:spcPts val="0"/>
              </a:spcBef>
              <a:defRPr/>
            </a:pPr>
            <a:r>
              <a:rPr lang="zh-CN" altLang="en-US" sz="2000" dirty="0"/>
              <a:t>若</a:t>
            </a:r>
            <a:r>
              <a:rPr lang="en-US" altLang="zh-CN" sz="2000" i="1" dirty="0"/>
              <a:t>X</a:t>
            </a:r>
            <a:r>
              <a:rPr lang="en-US" altLang="zh-CN" sz="2000" dirty="0">
                <a:ea typeface="楷体_GB2312"/>
                <a:cs typeface="Times New Roman" panose="02020603050405020304" pitchFamily="18" charset="0"/>
              </a:rPr>
              <a:t> ∈</a:t>
            </a:r>
            <a:r>
              <a:rPr lang="en-US" altLang="zh-CN" sz="2000" i="1" dirty="0">
                <a:ea typeface="楷体_GB2312"/>
                <a:cs typeface="Times New Roman" panose="02020603050405020304" pitchFamily="18" charset="0"/>
              </a:rPr>
              <a:t>V</a:t>
            </a:r>
            <a:r>
              <a:rPr lang="en-US" altLang="zh-CN" sz="2000" i="1" baseline="-25000" dirty="0">
                <a:ea typeface="楷体_GB2312"/>
                <a:cs typeface="Times New Roman" panose="02020603050405020304" pitchFamily="18" charset="0"/>
              </a:rPr>
              <a:t>N </a:t>
            </a:r>
            <a:r>
              <a:rPr lang="zh-CN" altLang="en-US" sz="2000" dirty="0"/>
              <a:t>，且有</a:t>
            </a:r>
            <a:r>
              <a:rPr lang="en-US" altLang="zh-CN" sz="2000" dirty="0"/>
              <a:t>  </a:t>
            </a:r>
            <a:r>
              <a:rPr lang="en-US" altLang="zh-CN" sz="2000" i="1" dirty="0" err="1">
                <a:solidFill>
                  <a:srgbClr val="0070C0"/>
                </a:solidFill>
                <a:ea typeface="楷体_GB2312"/>
                <a:cs typeface="楷体_GB2312"/>
              </a:rPr>
              <a:t>X</a:t>
            </a:r>
            <a:r>
              <a:rPr lang="en-US" altLang="zh-CN" sz="2000" dirty="0" err="1">
                <a:solidFill>
                  <a:srgbClr val="0070C0"/>
                </a:solidFill>
                <a:ea typeface="楷体_GB2312"/>
                <a:cs typeface="楷体_GB2312"/>
              </a:rPr>
              <a:t>→</a:t>
            </a:r>
            <a:r>
              <a:rPr lang="en-US" altLang="zh-CN" sz="2000" i="1" dirty="0" err="1">
                <a:solidFill>
                  <a:srgbClr val="0070C0"/>
                </a:solidFill>
                <a:ea typeface="楷体_GB2312"/>
                <a:cs typeface="楷体_GB2312"/>
              </a:rPr>
              <a:t>ε</a:t>
            </a:r>
            <a:r>
              <a:rPr lang="en-US" altLang="zh-CN" sz="2000" i="1" dirty="0">
                <a:ea typeface="楷体_GB2312"/>
                <a:cs typeface="楷体_GB2312"/>
              </a:rPr>
              <a:t> </a:t>
            </a:r>
            <a:r>
              <a:rPr lang="en-US" altLang="zh-CN" sz="2000" dirty="0">
                <a:ea typeface="楷体_GB2312"/>
                <a:cs typeface="楷体_GB2312"/>
              </a:rPr>
              <a:t>∈</a:t>
            </a:r>
            <a:r>
              <a:rPr lang="en-US" altLang="zh-CN" sz="2000" i="1" dirty="0">
                <a:ea typeface="楷体_GB2312"/>
                <a:cs typeface="楷体_GB2312"/>
              </a:rPr>
              <a:t>P</a:t>
            </a:r>
            <a:r>
              <a:rPr lang="zh-CN" altLang="en-US" sz="2000" dirty="0"/>
              <a:t>，那么将 </a:t>
            </a:r>
            <a:r>
              <a:rPr lang="en-US" altLang="zh-CN" sz="2000" i="1" dirty="0">
                <a:solidFill>
                  <a:srgbClr val="0070C0"/>
                </a:solidFill>
                <a:ea typeface="楷体_GB2312"/>
                <a:cs typeface="楷体_GB2312"/>
              </a:rPr>
              <a:t>ε </a:t>
            </a:r>
            <a:r>
              <a:rPr lang="zh-CN" altLang="en-US" sz="2000" dirty="0">
                <a:latin typeface="楷体" panose="02010609060101010101" pitchFamily="49" charset="-122"/>
              </a:rPr>
              <a:t>加入到</a:t>
            </a:r>
            <a:r>
              <a:rPr lang="en-US" altLang="zh-CN" sz="2000" dirty="0">
                <a:latin typeface="楷体" panose="02010609060101010101" pitchFamily="49" charset="-122"/>
              </a:rPr>
              <a:t> </a:t>
            </a:r>
            <a:r>
              <a:rPr lang="en-US" altLang="zh-CN" sz="2000" i="1" dirty="0"/>
              <a:t>FIRST</a:t>
            </a:r>
            <a:r>
              <a:rPr lang="en-US" altLang="zh-CN" sz="2000" dirty="0"/>
              <a:t>( </a:t>
            </a:r>
            <a:r>
              <a:rPr lang="en-US" altLang="zh-CN" sz="2000" i="1" dirty="0"/>
              <a:t>X </a:t>
            </a:r>
            <a:r>
              <a:rPr lang="en-US" altLang="zh-CN" sz="2000" dirty="0"/>
              <a:t>) </a:t>
            </a:r>
            <a:r>
              <a:rPr lang="zh-CN" altLang="en-US" sz="2000" dirty="0"/>
              <a:t>中</a:t>
            </a:r>
            <a:endParaRPr lang="en-US" altLang="zh-CN" sz="2000" b="1" dirty="0">
              <a:solidFill>
                <a:srgbClr val="0070C0"/>
              </a:solidFill>
              <a:ea typeface="楷体_GB2312"/>
              <a:cs typeface="Times New Roman" panose="02020603050405020304" pitchFamily="18" charset="0"/>
            </a:endParaRPr>
          </a:p>
          <a:p>
            <a:pPr lvl="1" eaLnBrk="1" hangingPunct="1">
              <a:lnSpc>
                <a:spcPts val="3200"/>
              </a:lnSpc>
              <a:spcBef>
                <a:spcPts val="0"/>
              </a:spcBef>
              <a:defRPr/>
            </a:pPr>
            <a:r>
              <a:rPr lang="zh-CN" altLang="en-US" sz="2000" dirty="0">
                <a:latin typeface="楷体" panose="02010609060101010101" pitchFamily="49" charset="-122"/>
                <a:cs typeface="Times New Roman" panose="02020603050405020304" pitchFamily="18" charset="0"/>
              </a:rPr>
              <a:t>若</a:t>
            </a:r>
            <a:r>
              <a:rPr lang="en-US" altLang="zh-CN" sz="2000" i="1" dirty="0">
                <a:cs typeface="Times New Roman" panose="02020603050405020304" pitchFamily="18" charset="0"/>
              </a:rPr>
              <a:t>X</a:t>
            </a:r>
            <a:r>
              <a:rPr lang="en-US" altLang="zh-CN" sz="2000" dirty="0">
                <a:ea typeface="楷体_GB2312"/>
                <a:cs typeface="Times New Roman" panose="02020603050405020304" pitchFamily="18" charset="0"/>
              </a:rPr>
              <a:t> ∈</a:t>
            </a:r>
            <a:r>
              <a:rPr lang="en-US" altLang="zh-CN" sz="2000" i="1" dirty="0">
                <a:ea typeface="楷体_GB2312"/>
                <a:cs typeface="Times New Roman" panose="02020603050405020304" pitchFamily="18" charset="0"/>
              </a:rPr>
              <a:t>V</a:t>
            </a:r>
            <a:r>
              <a:rPr lang="en-US" altLang="zh-CN" sz="2000" i="1" baseline="-25000" dirty="0">
                <a:ea typeface="楷体_GB2312"/>
                <a:cs typeface="Times New Roman" panose="02020603050405020304" pitchFamily="18" charset="0"/>
              </a:rPr>
              <a:t>N </a:t>
            </a:r>
            <a:r>
              <a:rPr lang="zh-CN" altLang="en-US" sz="2000" dirty="0">
                <a:latin typeface="楷体" panose="02010609060101010101" pitchFamily="49" charset="-122"/>
                <a:cs typeface="Times New Roman" panose="02020603050405020304" pitchFamily="18" charset="0"/>
              </a:rPr>
              <a:t>，且有</a:t>
            </a:r>
            <a:r>
              <a:rPr lang="en-US" altLang="zh-CN" sz="2000" dirty="0">
                <a:latin typeface="楷体" panose="02010609060101010101" pitchFamily="49" charset="-122"/>
                <a:cs typeface="Times New Roman" panose="02020603050405020304" pitchFamily="18" charset="0"/>
              </a:rPr>
              <a:t> </a:t>
            </a:r>
            <a:r>
              <a:rPr lang="en-US" altLang="zh-CN" sz="2000" i="1" dirty="0" err="1">
                <a:solidFill>
                  <a:srgbClr val="0070C0"/>
                </a:solidFill>
                <a:cs typeface="Times New Roman" panose="02020603050405020304" pitchFamily="18" charset="0"/>
              </a:rPr>
              <a:t>X</a:t>
            </a:r>
            <a:r>
              <a:rPr lang="en-US" altLang="zh-CN" sz="2000" dirty="0" err="1">
                <a:solidFill>
                  <a:srgbClr val="0070C0"/>
                </a:solidFill>
                <a:cs typeface="Times New Roman" panose="02020603050405020304" pitchFamily="18" charset="0"/>
              </a:rPr>
              <a:t>→</a:t>
            </a:r>
            <a:r>
              <a:rPr lang="en-US" altLang="zh-CN" sz="2000" i="1" dirty="0" err="1">
                <a:solidFill>
                  <a:srgbClr val="0070C0"/>
                </a:solidFill>
                <a:cs typeface="Times New Roman" panose="02020603050405020304" pitchFamily="18" charset="0"/>
              </a:rPr>
              <a:t>a</a:t>
            </a:r>
            <a:r>
              <a:rPr lang="en-US" altLang="zh-CN" sz="2000" i="1" dirty="0">
                <a:solidFill>
                  <a:srgbClr val="0070C0"/>
                </a:solidFill>
                <a:cs typeface="Times New Roman" panose="02020603050405020304" pitchFamily="18" charset="0"/>
              </a:rPr>
              <a:t>β</a:t>
            </a:r>
            <a:r>
              <a:rPr lang="en-US" altLang="zh-CN" sz="2000" dirty="0">
                <a:solidFill>
                  <a:srgbClr val="0070C0"/>
                </a:solidFill>
                <a:ea typeface="楷体_GB2312"/>
                <a:cs typeface="楷体_GB2312"/>
              </a:rPr>
              <a:t> </a:t>
            </a:r>
            <a:r>
              <a:rPr lang="en-US" altLang="zh-CN" sz="2000" dirty="0">
                <a:ea typeface="楷体_GB2312"/>
                <a:cs typeface="楷体_GB2312"/>
              </a:rPr>
              <a:t>∈</a:t>
            </a:r>
            <a:r>
              <a:rPr lang="en-US" altLang="zh-CN" sz="2000" i="1" dirty="0">
                <a:ea typeface="楷体_GB2312"/>
                <a:cs typeface="楷体_GB2312"/>
              </a:rPr>
              <a:t>P</a:t>
            </a:r>
            <a:r>
              <a:rPr lang="en-US" altLang="zh-CN" sz="2000" i="1" dirty="0">
                <a:cs typeface="Times New Roman" panose="02020603050405020304" pitchFamily="18" charset="0"/>
              </a:rPr>
              <a:t> </a:t>
            </a:r>
            <a:r>
              <a:rPr lang="zh-CN" altLang="en-US" sz="2000" i="1" dirty="0">
                <a:cs typeface="Times New Roman" panose="02020603050405020304" pitchFamily="18" charset="0"/>
              </a:rPr>
              <a:t>，</a:t>
            </a:r>
            <a:r>
              <a:rPr lang="en-US" altLang="zh-CN" sz="2000" i="1" dirty="0">
                <a:cs typeface="Times New Roman" panose="02020603050405020304" pitchFamily="18" charset="0"/>
              </a:rPr>
              <a:t>a</a:t>
            </a:r>
            <a:r>
              <a:rPr lang="en-US" altLang="zh-CN" sz="2000" dirty="0">
                <a:ea typeface="楷体_GB2312"/>
                <a:cs typeface="Times New Roman" panose="02020603050405020304" pitchFamily="18" charset="0"/>
              </a:rPr>
              <a:t> ∈</a:t>
            </a:r>
            <a:r>
              <a:rPr lang="en-US" altLang="zh-CN" sz="2000" i="1" dirty="0">
                <a:ea typeface="楷体_GB2312"/>
                <a:cs typeface="Times New Roman" panose="02020603050405020304" pitchFamily="18" charset="0"/>
              </a:rPr>
              <a:t>V</a:t>
            </a:r>
            <a:r>
              <a:rPr lang="en-US" altLang="zh-CN" sz="2000" i="1" baseline="-25000" dirty="0">
                <a:ea typeface="楷体_GB2312"/>
                <a:cs typeface="Times New Roman" panose="02020603050405020304" pitchFamily="18" charset="0"/>
              </a:rPr>
              <a:t>T,  </a:t>
            </a:r>
            <a:r>
              <a:rPr lang="zh-CN" altLang="en-US" sz="2000" dirty="0"/>
              <a:t>那么将 </a:t>
            </a:r>
            <a:r>
              <a:rPr lang="en-US" altLang="zh-CN" sz="2000" i="1" dirty="0">
                <a:solidFill>
                  <a:srgbClr val="0070C0"/>
                </a:solidFill>
              </a:rPr>
              <a:t>a</a:t>
            </a:r>
            <a:r>
              <a:rPr lang="en-US" altLang="zh-CN" sz="2000" dirty="0"/>
              <a:t> </a:t>
            </a:r>
            <a:r>
              <a:rPr lang="zh-CN" altLang="en-US" sz="2000" dirty="0"/>
              <a:t>加入到</a:t>
            </a:r>
            <a:r>
              <a:rPr lang="en-US" altLang="zh-CN" sz="2000" dirty="0"/>
              <a:t> </a:t>
            </a:r>
            <a:r>
              <a:rPr lang="en-US" altLang="zh-CN" sz="2000" i="1" dirty="0"/>
              <a:t>FIRST</a:t>
            </a:r>
            <a:r>
              <a:rPr lang="en-US" altLang="zh-CN" sz="2000" dirty="0"/>
              <a:t>( </a:t>
            </a:r>
            <a:r>
              <a:rPr lang="en-US" altLang="zh-CN" sz="2000" i="1" dirty="0"/>
              <a:t>X</a:t>
            </a:r>
            <a:r>
              <a:rPr lang="en-US" altLang="zh-CN" sz="2000" dirty="0"/>
              <a:t> )</a:t>
            </a:r>
            <a:r>
              <a:rPr lang="zh-CN" altLang="en-US" sz="2000" dirty="0"/>
              <a:t>中</a:t>
            </a:r>
            <a:endParaRPr lang="en-US" altLang="zh-CN" sz="2000" dirty="0"/>
          </a:p>
          <a:p>
            <a:pPr lvl="1" eaLnBrk="1" hangingPunct="1">
              <a:lnSpc>
                <a:spcPts val="3200"/>
              </a:lnSpc>
              <a:spcBef>
                <a:spcPts val="0"/>
              </a:spcBef>
              <a:defRPr/>
            </a:pPr>
            <a:r>
              <a:rPr lang="zh-CN" altLang="en-US" sz="2000" dirty="0">
                <a:latin typeface="楷体" panose="02010609060101010101" pitchFamily="49" charset="-122"/>
                <a:cs typeface="Times New Roman" panose="02020603050405020304" pitchFamily="18" charset="0"/>
              </a:rPr>
              <a:t>若</a:t>
            </a:r>
            <a:r>
              <a:rPr lang="en-US" altLang="zh-CN" sz="2000" b="1" i="1" dirty="0">
                <a:solidFill>
                  <a:schemeClr val="tx1"/>
                </a:solidFill>
                <a:ea typeface="楷体_GB2312"/>
                <a:cs typeface="Times New Roman" panose="02020603050405020304" pitchFamily="18" charset="0"/>
              </a:rPr>
              <a:t>X </a:t>
            </a:r>
            <a:r>
              <a:rPr lang="en-US" altLang="zh-CN" sz="2000" dirty="0">
                <a:ea typeface="楷体_GB2312"/>
                <a:cs typeface="Times New Roman" panose="02020603050405020304" pitchFamily="18" charset="0"/>
              </a:rPr>
              <a:t>∈</a:t>
            </a:r>
            <a:r>
              <a:rPr lang="en-US" altLang="zh-CN" sz="2000" i="1" dirty="0">
                <a:ea typeface="楷体_GB2312"/>
                <a:cs typeface="Times New Roman" panose="02020603050405020304" pitchFamily="18" charset="0"/>
              </a:rPr>
              <a:t>V</a:t>
            </a:r>
            <a:r>
              <a:rPr lang="en-US" altLang="zh-CN" sz="2000" i="1" baseline="-25000" dirty="0">
                <a:ea typeface="楷体_GB2312"/>
                <a:cs typeface="Times New Roman" panose="02020603050405020304" pitchFamily="18" charset="0"/>
              </a:rPr>
              <a:t>N </a:t>
            </a:r>
            <a:r>
              <a:rPr lang="zh-CN" altLang="en-US" sz="2000" b="1" dirty="0">
                <a:solidFill>
                  <a:schemeClr val="tx1"/>
                </a:solidFill>
                <a:latin typeface="楷体" panose="02010609060101010101" pitchFamily="49" charset="-122"/>
                <a:cs typeface="Times New Roman" panose="02020603050405020304" pitchFamily="18" charset="0"/>
              </a:rPr>
              <a:t>，且有</a:t>
            </a:r>
            <a:r>
              <a:rPr lang="en-US" altLang="zh-CN" sz="2000" b="1" dirty="0">
                <a:solidFill>
                  <a:schemeClr val="tx1"/>
                </a:solidFill>
                <a:latin typeface="楷体" panose="02010609060101010101" pitchFamily="49" charset="-122"/>
                <a:cs typeface="Times New Roman" panose="02020603050405020304" pitchFamily="18" charset="0"/>
              </a:rPr>
              <a:t> </a:t>
            </a:r>
            <a:r>
              <a:rPr lang="en-US" altLang="zh-CN" sz="2000" b="1" i="1" dirty="0">
                <a:solidFill>
                  <a:schemeClr val="tx1"/>
                </a:solidFill>
                <a:ea typeface="楷体_GB2312"/>
                <a:cs typeface="Times New Roman" panose="02020603050405020304" pitchFamily="18" charset="0"/>
              </a:rPr>
              <a:t>X</a:t>
            </a:r>
            <a:r>
              <a:rPr lang="en-US" altLang="zh-CN" sz="2000" b="1" dirty="0">
                <a:solidFill>
                  <a:schemeClr val="tx1"/>
                </a:solidFill>
                <a:ea typeface="楷体_GB2312"/>
                <a:cs typeface="Times New Roman" panose="02020603050405020304" pitchFamily="18" charset="0"/>
              </a:rPr>
              <a:t>→</a:t>
            </a:r>
            <a:r>
              <a:rPr lang="en-US" altLang="zh-CN" sz="2000" b="1" i="1" dirty="0">
                <a:solidFill>
                  <a:schemeClr val="tx1"/>
                </a:solidFill>
                <a:ea typeface="楷体_GB2312"/>
                <a:cs typeface="Times New Roman" panose="02020603050405020304" pitchFamily="18" charset="0"/>
              </a:rPr>
              <a:t>Y</a:t>
            </a:r>
            <a:r>
              <a:rPr lang="en-US" altLang="zh-CN" sz="2000" b="1" baseline="-25000" dirty="0">
                <a:solidFill>
                  <a:schemeClr val="tx1"/>
                </a:solidFill>
                <a:ea typeface="楷体_GB2312"/>
                <a:cs typeface="Times New Roman" panose="02020603050405020304" pitchFamily="18" charset="0"/>
              </a:rPr>
              <a:t>1</a:t>
            </a:r>
            <a:r>
              <a:rPr lang="en-US" altLang="zh-CN" sz="2000" b="1" dirty="0">
                <a:solidFill>
                  <a:schemeClr val="tx1"/>
                </a:solidFill>
                <a:ea typeface="楷体_GB2312"/>
                <a:cs typeface="Times New Roman" panose="02020603050405020304" pitchFamily="18" charset="0"/>
              </a:rPr>
              <a:t>…</a:t>
            </a:r>
            <a:r>
              <a:rPr lang="en-US" altLang="zh-CN" sz="2000" b="1" i="1" dirty="0" err="1">
                <a:solidFill>
                  <a:schemeClr val="tx1"/>
                </a:solidFill>
                <a:ea typeface="楷体_GB2312"/>
                <a:cs typeface="Times New Roman" panose="02020603050405020304" pitchFamily="18" charset="0"/>
              </a:rPr>
              <a:t>Y</a:t>
            </a:r>
            <a:r>
              <a:rPr lang="en-US" altLang="zh-CN" sz="2000" b="1" i="1" baseline="-25000" dirty="0" err="1">
                <a:solidFill>
                  <a:schemeClr val="tx1"/>
                </a:solidFill>
                <a:ea typeface="楷体_GB2312"/>
                <a:cs typeface="Times New Roman" panose="02020603050405020304" pitchFamily="18" charset="0"/>
              </a:rPr>
              <a:t>k</a:t>
            </a:r>
            <a:r>
              <a:rPr lang="en-US" altLang="zh-CN" sz="2000" b="1" dirty="0" err="1">
                <a:solidFill>
                  <a:schemeClr val="tx1"/>
                </a:solidFill>
                <a:ea typeface="楷体_GB2312"/>
                <a:cs typeface="Times New Roman" panose="02020603050405020304" pitchFamily="18" charset="0"/>
              </a:rPr>
              <a:t>∈</a:t>
            </a:r>
            <a:r>
              <a:rPr lang="en-US" altLang="zh-CN" sz="2000" b="1" i="1" dirty="0" err="1">
                <a:solidFill>
                  <a:schemeClr val="tx1"/>
                </a:solidFill>
                <a:ea typeface="楷体_GB2312"/>
                <a:cs typeface="Times New Roman" panose="02020603050405020304" pitchFamily="18" charset="0"/>
              </a:rPr>
              <a:t>P</a:t>
            </a:r>
            <a:r>
              <a:rPr lang="en-US" altLang="zh-CN" sz="2000" b="1" dirty="0">
                <a:solidFill>
                  <a:schemeClr val="tx1"/>
                </a:solidFill>
                <a:ea typeface="楷体_GB2312"/>
                <a:cs typeface="Times New Roman" panose="02020603050405020304" pitchFamily="18" charset="0"/>
              </a:rPr>
              <a:t> (</a:t>
            </a:r>
            <a:r>
              <a:rPr lang="en-US" altLang="zh-CN" sz="2000" b="1" i="1" dirty="0">
                <a:solidFill>
                  <a:schemeClr val="tx1"/>
                </a:solidFill>
                <a:ea typeface="楷体_GB2312"/>
                <a:cs typeface="Times New Roman" panose="02020603050405020304" pitchFamily="18" charset="0"/>
              </a:rPr>
              <a:t>k</a:t>
            </a:r>
            <a:r>
              <a:rPr lang="en-US" altLang="zh-CN" sz="2000" b="1" i="1" dirty="0">
                <a:solidFill>
                  <a:schemeClr val="tx1"/>
                </a:solidFill>
                <a:cs typeface="Tahoma" panose="020B0604030504040204" pitchFamily="34" charset="0"/>
              </a:rPr>
              <a:t>≥</a:t>
            </a:r>
            <a:r>
              <a:rPr lang="en-US" altLang="zh-CN" sz="2000" b="1" dirty="0">
                <a:solidFill>
                  <a:schemeClr val="tx1"/>
                </a:solidFill>
                <a:cs typeface="Times New Roman" panose="02020603050405020304" pitchFamily="18" charset="0"/>
              </a:rPr>
              <a:t>1)</a:t>
            </a:r>
            <a:r>
              <a:rPr lang="zh-CN" altLang="en-US" sz="2000" b="1" dirty="0">
                <a:solidFill>
                  <a:schemeClr val="tx1"/>
                </a:solidFill>
                <a:latin typeface="楷体" panose="02010609060101010101" pitchFamily="49" charset="-122"/>
                <a:cs typeface="Times New Roman" panose="02020603050405020304" pitchFamily="18" charset="0"/>
              </a:rPr>
              <a:t>，</a:t>
            </a:r>
            <a:r>
              <a:rPr lang="zh-CN" altLang="en-US" sz="2000" dirty="0">
                <a:latin typeface="楷体" panose="02010609060101010101" pitchFamily="49" charset="-122"/>
                <a:cs typeface="Times New Roman" panose="02020603050405020304" pitchFamily="18" charset="0"/>
              </a:rPr>
              <a:t>且</a:t>
            </a:r>
            <a:r>
              <a:rPr lang="en-US" altLang="zh-CN" sz="2000" i="1" dirty="0">
                <a:ea typeface="楷体_GB2312"/>
                <a:cs typeface="Times New Roman" panose="02020603050405020304" pitchFamily="18" charset="0"/>
              </a:rPr>
              <a:t>Y</a:t>
            </a:r>
            <a:r>
              <a:rPr lang="en-US" altLang="zh-CN" sz="2000" baseline="-25000" dirty="0">
                <a:ea typeface="楷体_GB2312"/>
                <a:cs typeface="Times New Roman" panose="02020603050405020304" pitchFamily="18" charset="0"/>
              </a:rPr>
              <a:t>1</a:t>
            </a:r>
            <a:r>
              <a:rPr lang="en-US" altLang="zh-CN" sz="2000" dirty="0">
                <a:ea typeface="楷体_GB2312"/>
                <a:cs typeface="Times New Roman" panose="02020603050405020304" pitchFamily="18" charset="0"/>
              </a:rPr>
              <a:t> ∈</a:t>
            </a:r>
            <a:r>
              <a:rPr lang="en-US" altLang="zh-CN" sz="2000" i="1" dirty="0">
                <a:ea typeface="楷体_GB2312"/>
                <a:cs typeface="Times New Roman" panose="02020603050405020304" pitchFamily="18" charset="0"/>
              </a:rPr>
              <a:t>V</a:t>
            </a:r>
            <a:r>
              <a:rPr lang="en-US" altLang="zh-CN" sz="2000" i="1" baseline="-25000" dirty="0">
                <a:ea typeface="楷体_GB2312"/>
                <a:cs typeface="Times New Roman" panose="02020603050405020304" pitchFamily="18" charset="0"/>
              </a:rPr>
              <a:t>N </a:t>
            </a:r>
            <a:endParaRPr lang="en-US" altLang="zh-CN" sz="2000" b="1" dirty="0">
              <a:solidFill>
                <a:schemeClr val="tx1"/>
              </a:solidFill>
              <a:latin typeface="楷体" panose="02010609060101010101" pitchFamily="49" charset="-122"/>
              <a:cs typeface="Times New Roman" panose="02020603050405020304" pitchFamily="18" charset="0"/>
            </a:endParaRPr>
          </a:p>
          <a:p>
            <a:pPr marL="303530" lvl="1" indent="0" eaLnBrk="1" hangingPunct="1">
              <a:lnSpc>
                <a:spcPts val="3200"/>
              </a:lnSpc>
              <a:spcBef>
                <a:spcPts val="0"/>
              </a:spcBef>
              <a:buClrTx/>
              <a:buNone/>
              <a:defRPr/>
            </a:pPr>
            <a:r>
              <a:rPr lang="en-US" altLang="zh-CN" sz="2000" dirty="0">
                <a:latin typeface="楷体" panose="02010609060101010101" pitchFamily="49" charset="-122"/>
                <a:cs typeface="Times New Roman" panose="02020603050405020304" pitchFamily="18" charset="0"/>
              </a:rPr>
              <a:t>  </a:t>
            </a:r>
            <a:r>
              <a:rPr lang="zh-CN" altLang="en-US" sz="2000" b="1" dirty="0">
                <a:solidFill>
                  <a:schemeClr val="tx1"/>
                </a:solidFill>
                <a:latin typeface="楷体" panose="02010609060101010101" pitchFamily="49" charset="-122"/>
                <a:cs typeface="Times New Roman" panose="02020603050405020304" pitchFamily="18" charset="0"/>
              </a:rPr>
              <a:t>那么如果对于某个</a:t>
            </a:r>
            <a:r>
              <a:rPr lang="en-US" altLang="zh-CN" sz="2000" b="1" i="1" dirty="0" err="1">
                <a:solidFill>
                  <a:schemeClr val="tx1"/>
                </a:solidFill>
                <a:cs typeface="Times New Roman" panose="02020603050405020304" pitchFamily="18" charset="0"/>
              </a:rPr>
              <a:t>i</a:t>
            </a:r>
            <a:r>
              <a:rPr lang="zh-CN" altLang="en-US" sz="2000" b="1" dirty="0">
                <a:solidFill>
                  <a:schemeClr val="tx1"/>
                </a:solidFill>
                <a:latin typeface="楷体" panose="02010609060101010101" pitchFamily="49" charset="-122"/>
                <a:cs typeface="Times New Roman" panose="02020603050405020304" pitchFamily="18" charset="0"/>
              </a:rPr>
              <a:t>，</a:t>
            </a:r>
            <a:r>
              <a:rPr lang="en-US" altLang="zh-CN" sz="2000" b="1" i="1" dirty="0">
                <a:solidFill>
                  <a:srgbClr val="0070C0"/>
                </a:solidFill>
                <a:cs typeface="Times New Roman" panose="02020603050405020304" pitchFamily="18" charset="0"/>
              </a:rPr>
              <a:t>a </a:t>
            </a:r>
            <a:r>
              <a:rPr lang="zh-CN" altLang="en-US" sz="2000" b="1" dirty="0">
                <a:solidFill>
                  <a:srgbClr val="0070C0"/>
                </a:solidFill>
                <a:latin typeface="楷体" panose="02010609060101010101" pitchFamily="49" charset="-122"/>
                <a:cs typeface="Times New Roman" panose="02020603050405020304" pitchFamily="18" charset="0"/>
              </a:rPr>
              <a:t>在</a:t>
            </a:r>
            <a:r>
              <a:rPr lang="en-US" altLang="zh-CN" sz="2000" b="1" i="1" dirty="0">
                <a:solidFill>
                  <a:srgbClr val="0070C0"/>
                </a:solidFill>
                <a:cs typeface="Times New Roman" panose="02020603050405020304" pitchFamily="18" charset="0"/>
              </a:rPr>
              <a:t>FIRST </a:t>
            </a:r>
            <a:r>
              <a:rPr lang="en-US" altLang="zh-CN" sz="2000" b="1" dirty="0">
                <a:solidFill>
                  <a:srgbClr val="0070C0"/>
                </a:solidFill>
                <a:cs typeface="Times New Roman" panose="02020603050405020304" pitchFamily="18" charset="0"/>
              </a:rPr>
              <a:t>(</a:t>
            </a:r>
            <a:r>
              <a:rPr lang="en-US" altLang="zh-CN" sz="2000" b="1" i="1" dirty="0">
                <a:solidFill>
                  <a:srgbClr val="0070C0"/>
                </a:solidFill>
                <a:ea typeface="楷体_GB2312"/>
                <a:cs typeface="Times New Roman" panose="02020603050405020304" pitchFamily="18" charset="0"/>
              </a:rPr>
              <a:t>Y</a:t>
            </a:r>
            <a:r>
              <a:rPr lang="en-US" altLang="zh-CN" sz="2000" b="1" i="1" baseline="-25000" dirty="0">
                <a:solidFill>
                  <a:srgbClr val="0070C0"/>
                </a:solidFill>
                <a:ea typeface="楷体_GB2312"/>
                <a:cs typeface="Times New Roman" panose="02020603050405020304" pitchFamily="18" charset="0"/>
              </a:rPr>
              <a:t>i </a:t>
            </a:r>
            <a:r>
              <a:rPr lang="en-US" altLang="zh-CN" sz="2000" b="1" dirty="0">
                <a:solidFill>
                  <a:srgbClr val="0070C0"/>
                </a:solidFill>
              </a:rPr>
              <a:t>)</a:t>
            </a:r>
            <a:r>
              <a:rPr lang="zh-CN" altLang="en-US" sz="2000" b="1" dirty="0">
                <a:solidFill>
                  <a:srgbClr val="0070C0"/>
                </a:solidFill>
                <a:latin typeface="楷体" panose="02010609060101010101" pitchFamily="49" charset="-122"/>
              </a:rPr>
              <a:t> </a:t>
            </a:r>
            <a:r>
              <a:rPr lang="zh-CN" altLang="en-US" sz="2000" b="1" dirty="0">
                <a:solidFill>
                  <a:schemeClr val="tx1"/>
                </a:solidFill>
                <a:latin typeface="楷体" panose="02010609060101010101" pitchFamily="49" charset="-122"/>
              </a:rPr>
              <a:t>中且</a:t>
            </a:r>
            <a:r>
              <a:rPr lang="en-US" altLang="zh-CN" sz="2000" b="1" dirty="0">
                <a:solidFill>
                  <a:schemeClr val="tx1"/>
                </a:solidFill>
                <a:latin typeface="楷体" panose="02010609060101010101" pitchFamily="49" charset="-122"/>
              </a:rPr>
              <a:t> </a:t>
            </a:r>
            <a:r>
              <a:rPr lang="en-US" altLang="zh-CN" sz="2000" b="1" i="1" dirty="0">
                <a:solidFill>
                  <a:schemeClr val="tx1"/>
                </a:solidFill>
                <a:ea typeface="楷体_GB2312"/>
                <a:cs typeface="楷体_GB2312"/>
              </a:rPr>
              <a:t>ε </a:t>
            </a:r>
            <a:r>
              <a:rPr lang="zh-CN" altLang="en-US" sz="2000" b="1" dirty="0">
                <a:solidFill>
                  <a:schemeClr val="tx1"/>
                </a:solidFill>
                <a:latin typeface="楷体" panose="02010609060101010101" pitchFamily="49" charset="-122"/>
              </a:rPr>
              <a:t>在所有的</a:t>
            </a:r>
            <a:r>
              <a:rPr lang="en-US" altLang="zh-CN" sz="2000" b="1" i="1" dirty="0">
                <a:solidFill>
                  <a:schemeClr val="tx1"/>
                </a:solidFill>
              </a:rPr>
              <a:t>FIRST</a:t>
            </a:r>
            <a:r>
              <a:rPr lang="en-US" altLang="zh-CN" sz="2000" b="1" dirty="0">
                <a:solidFill>
                  <a:schemeClr val="tx1"/>
                </a:solidFill>
              </a:rPr>
              <a:t>(</a:t>
            </a:r>
            <a:r>
              <a:rPr lang="en-US" altLang="zh-CN" sz="2000" b="1" i="1" dirty="0">
                <a:solidFill>
                  <a:schemeClr val="tx1"/>
                </a:solidFill>
                <a:ea typeface="楷体_GB2312"/>
                <a:cs typeface="楷体_GB2312"/>
              </a:rPr>
              <a:t>Y</a:t>
            </a:r>
            <a:r>
              <a:rPr lang="en-US" altLang="zh-CN" sz="2000" b="1" baseline="-25000" dirty="0">
                <a:solidFill>
                  <a:schemeClr val="tx1"/>
                </a:solidFill>
                <a:ea typeface="楷体_GB2312"/>
                <a:cs typeface="楷体_GB2312"/>
              </a:rPr>
              <a:t>1</a:t>
            </a:r>
            <a:r>
              <a:rPr lang="en-US" altLang="zh-CN" sz="2000" b="1" dirty="0">
                <a:solidFill>
                  <a:schemeClr val="tx1"/>
                </a:solidFill>
              </a:rPr>
              <a:t>) , … , </a:t>
            </a:r>
            <a:r>
              <a:rPr lang="en-US" altLang="zh-CN" sz="2000" b="1" i="1" dirty="0">
                <a:solidFill>
                  <a:schemeClr val="tx1"/>
                </a:solidFill>
              </a:rPr>
              <a:t>FIRST</a:t>
            </a:r>
            <a:r>
              <a:rPr lang="en-US" altLang="zh-CN" sz="2000" b="1" dirty="0">
                <a:solidFill>
                  <a:schemeClr val="tx1"/>
                </a:solidFill>
              </a:rPr>
              <a:t>(</a:t>
            </a:r>
            <a:r>
              <a:rPr lang="en-US" altLang="zh-CN" sz="2000" b="1" i="1" dirty="0">
                <a:solidFill>
                  <a:schemeClr val="tx1"/>
                </a:solidFill>
                <a:ea typeface="楷体_GB2312"/>
                <a:cs typeface="楷体_GB2312"/>
              </a:rPr>
              <a:t>Y</a:t>
            </a:r>
            <a:r>
              <a:rPr lang="en-US" altLang="zh-CN" sz="2000" b="1" i="1" baseline="-25000" dirty="0">
                <a:solidFill>
                  <a:schemeClr val="tx1"/>
                </a:solidFill>
                <a:ea typeface="楷体_GB2312"/>
                <a:cs typeface="楷体_GB2312"/>
              </a:rPr>
              <a:t>i-1</a:t>
            </a:r>
            <a:r>
              <a:rPr lang="en-US" altLang="zh-CN" sz="2000" b="1" dirty="0">
                <a:solidFill>
                  <a:schemeClr val="tx1"/>
                </a:solidFill>
              </a:rPr>
              <a:t>) </a:t>
            </a:r>
            <a:r>
              <a:rPr lang="zh-CN" altLang="en-US" sz="2000" b="1" dirty="0">
                <a:solidFill>
                  <a:schemeClr val="tx1"/>
                </a:solidFill>
                <a:latin typeface="楷体" panose="02010609060101010101" pitchFamily="49" charset="-122"/>
              </a:rPr>
              <a:t>中</a:t>
            </a:r>
            <a:r>
              <a:rPr lang="en-US" altLang="zh-CN" sz="2000" b="1" dirty="0">
                <a:solidFill>
                  <a:schemeClr val="tx1"/>
                </a:solidFill>
                <a:latin typeface="楷体" panose="02010609060101010101" pitchFamily="49" charset="-122"/>
              </a:rPr>
              <a:t> </a:t>
            </a:r>
            <a:r>
              <a:rPr lang="en-US" altLang="zh-CN" sz="2000" b="1" dirty="0">
                <a:solidFill>
                  <a:schemeClr val="tx1"/>
                </a:solidFill>
                <a:cs typeface="Times New Roman" panose="02020603050405020304" pitchFamily="18" charset="0"/>
              </a:rPr>
              <a:t>(</a:t>
            </a:r>
            <a:r>
              <a:rPr lang="zh-CN" altLang="en-US" sz="2000" b="1" dirty="0">
                <a:solidFill>
                  <a:schemeClr val="tx1"/>
                </a:solidFill>
                <a:latin typeface="楷体" panose="02010609060101010101" pitchFamily="49" charset="-122"/>
              </a:rPr>
              <a:t>即</a:t>
            </a:r>
            <a:r>
              <a:rPr lang="en-US" altLang="zh-CN" sz="2000" b="1" i="1" dirty="0">
                <a:solidFill>
                  <a:schemeClr val="tx1"/>
                </a:solidFill>
                <a:ea typeface="楷体_GB2312"/>
                <a:cs typeface="楷体_GB2312"/>
              </a:rPr>
              <a:t>Y</a:t>
            </a:r>
            <a:r>
              <a:rPr lang="en-US" altLang="zh-CN" sz="2000" b="1" baseline="-25000" dirty="0">
                <a:solidFill>
                  <a:schemeClr val="tx1"/>
                </a:solidFill>
                <a:ea typeface="楷体_GB2312"/>
                <a:cs typeface="楷体_GB2312"/>
              </a:rPr>
              <a:t>1</a:t>
            </a:r>
            <a:r>
              <a:rPr lang="en-US" altLang="zh-CN" sz="2000" b="1" dirty="0">
                <a:solidFill>
                  <a:schemeClr val="tx1"/>
                </a:solidFill>
                <a:ea typeface="楷体_GB2312"/>
                <a:cs typeface="楷体_GB2312"/>
              </a:rPr>
              <a:t>...</a:t>
            </a:r>
            <a:r>
              <a:rPr lang="en-US" altLang="zh-CN" sz="2000" b="1" i="1" dirty="0">
                <a:solidFill>
                  <a:schemeClr val="tx1"/>
                </a:solidFill>
                <a:ea typeface="楷体_GB2312"/>
                <a:cs typeface="楷体_GB2312"/>
              </a:rPr>
              <a:t>Y</a:t>
            </a:r>
            <a:r>
              <a:rPr lang="en-US" altLang="zh-CN" sz="2000" b="1" i="1" baseline="-25000" dirty="0">
                <a:solidFill>
                  <a:schemeClr val="tx1"/>
                </a:solidFill>
                <a:ea typeface="楷体_GB2312"/>
                <a:cs typeface="楷体_GB2312"/>
              </a:rPr>
              <a:t>i</a:t>
            </a:r>
            <a:r>
              <a:rPr lang="en-US" altLang="zh-CN" sz="2000" b="1" baseline="-25000" dirty="0">
                <a:solidFill>
                  <a:schemeClr val="tx1"/>
                </a:solidFill>
                <a:ea typeface="楷体_GB2312"/>
                <a:cs typeface="楷体_GB2312"/>
              </a:rPr>
              <a:t>-1</a:t>
            </a:r>
            <a:r>
              <a:rPr lang="en-US" altLang="zh-CN" sz="2000" b="1" i="1" baseline="-25000" dirty="0">
                <a:solidFill>
                  <a:schemeClr val="tx1"/>
                </a:solidFill>
                <a:ea typeface="楷体_GB2312"/>
                <a:cs typeface="楷体_GB2312"/>
              </a:rPr>
              <a:t> </a:t>
            </a:r>
            <a:r>
              <a:rPr lang="en-US" altLang="zh-CN" sz="2000" b="1" dirty="0">
                <a:solidFill>
                  <a:schemeClr val="tx1"/>
                </a:solidFill>
                <a:ea typeface="楷体_GB2312"/>
                <a:cs typeface="楷体_GB2312"/>
                <a:sym typeface="Symbol" panose="05050102010706020507" pitchFamily="18" charset="2"/>
              </a:rPr>
              <a:t></a:t>
            </a:r>
            <a:r>
              <a:rPr lang="en-US" altLang="zh-CN" sz="2000" b="1" baseline="30000" dirty="0">
                <a:solidFill>
                  <a:schemeClr val="tx1"/>
                </a:solidFill>
                <a:ea typeface="楷体_GB2312"/>
                <a:cs typeface="楷体_GB2312"/>
              </a:rPr>
              <a:t>* </a:t>
            </a:r>
            <a:r>
              <a:rPr lang="en-US" altLang="zh-CN" sz="2000" b="1" i="1" dirty="0">
                <a:solidFill>
                  <a:schemeClr val="tx1"/>
                </a:solidFill>
                <a:ea typeface="楷体_GB2312"/>
                <a:cs typeface="楷体_GB2312"/>
              </a:rPr>
              <a:t>ε</a:t>
            </a:r>
            <a:r>
              <a:rPr lang="en-US" altLang="zh-CN" sz="2000" b="1" dirty="0">
                <a:solidFill>
                  <a:schemeClr val="tx1"/>
                </a:solidFill>
              </a:rPr>
              <a:t> )</a:t>
            </a:r>
            <a:r>
              <a:rPr lang="zh-CN" altLang="en-US" sz="2000" b="1" dirty="0">
                <a:solidFill>
                  <a:schemeClr val="tx1"/>
                </a:solidFill>
              </a:rPr>
              <a:t>，</a:t>
            </a:r>
            <a:r>
              <a:rPr lang="zh-CN" altLang="en-US" sz="2000" b="1" dirty="0">
                <a:solidFill>
                  <a:schemeClr val="tx1"/>
                </a:solidFill>
                <a:latin typeface="楷体" panose="02010609060101010101" pitchFamily="49" charset="-122"/>
              </a:rPr>
              <a:t>就把</a:t>
            </a:r>
            <a:r>
              <a:rPr lang="en-US" altLang="zh-CN" sz="2000" b="1" dirty="0">
                <a:solidFill>
                  <a:schemeClr val="tx1"/>
                </a:solidFill>
                <a:latin typeface="楷体" panose="02010609060101010101" pitchFamily="49" charset="-122"/>
              </a:rPr>
              <a:t> </a:t>
            </a:r>
            <a:r>
              <a:rPr lang="en-US" altLang="zh-CN" sz="2000" b="1" i="1" dirty="0">
                <a:solidFill>
                  <a:srgbClr val="0070C0"/>
                </a:solidFill>
              </a:rPr>
              <a:t>a</a:t>
            </a:r>
            <a:r>
              <a:rPr lang="en-US" altLang="zh-CN" sz="2000" b="1" i="1" dirty="0">
                <a:solidFill>
                  <a:schemeClr val="tx1"/>
                </a:solidFill>
              </a:rPr>
              <a:t> </a:t>
            </a:r>
            <a:r>
              <a:rPr lang="zh-CN" altLang="en-US" sz="2000" b="1" dirty="0">
                <a:solidFill>
                  <a:schemeClr val="tx1"/>
                </a:solidFill>
                <a:latin typeface="楷体" panose="02010609060101010101" pitchFamily="49" charset="-122"/>
              </a:rPr>
              <a:t>加入到</a:t>
            </a:r>
            <a:r>
              <a:rPr lang="en-US" altLang="zh-CN" sz="2000" b="1" dirty="0">
                <a:solidFill>
                  <a:schemeClr val="tx1"/>
                </a:solidFill>
                <a:latin typeface="楷体" panose="02010609060101010101" pitchFamily="49" charset="-122"/>
              </a:rPr>
              <a:t> </a:t>
            </a:r>
            <a:r>
              <a:rPr lang="en-US" altLang="zh-CN" sz="2000" b="1" i="1" dirty="0">
                <a:solidFill>
                  <a:schemeClr val="tx1"/>
                </a:solidFill>
                <a:ea typeface="楷体_GB2312"/>
                <a:cs typeface="楷体_GB2312"/>
              </a:rPr>
              <a:t>FIRST</a:t>
            </a:r>
            <a:r>
              <a:rPr lang="en-US" altLang="zh-CN" sz="2000" b="1" dirty="0">
                <a:solidFill>
                  <a:schemeClr val="tx1"/>
                </a:solidFill>
                <a:ea typeface="楷体_GB2312"/>
                <a:cs typeface="楷体_GB2312"/>
              </a:rPr>
              <a:t>( </a:t>
            </a:r>
            <a:r>
              <a:rPr lang="en-US" altLang="zh-CN" sz="2000" b="1" i="1" dirty="0">
                <a:solidFill>
                  <a:schemeClr val="tx1"/>
                </a:solidFill>
                <a:ea typeface="楷体_GB2312"/>
                <a:cs typeface="楷体_GB2312"/>
              </a:rPr>
              <a:t>X </a:t>
            </a:r>
            <a:r>
              <a:rPr lang="en-US" altLang="zh-CN" sz="2000" b="1" dirty="0">
                <a:solidFill>
                  <a:schemeClr val="tx1"/>
                </a:solidFill>
                <a:ea typeface="楷体_GB2312"/>
                <a:cs typeface="楷体_GB2312"/>
              </a:rPr>
              <a:t>) </a:t>
            </a:r>
            <a:r>
              <a:rPr lang="zh-CN" altLang="en-US" sz="2000" b="1" dirty="0">
                <a:solidFill>
                  <a:schemeClr val="tx1"/>
                </a:solidFill>
                <a:latin typeface="楷体" panose="02010609060101010101" pitchFamily="49" charset="-122"/>
              </a:rPr>
              <a:t>中。</a:t>
            </a:r>
            <a:endParaRPr lang="en-US" altLang="zh-CN" sz="2000" b="1" dirty="0">
              <a:solidFill>
                <a:schemeClr val="tx1"/>
              </a:solidFill>
              <a:latin typeface="楷体" panose="02010609060101010101" pitchFamily="49" charset="-122"/>
            </a:endParaRPr>
          </a:p>
          <a:p>
            <a:pPr marL="303530" lvl="1" indent="0" eaLnBrk="1" hangingPunct="1">
              <a:lnSpc>
                <a:spcPts val="3200"/>
              </a:lnSpc>
              <a:spcBef>
                <a:spcPts val="0"/>
              </a:spcBef>
              <a:buClrTx/>
              <a:buNone/>
              <a:defRPr/>
            </a:pPr>
            <a:r>
              <a:rPr lang="en-US" altLang="zh-CN" sz="2000" dirty="0">
                <a:latin typeface="楷体" panose="02010609060101010101" pitchFamily="49" charset="-122"/>
              </a:rPr>
              <a:t>  </a:t>
            </a:r>
            <a:r>
              <a:rPr lang="zh-CN" altLang="en-US" sz="2000" b="1" u="sng" dirty="0">
                <a:solidFill>
                  <a:schemeClr val="tx1"/>
                </a:solidFill>
                <a:latin typeface="楷体" panose="02010609060101010101" pitchFamily="49" charset="-122"/>
              </a:rPr>
              <a:t>如果对于所有的 </a:t>
            </a:r>
            <a:r>
              <a:rPr lang="en-US" altLang="zh-CN" sz="2000" b="1" i="1" u="sng" dirty="0">
                <a:solidFill>
                  <a:schemeClr val="tx1"/>
                </a:solidFill>
              </a:rPr>
              <a:t>j</a:t>
            </a:r>
            <a:r>
              <a:rPr lang="en-US" altLang="zh-CN" sz="2000" b="1" u="sng" dirty="0">
                <a:solidFill>
                  <a:schemeClr val="tx1"/>
                </a:solidFill>
              </a:rPr>
              <a:t> = 1, 2, . . . , </a:t>
            </a:r>
            <a:r>
              <a:rPr lang="en-US" altLang="zh-CN" sz="2000" b="1" i="1" u="sng" dirty="0">
                <a:solidFill>
                  <a:schemeClr val="tx1"/>
                </a:solidFill>
              </a:rPr>
              <a:t>k</a:t>
            </a:r>
            <a:r>
              <a:rPr lang="zh-CN" altLang="en-US" sz="2000" b="1" u="sng" dirty="0">
                <a:solidFill>
                  <a:schemeClr val="tx1"/>
                </a:solidFill>
                <a:latin typeface="楷体" panose="02010609060101010101" pitchFamily="49" charset="-122"/>
              </a:rPr>
              <a:t>，</a:t>
            </a:r>
            <a:r>
              <a:rPr lang="en-US" altLang="zh-CN" sz="2000" b="1" i="1" u="sng" dirty="0">
                <a:solidFill>
                  <a:schemeClr val="tx1"/>
                </a:solidFill>
                <a:ea typeface="楷体_GB2312"/>
                <a:cs typeface="楷体_GB2312"/>
              </a:rPr>
              <a:t>ε </a:t>
            </a:r>
            <a:r>
              <a:rPr lang="zh-CN" altLang="en-US" sz="2000" b="1" u="sng" dirty="0">
                <a:solidFill>
                  <a:schemeClr val="tx1"/>
                </a:solidFill>
                <a:latin typeface="楷体" panose="02010609060101010101" pitchFamily="49" charset="-122"/>
              </a:rPr>
              <a:t>在</a:t>
            </a:r>
            <a:r>
              <a:rPr lang="en-US" altLang="zh-CN" sz="2000" b="1" i="1" u="sng" dirty="0">
                <a:solidFill>
                  <a:schemeClr val="tx1"/>
                </a:solidFill>
              </a:rPr>
              <a:t>FIRST</a:t>
            </a:r>
            <a:r>
              <a:rPr lang="en-US" altLang="zh-CN" sz="2000" b="1" u="sng" dirty="0">
                <a:solidFill>
                  <a:schemeClr val="tx1"/>
                </a:solidFill>
              </a:rPr>
              <a:t>(</a:t>
            </a:r>
            <a:r>
              <a:rPr lang="en-US" altLang="zh-CN" sz="2000" b="1" i="1" u="sng" dirty="0" err="1">
                <a:solidFill>
                  <a:schemeClr val="tx1"/>
                </a:solidFill>
                <a:ea typeface="楷体_GB2312"/>
                <a:cs typeface="楷体_GB2312"/>
              </a:rPr>
              <a:t>Y</a:t>
            </a:r>
            <a:r>
              <a:rPr lang="en-US" altLang="zh-CN" sz="2000" b="1" i="1" u="sng" baseline="-25000" dirty="0" err="1">
                <a:solidFill>
                  <a:schemeClr val="tx1"/>
                </a:solidFill>
                <a:ea typeface="楷体_GB2312"/>
                <a:cs typeface="楷体_GB2312"/>
              </a:rPr>
              <a:t>j</a:t>
            </a:r>
            <a:r>
              <a:rPr lang="en-US" altLang="zh-CN" sz="2000" b="1" u="sng" dirty="0">
                <a:solidFill>
                  <a:schemeClr val="tx1"/>
                </a:solidFill>
              </a:rPr>
              <a:t>)</a:t>
            </a:r>
            <a:r>
              <a:rPr lang="zh-CN" altLang="en-US" sz="2000" b="1" u="sng" dirty="0">
                <a:solidFill>
                  <a:schemeClr val="tx1"/>
                </a:solidFill>
                <a:latin typeface="楷体" panose="02010609060101010101" pitchFamily="49" charset="-122"/>
              </a:rPr>
              <a:t>中，那么将</a:t>
            </a:r>
            <a:r>
              <a:rPr lang="en-US" altLang="zh-CN" sz="2000" b="1" u="sng" dirty="0">
                <a:solidFill>
                  <a:schemeClr val="tx1"/>
                </a:solidFill>
                <a:latin typeface="楷体" panose="02010609060101010101" pitchFamily="49" charset="-122"/>
              </a:rPr>
              <a:t> </a:t>
            </a:r>
            <a:r>
              <a:rPr lang="en-US" altLang="zh-CN" sz="2000" b="1" i="1" u="sng" dirty="0">
                <a:solidFill>
                  <a:srgbClr val="0070C0"/>
                </a:solidFill>
                <a:ea typeface="楷体_GB2312"/>
                <a:cs typeface="楷体_GB2312"/>
              </a:rPr>
              <a:t>ε </a:t>
            </a:r>
            <a:r>
              <a:rPr lang="zh-CN" altLang="en-US" sz="2000" b="1" u="sng" dirty="0">
                <a:solidFill>
                  <a:schemeClr val="tx1"/>
                </a:solidFill>
                <a:latin typeface="楷体" panose="02010609060101010101" pitchFamily="49" charset="-122"/>
              </a:rPr>
              <a:t>加入到</a:t>
            </a:r>
            <a:r>
              <a:rPr lang="en-US" altLang="zh-CN" sz="2000" b="1" i="1" u="sng" dirty="0">
                <a:solidFill>
                  <a:schemeClr val="tx1"/>
                </a:solidFill>
              </a:rPr>
              <a:t>FIRST</a:t>
            </a:r>
            <a:r>
              <a:rPr lang="en-US" altLang="zh-CN" sz="2000" b="1" u="sng" dirty="0">
                <a:solidFill>
                  <a:schemeClr val="tx1"/>
                </a:solidFill>
              </a:rPr>
              <a:t>( </a:t>
            </a:r>
            <a:r>
              <a:rPr lang="en-US" altLang="zh-CN" sz="2000" b="1" i="1" u="sng" dirty="0">
                <a:solidFill>
                  <a:schemeClr val="tx1"/>
                </a:solidFill>
              </a:rPr>
              <a:t>X </a:t>
            </a:r>
            <a:r>
              <a:rPr lang="en-US" altLang="zh-CN" sz="2000" b="1" u="sng" dirty="0">
                <a:solidFill>
                  <a:schemeClr val="tx1"/>
                </a:solidFill>
              </a:rPr>
              <a:t>) </a:t>
            </a:r>
          </a:p>
        </p:txBody>
      </p:sp>
      <p:sp>
        <p:nvSpPr>
          <p:cNvPr id="47107" name="标题 1"/>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算法</a:t>
            </a:r>
            <a:r>
              <a:rPr lang="en-US" altLang="zh-CN"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pc="300" dirty="0">
                <a:latin typeface="微软雅黑" panose="020B0503020204020204" pitchFamily="34" charset="-122"/>
                <a:ea typeface="微软雅黑" panose="020B0503020204020204" pitchFamily="34" charset="-122"/>
                <a:cs typeface="Times New Roman" panose="02020603050405020304" pitchFamily="18" charset="0"/>
              </a:rPr>
              <a:t>计算文法符号</a:t>
            </a:r>
            <a:r>
              <a:rPr lang="en-US" altLang="zh-CN" i="1" spc="300" dirty="0">
                <a:ea typeface="微软雅黑" panose="020B0503020204020204" pitchFamily="34" charset="-122"/>
                <a:cs typeface="Times New Roman" panose="02020603050405020304" pitchFamily="18" charset="0"/>
              </a:rPr>
              <a:t>X</a:t>
            </a:r>
            <a:r>
              <a:rPr lang="zh-CN" altLang="en-US" spc="3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i="1" dirty="0">
                <a:ea typeface="微软雅黑" panose="020B0503020204020204" pitchFamily="34" charset="-122"/>
                <a:cs typeface="Times New Roman" panose="02020603050405020304" pitchFamily="18" charset="0"/>
              </a:rPr>
              <a:t>FIRST</a:t>
            </a:r>
            <a:r>
              <a:rPr lang="en-US" altLang="zh-CN" dirty="0">
                <a:ea typeface="微软雅黑" panose="020B0503020204020204" pitchFamily="34" charset="-122"/>
                <a:cs typeface="Times New Roman" panose="02020603050405020304" pitchFamily="18" charset="0"/>
              </a:rPr>
              <a:t>(</a:t>
            </a:r>
            <a:r>
              <a:rPr lang="en-US" altLang="zh-CN" i="1" dirty="0">
                <a:ea typeface="微软雅黑" panose="020B0503020204020204" pitchFamily="34" charset="-122"/>
                <a:cs typeface="Times New Roman" panose="02020603050405020304" pitchFamily="18" charset="0"/>
              </a:rPr>
              <a:t>X </a:t>
            </a:r>
            <a:r>
              <a:rPr lang="en-US" altLang="zh-CN" dirty="0">
                <a:ea typeface="微软雅黑" panose="020B0503020204020204" pitchFamily="34" charset="-122"/>
                <a:cs typeface="Times New Roman" panose="02020603050405020304" pitchFamily="18" charset="0"/>
              </a:rPr>
              <a:t>)</a:t>
            </a:r>
            <a:endPar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35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6018">
                                            <p:txEl>
                                              <p:pRg st="0" end="0"/>
                                            </p:txEl>
                                          </p:spTgt>
                                        </p:tgtEl>
                                        <p:attrNameLst>
                                          <p:attrName>style.visibility</p:attrName>
                                        </p:attrNameLst>
                                      </p:cBhvr>
                                      <p:to>
                                        <p:strVal val="visible"/>
                                      </p:to>
                                    </p:set>
                                    <p:animEffect transition="in" filter="wipe(down)">
                                      <p:cBhvr>
                                        <p:cTn id="7" dur="500"/>
                                        <p:tgtEl>
                                          <p:spTgt spid="860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6018">
                                            <p:txEl>
                                              <p:pRg st="1" end="1"/>
                                            </p:txEl>
                                          </p:spTgt>
                                        </p:tgtEl>
                                        <p:attrNameLst>
                                          <p:attrName>style.visibility</p:attrName>
                                        </p:attrNameLst>
                                      </p:cBhvr>
                                      <p:to>
                                        <p:strVal val="visible"/>
                                      </p:to>
                                    </p:set>
                                    <p:animEffect transition="in" filter="wipe(down)">
                                      <p:cBhvr>
                                        <p:cTn id="12" dur="500"/>
                                        <p:tgtEl>
                                          <p:spTgt spid="860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6018">
                                            <p:txEl>
                                              <p:pRg st="2" end="2"/>
                                            </p:txEl>
                                          </p:spTgt>
                                        </p:tgtEl>
                                        <p:attrNameLst>
                                          <p:attrName>style.visibility</p:attrName>
                                        </p:attrNameLst>
                                      </p:cBhvr>
                                      <p:to>
                                        <p:strVal val="visible"/>
                                      </p:to>
                                    </p:set>
                                    <p:animEffect transition="in" filter="wipe(down)">
                                      <p:cBhvr>
                                        <p:cTn id="17" dur="500"/>
                                        <p:tgtEl>
                                          <p:spTgt spid="860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6018">
                                            <p:txEl>
                                              <p:pRg st="3" end="3"/>
                                            </p:txEl>
                                          </p:spTgt>
                                        </p:tgtEl>
                                        <p:attrNameLst>
                                          <p:attrName>style.visibility</p:attrName>
                                        </p:attrNameLst>
                                      </p:cBhvr>
                                      <p:to>
                                        <p:strVal val="visible"/>
                                      </p:to>
                                    </p:set>
                                    <p:animEffect transition="in" filter="wipe(down)">
                                      <p:cBhvr>
                                        <p:cTn id="22" dur="500"/>
                                        <p:tgtEl>
                                          <p:spTgt spid="860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6018">
                                            <p:txEl>
                                              <p:pRg st="4" end="4"/>
                                            </p:txEl>
                                          </p:spTgt>
                                        </p:tgtEl>
                                        <p:attrNameLst>
                                          <p:attrName>style.visibility</p:attrName>
                                        </p:attrNameLst>
                                      </p:cBhvr>
                                      <p:to>
                                        <p:strVal val="visible"/>
                                      </p:to>
                                    </p:set>
                                    <p:animEffect transition="in" filter="wipe(down)">
                                      <p:cBhvr>
                                        <p:cTn id="27" dur="500"/>
                                        <p:tgtEl>
                                          <p:spTgt spid="8601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6018">
                                            <p:txEl>
                                              <p:pRg st="5" end="5"/>
                                            </p:txEl>
                                          </p:spTgt>
                                        </p:tgtEl>
                                        <p:attrNameLst>
                                          <p:attrName>style.visibility</p:attrName>
                                        </p:attrNameLst>
                                      </p:cBhvr>
                                      <p:to>
                                        <p:strVal val="visible"/>
                                      </p:to>
                                    </p:set>
                                    <p:animEffect transition="in" filter="wipe(down)">
                                      <p:cBhvr>
                                        <p:cTn id="32" dur="500"/>
                                        <p:tgtEl>
                                          <p:spTgt spid="8601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86018">
                                            <p:txEl>
                                              <p:pRg st="6" end="6"/>
                                            </p:txEl>
                                          </p:spTgt>
                                        </p:tgtEl>
                                        <p:attrNameLst>
                                          <p:attrName>style.visibility</p:attrName>
                                        </p:attrNameLst>
                                      </p:cBhvr>
                                      <p:to>
                                        <p:strVal val="visible"/>
                                      </p:to>
                                    </p:set>
                                    <p:animEffect transition="in" filter="wipe(down)">
                                      <p:cBhvr>
                                        <p:cTn id="37" dur="500"/>
                                        <p:tgtEl>
                                          <p:spTgt spid="8601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1"/>
          <p:cNvSpPr>
            <a:spLocks noGrp="1"/>
          </p:cNvSpPr>
          <p:nvPr>
            <p:ph idx="1"/>
          </p:nvPr>
        </p:nvSpPr>
        <p:spPr>
          <a:xfrm>
            <a:off x="633368" y="843558"/>
            <a:ext cx="7931150" cy="4031654"/>
          </a:xfrm>
        </p:spPr>
        <p:txBody>
          <a:bodyPr/>
          <a:lstStyle/>
          <a:p>
            <a:pPr>
              <a:buClr>
                <a:schemeClr val="tx2"/>
              </a:buClr>
              <a:buSzPct val="75000"/>
              <a:buFont typeface="Symbol" panose="05050102010706020507" pitchFamily="18" charset="2"/>
              <a:buNone/>
              <a:defRPr/>
            </a:pPr>
            <a:r>
              <a:rPr kumimoji="1" lang="en-US" altLang="zh-CN" i="1" dirty="0">
                <a:ea typeface="楷体_GB2312"/>
                <a:cs typeface="Times New Roman" panose="02020603050405020304" pitchFamily="18" charset="0"/>
              </a:rPr>
              <a:t>S</a:t>
            </a:r>
            <a:r>
              <a:rPr kumimoji="1" lang="en-US" altLang="zh-CN" b="1" i="1" dirty="0">
                <a:solidFill>
                  <a:schemeClr val="tx1"/>
                </a:solidFill>
                <a:ea typeface="楷体_GB2312"/>
                <a:cs typeface="Times New Roman" panose="02020603050405020304" pitchFamily="18" charset="0"/>
              </a:rPr>
              <a:t> </a:t>
            </a:r>
            <a:r>
              <a:rPr kumimoji="1" lang="en-US" altLang="zh-CN" b="1" dirty="0">
                <a:solidFill>
                  <a:schemeClr val="tx1"/>
                </a:solidFill>
                <a:ea typeface="楷体_GB2312"/>
                <a:cs typeface="Times New Roman" panose="02020603050405020304" pitchFamily="18" charset="0"/>
              </a:rPr>
              <a:t>→ </a:t>
            </a:r>
            <a:r>
              <a:rPr kumimoji="1" lang="en-US" altLang="zh-CN" b="1" i="1" dirty="0">
                <a:solidFill>
                  <a:schemeClr val="tx1"/>
                </a:solidFill>
                <a:ea typeface="楷体_GB2312"/>
                <a:cs typeface="Times New Roman" panose="02020603050405020304" pitchFamily="18" charset="0"/>
              </a:rPr>
              <a:t>AB</a:t>
            </a:r>
            <a:r>
              <a:rPr kumimoji="1" lang="zh-CN" altLang="en-US" dirty="0">
                <a:ea typeface="楷体_GB2312"/>
                <a:cs typeface="Times New Roman" panose="02020603050405020304" pitchFamily="18" charset="0"/>
              </a:rPr>
              <a:t>，</a:t>
            </a:r>
            <a:r>
              <a:rPr kumimoji="1" lang="en-US" altLang="zh-CN" i="1" dirty="0">
                <a:ea typeface="楷体_GB2312"/>
                <a:cs typeface="Times New Roman" panose="02020603050405020304" pitchFamily="18" charset="0"/>
              </a:rPr>
              <a:t> S </a:t>
            </a:r>
            <a:r>
              <a:rPr kumimoji="1" lang="en-US" altLang="zh-CN" dirty="0">
                <a:ea typeface="楷体_GB2312"/>
                <a:cs typeface="Times New Roman" panose="02020603050405020304" pitchFamily="18" charset="0"/>
              </a:rPr>
              <a:t>→ </a:t>
            </a:r>
            <a:r>
              <a:rPr kumimoji="1" lang="en-US" altLang="zh-CN" i="1" dirty="0" err="1">
                <a:ea typeface="楷体_GB2312"/>
                <a:cs typeface="Times New Roman" panose="02020603050405020304" pitchFamily="18" charset="0"/>
              </a:rPr>
              <a:t>bC</a:t>
            </a:r>
            <a:r>
              <a:rPr kumimoji="1" lang="en-US" altLang="zh-CN" i="1" dirty="0">
                <a:ea typeface="楷体_GB2312"/>
                <a:cs typeface="Times New Roman" panose="02020603050405020304" pitchFamily="18" charset="0"/>
              </a:rPr>
              <a:t> </a:t>
            </a:r>
            <a:r>
              <a:rPr kumimoji="1" lang="en-US" altLang="zh-CN" b="1" dirty="0">
                <a:solidFill>
                  <a:schemeClr val="tx1"/>
                </a:solidFill>
                <a:ea typeface="楷体_GB2312"/>
                <a:cs typeface="Times New Roman" panose="02020603050405020304" pitchFamily="18" charset="0"/>
              </a:rPr>
              <a:t>	</a:t>
            </a:r>
          </a:p>
          <a:p>
            <a:pPr>
              <a:buClr>
                <a:schemeClr val="tx2"/>
              </a:buClr>
              <a:buSzPct val="75000"/>
              <a:buFont typeface="Symbol" panose="05050102010706020507" pitchFamily="18" charset="2"/>
              <a:buNone/>
              <a:defRPr/>
            </a:pPr>
            <a:r>
              <a:rPr kumimoji="1" lang="en-US" altLang="zh-CN" b="1" i="1" dirty="0">
                <a:solidFill>
                  <a:schemeClr val="tx1"/>
                </a:solidFill>
                <a:ea typeface="楷体_GB2312"/>
                <a:cs typeface="Times New Roman" panose="02020603050405020304" pitchFamily="18" charset="0"/>
              </a:rPr>
              <a:t>A</a:t>
            </a:r>
            <a:r>
              <a:rPr kumimoji="1" lang="en-US" altLang="zh-CN" b="1" dirty="0">
                <a:solidFill>
                  <a:schemeClr val="tx1"/>
                </a:solidFill>
                <a:ea typeface="楷体_GB2312"/>
                <a:cs typeface="Times New Roman" panose="02020603050405020304" pitchFamily="18" charset="0"/>
              </a:rPr>
              <a:t> → </a:t>
            </a:r>
            <a:r>
              <a:rPr kumimoji="1" lang="en-US" altLang="zh-CN" b="1" i="1" dirty="0">
                <a:solidFill>
                  <a:schemeClr val="tx1"/>
                </a:solidFill>
                <a:ea typeface="楷体_GB2312"/>
                <a:cs typeface="Times New Roman" panose="02020603050405020304" pitchFamily="18" charset="0"/>
              </a:rPr>
              <a:t>ε</a:t>
            </a:r>
            <a:r>
              <a:rPr kumimoji="1" lang="zh-CN" altLang="en-US" b="1" i="1" dirty="0">
                <a:solidFill>
                  <a:schemeClr val="tx1"/>
                </a:solidFill>
                <a:ea typeface="楷体_GB2312"/>
                <a:cs typeface="Times New Roman" panose="02020603050405020304" pitchFamily="18" charset="0"/>
              </a:rPr>
              <a:t>，</a:t>
            </a:r>
            <a:r>
              <a:rPr kumimoji="1" lang="en-US" altLang="zh-CN" i="1" dirty="0">
                <a:ea typeface="楷体_GB2312"/>
                <a:cs typeface="Times New Roman" panose="02020603050405020304" pitchFamily="18" charset="0"/>
              </a:rPr>
              <a:t>    </a:t>
            </a:r>
            <a:r>
              <a:rPr kumimoji="1" lang="en-US" altLang="zh-CN" b="1" i="1" dirty="0">
                <a:solidFill>
                  <a:schemeClr val="tx1"/>
                </a:solidFill>
                <a:ea typeface="楷体_GB2312"/>
                <a:cs typeface="Times New Roman" panose="02020603050405020304" pitchFamily="18" charset="0"/>
              </a:rPr>
              <a:t>A</a:t>
            </a:r>
            <a:r>
              <a:rPr kumimoji="1" lang="en-US" altLang="zh-CN" i="1" dirty="0">
                <a:ea typeface="楷体_GB2312"/>
                <a:cs typeface="Times New Roman" panose="02020603050405020304" pitchFamily="18" charset="0"/>
              </a:rPr>
              <a:t> </a:t>
            </a:r>
            <a:r>
              <a:rPr kumimoji="1" lang="en-US" altLang="zh-CN" dirty="0">
                <a:ea typeface="楷体_GB2312"/>
                <a:cs typeface="Times New Roman" panose="02020603050405020304" pitchFamily="18" charset="0"/>
              </a:rPr>
              <a:t>→ </a:t>
            </a:r>
            <a:r>
              <a:rPr kumimoji="1" lang="en-US" altLang="zh-CN" i="1" dirty="0">
                <a:ea typeface="楷体_GB2312"/>
                <a:cs typeface="Times New Roman" panose="02020603050405020304" pitchFamily="18" charset="0"/>
              </a:rPr>
              <a:t>b</a:t>
            </a:r>
            <a:r>
              <a:rPr kumimoji="1" lang="en-US" altLang="zh-CN" b="1" dirty="0">
                <a:solidFill>
                  <a:schemeClr val="tx1"/>
                </a:solidFill>
                <a:ea typeface="楷体_GB2312"/>
                <a:cs typeface="Times New Roman" panose="02020603050405020304" pitchFamily="18" charset="0"/>
              </a:rPr>
              <a:t> </a:t>
            </a:r>
          </a:p>
          <a:p>
            <a:pPr>
              <a:buClr>
                <a:schemeClr val="tx2"/>
              </a:buClr>
              <a:buSzPct val="75000"/>
              <a:buFont typeface="Symbol" panose="05050102010706020507" pitchFamily="18" charset="2"/>
              <a:buNone/>
              <a:defRPr/>
            </a:pPr>
            <a:r>
              <a:rPr kumimoji="1" lang="en-US" altLang="zh-CN" i="1" dirty="0">
                <a:ea typeface="楷体_GB2312"/>
                <a:cs typeface="Times New Roman" panose="02020603050405020304" pitchFamily="18" charset="0"/>
              </a:rPr>
              <a:t>B</a:t>
            </a:r>
            <a:r>
              <a:rPr kumimoji="1" lang="en-US" altLang="zh-CN" dirty="0">
                <a:ea typeface="楷体_GB2312"/>
                <a:cs typeface="Times New Roman" panose="02020603050405020304" pitchFamily="18" charset="0"/>
              </a:rPr>
              <a:t>  → </a:t>
            </a:r>
            <a:r>
              <a:rPr kumimoji="1" lang="en-US" altLang="zh-CN" i="1" dirty="0">
                <a:ea typeface="楷体_GB2312"/>
                <a:cs typeface="Times New Roman" panose="02020603050405020304" pitchFamily="18" charset="0"/>
              </a:rPr>
              <a:t>ε</a:t>
            </a:r>
            <a:r>
              <a:rPr kumimoji="1" lang="zh-CN" altLang="en-US" i="1" dirty="0">
                <a:ea typeface="楷体_GB2312"/>
                <a:cs typeface="Times New Roman" panose="02020603050405020304" pitchFamily="18" charset="0"/>
              </a:rPr>
              <a:t>，   </a:t>
            </a:r>
            <a:r>
              <a:rPr kumimoji="1" lang="en-US" altLang="zh-CN" i="1" dirty="0">
                <a:ea typeface="楷体_GB2312"/>
                <a:cs typeface="Times New Roman" panose="02020603050405020304" pitchFamily="18" charset="0"/>
              </a:rPr>
              <a:t>B</a:t>
            </a:r>
            <a:r>
              <a:rPr kumimoji="1" lang="en-US" altLang="zh-CN" b="1" dirty="0">
                <a:solidFill>
                  <a:schemeClr val="tx1"/>
                </a:solidFill>
                <a:ea typeface="楷体_GB2312"/>
                <a:cs typeface="Times New Roman" panose="02020603050405020304" pitchFamily="18" charset="0"/>
              </a:rPr>
              <a:t>→ </a:t>
            </a:r>
            <a:r>
              <a:rPr kumimoji="1" lang="en-US" altLang="zh-CN" b="1" i="1" dirty="0" err="1">
                <a:solidFill>
                  <a:schemeClr val="tx1"/>
                </a:solidFill>
                <a:ea typeface="楷体_GB2312"/>
                <a:cs typeface="Times New Roman" panose="02020603050405020304" pitchFamily="18" charset="0"/>
              </a:rPr>
              <a:t>aD</a:t>
            </a:r>
            <a:r>
              <a:rPr kumimoji="1" lang="en-US" altLang="zh-CN" b="1" dirty="0">
                <a:solidFill>
                  <a:schemeClr val="tx1"/>
                </a:solidFill>
                <a:ea typeface="楷体_GB2312"/>
                <a:cs typeface="Times New Roman" panose="02020603050405020304" pitchFamily="18" charset="0"/>
              </a:rPr>
              <a:t> </a:t>
            </a:r>
          </a:p>
          <a:p>
            <a:pPr>
              <a:buClr>
                <a:schemeClr val="tx2"/>
              </a:buClr>
              <a:buSzPct val="75000"/>
              <a:buFont typeface="Symbol" panose="05050102010706020507" pitchFamily="18" charset="2"/>
              <a:buNone/>
              <a:defRPr/>
            </a:pPr>
            <a:r>
              <a:rPr kumimoji="1" lang="en-US" altLang="zh-CN" i="1" dirty="0">
                <a:ea typeface="宋体" panose="02010600030101010101" pitchFamily="2" charset="-122"/>
                <a:cs typeface="Times New Roman" panose="02020603050405020304" pitchFamily="18" charset="0"/>
              </a:rPr>
              <a:t>C</a:t>
            </a:r>
            <a:r>
              <a:rPr kumimoji="1" lang="en-US" altLang="zh-CN" dirty="0">
                <a:ea typeface="楷体_GB2312"/>
                <a:cs typeface="Times New Roman" panose="02020603050405020304" pitchFamily="18" charset="0"/>
              </a:rPr>
              <a:t> → </a:t>
            </a:r>
            <a:r>
              <a:rPr kumimoji="1" lang="en-US" altLang="zh-CN" i="1" dirty="0">
                <a:ea typeface="楷体_GB2312"/>
                <a:cs typeface="Times New Roman" panose="02020603050405020304" pitchFamily="18" charset="0"/>
              </a:rPr>
              <a:t>AD</a:t>
            </a:r>
            <a:r>
              <a:rPr kumimoji="1" lang="zh-CN" altLang="en-US" i="1" dirty="0">
                <a:ea typeface="楷体_GB2312"/>
                <a:cs typeface="Times New Roman" panose="02020603050405020304" pitchFamily="18" charset="0"/>
              </a:rPr>
              <a:t>，</a:t>
            </a:r>
            <a:r>
              <a:rPr kumimoji="1" lang="en-US" altLang="zh-CN" i="1" dirty="0">
                <a:ea typeface="楷体_GB2312"/>
                <a:cs typeface="Times New Roman" panose="02020603050405020304" pitchFamily="18" charset="0"/>
              </a:rPr>
              <a:t>C</a:t>
            </a:r>
            <a:r>
              <a:rPr kumimoji="1" lang="en-US" altLang="zh-CN" b="1" i="1" dirty="0">
                <a:solidFill>
                  <a:schemeClr val="tx1"/>
                </a:solidFill>
                <a:ea typeface="楷体_GB2312"/>
                <a:cs typeface="Times New Roman" panose="02020603050405020304" pitchFamily="18" charset="0"/>
              </a:rPr>
              <a:t> </a:t>
            </a:r>
            <a:r>
              <a:rPr kumimoji="1" lang="en-US" altLang="zh-CN" b="1" dirty="0">
                <a:solidFill>
                  <a:schemeClr val="tx1"/>
                </a:solidFill>
                <a:ea typeface="楷体_GB2312"/>
                <a:cs typeface="Times New Roman" panose="02020603050405020304" pitchFamily="18" charset="0"/>
              </a:rPr>
              <a:t>→ </a:t>
            </a:r>
            <a:r>
              <a:rPr kumimoji="1" lang="en-US" altLang="zh-CN" b="1" i="1" dirty="0">
                <a:solidFill>
                  <a:schemeClr val="tx1"/>
                </a:solidFill>
                <a:ea typeface="楷体_GB2312"/>
                <a:cs typeface="Times New Roman" panose="02020603050405020304" pitchFamily="18" charset="0"/>
              </a:rPr>
              <a:t>b</a:t>
            </a:r>
          </a:p>
          <a:p>
            <a:pPr>
              <a:buClr>
                <a:schemeClr val="tx2"/>
              </a:buClr>
              <a:buSzPct val="75000"/>
              <a:buFont typeface="Symbol" panose="05050102010706020507" pitchFamily="18" charset="2"/>
              <a:buNone/>
              <a:defRPr/>
            </a:pPr>
            <a:r>
              <a:rPr kumimoji="1" lang="en-US" altLang="zh-CN" i="1" dirty="0">
                <a:ea typeface="宋体" panose="02010600030101010101" pitchFamily="2" charset="-122"/>
                <a:cs typeface="Times New Roman" panose="02020603050405020304" pitchFamily="18" charset="0"/>
              </a:rPr>
              <a:t>D</a:t>
            </a:r>
            <a:r>
              <a:rPr kumimoji="1" lang="en-US" altLang="zh-CN" dirty="0">
                <a:ea typeface="楷体_GB2312"/>
                <a:cs typeface="Times New Roman" panose="02020603050405020304" pitchFamily="18" charset="0"/>
              </a:rPr>
              <a:t> → </a:t>
            </a:r>
            <a:r>
              <a:rPr kumimoji="1" lang="en-US" altLang="zh-CN" i="1" dirty="0" err="1">
                <a:ea typeface="楷体_GB2312"/>
                <a:cs typeface="Times New Roman" panose="02020603050405020304" pitchFamily="18" charset="0"/>
              </a:rPr>
              <a:t>aS</a:t>
            </a:r>
            <a:r>
              <a:rPr kumimoji="1" lang="zh-CN" altLang="en-US" i="1" dirty="0">
                <a:ea typeface="楷体_GB2312"/>
                <a:cs typeface="Times New Roman" panose="02020603050405020304" pitchFamily="18" charset="0"/>
              </a:rPr>
              <a:t>， </a:t>
            </a:r>
            <a:r>
              <a:rPr kumimoji="1" lang="en-US" altLang="zh-CN" i="1" dirty="0">
                <a:ea typeface="楷体_GB2312"/>
                <a:cs typeface="Times New Roman" panose="02020603050405020304" pitchFamily="18" charset="0"/>
              </a:rPr>
              <a:t>D</a:t>
            </a:r>
            <a:r>
              <a:rPr kumimoji="1" lang="en-US" altLang="zh-CN" dirty="0">
                <a:ea typeface="楷体_GB2312"/>
                <a:cs typeface="Times New Roman" panose="02020603050405020304" pitchFamily="18" charset="0"/>
              </a:rPr>
              <a:t> → </a:t>
            </a:r>
            <a:r>
              <a:rPr kumimoji="1" lang="en-US" altLang="zh-CN" i="1" dirty="0">
                <a:ea typeface="楷体_GB2312"/>
                <a:cs typeface="Times New Roman" panose="02020603050405020304" pitchFamily="18" charset="0"/>
              </a:rPr>
              <a:t>c</a:t>
            </a:r>
          </a:p>
          <a:p>
            <a:pPr marL="0" indent="0">
              <a:buSzPct val="90000"/>
              <a:buNone/>
              <a:defRPr/>
            </a:pPr>
            <a:endParaRPr kumimoji="1" lang="en-US" altLang="zh-CN" sz="200" i="1" dirty="0">
              <a:ea typeface="楷体_GB2312"/>
              <a:cs typeface="Times New Roman" panose="02020603050405020304" pitchFamily="18" charset="0"/>
            </a:endParaRPr>
          </a:p>
          <a:p>
            <a:pPr>
              <a:buSzPct val="90000"/>
              <a:defRPr/>
            </a:pPr>
            <a:r>
              <a:rPr kumimoji="1" lang="zh-CN" altLang="en-US" sz="2500" dirty="0">
                <a:latin typeface="楷体" panose="02010609060101010101" pitchFamily="49" charset="-122"/>
                <a:ea typeface="楷体" panose="02010609060101010101" pitchFamily="49" charset="-122"/>
                <a:cs typeface="Times New Roman" panose="02020603050405020304" pitchFamily="18" charset="0"/>
              </a:rPr>
              <a:t>求：</a:t>
            </a:r>
            <a:r>
              <a:rPr kumimoji="1" lang="en-US" altLang="zh-CN" sz="2500" i="1" dirty="0">
                <a:ea typeface="楷体" panose="02010609060101010101" pitchFamily="49" charset="-122"/>
                <a:cs typeface="Times New Roman" panose="02020603050405020304" pitchFamily="18" charset="0"/>
              </a:rPr>
              <a:t>FIRST</a:t>
            </a:r>
            <a:r>
              <a:rPr kumimoji="1" lang="en-US" altLang="zh-CN" sz="2500" dirty="0">
                <a:ea typeface="楷体" panose="02010609060101010101" pitchFamily="49" charset="-122"/>
                <a:cs typeface="Times New Roman" panose="02020603050405020304" pitchFamily="18" charset="0"/>
              </a:rPr>
              <a:t>(</a:t>
            </a:r>
            <a:r>
              <a:rPr kumimoji="1" lang="en-US" altLang="zh-CN" sz="2500" i="1" dirty="0">
                <a:solidFill>
                  <a:srgbClr val="FF0000"/>
                </a:solidFill>
                <a:ea typeface="楷体" panose="02010609060101010101" pitchFamily="49" charset="-122"/>
                <a:cs typeface="Times New Roman" panose="02020603050405020304" pitchFamily="18" charset="0"/>
              </a:rPr>
              <a:t>AB</a:t>
            </a:r>
            <a:r>
              <a:rPr kumimoji="1" lang="en-US" altLang="zh-CN" sz="2500" dirty="0">
                <a:ea typeface="楷体" panose="02010609060101010101" pitchFamily="49" charset="-122"/>
                <a:cs typeface="Times New Roman" panose="02020603050405020304" pitchFamily="18" charset="0"/>
              </a:rPr>
              <a:t>)</a:t>
            </a:r>
            <a:r>
              <a:rPr kumimoji="1" lang="en-US" altLang="zh-CN" sz="2500" b="1" dirty="0">
                <a:solidFill>
                  <a:schemeClr val="tx1"/>
                </a:solidFill>
                <a:ea typeface="楷体_GB2312"/>
                <a:cs typeface="Times New Roman" panose="02020603050405020304" pitchFamily="18" charset="0"/>
              </a:rPr>
              <a:t>		</a:t>
            </a:r>
            <a:endParaRPr kumimoji="1" lang="en-US" altLang="zh-CN" sz="2500" b="1" dirty="0">
              <a:solidFill>
                <a:schemeClr val="tx1"/>
              </a:solidFill>
              <a:effectLst>
                <a:outerShdw blurRad="38100" dist="38100" dir="2700000" algn="tl">
                  <a:srgbClr val="C0C0C0"/>
                </a:outerShdw>
              </a:effectLst>
              <a:ea typeface="楷体_GB2312"/>
              <a:cs typeface="Times New Roman" panose="02020603050405020304" pitchFamily="18" charset="0"/>
            </a:endParaRPr>
          </a:p>
          <a:p>
            <a:pPr marL="0" indent="0">
              <a:buNone/>
              <a:defRPr/>
            </a:pPr>
            <a:r>
              <a:rPr lang="en-US" altLang="zh-CN" sz="2000" b="1" dirty="0">
                <a:cs typeface="Times New Roman" panose="02020603050405020304" pitchFamily="18" charset="0"/>
                <a:sym typeface="Symbol" panose="05050102010706020507" pitchFamily="18" charset="2"/>
              </a:rPr>
              <a:t>      </a:t>
            </a:r>
            <a:r>
              <a:rPr lang="en-US" altLang="zh-CN" b="1" dirty="0">
                <a:cs typeface="Times New Roman" panose="02020603050405020304" pitchFamily="18" charset="0"/>
                <a:sym typeface="Symbol" panose="05050102010706020507" pitchFamily="18" charset="2"/>
              </a:rPr>
              <a:t>= ( FIRST</a:t>
            </a:r>
            <a:r>
              <a:rPr lang="en-US" altLang="zh-CN" dirty="0">
                <a:cs typeface="Times New Roman" panose="02020603050405020304" pitchFamily="18" charset="0"/>
                <a:sym typeface="Symbol" panose="05050102010706020507" pitchFamily="18" charset="2"/>
              </a:rPr>
              <a:t>(</a:t>
            </a:r>
            <a:r>
              <a:rPr lang="en-US" altLang="zh-CN" i="1" dirty="0">
                <a:cs typeface="Times New Roman" panose="02020603050405020304" pitchFamily="18" charset="0"/>
                <a:sym typeface="Symbol" panose="05050102010706020507" pitchFamily="18" charset="2"/>
              </a:rPr>
              <a:t>A</a:t>
            </a:r>
            <a:r>
              <a:rPr lang="en-US" altLang="zh-CN" dirty="0">
                <a:cs typeface="Times New Roman" panose="02020603050405020304" pitchFamily="18" charset="0"/>
                <a:sym typeface="Symbol" panose="05050102010706020507" pitchFamily="18" charset="2"/>
              </a:rPr>
              <a:t>) –{ </a:t>
            </a:r>
            <a:r>
              <a:rPr kumimoji="1" lang="en-US" altLang="zh-CN" i="1" dirty="0">
                <a:solidFill>
                  <a:srgbClr val="FF0000"/>
                </a:solidFill>
                <a:ea typeface="楷体_GB2312"/>
                <a:cs typeface="Times New Roman" panose="02020603050405020304" pitchFamily="18" charset="0"/>
              </a:rPr>
              <a:t>ε </a:t>
            </a:r>
            <a:r>
              <a:rPr lang="en-US" altLang="zh-CN" dirty="0">
                <a:cs typeface="Times New Roman" panose="02020603050405020304" pitchFamily="18" charset="0"/>
                <a:sym typeface="Symbol" panose="05050102010706020507" pitchFamily="18" charset="2"/>
              </a:rPr>
              <a:t>} )</a:t>
            </a:r>
          </a:p>
          <a:p>
            <a:pPr marL="0" indent="0">
              <a:buNone/>
              <a:defRPr/>
            </a:pPr>
            <a:r>
              <a:rPr lang="en-US" altLang="zh-CN" sz="2000" b="1" dirty="0">
                <a:cs typeface="Times New Roman" panose="02020603050405020304" pitchFamily="18" charset="0"/>
                <a:sym typeface="Symbol" panose="05050102010706020507" pitchFamily="18" charset="2"/>
              </a:rPr>
              <a:t>      </a:t>
            </a:r>
            <a:r>
              <a:rPr lang="en-US" altLang="zh-CN" b="1" dirty="0">
                <a:cs typeface="Times New Roman" panose="02020603050405020304" pitchFamily="18" charset="0"/>
                <a:sym typeface="Symbol" panose="05050102010706020507" pitchFamily="18" charset="2"/>
              </a:rPr>
              <a:t>= { </a:t>
            </a:r>
            <a:r>
              <a:rPr lang="en-US" altLang="zh-CN" b="1" i="1" dirty="0">
                <a:cs typeface="Times New Roman" panose="02020603050405020304" pitchFamily="18" charset="0"/>
                <a:sym typeface="Symbol" panose="05050102010706020507" pitchFamily="18" charset="2"/>
              </a:rPr>
              <a:t>a</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sym typeface="Symbol" panose="05050102010706020507" pitchFamily="18" charset="2"/>
              </a:rPr>
              <a:t>b</a:t>
            </a:r>
            <a:r>
              <a:rPr lang="en-US" altLang="zh-CN" b="1" dirty="0">
                <a:cs typeface="Times New Roman" panose="02020603050405020304" pitchFamily="18" charset="0"/>
                <a:sym typeface="Symbol" panose="05050102010706020507" pitchFamily="18" charset="2"/>
              </a:rPr>
              <a:t>, </a:t>
            </a:r>
            <a:r>
              <a:rPr kumimoji="1" lang="en-US" altLang="zh-CN" i="1" dirty="0">
                <a:ea typeface="楷体_GB2312"/>
                <a:cs typeface="Times New Roman" panose="02020603050405020304" pitchFamily="18" charset="0"/>
              </a:rPr>
              <a:t>ε</a:t>
            </a:r>
            <a:r>
              <a:rPr lang="en-US" altLang="zh-CN" b="1" dirty="0">
                <a:cs typeface="Times New Roman" panose="02020603050405020304" pitchFamily="18" charset="0"/>
                <a:sym typeface="Symbol" panose="05050102010706020507" pitchFamily="18" charset="2"/>
              </a:rPr>
              <a:t> }</a:t>
            </a:r>
            <a:endParaRPr lang="en-US" altLang="zh-CN" sz="2000" b="1" dirty="0">
              <a:cs typeface="Times New Roman" panose="02020603050405020304" pitchFamily="18" charset="0"/>
              <a:sym typeface="Symbol" panose="05050102010706020507" pitchFamily="18" charset="2"/>
            </a:endParaRPr>
          </a:p>
        </p:txBody>
      </p:sp>
      <p:sp>
        <p:nvSpPr>
          <p:cNvPr id="19" name="矩形 18"/>
          <p:cNvSpPr/>
          <p:nvPr/>
        </p:nvSpPr>
        <p:spPr>
          <a:xfrm>
            <a:off x="4325991" y="699542"/>
            <a:ext cx="4062433" cy="2323713"/>
          </a:xfrm>
          <a:prstGeom prst="rect">
            <a:avLst/>
          </a:prstGeom>
        </p:spPr>
        <p:txBody>
          <a:bodyPr wrap="square">
            <a:spAutoFit/>
          </a:bodyPr>
          <a:lstStyle/>
          <a:p>
            <a:pPr fontAlgn="auto">
              <a:spcBef>
                <a:spcPct val="20000"/>
              </a:spcBef>
              <a:spcAft>
                <a:spcPts val="0"/>
              </a:spcAft>
              <a:buClr>
                <a:srgbClr val="31B6FD"/>
              </a:buClr>
              <a:buSzPct val="100000"/>
              <a:defRPr/>
            </a:pP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FIRST </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a:t>
            </a: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S</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 = {		} </a:t>
            </a:r>
          </a:p>
          <a:p>
            <a:pPr fontAlgn="auto">
              <a:spcBef>
                <a:spcPct val="20000"/>
              </a:spcBef>
              <a:spcAft>
                <a:spcPts val="0"/>
              </a:spcAft>
              <a:buClr>
                <a:srgbClr val="073E87"/>
              </a:buClr>
              <a:buSzPct val="75000"/>
              <a:defRPr/>
            </a:pP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FIRST </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a:t>
            </a: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A </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 {		} </a:t>
            </a:r>
          </a:p>
          <a:p>
            <a:pPr fontAlgn="auto">
              <a:spcBef>
                <a:spcPct val="20000"/>
              </a:spcBef>
              <a:spcAft>
                <a:spcPts val="0"/>
              </a:spcAft>
              <a:buClr>
                <a:srgbClr val="073E87"/>
              </a:buClr>
              <a:buSzPct val="75000"/>
              <a:defRPr/>
            </a:pP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FIRST </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a:t>
            </a: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B</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 = {		} </a:t>
            </a:r>
          </a:p>
          <a:p>
            <a:pPr fontAlgn="auto">
              <a:spcBef>
                <a:spcPct val="20000"/>
              </a:spcBef>
              <a:spcAft>
                <a:spcPts val="0"/>
              </a:spcAft>
              <a:buClr>
                <a:srgbClr val="073E87"/>
              </a:buClr>
              <a:buSzPct val="75000"/>
              <a:defRPr/>
            </a:pP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FIRST </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a:t>
            </a: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C</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 = {		} </a:t>
            </a:r>
          </a:p>
          <a:p>
            <a:pPr fontAlgn="auto">
              <a:spcBef>
                <a:spcPct val="20000"/>
              </a:spcBef>
              <a:spcAft>
                <a:spcPts val="0"/>
              </a:spcAft>
              <a:buClr>
                <a:srgbClr val="073E87"/>
              </a:buClr>
              <a:buSzPct val="75000"/>
              <a:defRPr/>
            </a:pP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FIRST </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a:t>
            </a:r>
            <a:r>
              <a:rPr kumimoji="1" lang="en-US" altLang="zh-CN" sz="2500" b="1" i="1" dirty="0">
                <a:latin typeface="Times New Roman" panose="02020603050405020304" pitchFamily="18" charset="0"/>
                <a:ea typeface="楷体_GB2312" panose="02010609030101010101" pitchFamily="49" charset="-122"/>
                <a:cs typeface="Times New Roman" panose="02020603050405020304" pitchFamily="18" charset="0"/>
              </a:rPr>
              <a:t>D</a:t>
            </a:r>
            <a:r>
              <a:rPr kumimoji="1" lang="en-US" altLang="zh-CN" sz="2500" b="1" dirty="0">
                <a:latin typeface="Times New Roman" panose="02020603050405020304" pitchFamily="18" charset="0"/>
                <a:ea typeface="楷体_GB2312" panose="02010609030101010101" pitchFamily="49" charset="-122"/>
                <a:cs typeface="Times New Roman" panose="02020603050405020304" pitchFamily="18" charset="0"/>
              </a:rPr>
              <a:t> ) = {		</a:t>
            </a:r>
            <a:r>
              <a:rPr kumimoji="1" lang="en-US" altLang="zh-CN" sz="2500" b="1" dirty="0">
                <a:effectLst>
                  <a:outerShdw blurRad="38100" dist="38100" dir="2700000" algn="tl">
                    <a:srgbClr val="C0C0C0"/>
                  </a:outerShdw>
                </a:effectLst>
                <a:latin typeface="Times New Roman" panose="02020603050405020304" pitchFamily="18" charset="0"/>
                <a:ea typeface="楷体_GB2312" panose="02010609030101010101" pitchFamily="49" charset="-122"/>
                <a:cs typeface="Times New Roman" panose="02020603050405020304" pitchFamily="18" charset="0"/>
              </a:rPr>
              <a:t>} </a:t>
            </a:r>
            <a:endParaRPr lang="en-US" altLang="zh-CN" sz="2000" b="1" dirty="0">
              <a:solidFill>
                <a:srgbClr val="073E87"/>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sp>
        <p:nvSpPr>
          <p:cNvPr id="46082" name="标题 1"/>
          <p:cNvSpPr>
            <a:spLocks noGrp="1"/>
          </p:cNvSpPr>
          <p:nvPr>
            <p:ph type="title"/>
          </p:nvPr>
        </p:nvSpPr>
        <p:spPr>
          <a:xfrm>
            <a:off x="755650" y="268288"/>
            <a:ext cx="7931150" cy="358775"/>
          </a:xfrm>
        </p:spPr>
        <p:txBody>
          <a:bodyPr/>
          <a:lstStyle/>
          <a:p>
            <a:pPr eaLnBrk="1" hangingPunct="1">
              <a:defRPr/>
            </a:pPr>
            <a:r>
              <a:rPr lang="zh-CN" altLang="en-US" spc="300" dirty="0">
                <a:latin typeface="微软雅黑" panose="020B0503020204020204" pitchFamily="34" charset="-122"/>
                <a:ea typeface="微软雅黑" panose="020B0503020204020204" pitchFamily="34" charset="-122"/>
                <a:cs typeface="Times New Roman" panose="02020603050405020304" pitchFamily="18" charset="0"/>
              </a:rPr>
              <a:t>计算串</a:t>
            </a:r>
            <a:r>
              <a:rPr lang="en-US" altLang="zh-CN" i="1" spc="300" dirty="0">
                <a:ea typeface="微软雅黑" panose="020B0503020204020204" pitchFamily="34" charset="-122"/>
                <a:cs typeface="Times New Roman" panose="02020603050405020304" pitchFamily="18" charset="0"/>
              </a:rPr>
              <a:t>X</a:t>
            </a:r>
            <a:r>
              <a:rPr lang="en-US" altLang="zh-CN" spc="300" baseline="-25000" dirty="0">
                <a:ea typeface="微软雅黑" panose="020B0503020204020204" pitchFamily="34" charset="-122"/>
                <a:cs typeface="Times New Roman" panose="02020603050405020304" pitchFamily="18" charset="0"/>
              </a:rPr>
              <a:t>1</a:t>
            </a:r>
            <a:r>
              <a:rPr lang="en-US" altLang="zh-CN" i="1" spc="300" dirty="0">
                <a:ea typeface="微软雅黑" panose="020B0503020204020204" pitchFamily="34" charset="-122"/>
                <a:cs typeface="Times New Roman" panose="02020603050405020304" pitchFamily="18" charset="0"/>
              </a:rPr>
              <a:t>X</a:t>
            </a:r>
            <a:r>
              <a:rPr lang="en-US" altLang="zh-CN" spc="300" baseline="-25000" dirty="0">
                <a:ea typeface="微软雅黑" panose="020B0503020204020204" pitchFamily="34" charset="-122"/>
                <a:cs typeface="Times New Roman" panose="02020603050405020304" pitchFamily="18" charset="0"/>
              </a:rPr>
              <a:t>2</a:t>
            </a:r>
            <a:r>
              <a:rPr lang="en-US" altLang="zh-CN" i="1" spc="300" baseline="-25000" dirty="0">
                <a:ea typeface="微软雅黑" panose="020B0503020204020204" pitchFamily="34" charset="-122"/>
                <a:cs typeface="Times New Roman" panose="02020603050405020304" pitchFamily="18" charset="0"/>
              </a:rPr>
              <a:t> </a:t>
            </a:r>
            <a:r>
              <a:rPr lang="en-US" altLang="zh-CN" spc="300" dirty="0">
                <a:ea typeface="微软雅黑" panose="020B0503020204020204" pitchFamily="34" charset="-122"/>
                <a:cs typeface="Times New Roman" panose="02020603050405020304" pitchFamily="18" charset="0"/>
              </a:rPr>
              <a:t>…</a:t>
            </a:r>
            <a:r>
              <a:rPr lang="en-US" altLang="zh-CN" i="1" spc="300" dirty="0" err="1">
                <a:ea typeface="微软雅黑" panose="020B0503020204020204" pitchFamily="34" charset="-122"/>
                <a:cs typeface="Times New Roman" panose="02020603050405020304" pitchFamily="18" charset="0"/>
              </a:rPr>
              <a:t>X</a:t>
            </a:r>
            <a:r>
              <a:rPr lang="en-US" altLang="zh-CN" i="1" spc="300" baseline="-25000" dirty="0" err="1">
                <a:ea typeface="微软雅黑" panose="020B0503020204020204" pitchFamily="34" charset="-122"/>
                <a:cs typeface="Times New Roman" panose="02020603050405020304" pitchFamily="18" charset="0"/>
              </a:rPr>
              <a:t>n</a:t>
            </a:r>
            <a:r>
              <a:rPr lang="zh-CN" altLang="en-US" spc="3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i="1" dirty="0">
                <a:ea typeface="微软雅黑" panose="020B0503020204020204" pitchFamily="34" charset="-122"/>
                <a:cs typeface="Times New Roman" panose="02020603050405020304" pitchFamily="18" charset="0"/>
              </a:rPr>
              <a:t>FIRST </a:t>
            </a:r>
            <a:r>
              <a:rPr lang="zh-CN" altLang="en-US" spc="300" dirty="0">
                <a:latin typeface="微软雅黑" panose="020B0503020204020204" pitchFamily="34" charset="-122"/>
                <a:ea typeface="微软雅黑" panose="020B0503020204020204" pitchFamily="34" charset="-122"/>
                <a:cs typeface="Times New Roman" panose="02020603050405020304" pitchFamily="18" charset="0"/>
              </a:rPr>
              <a:t>集合</a:t>
            </a:r>
            <a:endParaRPr lang="zh-CN" altLang="en-US" sz="3000" dirty="0">
              <a:solidFill>
                <a:schemeClr val="tx1"/>
              </a:solidFill>
              <a:ea typeface="微软雅黑" panose="020B0503020204020204" pitchFamily="34" charset="-122"/>
              <a:cs typeface="Times New Roman" panose="02020603050405020304" pitchFamily="18" charset="0"/>
            </a:endParaRPr>
          </a:p>
        </p:txBody>
      </p:sp>
      <p:sp>
        <p:nvSpPr>
          <p:cNvPr id="12" name="矩形 11"/>
          <p:cNvSpPr>
            <a:spLocks noChangeArrowheads="1"/>
          </p:cNvSpPr>
          <p:nvPr/>
        </p:nvSpPr>
        <p:spPr bwMode="auto">
          <a:xfrm>
            <a:off x="6804248" y="1141029"/>
            <a:ext cx="877163"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b</a:t>
            </a:r>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ε</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14" name="矩形 13"/>
          <p:cNvSpPr>
            <a:spLocks noChangeArrowheads="1"/>
          </p:cNvSpPr>
          <p:nvPr/>
        </p:nvSpPr>
        <p:spPr bwMode="auto">
          <a:xfrm>
            <a:off x="6660232" y="2126191"/>
            <a:ext cx="425116"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b</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16" name="矩形 15"/>
          <p:cNvSpPr>
            <a:spLocks noChangeArrowheads="1"/>
          </p:cNvSpPr>
          <p:nvPr/>
        </p:nvSpPr>
        <p:spPr bwMode="auto">
          <a:xfrm>
            <a:off x="6805866" y="1612665"/>
            <a:ext cx="877163"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a</a:t>
            </a:r>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ε</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17" name="矩形 16"/>
          <p:cNvSpPr>
            <a:spLocks noChangeArrowheads="1"/>
          </p:cNvSpPr>
          <p:nvPr/>
        </p:nvSpPr>
        <p:spPr bwMode="auto">
          <a:xfrm>
            <a:off x="6842968" y="2508415"/>
            <a:ext cx="88838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a</a:t>
            </a:r>
            <a:r>
              <a:rPr kumimoji="1" lang="zh-CN" altLang="en-US" sz="2500" b="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c</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18" name="矩形 17"/>
          <p:cNvSpPr>
            <a:spLocks noChangeArrowheads="1"/>
          </p:cNvSpPr>
          <p:nvPr/>
        </p:nvSpPr>
        <p:spPr bwMode="auto">
          <a:xfrm>
            <a:off x="6637654" y="732954"/>
            <a:ext cx="425116"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b</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20" name="矩形 19"/>
          <p:cNvSpPr>
            <a:spLocks noChangeArrowheads="1"/>
          </p:cNvSpPr>
          <p:nvPr/>
        </p:nvSpPr>
        <p:spPr bwMode="auto">
          <a:xfrm>
            <a:off x="6876256" y="2112136"/>
            <a:ext cx="72008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a</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21" name="矩形 20"/>
          <p:cNvSpPr>
            <a:spLocks noChangeArrowheads="1"/>
          </p:cNvSpPr>
          <p:nvPr/>
        </p:nvSpPr>
        <p:spPr bwMode="auto">
          <a:xfrm>
            <a:off x="6779026" y="715898"/>
            <a:ext cx="745717"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a</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22" name="矩形 21"/>
          <p:cNvSpPr>
            <a:spLocks noChangeArrowheads="1"/>
          </p:cNvSpPr>
          <p:nvPr/>
        </p:nvSpPr>
        <p:spPr bwMode="auto">
          <a:xfrm>
            <a:off x="7338289" y="715898"/>
            <a:ext cx="716863"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ε</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36</a:t>
            </a:fld>
            <a:endParaRPr lang="en-US" altLang="zh-CN"/>
          </a:p>
        </p:txBody>
      </p:sp>
      <p:sp>
        <p:nvSpPr>
          <p:cNvPr id="15" name="矩形 14"/>
          <p:cNvSpPr>
            <a:spLocks noChangeArrowheads="1"/>
          </p:cNvSpPr>
          <p:nvPr/>
        </p:nvSpPr>
        <p:spPr bwMode="auto">
          <a:xfrm>
            <a:off x="7424160" y="2098822"/>
            <a:ext cx="65275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500" b="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c</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grpSp>
        <p:nvGrpSpPr>
          <p:cNvPr id="7" name="组合 6"/>
          <p:cNvGrpSpPr/>
          <p:nvPr/>
        </p:nvGrpSpPr>
        <p:grpSpPr>
          <a:xfrm>
            <a:off x="3566966" y="4376493"/>
            <a:ext cx="2470506" cy="671649"/>
            <a:chOff x="2177967" y="4505324"/>
            <a:chExt cx="2470506" cy="671649"/>
          </a:xfrm>
        </p:grpSpPr>
        <p:sp>
          <p:nvSpPr>
            <p:cNvPr id="2" name="矩形 1"/>
            <p:cNvSpPr/>
            <p:nvPr/>
          </p:nvSpPr>
          <p:spPr>
            <a:xfrm>
              <a:off x="2177967" y="4505324"/>
              <a:ext cx="2470506" cy="621024"/>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由于</a:t>
              </a:r>
              <a:r>
                <a:rPr kumimoji="1" lang="en-US" altLang="zh-CN"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ε </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FIRST(</a:t>
              </a:r>
              <a:r>
                <a:rPr lang="en-US" altLang="zh-CN"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即</a:t>
              </a:r>
              <a:r>
                <a:rPr kumimoji="1" lang="en-US" altLang="zh-CN"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a:t>
              </a:r>
              <a:r>
                <a:rPr kumimoji="1"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ε</a:t>
              </a:r>
              <a:endPar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矩形 4"/>
            <p:cNvSpPr/>
            <p:nvPr/>
          </p:nvSpPr>
          <p:spPr>
            <a:xfrm>
              <a:off x="3347284" y="4789314"/>
              <a:ext cx="412292" cy="369332"/>
            </a:xfrm>
            <a:prstGeom prst="rect">
              <a:avLst/>
            </a:prstGeom>
          </p:spPr>
          <p:txBody>
            <a:bodyPr wrap="none">
              <a:spAutoFit/>
            </a:bodyPr>
            <a:lstStyle/>
            <a:p>
              <a:r>
                <a:rPr lang="en-US" altLang="zh-CN" b="1" dirty="0">
                  <a:solidFill>
                    <a:srgbClr val="FF0000"/>
                  </a:solidFill>
                  <a:ea typeface="楷体_GB2312"/>
                  <a:cs typeface="楷体_GB2312"/>
                  <a:sym typeface="Symbol" panose="05050102010706020507" pitchFamily="18" charset="2"/>
                </a:rPr>
                <a:t></a:t>
              </a:r>
              <a:endParaRPr lang="zh-CN" altLang="en-US" dirty="0">
                <a:solidFill>
                  <a:srgbClr val="FF0000"/>
                </a:solidFill>
              </a:endParaRPr>
            </a:p>
          </p:txBody>
        </p:sp>
        <p:sp>
          <p:nvSpPr>
            <p:cNvPr id="6" name="矩形 5"/>
            <p:cNvSpPr/>
            <p:nvPr/>
          </p:nvSpPr>
          <p:spPr>
            <a:xfrm>
              <a:off x="3371726" y="4715308"/>
              <a:ext cx="316112" cy="461665"/>
            </a:xfrm>
            <a:prstGeom prst="rect">
              <a:avLst/>
            </a:prstGeom>
          </p:spPr>
          <p:txBody>
            <a:bodyPr wrap="none">
              <a:spAutoFit/>
            </a:bodyPr>
            <a:lstStyle/>
            <a:p>
              <a:r>
                <a:rPr lang="en-US" altLang="zh-CN" sz="2400" b="1" baseline="30000" dirty="0">
                  <a:solidFill>
                    <a:srgbClr val="FF0000"/>
                  </a:solidFill>
                  <a:ea typeface="楷体_GB2312"/>
                  <a:cs typeface="楷体_GB2312"/>
                </a:rPr>
                <a:t>*</a:t>
              </a:r>
              <a:endParaRPr lang="zh-CN" altLang="en-US" sz="2400" dirty="0">
                <a:solidFill>
                  <a:srgbClr val="FF0000"/>
                </a:solidFill>
              </a:endParaRPr>
            </a:p>
          </p:txBody>
        </p:sp>
      </p:grpSp>
      <p:sp>
        <p:nvSpPr>
          <p:cNvPr id="8" name="矩形 7"/>
          <p:cNvSpPr/>
          <p:nvPr/>
        </p:nvSpPr>
        <p:spPr>
          <a:xfrm>
            <a:off x="3779912" y="3583912"/>
            <a:ext cx="2993127" cy="461665"/>
          </a:xfrm>
          <a:prstGeom prst="rect">
            <a:avLst/>
          </a:prstGeom>
        </p:spPr>
        <p:txBody>
          <a:bodyPr wrap="none">
            <a:spAutoFit/>
          </a:bodyPr>
          <a:lstStyle/>
          <a:p>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U </a:t>
            </a:r>
            <a:r>
              <a:rPr lang="en-US" altLang="zh-CN" sz="2400" b="1" u="sng" dirty="0">
                <a:latin typeface="Times New Roman" panose="02020603050405020304" pitchFamily="18" charset="0"/>
                <a:cs typeface="Times New Roman" panose="02020603050405020304" pitchFamily="18" charset="0"/>
                <a:sym typeface="Symbol" panose="05050102010706020507" pitchFamily="18" charset="2"/>
              </a:rPr>
              <a:t>( FIRST(</a:t>
            </a:r>
            <a:r>
              <a:rPr lang="en-US" altLang="zh-CN" sz="2400" b="1" i="1" u="sng" dirty="0">
                <a:latin typeface="Times New Roman" panose="02020603050405020304" pitchFamily="18" charset="0"/>
                <a:cs typeface="Times New Roman" panose="02020603050405020304" pitchFamily="18" charset="0"/>
                <a:sym typeface="Symbol" panose="05050102010706020507" pitchFamily="18" charset="2"/>
              </a:rPr>
              <a:t>B</a:t>
            </a:r>
            <a:r>
              <a:rPr lang="en-US" altLang="zh-CN" sz="2400" b="1" u="sng" dirty="0">
                <a:latin typeface="Times New Roman" panose="02020603050405020304" pitchFamily="18" charset="0"/>
                <a:cs typeface="Times New Roman" panose="02020603050405020304" pitchFamily="18" charset="0"/>
                <a:sym typeface="Symbol" panose="05050102010706020507" pitchFamily="18" charset="2"/>
              </a:rPr>
              <a:t>) –{ </a:t>
            </a:r>
            <a:r>
              <a:rPr kumimoji="1" lang="en-US" altLang="zh-CN" sz="2400" b="1" i="1" u="sng" dirty="0">
                <a:solidFill>
                  <a:srgbClr val="FF0000"/>
                </a:solidFill>
                <a:latin typeface="Times New Roman" panose="02020603050405020304" pitchFamily="18" charset="0"/>
                <a:ea typeface="楷体_GB2312"/>
                <a:cs typeface="Times New Roman" panose="02020603050405020304" pitchFamily="18" charset="0"/>
              </a:rPr>
              <a:t>ε </a:t>
            </a:r>
            <a:r>
              <a:rPr lang="en-US" altLang="zh-CN" sz="2400" b="1" u="sng" dirty="0">
                <a:latin typeface="Times New Roman" panose="02020603050405020304" pitchFamily="18" charset="0"/>
                <a:cs typeface="Times New Roman" panose="02020603050405020304" pitchFamily="18" charset="0"/>
                <a:sym typeface="Symbol" panose="05050102010706020507" pitchFamily="18" charset="2"/>
              </a:rPr>
              <a:t>} ) </a:t>
            </a:r>
            <a:endParaRPr lang="zh-CN" altLang="en-US" sz="2400" b="1" dirty="0">
              <a:latin typeface="Times New Roman" panose="02020603050405020304" pitchFamily="18" charset="0"/>
              <a:cs typeface="Times New Roman" panose="02020603050405020304" pitchFamily="18" charset="0"/>
            </a:endParaRPr>
          </a:p>
        </p:txBody>
      </p:sp>
      <p:sp>
        <p:nvSpPr>
          <p:cNvPr id="9" name="矩形 8"/>
          <p:cNvSpPr/>
          <p:nvPr/>
        </p:nvSpPr>
        <p:spPr>
          <a:xfrm>
            <a:off x="6804248" y="3583912"/>
            <a:ext cx="1085554" cy="461665"/>
          </a:xfrm>
          <a:prstGeom prst="rect">
            <a:avLst/>
          </a:prstGeom>
        </p:spPr>
        <p:txBody>
          <a:bodyPr wrap="none">
            <a:spAutoFit/>
          </a:bodyPr>
          <a:lstStyle/>
          <a:p>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U </a:t>
            </a:r>
            <a:r>
              <a:rPr lang="en-US" altLang="zh-CN" sz="2400" b="1" u="sng"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i="1" u="sng" dirty="0">
                <a:solidFill>
                  <a:srgbClr val="FF0000"/>
                </a:solidFill>
                <a:latin typeface="Times New Roman" panose="02020603050405020304" pitchFamily="18" charset="0"/>
                <a:ea typeface="楷体_GB2312"/>
                <a:cs typeface="Times New Roman" panose="02020603050405020304" pitchFamily="18" charset="0"/>
              </a:rPr>
              <a:t>ε </a:t>
            </a:r>
            <a:r>
              <a:rPr lang="en-US" altLang="zh-CN" sz="2400" b="1" u="sng" dirty="0">
                <a:latin typeface="Times New Roman" panose="02020603050405020304" pitchFamily="18" charset="0"/>
                <a:cs typeface="Times New Roman" panose="02020603050405020304" pitchFamily="18" charset="0"/>
                <a:sym typeface="Symbol" panose="05050102010706020507" pitchFamily="18" charset="2"/>
              </a:rPr>
              <a:t>}</a:t>
            </a:r>
            <a:endParaRPr lang="zh-CN" altLang="en-US" sz="2400" b="1" dirty="0">
              <a:latin typeface="Times New Roman" panose="02020603050405020304" pitchFamily="18" charset="0"/>
              <a:cs typeface="Times New Roman" panose="02020603050405020304" pitchFamily="18" charset="0"/>
            </a:endParaRPr>
          </a:p>
        </p:txBody>
      </p:sp>
      <p:sp>
        <p:nvSpPr>
          <p:cNvPr id="4" name="箭头: 上 3"/>
          <p:cNvSpPr/>
          <p:nvPr/>
        </p:nvSpPr>
        <p:spPr>
          <a:xfrm>
            <a:off x="4572000" y="4045577"/>
            <a:ext cx="432048" cy="254365"/>
          </a:xfrm>
          <a:prstGeom prst="up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6147369" y="4378678"/>
            <a:ext cx="2508964" cy="670138"/>
            <a:chOff x="2147500" y="4493311"/>
            <a:chExt cx="2508964" cy="670138"/>
          </a:xfrm>
        </p:grpSpPr>
        <p:sp>
          <p:nvSpPr>
            <p:cNvPr id="30" name="矩形 29"/>
            <p:cNvSpPr/>
            <p:nvPr/>
          </p:nvSpPr>
          <p:spPr>
            <a:xfrm>
              <a:off x="2147500" y="4493311"/>
              <a:ext cx="2508964" cy="621024"/>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由于</a:t>
              </a:r>
              <a:r>
                <a:rPr kumimoji="1" lang="en-US" altLang="zh-CN"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ε </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FIRST(</a:t>
              </a:r>
              <a:r>
                <a:rPr lang="en-US" altLang="zh-CN"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且</a:t>
              </a:r>
              <a:r>
                <a:rPr kumimoji="1" lang="en-US" altLang="zh-CN"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ε </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FIRST(</a:t>
              </a:r>
              <a:r>
                <a:rPr lang="en-US" altLang="zh-CN"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B</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即</a:t>
              </a:r>
              <a:r>
                <a:rPr kumimoji="1" lang="en-US" altLang="zh-CN"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AB</a:t>
              </a:r>
              <a:r>
                <a:rPr kumimoji="1"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ε</a:t>
              </a:r>
              <a:endPar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1" name="矩形 30"/>
            <p:cNvSpPr/>
            <p:nvPr/>
          </p:nvSpPr>
          <p:spPr>
            <a:xfrm>
              <a:off x="4097163" y="4772949"/>
              <a:ext cx="425248" cy="369332"/>
            </a:xfrm>
            <a:prstGeom prst="rect">
              <a:avLst/>
            </a:prstGeom>
          </p:spPr>
          <p:txBody>
            <a:bodyPr wrap="square">
              <a:spAutoFit/>
            </a:bodyPr>
            <a:lstStyle/>
            <a:p>
              <a:r>
                <a:rPr lang="en-US" altLang="zh-CN" b="1" dirty="0">
                  <a:solidFill>
                    <a:srgbClr val="FF0000"/>
                  </a:solidFill>
                  <a:ea typeface="楷体_GB2312"/>
                  <a:cs typeface="楷体_GB2312"/>
                  <a:sym typeface="Symbol" panose="05050102010706020507" pitchFamily="18" charset="2"/>
                </a:rPr>
                <a:t></a:t>
              </a:r>
              <a:endParaRPr lang="zh-CN" altLang="en-US" dirty="0">
                <a:solidFill>
                  <a:srgbClr val="FF0000"/>
                </a:solidFill>
              </a:endParaRPr>
            </a:p>
          </p:txBody>
        </p:sp>
        <p:sp>
          <p:nvSpPr>
            <p:cNvPr id="32" name="矩形 31"/>
            <p:cNvSpPr/>
            <p:nvPr/>
          </p:nvSpPr>
          <p:spPr>
            <a:xfrm>
              <a:off x="4123243" y="4701784"/>
              <a:ext cx="316112" cy="461665"/>
            </a:xfrm>
            <a:prstGeom prst="rect">
              <a:avLst/>
            </a:prstGeom>
          </p:spPr>
          <p:txBody>
            <a:bodyPr wrap="none">
              <a:spAutoFit/>
            </a:bodyPr>
            <a:lstStyle/>
            <a:p>
              <a:r>
                <a:rPr lang="en-US" altLang="zh-CN" sz="2400" b="1" baseline="30000" dirty="0">
                  <a:solidFill>
                    <a:srgbClr val="FF0000"/>
                  </a:solidFill>
                  <a:ea typeface="楷体_GB2312"/>
                  <a:cs typeface="楷体_GB2312"/>
                </a:rPr>
                <a:t>*</a:t>
              </a:r>
              <a:endParaRPr lang="zh-CN" altLang="en-US" sz="2400" dirty="0">
                <a:solidFill>
                  <a:srgbClr val="FF0000"/>
                </a:solidFill>
              </a:endParaRPr>
            </a:p>
          </p:txBody>
        </p:sp>
      </p:grpSp>
      <p:sp>
        <p:nvSpPr>
          <p:cNvPr id="33" name="箭头: 上 32"/>
          <p:cNvSpPr/>
          <p:nvPr/>
        </p:nvSpPr>
        <p:spPr>
          <a:xfrm>
            <a:off x="7271669" y="4069011"/>
            <a:ext cx="432048" cy="254365"/>
          </a:xfrm>
          <a:prstGeom prst="up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xEl>
                                              <p:pRg st="6" end="6"/>
                                            </p:txEl>
                                          </p:spTgt>
                                        </p:tgtEl>
                                        <p:attrNameLst>
                                          <p:attrName>style.visibility</p:attrName>
                                        </p:attrNameLst>
                                      </p:cBhvr>
                                      <p:to>
                                        <p:strVal val="visible"/>
                                      </p:to>
                                    </p:set>
                                    <p:animEffect transition="in" filter="wipe(down)">
                                      <p:cBhvr>
                                        <p:cTn id="7" dur="500"/>
                                        <p:tgtEl>
                                          <p:spTgt spid="10">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xEl>
                                              <p:pRg st="7" end="7"/>
                                            </p:txEl>
                                          </p:spTgt>
                                        </p:tgtEl>
                                        <p:attrNameLst>
                                          <p:attrName>style.visibility</p:attrName>
                                        </p:attrNameLst>
                                      </p:cBhvr>
                                      <p:to>
                                        <p:strVal val="visible"/>
                                      </p:to>
                                    </p:set>
                                    <p:animEffect transition="in" filter="wipe(down)">
                                      <p:cBhvr>
                                        <p:cTn id="12" dur="500"/>
                                        <p:tgtEl>
                                          <p:spTgt spid="10">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par>
                          <p:cTn id="23" fill="hold">
                            <p:stCondLst>
                              <p:cond delay="500"/>
                            </p:stCondLst>
                            <p:childTnLst>
                              <p:par>
                                <p:cTn id="24" presetID="22" presetClass="entr" presetSubtype="4"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down)">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down)">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wipe(down)">
                                      <p:cBhvr>
                                        <p:cTn id="36" dur="500"/>
                                        <p:tgtEl>
                                          <p:spTgt spid="33"/>
                                        </p:tgtEl>
                                      </p:cBhvr>
                                    </p:animEffect>
                                  </p:childTnLst>
                                </p:cTn>
                              </p:par>
                            </p:childTnLst>
                          </p:cTn>
                        </p:par>
                        <p:par>
                          <p:cTn id="37" fill="hold">
                            <p:stCondLst>
                              <p:cond delay="500"/>
                            </p:stCondLst>
                            <p:childTnLst>
                              <p:par>
                                <p:cTn id="38" presetID="22" presetClass="entr" presetSubtype="4" fill="hold" grpId="0" nodeType="after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down)">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0">
                                            <p:txEl>
                                              <p:pRg st="8" end="8"/>
                                            </p:txEl>
                                          </p:spTgt>
                                        </p:tgtEl>
                                        <p:attrNameLst>
                                          <p:attrName>style.visibility</p:attrName>
                                        </p:attrNameLst>
                                      </p:cBhvr>
                                      <p:to>
                                        <p:strVal val="visible"/>
                                      </p:to>
                                    </p:set>
                                    <p:animEffect transition="in" filter="wipe(down)">
                                      <p:cBhvr>
                                        <p:cTn id="45" dur="50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8" grpId="0"/>
      <p:bldP spid="9" grpId="0"/>
      <p:bldP spid="4" grpId="0" animBg="1"/>
      <p:bldP spid="3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内容占位符 2"/>
          <p:cNvSpPr>
            <a:spLocks noGrp="1"/>
          </p:cNvSpPr>
          <p:nvPr>
            <p:ph idx="1"/>
          </p:nvPr>
        </p:nvSpPr>
        <p:spPr>
          <a:xfrm>
            <a:off x="357188" y="857250"/>
            <a:ext cx="8572500" cy="3514700"/>
          </a:xfrm>
        </p:spPr>
        <p:txBody>
          <a:bodyPr/>
          <a:lstStyle/>
          <a:p>
            <a:pPr eaLnBrk="1" hangingPunct="1">
              <a:lnSpc>
                <a:spcPts val="4200"/>
              </a:lnSpc>
              <a:buClrTx/>
              <a:buFont typeface="Wingdings" panose="05000000000000000000" pitchFamily="2" charset="2"/>
              <a:buChar char="Ø"/>
            </a:pPr>
            <a:r>
              <a:rPr lang="zh-CN" altLang="en-US" b="1" dirty="0">
                <a:solidFill>
                  <a:schemeClr val="tx1"/>
                </a:solidFill>
                <a:cs typeface="Times New Roman" panose="02020603050405020304" pitchFamily="18" charset="0"/>
              </a:rPr>
              <a:t>向</a:t>
            </a:r>
            <a:r>
              <a:rPr lang="en-US" altLang="zh-CN" b="1" dirty="0">
                <a:solidFill>
                  <a:schemeClr val="tx1"/>
                </a:solidFill>
                <a:cs typeface="Times New Roman" panose="02020603050405020304" pitchFamily="18" charset="0"/>
              </a:rPr>
              <a:t> </a:t>
            </a:r>
            <a:r>
              <a:rPr lang="en-US" altLang="zh-CN" b="1" i="1" dirty="0">
                <a:solidFill>
                  <a:schemeClr val="tx1"/>
                </a:solidFill>
                <a:cs typeface="Times New Roman" panose="02020603050405020304" pitchFamily="18" charset="0"/>
              </a:rPr>
              <a:t>FIRST</a:t>
            </a:r>
            <a:r>
              <a:rPr lang="en-US" altLang="zh-CN" b="1" dirty="0">
                <a:solidFill>
                  <a:schemeClr val="tx1"/>
                </a:solidFill>
                <a:cs typeface="Times New Roman" panose="02020603050405020304" pitchFamily="18" charset="0"/>
              </a:rPr>
              <a:t>(</a:t>
            </a:r>
            <a:r>
              <a:rPr lang="en-US" altLang="zh-CN" b="1" i="1" dirty="0">
                <a:solidFill>
                  <a:schemeClr val="tx1"/>
                </a:solidFill>
                <a:ea typeface="楷体_GB2312"/>
                <a:cs typeface="Times New Roman" panose="02020603050405020304" pitchFamily="18" charset="0"/>
              </a:rPr>
              <a:t>X</a:t>
            </a:r>
            <a:r>
              <a:rPr lang="en-US" altLang="zh-CN" b="1" baseline="-25000" dirty="0">
                <a:solidFill>
                  <a:schemeClr val="tx1"/>
                </a:solidFill>
                <a:ea typeface="楷体_GB2312"/>
                <a:cs typeface="Times New Roman" panose="02020603050405020304" pitchFamily="18" charset="0"/>
              </a:rPr>
              <a:t>1</a:t>
            </a:r>
            <a:r>
              <a:rPr lang="en-US" altLang="zh-CN" b="1" i="1" dirty="0">
                <a:solidFill>
                  <a:schemeClr val="tx1"/>
                </a:solidFill>
                <a:ea typeface="楷体_GB2312"/>
                <a:cs typeface="Times New Roman" panose="02020603050405020304" pitchFamily="18" charset="0"/>
              </a:rPr>
              <a:t>X</a:t>
            </a:r>
            <a:r>
              <a:rPr lang="en-US" altLang="zh-CN" b="1" baseline="-25000" dirty="0">
                <a:solidFill>
                  <a:schemeClr val="tx1"/>
                </a:solidFill>
                <a:ea typeface="楷体_GB2312"/>
                <a:cs typeface="Times New Roman" panose="02020603050405020304" pitchFamily="18" charset="0"/>
              </a:rPr>
              <a:t>2</a:t>
            </a:r>
            <a:r>
              <a:rPr lang="en-US" altLang="zh-CN" b="1" i="1" baseline="-25000" dirty="0">
                <a:solidFill>
                  <a:schemeClr val="tx1"/>
                </a:solidFill>
                <a:ea typeface="楷体_GB2312"/>
                <a:cs typeface="Times New Roman" panose="02020603050405020304" pitchFamily="18" charset="0"/>
              </a:rPr>
              <a:t> </a:t>
            </a:r>
            <a:r>
              <a:rPr lang="en-US" altLang="zh-CN" b="1" dirty="0">
                <a:solidFill>
                  <a:schemeClr val="tx1"/>
                </a:solidFill>
                <a:ea typeface="楷体_GB2312"/>
                <a:cs typeface="Times New Roman" panose="02020603050405020304" pitchFamily="18" charset="0"/>
              </a:rPr>
              <a:t>…</a:t>
            </a:r>
            <a:r>
              <a:rPr lang="en-US" altLang="zh-CN" b="1" i="1" dirty="0" err="1">
                <a:solidFill>
                  <a:schemeClr val="tx1"/>
                </a:solidFill>
                <a:ea typeface="楷体_GB2312"/>
                <a:cs typeface="Times New Roman" panose="02020603050405020304" pitchFamily="18" charset="0"/>
              </a:rPr>
              <a:t>X</a:t>
            </a:r>
            <a:r>
              <a:rPr lang="en-US" altLang="zh-CN" b="1" i="1" baseline="-25000" dirty="0" err="1">
                <a:solidFill>
                  <a:schemeClr val="tx1"/>
                </a:solidFill>
                <a:ea typeface="楷体_GB2312"/>
                <a:cs typeface="Times New Roman" panose="02020603050405020304" pitchFamily="18" charset="0"/>
              </a:rPr>
              <a:t>n</a:t>
            </a:r>
            <a:r>
              <a:rPr lang="en-US" altLang="zh-CN" b="1" dirty="0">
                <a:solidFill>
                  <a:schemeClr val="tx1"/>
                </a:solidFill>
                <a:cs typeface="Times New Roman" panose="02020603050405020304" pitchFamily="18" charset="0"/>
              </a:rPr>
              <a:t>) </a:t>
            </a:r>
            <a:r>
              <a:rPr lang="zh-CN" altLang="en-US" b="1" dirty="0">
                <a:solidFill>
                  <a:schemeClr val="tx1"/>
                </a:solidFill>
                <a:cs typeface="Times New Roman" panose="02020603050405020304" pitchFamily="18" charset="0"/>
              </a:rPr>
              <a:t>加入</a:t>
            </a:r>
            <a:r>
              <a:rPr lang="en-US" altLang="zh-CN" b="1" dirty="0">
                <a:solidFill>
                  <a:schemeClr val="tx1"/>
                </a:solidFill>
                <a:cs typeface="Times New Roman" panose="02020603050405020304" pitchFamily="18" charset="0"/>
              </a:rPr>
              <a:t> </a:t>
            </a:r>
            <a:r>
              <a:rPr lang="en-US" altLang="zh-CN" b="1" i="1" dirty="0">
                <a:solidFill>
                  <a:schemeClr val="tx1"/>
                </a:solidFill>
                <a:cs typeface="Times New Roman" panose="02020603050405020304" pitchFamily="18" charset="0"/>
              </a:rPr>
              <a:t>FIRST</a:t>
            </a:r>
            <a:r>
              <a:rPr lang="en-US" altLang="zh-CN" b="1" dirty="0">
                <a:solidFill>
                  <a:schemeClr val="tx1"/>
                </a:solidFill>
                <a:cs typeface="Times New Roman" panose="02020603050405020304" pitchFamily="18" charset="0"/>
              </a:rPr>
              <a:t>(</a:t>
            </a:r>
            <a:r>
              <a:rPr lang="en-US" altLang="zh-CN" b="1" i="1" dirty="0">
                <a:solidFill>
                  <a:schemeClr val="tx1"/>
                </a:solidFill>
                <a:ea typeface="楷体_GB2312"/>
                <a:cs typeface="Times New Roman" panose="02020603050405020304" pitchFamily="18" charset="0"/>
              </a:rPr>
              <a:t>X</a:t>
            </a:r>
            <a:r>
              <a:rPr lang="en-US" altLang="zh-CN" b="1" baseline="-25000" dirty="0">
                <a:solidFill>
                  <a:schemeClr val="tx1"/>
                </a:solidFill>
                <a:ea typeface="楷体_GB2312"/>
                <a:cs typeface="Times New Roman" panose="02020603050405020304" pitchFamily="18" charset="0"/>
              </a:rPr>
              <a:t>1</a:t>
            </a:r>
            <a:r>
              <a:rPr lang="en-US" altLang="zh-CN" b="1" dirty="0">
                <a:solidFill>
                  <a:schemeClr val="tx1"/>
                </a:solidFill>
                <a:cs typeface="Times New Roman" panose="02020603050405020304" pitchFamily="18" charset="0"/>
              </a:rPr>
              <a:t>) </a:t>
            </a:r>
            <a:r>
              <a:rPr lang="zh-CN" altLang="en-US" b="1" dirty="0">
                <a:solidFill>
                  <a:schemeClr val="tx1"/>
                </a:solidFill>
                <a:cs typeface="Times New Roman" panose="02020603050405020304" pitchFamily="18" charset="0"/>
              </a:rPr>
              <a:t>中所有的</a:t>
            </a:r>
            <a:r>
              <a:rPr lang="zh-CN" altLang="en-US" b="1" u="sng" dirty="0">
                <a:solidFill>
                  <a:schemeClr val="tx1"/>
                </a:solidFill>
                <a:cs typeface="Times New Roman" panose="02020603050405020304" pitchFamily="18" charset="0"/>
              </a:rPr>
              <a:t>非</a:t>
            </a:r>
            <a:r>
              <a:rPr lang="en-US" altLang="zh-CN" b="1" u="sng" dirty="0">
                <a:solidFill>
                  <a:schemeClr val="tx1"/>
                </a:solidFill>
                <a:cs typeface="Times New Roman" panose="02020603050405020304" pitchFamily="18" charset="0"/>
              </a:rPr>
              <a:t> </a:t>
            </a:r>
            <a:r>
              <a:rPr lang="en-US" altLang="zh-CN" b="1" i="1" u="sng" dirty="0">
                <a:solidFill>
                  <a:schemeClr val="tx1"/>
                </a:solidFill>
                <a:ea typeface="楷体_GB2312"/>
                <a:cs typeface="楷体_GB2312"/>
              </a:rPr>
              <a:t>ε </a:t>
            </a:r>
            <a:r>
              <a:rPr lang="zh-CN" altLang="en-US" b="1" dirty="0">
                <a:solidFill>
                  <a:schemeClr val="tx1"/>
                </a:solidFill>
              </a:rPr>
              <a:t>符号</a:t>
            </a:r>
            <a:endParaRPr lang="en-US" altLang="zh-CN" b="1" dirty="0">
              <a:solidFill>
                <a:schemeClr val="tx1"/>
              </a:solidFill>
            </a:endParaRPr>
          </a:p>
          <a:p>
            <a:pPr eaLnBrk="1" hangingPunct="1">
              <a:lnSpc>
                <a:spcPts val="4200"/>
              </a:lnSpc>
              <a:buClrTx/>
              <a:buFont typeface="Wingdings" panose="05000000000000000000" pitchFamily="2" charset="2"/>
              <a:buChar char="Ø"/>
            </a:pPr>
            <a:r>
              <a:rPr lang="zh-CN" altLang="en-US" b="1" u="sng" dirty="0">
                <a:solidFill>
                  <a:schemeClr val="tx1"/>
                </a:solidFill>
              </a:rPr>
              <a:t>如果</a:t>
            </a:r>
            <a:r>
              <a:rPr lang="en-US" altLang="zh-CN" b="1" u="sng" dirty="0">
                <a:solidFill>
                  <a:schemeClr val="tx1"/>
                </a:solidFill>
              </a:rPr>
              <a:t> </a:t>
            </a:r>
            <a:r>
              <a:rPr lang="en-US" altLang="zh-CN" b="1" i="1" u="sng" dirty="0">
                <a:solidFill>
                  <a:schemeClr val="tx1"/>
                </a:solidFill>
                <a:ea typeface="楷体_GB2312"/>
                <a:cs typeface="楷体_GB2312"/>
              </a:rPr>
              <a:t>ε </a:t>
            </a:r>
            <a:r>
              <a:rPr lang="zh-CN" altLang="en-US" b="1" u="sng" dirty="0">
                <a:solidFill>
                  <a:schemeClr val="tx1"/>
                </a:solidFill>
              </a:rPr>
              <a:t>在</a:t>
            </a:r>
            <a:r>
              <a:rPr lang="en-US" altLang="zh-CN" b="1" u="sng" dirty="0">
                <a:solidFill>
                  <a:schemeClr val="tx1"/>
                </a:solidFill>
              </a:rPr>
              <a:t> </a:t>
            </a:r>
            <a:r>
              <a:rPr lang="en-US" altLang="zh-CN" b="1" i="1" u="sng" dirty="0">
                <a:solidFill>
                  <a:schemeClr val="tx1"/>
                </a:solidFill>
              </a:rPr>
              <a:t>FIRST</a:t>
            </a:r>
            <a:r>
              <a:rPr lang="en-US" altLang="zh-CN" b="1" u="sng" dirty="0">
                <a:solidFill>
                  <a:schemeClr val="tx1"/>
                </a:solidFill>
              </a:rPr>
              <a:t>(</a:t>
            </a:r>
            <a:r>
              <a:rPr lang="en-US" altLang="zh-CN" b="1" i="1" u="sng" dirty="0">
                <a:solidFill>
                  <a:schemeClr val="tx1"/>
                </a:solidFill>
                <a:ea typeface="楷体_GB2312"/>
                <a:cs typeface="楷体_GB2312"/>
              </a:rPr>
              <a:t>X</a:t>
            </a:r>
            <a:r>
              <a:rPr lang="en-US" altLang="zh-CN" b="1" u="sng" baseline="-25000" dirty="0">
                <a:solidFill>
                  <a:schemeClr val="tx1"/>
                </a:solidFill>
                <a:ea typeface="楷体_GB2312"/>
                <a:cs typeface="楷体_GB2312"/>
              </a:rPr>
              <a:t>1</a:t>
            </a:r>
            <a:r>
              <a:rPr lang="en-US" altLang="zh-CN" b="1" u="sng" dirty="0">
                <a:solidFill>
                  <a:schemeClr val="tx1"/>
                </a:solidFill>
              </a:rPr>
              <a:t>) </a:t>
            </a:r>
            <a:r>
              <a:rPr lang="zh-CN" altLang="en-US" b="1" u="sng" dirty="0">
                <a:solidFill>
                  <a:schemeClr val="tx1"/>
                </a:solidFill>
              </a:rPr>
              <a:t>中</a:t>
            </a:r>
            <a:r>
              <a:rPr lang="zh-CN" altLang="en-US" b="1" dirty="0">
                <a:solidFill>
                  <a:schemeClr val="tx1"/>
                </a:solidFill>
              </a:rPr>
              <a:t>，再加入</a:t>
            </a:r>
            <a:r>
              <a:rPr lang="en-US" altLang="zh-CN" b="1" dirty="0">
                <a:solidFill>
                  <a:schemeClr val="tx1"/>
                </a:solidFill>
              </a:rPr>
              <a:t> </a:t>
            </a:r>
            <a:r>
              <a:rPr lang="en-US" altLang="zh-CN" b="1" i="1" dirty="0">
                <a:solidFill>
                  <a:schemeClr val="tx1"/>
                </a:solidFill>
              </a:rPr>
              <a:t>FIRST</a:t>
            </a:r>
            <a:r>
              <a:rPr lang="en-US" altLang="zh-CN" b="1" dirty="0">
                <a:solidFill>
                  <a:schemeClr val="tx1"/>
                </a:solidFill>
              </a:rPr>
              <a:t>(</a:t>
            </a:r>
            <a:r>
              <a:rPr lang="en-US" altLang="zh-CN" b="1" i="1" dirty="0">
                <a:solidFill>
                  <a:schemeClr val="tx1"/>
                </a:solidFill>
                <a:ea typeface="楷体_GB2312"/>
                <a:cs typeface="楷体_GB2312"/>
              </a:rPr>
              <a:t>X</a:t>
            </a:r>
            <a:r>
              <a:rPr lang="en-US" altLang="zh-CN" b="1" baseline="-25000" dirty="0">
                <a:solidFill>
                  <a:schemeClr val="tx1"/>
                </a:solidFill>
                <a:ea typeface="楷体_GB2312"/>
                <a:cs typeface="楷体_GB2312"/>
              </a:rPr>
              <a:t>2</a:t>
            </a:r>
            <a:r>
              <a:rPr lang="en-US" altLang="zh-CN" b="1" dirty="0">
                <a:solidFill>
                  <a:schemeClr val="tx1"/>
                </a:solidFill>
              </a:rPr>
              <a:t>) </a:t>
            </a:r>
            <a:r>
              <a:rPr lang="zh-CN" altLang="en-US" b="1" dirty="0">
                <a:solidFill>
                  <a:schemeClr val="tx1"/>
                </a:solidFill>
              </a:rPr>
              <a:t>中的所有</a:t>
            </a:r>
            <a:r>
              <a:rPr lang="zh-CN" altLang="en-US" b="1" u="sng" dirty="0">
                <a:solidFill>
                  <a:schemeClr val="tx1"/>
                </a:solidFill>
              </a:rPr>
              <a:t>非</a:t>
            </a:r>
            <a:r>
              <a:rPr lang="en-US" altLang="zh-CN" b="1" u="sng" dirty="0">
                <a:solidFill>
                  <a:schemeClr val="tx1"/>
                </a:solidFill>
              </a:rPr>
              <a:t> </a:t>
            </a:r>
            <a:r>
              <a:rPr lang="en-US" altLang="zh-CN" b="1" i="1" u="sng" dirty="0">
                <a:solidFill>
                  <a:schemeClr val="tx1"/>
                </a:solidFill>
                <a:ea typeface="楷体_GB2312"/>
                <a:cs typeface="楷体_GB2312"/>
              </a:rPr>
              <a:t>ε </a:t>
            </a:r>
            <a:r>
              <a:rPr lang="zh-CN" altLang="en-US" b="1" dirty="0">
                <a:solidFill>
                  <a:schemeClr val="tx1"/>
                </a:solidFill>
              </a:rPr>
              <a:t>符号；</a:t>
            </a:r>
            <a:r>
              <a:rPr lang="zh-CN" altLang="en-US" b="1" u="sng" dirty="0">
                <a:solidFill>
                  <a:schemeClr val="tx1"/>
                </a:solidFill>
              </a:rPr>
              <a:t>如果</a:t>
            </a:r>
            <a:r>
              <a:rPr lang="en-US" altLang="zh-CN" b="1" u="sng" dirty="0">
                <a:solidFill>
                  <a:schemeClr val="tx1"/>
                </a:solidFill>
              </a:rPr>
              <a:t> </a:t>
            </a:r>
            <a:r>
              <a:rPr lang="en-US" altLang="zh-CN" b="1" i="1" u="sng" dirty="0">
                <a:solidFill>
                  <a:schemeClr val="tx1"/>
                </a:solidFill>
                <a:ea typeface="楷体_GB2312"/>
                <a:cs typeface="楷体_GB2312"/>
              </a:rPr>
              <a:t>ε </a:t>
            </a:r>
            <a:r>
              <a:rPr lang="zh-CN" altLang="en-US" b="1" u="sng" dirty="0">
                <a:solidFill>
                  <a:schemeClr val="tx1"/>
                </a:solidFill>
              </a:rPr>
              <a:t>在</a:t>
            </a:r>
            <a:r>
              <a:rPr lang="en-US" altLang="zh-CN" b="1" u="sng" dirty="0">
                <a:solidFill>
                  <a:schemeClr val="tx1"/>
                </a:solidFill>
              </a:rPr>
              <a:t> </a:t>
            </a:r>
            <a:r>
              <a:rPr lang="en-US" altLang="zh-CN" b="1" i="1" u="sng" dirty="0">
                <a:solidFill>
                  <a:schemeClr val="tx1"/>
                </a:solidFill>
              </a:rPr>
              <a:t>FIRST</a:t>
            </a:r>
            <a:r>
              <a:rPr lang="en-US" altLang="zh-CN" b="1" u="sng" dirty="0">
                <a:solidFill>
                  <a:schemeClr val="tx1"/>
                </a:solidFill>
              </a:rPr>
              <a:t>(</a:t>
            </a:r>
            <a:r>
              <a:rPr lang="en-US" altLang="zh-CN" b="1" i="1" u="sng" dirty="0">
                <a:solidFill>
                  <a:schemeClr val="tx1"/>
                </a:solidFill>
                <a:ea typeface="楷体_GB2312"/>
                <a:cs typeface="楷体_GB2312"/>
              </a:rPr>
              <a:t>X</a:t>
            </a:r>
            <a:r>
              <a:rPr lang="en-US" altLang="zh-CN" b="1" u="sng" baseline="-25000" dirty="0">
                <a:solidFill>
                  <a:schemeClr val="tx1"/>
                </a:solidFill>
                <a:ea typeface="楷体_GB2312"/>
                <a:cs typeface="楷体_GB2312"/>
              </a:rPr>
              <a:t>1</a:t>
            </a:r>
            <a:r>
              <a:rPr lang="en-US" altLang="zh-CN" b="1" u="sng" dirty="0">
                <a:solidFill>
                  <a:schemeClr val="tx1"/>
                </a:solidFill>
              </a:rPr>
              <a:t>) </a:t>
            </a:r>
            <a:r>
              <a:rPr lang="zh-CN" altLang="en-US" b="1" u="sng" dirty="0">
                <a:solidFill>
                  <a:schemeClr val="tx1"/>
                </a:solidFill>
              </a:rPr>
              <a:t>和</a:t>
            </a:r>
            <a:r>
              <a:rPr lang="en-US" altLang="zh-CN" b="1" u="sng" dirty="0">
                <a:solidFill>
                  <a:schemeClr val="tx1"/>
                </a:solidFill>
              </a:rPr>
              <a:t> </a:t>
            </a:r>
            <a:r>
              <a:rPr lang="en-US" altLang="zh-CN" b="1" i="1" u="sng" dirty="0">
                <a:solidFill>
                  <a:schemeClr val="tx1"/>
                </a:solidFill>
              </a:rPr>
              <a:t>FIRST</a:t>
            </a:r>
            <a:r>
              <a:rPr lang="en-US" altLang="zh-CN" b="1" u="sng" dirty="0">
                <a:solidFill>
                  <a:schemeClr val="tx1"/>
                </a:solidFill>
              </a:rPr>
              <a:t>(</a:t>
            </a:r>
            <a:r>
              <a:rPr lang="en-US" altLang="zh-CN" b="1" i="1" u="sng" dirty="0">
                <a:solidFill>
                  <a:schemeClr val="tx1"/>
                </a:solidFill>
                <a:ea typeface="楷体_GB2312"/>
                <a:cs typeface="楷体_GB2312"/>
              </a:rPr>
              <a:t>X</a:t>
            </a:r>
            <a:r>
              <a:rPr lang="en-US" altLang="zh-CN" b="1" u="sng" baseline="-25000" dirty="0">
                <a:solidFill>
                  <a:schemeClr val="tx1"/>
                </a:solidFill>
                <a:ea typeface="楷体_GB2312"/>
                <a:cs typeface="楷体_GB2312"/>
              </a:rPr>
              <a:t>2</a:t>
            </a:r>
            <a:r>
              <a:rPr lang="en-US" altLang="zh-CN" b="1" u="sng" dirty="0">
                <a:solidFill>
                  <a:schemeClr val="tx1"/>
                </a:solidFill>
              </a:rPr>
              <a:t>) </a:t>
            </a:r>
            <a:r>
              <a:rPr lang="zh-CN" altLang="en-US" b="1" dirty="0">
                <a:solidFill>
                  <a:schemeClr val="tx1"/>
                </a:solidFill>
              </a:rPr>
              <a:t>中，再加入</a:t>
            </a:r>
            <a:r>
              <a:rPr lang="en-US" altLang="zh-CN" b="1" dirty="0">
                <a:solidFill>
                  <a:schemeClr val="tx1"/>
                </a:solidFill>
              </a:rPr>
              <a:t> </a:t>
            </a:r>
            <a:r>
              <a:rPr lang="en-US" altLang="zh-CN" b="1" i="1" dirty="0">
                <a:solidFill>
                  <a:schemeClr val="tx1"/>
                </a:solidFill>
              </a:rPr>
              <a:t>FIRST</a:t>
            </a:r>
            <a:r>
              <a:rPr lang="en-US" altLang="zh-CN" b="1" dirty="0">
                <a:solidFill>
                  <a:schemeClr val="tx1"/>
                </a:solidFill>
              </a:rPr>
              <a:t>(</a:t>
            </a:r>
            <a:r>
              <a:rPr lang="en-US" altLang="zh-CN" b="1" i="1" dirty="0">
                <a:solidFill>
                  <a:schemeClr val="tx1"/>
                </a:solidFill>
                <a:ea typeface="楷体_GB2312"/>
                <a:cs typeface="楷体_GB2312"/>
              </a:rPr>
              <a:t>X</a:t>
            </a:r>
            <a:r>
              <a:rPr lang="en-US" altLang="zh-CN" b="1" baseline="-25000" dirty="0">
                <a:solidFill>
                  <a:schemeClr val="tx1"/>
                </a:solidFill>
                <a:ea typeface="楷体_GB2312"/>
                <a:cs typeface="楷体_GB2312"/>
              </a:rPr>
              <a:t>3</a:t>
            </a:r>
            <a:r>
              <a:rPr lang="en-US" altLang="zh-CN" b="1" dirty="0">
                <a:solidFill>
                  <a:schemeClr val="tx1"/>
                </a:solidFill>
              </a:rPr>
              <a:t>) </a:t>
            </a:r>
            <a:r>
              <a:rPr lang="zh-CN" altLang="en-US" b="1" dirty="0">
                <a:solidFill>
                  <a:schemeClr val="tx1"/>
                </a:solidFill>
              </a:rPr>
              <a:t>中的所有</a:t>
            </a:r>
            <a:r>
              <a:rPr lang="zh-CN" altLang="en-US" b="1" u="sng" dirty="0">
                <a:solidFill>
                  <a:schemeClr val="tx1"/>
                </a:solidFill>
              </a:rPr>
              <a:t>非</a:t>
            </a:r>
            <a:r>
              <a:rPr lang="en-US" altLang="zh-CN" b="1" u="sng" dirty="0">
                <a:solidFill>
                  <a:schemeClr val="tx1"/>
                </a:solidFill>
              </a:rPr>
              <a:t> </a:t>
            </a:r>
            <a:r>
              <a:rPr lang="en-US" altLang="zh-CN" b="1" i="1" u="sng" dirty="0">
                <a:solidFill>
                  <a:schemeClr val="tx1"/>
                </a:solidFill>
                <a:ea typeface="楷体_GB2312"/>
                <a:cs typeface="楷体_GB2312"/>
              </a:rPr>
              <a:t>ε </a:t>
            </a:r>
            <a:r>
              <a:rPr lang="zh-CN" altLang="en-US" b="1" dirty="0">
                <a:solidFill>
                  <a:schemeClr val="tx1"/>
                </a:solidFill>
              </a:rPr>
              <a:t>符号，以此类推</a:t>
            </a:r>
            <a:endParaRPr lang="en-US" altLang="zh-CN" b="1" dirty="0">
              <a:solidFill>
                <a:schemeClr val="tx1"/>
              </a:solidFill>
            </a:endParaRPr>
          </a:p>
          <a:p>
            <a:pPr eaLnBrk="1" hangingPunct="1">
              <a:lnSpc>
                <a:spcPts val="4200"/>
              </a:lnSpc>
              <a:buClrTx/>
              <a:buFont typeface="Wingdings" panose="05000000000000000000" pitchFamily="2" charset="2"/>
              <a:buChar char="Ø"/>
            </a:pPr>
            <a:r>
              <a:rPr lang="zh-CN" altLang="en-US" b="1" dirty="0">
                <a:solidFill>
                  <a:schemeClr val="tx1"/>
                </a:solidFill>
              </a:rPr>
              <a:t>最后，</a:t>
            </a:r>
            <a:r>
              <a:rPr lang="zh-CN" altLang="en-US" b="1" u="sng" dirty="0">
                <a:solidFill>
                  <a:schemeClr val="tx1"/>
                </a:solidFill>
              </a:rPr>
              <a:t>如果对所有的</a:t>
            </a:r>
            <a:r>
              <a:rPr lang="en-US" altLang="zh-CN" b="1" u="sng" dirty="0">
                <a:solidFill>
                  <a:schemeClr val="tx1"/>
                </a:solidFill>
              </a:rPr>
              <a:t> </a:t>
            </a:r>
            <a:r>
              <a:rPr lang="en-US" altLang="zh-CN" b="1" i="1" u="sng" dirty="0" err="1">
                <a:solidFill>
                  <a:schemeClr val="tx1"/>
                </a:solidFill>
              </a:rPr>
              <a:t>i</a:t>
            </a:r>
            <a:r>
              <a:rPr lang="zh-CN" altLang="en-US" b="1" u="sng" dirty="0">
                <a:solidFill>
                  <a:schemeClr val="tx1"/>
                </a:solidFill>
              </a:rPr>
              <a:t>，</a:t>
            </a:r>
            <a:r>
              <a:rPr lang="en-US" altLang="zh-CN" b="1" i="1" u="sng" dirty="0">
                <a:solidFill>
                  <a:schemeClr val="tx1"/>
                </a:solidFill>
                <a:ea typeface="楷体_GB2312"/>
                <a:cs typeface="楷体_GB2312"/>
              </a:rPr>
              <a:t>ε </a:t>
            </a:r>
            <a:r>
              <a:rPr lang="zh-CN" altLang="en-US" b="1" u="sng" dirty="0">
                <a:solidFill>
                  <a:schemeClr val="tx1"/>
                </a:solidFill>
                <a:latin typeface="楷体" panose="02010609060101010101" pitchFamily="49" charset="-122"/>
              </a:rPr>
              <a:t>都</a:t>
            </a:r>
            <a:r>
              <a:rPr lang="zh-CN" altLang="en-US" b="1" u="sng" dirty="0">
                <a:solidFill>
                  <a:schemeClr val="tx1"/>
                </a:solidFill>
              </a:rPr>
              <a:t>在</a:t>
            </a:r>
            <a:r>
              <a:rPr lang="en-US" altLang="zh-CN" b="1" u="sng" dirty="0">
                <a:solidFill>
                  <a:schemeClr val="tx1"/>
                </a:solidFill>
              </a:rPr>
              <a:t> </a:t>
            </a:r>
            <a:r>
              <a:rPr lang="en-US" altLang="zh-CN" b="1" i="1" u="sng" dirty="0">
                <a:solidFill>
                  <a:schemeClr val="tx1"/>
                </a:solidFill>
              </a:rPr>
              <a:t>FIRST</a:t>
            </a:r>
            <a:r>
              <a:rPr lang="en-US" altLang="zh-CN" b="1" u="sng" dirty="0">
                <a:solidFill>
                  <a:schemeClr val="tx1"/>
                </a:solidFill>
              </a:rPr>
              <a:t>(</a:t>
            </a:r>
            <a:r>
              <a:rPr lang="en-US" altLang="zh-CN" b="1" i="1" u="sng" dirty="0">
                <a:solidFill>
                  <a:schemeClr val="tx1"/>
                </a:solidFill>
                <a:ea typeface="楷体_GB2312"/>
                <a:cs typeface="楷体_GB2312"/>
              </a:rPr>
              <a:t>X</a:t>
            </a:r>
            <a:r>
              <a:rPr lang="en-US" altLang="zh-CN" b="1" i="1" u="sng" baseline="-25000" dirty="0">
                <a:solidFill>
                  <a:schemeClr val="tx1"/>
                </a:solidFill>
                <a:ea typeface="楷体_GB2312"/>
                <a:cs typeface="楷体_GB2312"/>
              </a:rPr>
              <a:t>i</a:t>
            </a:r>
            <a:r>
              <a:rPr lang="en-US" altLang="zh-CN" b="1" u="sng" dirty="0">
                <a:solidFill>
                  <a:schemeClr val="tx1"/>
                </a:solidFill>
              </a:rPr>
              <a:t>) </a:t>
            </a:r>
            <a:r>
              <a:rPr lang="zh-CN" altLang="en-US" b="1" u="sng" dirty="0">
                <a:solidFill>
                  <a:schemeClr val="tx1"/>
                </a:solidFill>
              </a:rPr>
              <a:t>中，那么将</a:t>
            </a:r>
            <a:r>
              <a:rPr lang="en-US" altLang="zh-CN" b="1" u="sng" dirty="0">
                <a:solidFill>
                  <a:schemeClr val="tx1"/>
                </a:solidFill>
              </a:rPr>
              <a:t> </a:t>
            </a:r>
            <a:r>
              <a:rPr lang="en-US" altLang="zh-CN" b="1" i="1" u="sng" dirty="0">
                <a:solidFill>
                  <a:schemeClr val="tx1"/>
                </a:solidFill>
                <a:ea typeface="楷体_GB2312"/>
                <a:cs typeface="楷体_GB2312"/>
              </a:rPr>
              <a:t>ε </a:t>
            </a:r>
            <a:r>
              <a:rPr lang="zh-CN" altLang="en-US" b="1" u="sng" dirty="0">
                <a:solidFill>
                  <a:schemeClr val="tx1"/>
                </a:solidFill>
              </a:rPr>
              <a:t>加入到</a:t>
            </a:r>
            <a:r>
              <a:rPr lang="en-US" altLang="zh-CN" b="1" u="sng" dirty="0">
                <a:solidFill>
                  <a:schemeClr val="tx1"/>
                </a:solidFill>
              </a:rPr>
              <a:t> </a:t>
            </a:r>
            <a:r>
              <a:rPr lang="en-US" altLang="zh-CN" b="1" i="1" u="sng" dirty="0">
                <a:solidFill>
                  <a:schemeClr val="tx1"/>
                </a:solidFill>
              </a:rPr>
              <a:t>FIRST</a:t>
            </a:r>
            <a:r>
              <a:rPr lang="en-US" altLang="zh-CN" b="1" u="sng" dirty="0">
                <a:solidFill>
                  <a:schemeClr val="tx1"/>
                </a:solidFill>
              </a:rPr>
              <a:t>(</a:t>
            </a:r>
            <a:r>
              <a:rPr lang="en-US" altLang="zh-CN" b="1" i="1" u="sng" dirty="0">
                <a:solidFill>
                  <a:schemeClr val="tx1"/>
                </a:solidFill>
                <a:ea typeface="楷体_GB2312"/>
                <a:cs typeface="楷体_GB2312"/>
              </a:rPr>
              <a:t>X</a:t>
            </a:r>
            <a:r>
              <a:rPr lang="en-US" altLang="zh-CN" b="1" u="sng" baseline="-25000" dirty="0">
                <a:solidFill>
                  <a:schemeClr val="tx1"/>
                </a:solidFill>
                <a:ea typeface="楷体_GB2312"/>
                <a:cs typeface="楷体_GB2312"/>
              </a:rPr>
              <a:t>1</a:t>
            </a:r>
            <a:r>
              <a:rPr lang="en-US" altLang="zh-CN" b="1" i="1" u="sng" dirty="0">
                <a:solidFill>
                  <a:schemeClr val="tx1"/>
                </a:solidFill>
                <a:ea typeface="楷体_GB2312"/>
                <a:cs typeface="楷体_GB2312"/>
              </a:rPr>
              <a:t>X</a:t>
            </a:r>
            <a:r>
              <a:rPr lang="en-US" altLang="zh-CN" b="1" u="sng" baseline="-25000" dirty="0">
                <a:solidFill>
                  <a:schemeClr val="tx1"/>
                </a:solidFill>
                <a:ea typeface="楷体_GB2312"/>
                <a:cs typeface="楷体_GB2312"/>
              </a:rPr>
              <a:t>2</a:t>
            </a:r>
            <a:r>
              <a:rPr lang="en-US" altLang="zh-CN" b="1" i="1" u="sng" baseline="-25000" dirty="0">
                <a:solidFill>
                  <a:schemeClr val="tx1"/>
                </a:solidFill>
                <a:ea typeface="楷体_GB2312"/>
                <a:cs typeface="楷体_GB2312"/>
              </a:rPr>
              <a:t> </a:t>
            </a:r>
            <a:r>
              <a:rPr lang="en-US" altLang="zh-CN" b="1" u="sng" dirty="0">
                <a:solidFill>
                  <a:schemeClr val="tx1"/>
                </a:solidFill>
                <a:ea typeface="楷体_GB2312"/>
                <a:cs typeface="楷体_GB2312"/>
              </a:rPr>
              <a:t>…</a:t>
            </a:r>
            <a:r>
              <a:rPr lang="en-US" altLang="zh-CN" b="1" i="1" u="sng" dirty="0" err="1">
                <a:solidFill>
                  <a:schemeClr val="tx1"/>
                </a:solidFill>
                <a:ea typeface="楷体_GB2312"/>
                <a:cs typeface="楷体_GB2312"/>
              </a:rPr>
              <a:t>X</a:t>
            </a:r>
            <a:r>
              <a:rPr lang="en-US" altLang="zh-CN" b="1" i="1" u="sng" baseline="-25000" dirty="0" err="1">
                <a:solidFill>
                  <a:schemeClr val="tx1"/>
                </a:solidFill>
                <a:ea typeface="楷体_GB2312"/>
                <a:cs typeface="楷体_GB2312"/>
              </a:rPr>
              <a:t>n</a:t>
            </a:r>
            <a:r>
              <a:rPr lang="en-US" altLang="zh-CN" b="1" u="sng" dirty="0">
                <a:solidFill>
                  <a:schemeClr val="tx1"/>
                </a:solidFill>
              </a:rPr>
              <a:t>) </a:t>
            </a:r>
            <a:r>
              <a:rPr lang="zh-CN" altLang="en-US" b="1" dirty="0">
                <a:solidFill>
                  <a:schemeClr val="tx1"/>
                </a:solidFill>
              </a:rPr>
              <a:t>中</a:t>
            </a:r>
          </a:p>
        </p:txBody>
      </p:sp>
      <p:sp>
        <p:nvSpPr>
          <p:cNvPr id="48131" name="标题 1"/>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计算串</a:t>
            </a:r>
            <a:r>
              <a:rPr lang="en-US" altLang="zh-CN" sz="3000" i="1" spc="300" dirty="0">
                <a:solidFill>
                  <a:schemeClr val="tx1"/>
                </a:solidFill>
                <a:ea typeface="微软雅黑" panose="020B0503020204020204" pitchFamily="34" charset="-122"/>
                <a:cs typeface="Times New Roman" panose="02020603050405020304" pitchFamily="18" charset="0"/>
              </a:rPr>
              <a:t>X</a:t>
            </a:r>
            <a:r>
              <a:rPr lang="en-US" altLang="zh-CN" sz="3000" spc="300" baseline="-25000" dirty="0">
                <a:solidFill>
                  <a:schemeClr val="tx1"/>
                </a:solidFill>
                <a:ea typeface="微软雅黑" panose="020B0503020204020204" pitchFamily="34" charset="-122"/>
                <a:cs typeface="Times New Roman" panose="02020603050405020304" pitchFamily="18" charset="0"/>
              </a:rPr>
              <a:t>1</a:t>
            </a:r>
            <a:r>
              <a:rPr lang="en-US" altLang="zh-CN" sz="3000" i="1" spc="300" dirty="0">
                <a:solidFill>
                  <a:schemeClr val="tx1"/>
                </a:solidFill>
                <a:ea typeface="微软雅黑" panose="020B0503020204020204" pitchFamily="34" charset="-122"/>
                <a:cs typeface="Times New Roman" panose="02020603050405020304" pitchFamily="18" charset="0"/>
              </a:rPr>
              <a:t>X</a:t>
            </a:r>
            <a:r>
              <a:rPr lang="en-US" altLang="zh-CN" sz="3000" spc="300" baseline="-25000" dirty="0">
                <a:solidFill>
                  <a:schemeClr val="tx1"/>
                </a:solidFill>
                <a:ea typeface="微软雅黑" panose="020B0503020204020204" pitchFamily="34" charset="-122"/>
                <a:cs typeface="Times New Roman" panose="02020603050405020304" pitchFamily="18" charset="0"/>
              </a:rPr>
              <a:t>2</a:t>
            </a:r>
            <a:r>
              <a:rPr lang="en-US" altLang="zh-CN" sz="3000" i="1" spc="300" baseline="-25000" dirty="0">
                <a:solidFill>
                  <a:schemeClr val="tx1"/>
                </a:solidFill>
                <a:ea typeface="微软雅黑" panose="020B0503020204020204" pitchFamily="34" charset="-122"/>
                <a:cs typeface="Times New Roman" panose="02020603050405020304" pitchFamily="18" charset="0"/>
              </a:rPr>
              <a:t> </a:t>
            </a:r>
            <a:r>
              <a:rPr lang="en-US" altLang="zh-CN" sz="3000" spc="300" dirty="0">
                <a:solidFill>
                  <a:schemeClr val="tx1"/>
                </a:solidFill>
                <a:ea typeface="微软雅黑" panose="020B0503020204020204" pitchFamily="34" charset="-122"/>
                <a:cs typeface="Times New Roman" panose="02020603050405020304" pitchFamily="18" charset="0"/>
              </a:rPr>
              <a:t>…</a:t>
            </a:r>
            <a:r>
              <a:rPr lang="en-US" altLang="zh-CN" sz="3000" i="1" spc="300" dirty="0" err="1">
                <a:solidFill>
                  <a:schemeClr val="tx1"/>
                </a:solidFill>
                <a:ea typeface="微软雅黑" panose="020B0503020204020204" pitchFamily="34" charset="-122"/>
                <a:cs typeface="Times New Roman" panose="02020603050405020304" pitchFamily="18" charset="0"/>
              </a:rPr>
              <a:t>X</a:t>
            </a:r>
            <a:r>
              <a:rPr lang="en-US" altLang="zh-CN" sz="3000" i="1" spc="300" baseline="-25000" dirty="0" err="1">
                <a:solidFill>
                  <a:schemeClr val="tx1"/>
                </a:solidFill>
                <a:ea typeface="微软雅黑" panose="020B0503020204020204" pitchFamily="34" charset="-122"/>
                <a:cs typeface="Times New Roman" panose="02020603050405020304" pitchFamily="18" charset="0"/>
              </a:rPr>
              <a:t>n</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3000" i="1" dirty="0">
                <a:solidFill>
                  <a:schemeClr val="tx1"/>
                </a:solidFill>
                <a:ea typeface="微软雅黑" panose="020B0503020204020204" pitchFamily="34" charset="-122"/>
                <a:cs typeface="Times New Roman" panose="02020603050405020304" pitchFamily="18" charset="0"/>
              </a:rPr>
              <a:t>FIRST </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集合</a:t>
            </a:r>
            <a:endParaRPr lang="zh-CN" altLang="en-US" sz="3000" i="1"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37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p:cTn id="7" dur="500" fill="hold"/>
                                        <p:tgtEl>
                                          <p:spTgt spid="4301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3011">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3011">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43011">
                                            <p:txEl>
                                              <p:pRg st="1" end="1"/>
                                            </p:txEl>
                                          </p:spTgt>
                                        </p:tgtEl>
                                        <p:attrNameLst>
                                          <p:attrName>style.visibility</p:attrName>
                                        </p:attrNameLst>
                                      </p:cBhvr>
                                      <p:to>
                                        <p:strVal val="visible"/>
                                      </p:to>
                                    </p:set>
                                    <p:anim calcmode="lin" valueType="num">
                                      <p:cBhvr>
                                        <p:cTn id="14" dur="500" fill="hold"/>
                                        <p:tgtEl>
                                          <p:spTgt spid="43011">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43011">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43011">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43011">
                                            <p:txEl>
                                              <p:pRg st="2" end="2"/>
                                            </p:txEl>
                                          </p:spTgt>
                                        </p:tgtEl>
                                        <p:attrNameLst>
                                          <p:attrName>style.visibility</p:attrName>
                                        </p:attrNameLst>
                                      </p:cBhvr>
                                      <p:to>
                                        <p:strVal val="visible"/>
                                      </p:to>
                                    </p:set>
                                    <p:anim calcmode="lin" valueType="num">
                                      <p:cBhvr>
                                        <p:cTn id="21" dur="500" fill="hold"/>
                                        <p:tgtEl>
                                          <p:spTgt spid="43011">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43011">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430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p:cNvSpPr>
            <a:spLocks noGrp="1" noChangeArrowheads="1"/>
          </p:cNvSpPr>
          <p:nvPr>
            <p:ph idx="1"/>
          </p:nvPr>
        </p:nvSpPr>
        <p:spPr>
          <a:xfrm>
            <a:off x="428625" y="917575"/>
            <a:ext cx="8319770" cy="3947160"/>
          </a:xfrm>
        </p:spPr>
        <p:txBody>
          <a:bodyPr/>
          <a:lstStyle/>
          <a:p>
            <a:pPr eaLnBrk="1" hangingPunct="1">
              <a:lnSpc>
                <a:spcPct val="120000"/>
              </a:lnSpc>
              <a:spcBef>
                <a:spcPts val="20"/>
              </a:spcBef>
              <a:spcAft>
                <a:spcPts val="0"/>
              </a:spcAft>
              <a:buClrTx/>
              <a:buFont typeface="Wingdings" panose="05000000000000000000" pitchFamily="2" charset="2"/>
              <a:buChar char="Ø"/>
              <a:defRPr/>
            </a:pPr>
            <a:r>
              <a:rPr lang="zh-CN" altLang="en-US" sz="2800" b="1" dirty="0">
                <a:solidFill>
                  <a:schemeClr val="tx1"/>
                </a:solidFill>
                <a:cs typeface="Times New Roman" panose="02020603050405020304" pitchFamily="18" charset="0"/>
              </a:rPr>
              <a:t>产生式</a:t>
            </a:r>
            <a:r>
              <a:rPr lang="en-US" altLang="zh-CN" sz="2800" b="1" i="1" dirty="0">
                <a:solidFill>
                  <a:schemeClr val="tx1"/>
                </a:solidFill>
                <a:cs typeface="Times New Roman" panose="02020603050405020304" pitchFamily="18" charset="0"/>
              </a:rPr>
              <a:t>A</a:t>
            </a:r>
            <a:r>
              <a:rPr lang="en-US" altLang="zh-CN" sz="2800" b="1" dirty="0">
                <a:solidFill>
                  <a:schemeClr val="tx1"/>
                </a:solidFill>
                <a:cs typeface="Times New Roman" panose="02020603050405020304" pitchFamily="18" charset="0"/>
              </a:rPr>
              <a:t>→</a:t>
            </a:r>
            <a:r>
              <a:rPr lang="en-US" altLang="zh-CN" sz="2800" b="1" i="1" dirty="0">
                <a:solidFill>
                  <a:schemeClr val="tx1"/>
                </a:solidFill>
                <a:cs typeface="Times New Roman" panose="02020603050405020304" pitchFamily="18" charset="0"/>
              </a:rPr>
              <a:t> α</a:t>
            </a:r>
            <a:r>
              <a:rPr lang="zh-CN" altLang="en-US" sz="2800" b="1" dirty="0">
                <a:solidFill>
                  <a:schemeClr val="tx1"/>
                </a:solidFill>
                <a:cs typeface="Times New Roman" panose="02020603050405020304" pitchFamily="18" charset="0"/>
              </a:rPr>
              <a:t>的</a:t>
            </a:r>
            <a:r>
              <a:rPr lang="zh-CN" altLang="en-US" sz="2800" b="1" dirty="0">
                <a:solidFill>
                  <a:srgbClr val="FF0000"/>
                </a:solidFill>
                <a:cs typeface="Times New Roman" panose="02020603050405020304" pitchFamily="18" charset="0"/>
              </a:rPr>
              <a:t>可选集</a:t>
            </a:r>
            <a:r>
              <a:rPr lang="zh-CN" altLang="en-US" sz="2800" b="1" dirty="0">
                <a:solidFill>
                  <a:schemeClr val="tx1"/>
                </a:solidFill>
                <a:cs typeface="Times New Roman" panose="02020603050405020304" pitchFamily="18" charset="0"/>
              </a:rPr>
              <a:t>是指可以选用该产生式进行推导时，对应的当前输入符号</a:t>
            </a:r>
            <a:r>
              <a:rPr lang="zh-CN" altLang="en-US" sz="2800" b="1" dirty="0">
                <a:solidFill>
                  <a:schemeClr val="tx1"/>
                </a:solidFill>
                <a:latin typeface="华文楷体" panose="02010600040101010101" pitchFamily="2" charset="-122"/>
                <a:cs typeface="楷体_GB2312"/>
              </a:rPr>
              <a:t>（向前看符号）</a:t>
            </a:r>
            <a:r>
              <a:rPr lang="zh-CN" altLang="en-US" sz="2800" b="1" dirty="0">
                <a:solidFill>
                  <a:schemeClr val="tx1"/>
                </a:solidFill>
                <a:cs typeface="Times New Roman" panose="02020603050405020304" pitchFamily="18" charset="0"/>
              </a:rPr>
              <a:t>的集合，记为</a:t>
            </a:r>
            <a:r>
              <a:rPr lang="en-US" altLang="zh-CN" sz="2800" b="1" i="1" dirty="0">
                <a:solidFill>
                  <a:srgbClr val="FF0000"/>
                </a:solidFill>
                <a:cs typeface="Times New Roman" panose="02020603050405020304" pitchFamily="18" charset="0"/>
              </a:rPr>
              <a:t>SELECT </a:t>
            </a:r>
            <a:r>
              <a:rPr lang="en-US" altLang="zh-CN" sz="2800" b="1" dirty="0">
                <a:solidFill>
                  <a:srgbClr val="FF0000"/>
                </a:solidFill>
                <a:cs typeface="Times New Roman" panose="02020603050405020304" pitchFamily="18" charset="0"/>
              </a:rPr>
              <a:t>( </a:t>
            </a:r>
            <a:r>
              <a:rPr lang="en-US" altLang="zh-CN" sz="2800" b="1" i="1" dirty="0">
                <a:solidFill>
                  <a:srgbClr val="FF0000"/>
                </a:solidFill>
                <a:cs typeface="Times New Roman" panose="02020603050405020304" pitchFamily="18" charset="0"/>
              </a:rPr>
              <a:t>A</a:t>
            </a:r>
            <a:r>
              <a:rPr lang="en-US" altLang="zh-CN" sz="2800" b="1" dirty="0">
                <a:solidFill>
                  <a:srgbClr val="FF0000"/>
                </a:solidFill>
                <a:cs typeface="Times New Roman" panose="02020603050405020304" pitchFamily="18" charset="0"/>
              </a:rPr>
              <a:t>→</a:t>
            </a:r>
            <a:r>
              <a:rPr lang="en-US" altLang="zh-CN" sz="2800" b="1" i="1" dirty="0">
                <a:solidFill>
                  <a:srgbClr val="FF0000"/>
                </a:solidFill>
                <a:cs typeface="Times New Roman" panose="02020603050405020304" pitchFamily="18" charset="0"/>
              </a:rPr>
              <a:t> α </a:t>
            </a:r>
            <a:r>
              <a:rPr lang="en-US" altLang="zh-CN" sz="2800" b="1" dirty="0">
                <a:solidFill>
                  <a:srgbClr val="FF0000"/>
                </a:solidFill>
                <a:cs typeface="Times New Roman" panose="02020603050405020304" pitchFamily="18" charset="0"/>
              </a:rPr>
              <a:t>)</a:t>
            </a:r>
            <a:r>
              <a:rPr lang="zh-CN" altLang="en-US" sz="2800" b="1" dirty="0">
                <a:solidFill>
                  <a:srgbClr val="FF0000"/>
                </a:solidFill>
                <a:cs typeface="Times New Roman" panose="02020603050405020304" pitchFamily="18" charset="0"/>
              </a:rPr>
              <a:t>。</a:t>
            </a:r>
            <a:endParaRPr lang="en-US" altLang="zh-CN" sz="2800" b="1" dirty="0">
              <a:solidFill>
                <a:srgbClr val="FF0000"/>
              </a:solidFill>
              <a:cs typeface="Times New Roman" panose="02020603050405020304" pitchFamily="18" charset="0"/>
            </a:endParaRPr>
          </a:p>
          <a:p>
            <a:pPr eaLnBrk="1" hangingPunct="1">
              <a:lnSpc>
                <a:spcPts val="3000"/>
              </a:lnSpc>
              <a:buClrTx/>
              <a:buFont typeface="Wingdings" panose="05000000000000000000" pitchFamily="2" charset="2"/>
              <a:buChar char="Ø"/>
            </a:pPr>
            <a:r>
              <a:rPr lang="zh-CN" altLang="en-US" sz="2500" b="1" dirty="0">
                <a:solidFill>
                  <a:schemeClr val="tx1"/>
                </a:solidFill>
              </a:rPr>
              <a:t>产生式</a:t>
            </a:r>
            <a:r>
              <a:rPr lang="en-US" altLang="zh-CN" sz="2500" b="1" dirty="0">
                <a:solidFill>
                  <a:schemeClr val="tx1"/>
                </a:solidFill>
              </a:rPr>
              <a:t> </a:t>
            </a:r>
            <a:r>
              <a:rPr lang="en-US" altLang="zh-CN" sz="2500" b="1" i="1" dirty="0">
                <a:solidFill>
                  <a:schemeClr val="tx1"/>
                </a:solidFill>
                <a:ea typeface="楷体_GB2312"/>
                <a:cs typeface="楷体_GB2312"/>
              </a:rPr>
              <a:t>A→α </a:t>
            </a:r>
            <a:r>
              <a:rPr lang="zh-CN" altLang="en-US" sz="2500" b="1" dirty="0">
                <a:solidFill>
                  <a:schemeClr val="tx1"/>
                </a:solidFill>
              </a:rPr>
              <a:t>的可选集</a:t>
            </a:r>
            <a:r>
              <a:rPr lang="en-US" altLang="zh-CN" sz="2500" b="1" dirty="0">
                <a:solidFill>
                  <a:schemeClr val="tx1"/>
                </a:solidFill>
              </a:rPr>
              <a:t> </a:t>
            </a:r>
            <a:r>
              <a:rPr lang="en-US" altLang="zh-CN" sz="2500" b="1" i="1" dirty="0">
                <a:solidFill>
                  <a:schemeClr val="tx1"/>
                </a:solidFill>
              </a:rPr>
              <a:t>SELECT</a:t>
            </a:r>
            <a:endParaRPr lang="en-US" altLang="zh-CN" sz="2500" b="1" dirty="0">
              <a:solidFill>
                <a:schemeClr val="tx1"/>
              </a:solidFill>
            </a:endParaRPr>
          </a:p>
          <a:p>
            <a:pPr lvl="1" eaLnBrk="1" hangingPunct="1">
              <a:lnSpc>
                <a:spcPts val="3000"/>
              </a:lnSpc>
              <a:buClrTx/>
              <a:buFont typeface="Wingdings" panose="05000000000000000000" pitchFamily="2" charset="2"/>
              <a:buChar char="Ø"/>
            </a:pPr>
            <a:r>
              <a:rPr lang="zh-CN" altLang="en-US" sz="2400" b="1" dirty="0">
                <a:solidFill>
                  <a:schemeClr val="tx1"/>
                </a:solidFill>
                <a:latin typeface="楷体" panose="02010609060101010101" pitchFamily="49" charset="-122"/>
              </a:rPr>
              <a:t>如果</a:t>
            </a:r>
            <a:r>
              <a:rPr lang="en-US" altLang="zh-CN" sz="2400" b="1" dirty="0">
                <a:solidFill>
                  <a:schemeClr val="tx1"/>
                </a:solidFill>
                <a:ea typeface="楷体_GB2312"/>
                <a:cs typeface="楷体_GB2312"/>
              </a:rPr>
              <a:t> </a:t>
            </a:r>
            <a:r>
              <a:rPr lang="en-US" altLang="zh-CN" sz="2400" b="1" i="1" dirty="0" err="1">
                <a:solidFill>
                  <a:schemeClr val="tx1"/>
                </a:solidFill>
                <a:ea typeface="楷体_GB2312"/>
                <a:cs typeface="楷体_GB2312"/>
              </a:rPr>
              <a:t>ε</a:t>
            </a:r>
            <a:r>
              <a:rPr lang="en-US" altLang="zh-CN" sz="2400" b="1" dirty="0" err="1">
                <a:solidFill>
                  <a:schemeClr val="tx1"/>
                </a:solidFill>
                <a:ea typeface="楷体_GB2312"/>
                <a:cs typeface="楷体_GB2312"/>
                <a:sym typeface="Symbol" panose="05050102010706020507" pitchFamily="18" charset="2"/>
              </a:rPr>
              <a:t></a:t>
            </a:r>
            <a:r>
              <a:rPr lang="en-US" altLang="zh-CN" sz="2400" b="1" i="1" dirty="0" err="1">
                <a:solidFill>
                  <a:schemeClr val="tx1"/>
                </a:solidFill>
                <a:ea typeface="楷体_GB2312"/>
                <a:cs typeface="楷体_GB2312"/>
              </a:rPr>
              <a:t>FIRST</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α</a:t>
            </a:r>
            <a:r>
              <a:rPr lang="en-US" altLang="zh-CN" sz="2400" b="1" dirty="0">
                <a:solidFill>
                  <a:schemeClr val="tx1"/>
                </a:solidFill>
                <a:ea typeface="楷体_GB2312"/>
                <a:cs typeface="楷体_GB2312"/>
              </a:rPr>
              <a:t>), </a:t>
            </a:r>
            <a:r>
              <a:rPr lang="zh-CN" altLang="en-US" sz="2400" b="1" dirty="0">
                <a:solidFill>
                  <a:schemeClr val="tx1"/>
                </a:solidFill>
              </a:rPr>
              <a:t> 那么</a:t>
            </a:r>
            <a:endParaRPr lang="en-US" altLang="zh-CN" sz="2400" b="1" dirty="0">
              <a:solidFill>
                <a:schemeClr val="tx1"/>
              </a:solidFill>
            </a:endParaRPr>
          </a:p>
          <a:p>
            <a:pPr marL="303530" lvl="1" indent="0" algn="ctr" eaLnBrk="1" hangingPunct="1">
              <a:lnSpc>
                <a:spcPts val="3000"/>
              </a:lnSpc>
              <a:buClrTx/>
              <a:buNone/>
            </a:pPr>
            <a:r>
              <a:rPr lang="en-US" altLang="zh-CN" sz="2400" b="1" i="1" dirty="0">
                <a:solidFill>
                  <a:srgbClr val="0070C0"/>
                </a:solidFill>
                <a:ea typeface="楷体_GB2312"/>
                <a:cs typeface="楷体_GB2312"/>
              </a:rPr>
              <a:t>SELECT</a:t>
            </a:r>
            <a:r>
              <a:rPr lang="en-US" altLang="zh-CN" sz="2400" b="1" dirty="0">
                <a:solidFill>
                  <a:srgbClr val="0070C0"/>
                </a:solidFill>
                <a:ea typeface="楷体_GB2312"/>
                <a:cs typeface="楷体_GB2312"/>
              </a:rPr>
              <a:t>( </a:t>
            </a:r>
            <a:r>
              <a:rPr lang="en-US" altLang="zh-CN" sz="2400" b="1" i="1" dirty="0">
                <a:solidFill>
                  <a:srgbClr val="0070C0"/>
                </a:solidFill>
                <a:ea typeface="楷体_GB2312"/>
                <a:cs typeface="楷体_GB2312"/>
              </a:rPr>
              <a:t>A→α </a:t>
            </a:r>
            <a:r>
              <a:rPr lang="en-US" altLang="zh-CN" sz="2400" b="1" dirty="0">
                <a:solidFill>
                  <a:srgbClr val="0070C0"/>
                </a:solidFill>
                <a:ea typeface="楷体_GB2312"/>
                <a:cs typeface="楷体_GB2312"/>
              </a:rPr>
              <a:t>) = </a:t>
            </a:r>
            <a:r>
              <a:rPr lang="en-US" altLang="zh-CN" sz="2400" b="1" i="1" dirty="0">
                <a:solidFill>
                  <a:srgbClr val="0070C0"/>
                </a:solidFill>
                <a:ea typeface="楷体_GB2312"/>
                <a:cs typeface="楷体_GB2312"/>
              </a:rPr>
              <a:t>FIRST</a:t>
            </a:r>
            <a:r>
              <a:rPr lang="en-US" altLang="zh-CN" sz="2400" b="1" dirty="0">
                <a:solidFill>
                  <a:srgbClr val="0070C0"/>
                </a:solidFill>
                <a:ea typeface="楷体_GB2312"/>
                <a:cs typeface="楷体_GB2312"/>
              </a:rPr>
              <a:t>(</a:t>
            </a:r>
            <a:r>
              <a:rPr lang="en-US" altLang="zh-CN" sz="2400" b="1" i="1" dirty="0">
                <a:solidFill>
                  <a:srgbClr val="0070C0"/>
                </a:solidFill>
                <a:ea typeface="楷体_GB2312"/>
                <a:cs typeface="楷体_GB2312"/>
              </a:rPr>
              <a:t>α</a:t>
            </a:r>
            <a:r>
              <a:rPr lang="en-US" altLang="zh-CN" sz="2400" b="1" dirty="0">
                <a:solidFill>
                  <a:srgbClr val="0070C0"/>
                </a:solidFill>
                <a:ea typeface="楷体_GB2312"/>
                <a:cs typeface="楷体_GB2312"/>
              </a:rPr>
              <a:t>)</a:t>
            </a:r>
          </a:p>
          <a:p>
            <a:pPr lvl="1" eaLnBrk="1" hangingPunct="1">
              <a:lnSpc>
                <a:spcPts val="3000"/>
              </a:lnSpc>
              <a:buClrTx/>
              <a:buFont typeface="Wingdings" panose="05000000000000000000" pitchFamily="2" charset="2"/>
              <a:buChar char="Ø"/>
            </a:pPr>
            <a:r>
              <a:rPr lang="zh-CN" altLang="en-US" sz="2400" b="1" dirty="0">
                <a:solidFill>
                  <a:schemeClr val="tx1"/>
                </a:solidFill>
                <a:latin typeface="楷体" panose="02010609060101010101" pitchFamily="49" charset="-122"/>
              </a:rPr>
              <a:t>如果</a:t>
            </a:r>
            <a:r>
              <a:rPr lang="en-US" altLang="zh-CN" sz="2400" b="1" dirty="0">
                <a:solidFill>
                  <a:schemeClr val="tx1"/>
                </a:solidFill>
                <a:ea typeface="楷体_GB2312"/>
                <a:cs typeface="楷体_GB2312"/>
              </a:rPr>
              <a:t> </a:t>
            </a:r>
            <a:r>
              <a:rPr lang="en-US" altLang="zh-CN" sz="2400" b="1" i="1" dirty="0" err="1">
                <a:solidFill>
                  <a:schemeClr val="tx1"/>
                </a:solidFill>
                <a:ea typeface="楷体_GB2312"/>
                <a:cs typeface="楷体_GB2312"/>
              </a:rPr>
              <a:t>ε</a:t>
            </a:r>
            <a:r>
              <a:rPr lang="en-US" altLang="zh-CN" sz="2400" b="1" dirty="0" err="1">
                <a:solidFill>
                  <a:schemeClr val="tx1"/>
                </a:solidFill>
                <a:ea typeface="楷体_GB2312"/>
                <a:cs typeface="楷体_GB2312"/>
              </a:rPr>
              <a:t>∈</a:t>
            </a:r>
            <a:r>
              <a:rPr lang="en-US" altLang="zh-CN" sz="2400" b="1" i="1" dirty="0" err="1">
                <a:solidFill>
                  <a:schemeClr val="tx1"/>
                </a:solidFill>
                <a:ea typeface="楷体_GB2312"/>
                <a:cs typeface="楷体_GB2312"/>
              </a:rPr>
              <a:t>FIRST</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α</a:t>
            </a:r>
            <a:r>
              <a:rPr lang="en-US" altLang="zh-CN" sz="2400" b="1" dirty="0">
                <a:solidFill>
                  <a:schemeClr val="tx1"/>
                </a:solidFill>
                <a:ea typeface="楷体_GB2312"/>
                <a:cs typeface="楷体_GB2312"/>
              </a:rPr>
              <a:t>), </a:t>
            </a:r>
            <a:r>
              <a:rPr lang="zh-CN" altLang="en-US" sz="2400" b="1" dirty="0">
                <a:solidFill>
                  <a:schemeClr val="tx1"/>
                </a:solidFill>
                <a:latin typeface="楷体" panose="02010609060101010101" pitchFamily="49" charset="-122"/>
              </a:rPr>
              <a:t>那么</a:t>
            </a:r>
            <a:endParaRPr lang="en-US" altLang="zh-CN" sz="2400" b="1" dirty="0">
              <a:solidFill>
                <a:schemeClr val="tx1"/>
              </a:solidFill>
              <a:latin typeface="楷体" panose="02010609060101010101" pitchFamily="49" charset="-122"/>
            </a:endParaRPr>
          </a:p>
          <a:p>
            <a:pPr marL="303530" lvl="1" indent="0" algn="ctr" eaLnBrk="1" hangingPunct="1">
              <a:lnSpc>
                <a:spcPts val="3000"/>
              </a:lnSpc>
              <a:buClrTx/>
              <a:buNone/>
            </a:pPr>
            <a:r>
              <a:rPr lang="en-US" altLang="zh-CN" sz="2400" b="1" i="1" dirty="0">
                <a:solidFill>
                  <a:srgbClr val="0070C0"/>
                </a:solidFill>
                <a:ea typeface="楷体_GB2312"/>
                <a:cs typeface="楷体_GB2312"/>
              </a:rPr>
              <a:t>SELECT</a:t>
            </a:r>
            <a:r>
              <a:rPr lang="en-US" altLang="zh-CN" sz="2400" b="1" dirty="0">
                <a:solidFill>
                  <a:srgbClr val="0070C0"/>
                </a:solidFill>
                <a:ea typeface="楷体_GB2312"/>
                <a:cs typeface="楷体_GB2312"/>
              </a:rPr>
              <a:t>( </a:t>
            </a:r>
            <a:r>
              <a:rPr lang="en-US" altLang="zh-CN" sz="2400" b="1" i="1" dirty="0">
                <a:solidFill>
                  <a:srgbClr val="0070C0"/>
                </a:solidFill>
                <a:ea typeface="楷体_GB2312"/>
                <a:cs typeface="楷体_GB2312"/>
              </a:rPr>
              <a:t>A→α </a:t>
            </a:r>
            <a:r>
              <a:rPr lang="en-US" altLang="zh-CN" sz="2400" b="1" dirty="0">
                <a:solidFill>
                  <a:srgbClr val="0070C0"/>
                </a:solidFill>
                <a:ea typeface="楷体_GB2312"/>
                <a:cs typeface="楷体_GB2312"/>
              </a:rPr>
              <a:t>) = ( </a:t>
            </a:r>
            <a:r>
              <a:rPr lang="en-US" altLang="zh-CN" sz="2400" b="1" i="1" dirty="0">
                <a:solidFill>
                  <a:srgbClr val="0070C0"/>
                </a:solidFill>
                <a:ea typeface="楷体_GB2312"/>
                <a:cs typeface="楷体_GB2312"/>
              </a:rPr>
              <a:t>FIRST</a:t>
            </a:r>
            <a:r>
              <a:rPr lang="en-US" altLang="zh-CN" sz="2400" b="1" dirty="0">
                <a:solidFill>
                  <a:srgbClr val="0070C0"/>
                </a:solidFill>
                <a:ea typeface="楷体_GB2312"/>
                <a:cs typeface="楷体_GB2312"/>
              </a:rPr>
              <a:t>(</a:t>
            </a:r>
            <a:r>
              <a:rPr lang="en-US" altLang="zh-CN" sz="2400" b="1" i="1" dirty="0">
                <a:solidFill>
                  <a:srgbClr val="0070C0"/>
                </a:solidFill>
                <a:ea typeface="楷体_GB2312"/>
                <a:cs typeface="楷体_GB2312"/>
              </a:rPr>
              <a:t>α</a:t>
            </a:r>
            <a:r>
              <a:rPr lang="en-US" altLang="zh-CN" sz="2400" b="1" dirty="0">
                <a:solidFill>
                  <a:srgbClr val="0070C0"/>
                </a:solidFill>
                <a:ea typeface="楷体_GB2312"/>
                <a:cs typeface="楷体_GB2312"/>
              </a:rPr>
              <a:t>) </a:t>
            </a:r>
            <a:r>
              <a:rPr lang="en-US" altLang="zh-CN" sz="2400" b="1" dirty="0">
                <a:solidFill>
                  <a:srgbClr val="FF0000"/>
                </a:solidFill>
                <a:ea typeface="楷体_GB2312"/>
                <a:cs typeface="楷体_GB2312"/>
              </a:rPr>
              <a:t>- {</a:t>
            </a:r>
            <a:r>
              <a:rPr lang="en-US" altLang="zh-CN" sz="2400" b="1" i="1" dirty="0">
                <a:solidFill>
                  <a:srgbClr val="FF0000"/>
                </a:solidFill>
                <a:ea typeface="楷体_GB2312"/>
                <a:cs typeface="楷体_GB2312"/>
              </a:rPr>
              <a:t>ε</a:t>
            </a:r>
            <a:r>
              <a:rPr lang="en-US" altLang="zh-CN" sz="2400" b="1" dirty="0">
                <a:solidFill>
                  <a:srgbClr val="FF0000"/>
                </a:solidFill>
                <a:ea typeface="楷体_GB2312"/>
                <a:cs typeface="楷体_GB2312"/>
              </a:rPr>
              <a:t>} </a:t>
            </a:r>
            <a:r>
              <a:rPr lang="en-US" altLang="zh-CN" sz="2400" b="1" dirty="0">
                <a:solidFill>
                  <a:srgbClr val="0070C0"/>
                </a:solidFill>
                <a:ea typeface="楷体_GB2312"/>
                <a:cs typeface="楷体_GB2312"/>
              </a:rPr>
              <a:t>)∪</a:t>
            </a:r>
            <a:r>
              <a:rPr lang="en-US" altLang="zh-CN" sz="2400" b="1" i="1" dirty="0">
                <a:solidFill>
                  <a:srgbClr val="0070C0"/>
                </a:solidFill>
                <a:ea typeface="楷体_GB2312"/>
                <a:cs typeface="楷体_GB2312"/>
              </a:rPr>
              <a:t>FOLLOW</a:t>
            </a:r>
            <a:r>
              <a:rPr lang="en-US" altLang="zh-CN" sz="2400" b="1" dirty="0">
                <a:solidFill>
                  <a:srgbClr val="0070C0"/>
                </a:solidFill>
                <a:ea typeface="楷体_GB2312"/>
                <a:cs typeface="楷体_GB2312"/>
              </a:rPr>
              <a:t>(</a:t>
            </a:r>
            <a:r>
              <a:rPr lang="en-US" altLang="zh-CN" sz="2400" b="1" i="1" dirty="0">
                <a:solidFill>
                  <a:srgbClr val="0070C0"/>
                </a:solidFill>
                <a:ea typeface="楷体_GB2312"/>
                <a:cs typeface="楷体_GB2312"/>
              </a:rPr>
              <a:t>A</a:t>
            </a:r>
            <a:r>
              <a:rPr lang="en-US" altLang="zh-CN" sz="2400" b="1" dirty="0">
                <a:solidFill>
                  <a:srgbClr val="0070C0"/>
                </a:solidFill>
                <a:ea typeface="楷体_GB2312"/>
                <a:cs typeface="楷体_GB2312"/>
              </a:rPr>
              <a:t>)</a:t>
            </a:r>
          </a:p>
        </p:txBody>
      </p:sp>
      <p:sp>
        <p:nvSpPr>
          <p:cNvPr id="39939" name="标题 1"/>
          <p:cNvSpPr>
            <a:spLocks noGrp="1"/>
          </p:cNvSpPr>
          <p:nvPr>
            <p:ph type="title"/>
          </p:nvPr>
        </p:nvSpPr>
        <p:spPr>
          <a:xfrm>
            <a:off x="755650" y="268288"/>
            <a:ext cx="7931150" cy="358775"/>
          </a:xfrm>
        </p:spPr>
        <p:txBody>
          <a:bodyPr/>
          <a:lstStyle/>
          <a:p>
            <a:pPr>
              <a:defRPr/>
            </a:pPr>
            <a:r>
              <a:rPr lang="zh-CN" altLang="en-US" sz="3000" spc="300" dirty="0">
                <a:solidFill>
                  <a:schemeClr val="tx1"/>
                </a:solidFill>
                <a:ea typeface="微软雅黑" panose="020B0503020204020204" pitchFamily="34" charset="-122"/>
                <a:cs typeface="Times New Roman" panose="02020603050405020304" pitchFamily="18" charset="0"/>
              </a:rPr>
              <a:t>产生式</a:t>
            </a:r>
            <a:r>
              <a:rPr lang="en-US" altLang="zh-CN" sz="3000" i="1" spc="300" dirty="0">
                <a:solidFill>
                  <a:schemeClr val="tx1"/>
                </a:solidFill>
                <a:ea typeface="微软雅黑" panose="020B0503020204020204" pitchFamily="34" charset="-122"/>
                <a:cs typeface="Times New Roman" panose="02020603050405020304" pitchFamily="18" charset="0"/>
              </a:rPr>
              <a:t>A</a:t>
            </a:r>
            <a:r>
              <a:rPr lang="en-US" altLang="zh-CN" sz="3000" spc="300" dirty="0">
                <a:solidFill>
                  <a:schemeClr val="tx1"/>
                </a:solidFill>
                <a:ea typeface="微软雅黑" panose="020B0503020204020204" pitchFamily="34" charset="-122"/>
                <a:cs typeface="Times New Roman" panose="02020603050405020304" pitchFamily="18" charset="0"/>
              </a:rPr>
              <a:t>→</a:t>
            </a:r>
            <a:r>
              <a:rPr lang="el-GR" altLang="zh-CN" sz="3000" i="1" spc="300" dirty="0">
                <a:solidFill>
                  <a:schemeClr val="tx1"/>
                </a:solidFill>
                <a:ea typeface="微软雅黑" panose="020B0503020204020204" pitchFamily="34" charset="-122"/>
                <a:cs typeface="Times New Roman" panose="02020603050405020304" pitchFamily="18" charset="0"/>
              </a:rPr>
              <a:t>α</a:t>
            </a:r>
            <a:r>
              <a:rPr lang="zh-CN" altLang="en-US" sz="3000" spc="300" dirty="0">
                <a:solidFill>
                  <a:schemeClr val="tx1"/>
                </a:solidFill>
                <a:ea typeface="微软雅黑" panose="020B0503020204020204" pitchFamily="34" charset="-122"/>
                <a:cs typeface="Times New Roman" panose="02020603050405020304" pitchFamily="18" charset="0"/>
              </a:rPr>
              <a:t>的可选集</a:t>
            </a: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38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9330">
                                            <p:txEl>
                                              <p:pRg st="0" end="0"/>
                                            </p:txEl>
                                          </p:spTgt>
                                        </p:tgtEl>
                                        <p:attrNameLst>
                                          <p:attrName>style.visibility</p:attrName>
                                        </p:attrNameLst>
                                      </p:cBhvr>
                                      <p:to>
                                        <p:strVal val="visible"/>
                                      </p:to>
                                    </p:set>
                                    <p:animEffect transition="in" filter="wipe(down)">
                                      <p:cBhvr>
                                        <p:cTn id="7" dur="500"/>
                                        <p:tgtEl>
                                          <p:spTgt spid="993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9330">
                                            <p:txEl>
                                              <p:pRg st="1" end="1"/>
                                            </p:txEl>
                                          </p:spTgt>
                                        </p:tgtEl>
                                        <p:attrNameLst>
                                          <p:attrName>style.visibility</p:attrName>
                                        </p:attrNameLst>
                                      </p:cBhvr>
                                      <p:to>
                                        <p:strVal val="visible"/>
                                      </p:to>
                                    </p:set>
                                    <p:animEffect transition="in" filter="wipe(down)">
                                      <p:cBhvr>
                                        <p:cTn id="12" dur="500"/>
                                        <p:tgtEl>
                                          <p:spTgt spid="99330">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99330">
                                            <p:txEl>
                                              <p:pRg st="2" end="2"/>
                                            </p:txEl>
                                          </p:spTgt>
                                        </p:tgtEl>
                                        <p:attrNameLst>
                                          <p:attrName>style.visibility</p:attrName>
                                        </p:attrNameLst>
                                      </p:cBhvr>
                                      <p:to>
                                        <p:strVal val="visible"/>
                                      </p:to>
                                    </p:set>
                                    <p:animEffect transition="in" filter="wipe(down)">
                                      <p:cBhvr>
                                        <p:cTn id="15" dur="500"/>
                                        <p:tgtEl>
                                          <p:spTgt spid="99330">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99330">
                                            <p:txEl>
                                              <p:pRg st="3" end="3"/>
                                            </p:txEl>
                                          </p:spTgt>
                                        </p:tgtEl>
                                        <p:attrNameLst>
                                          <p:attrName>style.visibility</p:attrName>
                                        </p:attrNameLst>
                                      </p:cBhvr>
                                      <p:to>
                                        <p:strVal val="visible"/>
                                      </p:to>
                                    </p:set>
                                    <p:animEffect transition="in" filter="wipe(down)">
                                      <p:cBhvr>
                                        <p:cTn id="18" dur="500"/>
                                        <p:tgtEl>
                                          <p:spTgt spid="99330">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99330">
                                            <p:txEl>
                                              <p:pRg st="4" end="4"/>
                                            </p:txEl>
                                          </p:spTgt>
                                        </p:tgtEl>
                                        <p:attrNameLst>
                                          <p:attrName>style.visibility</p:attrName>
                                        </p:attrNameLst>
                                      </p:cBhvr>
                                      <p:to>
                                        <p:strVal val="visible"/>
                                      </p:to>
                                    </p:set>
                                    <p:animEffect transition="in" filter="wipe(down)">
                                      <p:cBhvr>
                                        <p:cTn id="23" dur="500"/>
                                        <p:tgtEl>
                                          <p:spTgt spid="99330">
                                            <p:txEl>
                                              <p:pRg st="4" end="4"/>
                                            </p:tx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99330">
                                            <p:txEl>
                                              <p:pRg st="5" end="5"/>
                                            </p:txEl>
                                          </p:spTgt>
                                        </p:tgtEl>
                                        <p:attrNameLst>
                                          <p:attrName>style.visibility</p:attrName>
                                        </p:attrNameLst>
                                      </p:cBhvr>
                                      <p:to>
                                        <p:strVal val="visible"/>
                                      </p:to>
                                    </p:set>
                                    <p:animEffect transition="in" filter="wipe(down)">
                                      <p:cBhvr>
                                        <p:cTn id="26" dur="500"/>
                                        <p:tgtEl>
                                          <p:spTgt spid="9933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内容占位符 2"/>
          <p:cNvSpPr>
            <a:spLocks noGrp="1"/>
          </p:cNvSpPr>
          <p:nvPr>
            <p:ph idx="1"/>
          </p:nvPr>
        </p:nvSpPr>
        <p:spPr>
          <a:xfrm>
            <a:off x="285750" y="771550"/>
            <a:ext cx="8572500" cy="4032448"/>
          </a:xfrm>
        </p:spPr>
        <p:txBody>
          <a:bodyPr/>
          <a:lstStyle/>
          <a:p>
            <a:pPr eaLnBrk="1" hangingPunct="1">
              <a:lnSpc>
                <a:spcPts val="3300"/>
              </a:lnSpc>
              <a:buClrTx/>
              <a:buFont typeface="Wingdings" panose="05000000000000000000" pitchFamily="2" charset="2"/>
              <a:buChar char="Ø"/>
              <a:defRPr/>
            </a:pPr>
            <a:r>
              <a:rPr lang="zh-CN" altLang="en-US" sz="2500" b="1" dirty="0">
                <a:solidFill>
                  <a:schemeClr val="tx1"/>
                </a:solidFill>
                <a:latin typeface="+mn-ea"/>
                <a:cs typeface="Times New Roman" panose="02020603050405020304" pitchFamily="18" charset="0"/>
              </a:rPr>
              <a:t>文法</a:t>
            </a:r>
            <a:r>
              <a:rPr lang="en-US" altLang="zh-CN" sz="2500" b="1" i="1" dirty="0">
                <a:solidFill>
                  <a:schemeClr val="tx1"/>
                </a:solidFill>
                <a:cs typeface="Times New Roman" panose="02020603050405020304" pitchFamily="18" charset="0"/>
              </a:rPr>
              <a:t>G</a:t>
            </a:r>
            <a:r>
              <a:rPr lang="zh-CN" altLang="en-US" sz="2500" b="1" dirty="0">
                <a:solidFill>
                  <a:schemeClr val="tx1"/>
                </a:solidFill>
                <a:latin typeface="+mn-ea"/>
                <a:cs typeface="Times New Roman" panose="02020603050405020304" pitchFamily="18" charset="0"/>
              </a:rPr>
              <a:t>是</a:t>
            </a:r>
            <a:r>
              <a:rPr lang="en-US" altLang="zh-CN" sz="2500" b="1" i="1" dirty="0">
                <a:solidFill>
                  <a:srgbClr val="FF0000"/>
                </a:solidFill>
                <a:cs typeface="Times New Roman" panose="02020603050405020304" pitchFamily="18" charset="0"/>
              </a:rPr>
              <a:t>LL</a:t>
            </a:r>
            <a:r>
              <a:rPr lang="en-US" altLang="zh-CN" sz="2500" b="1" dirty="0">
                <a:solidFill>
                  <a:srgbClr val="FF0000"/>
                </a:solidFill>
                <a:latin typeface="+mn-ea"/>
                <a:cs typeface="Times New Roman" panose="02020603050405020304" pitchFamily="18" charset="0"/>
              </a:rPr>
              <a:t>(1)</a:t>
            </a:r>
            <a:r>
              <a:rPr lang="zh-CN" altLang="en-US" sz="2500" b="1" dirty="0">
                <a:solidFill>
                  <a:schemeClr val="tx1"/>
                </a:solidFill>
                <a:latin typeface="+mn-ea"/>
                <a:cs typeface="Times New Roman" panose="02020603050405020304" pitchFamily="18" charset="0"/>
              </a:rPr>
              <a:t>的，当且仅当</a:t>
            </a:r>
            <a:r>
              <a:rPr lang="en-US" altLang="zh-CN" sz="2500" b="1" dirty="0">
                <a:solidFill>
                  <a:schemeClr val="tx1"/>
                </a:solidFill>
                <a:latin typeface="+mn-ea"/>
                <a:cs typeface="Times New Roman" panose="02020603050405020304" pitchFamily="18" charset="0"/>
              </a:rPr>
              <a:t> </a:t>
            </a:r>
            <a:r>
              <a:rPr lang="en-US" altLang="zh-CN" sz="2500" b="1" i="1" dirty="0">
                <a:solidFill>
                  <a:schemeClr val="tx1"/>
                </a:solidFill>
                <a:cs typeface="Times New Roman" panose="02020603050405020304" pitchFamily="18" charset="0"/>
              </a:rPr>
              <a:t>G </a:t>
            </a:r>
            <a:r>
              <a:rPr lang="zh-CN" altLang="en-US" sz="2500" b="1" dirty="0">
                <a:solidFill>
                  <a:schemeClr val="tx1"/>
                </a:solidFill>
                <a:latin typeface="+mn-ea"/>
                <a:cs typeface="Times New Roman" panose="02020603050405020304" pitchFamily="18" charset="0"/>
              </a:rPr>
              <a:t>的</a:t>
            </a:r>
            <a:r>
              <a:rPr lang="zh-CN" altLang="en-US" sz="2500" b="1" dirty="0">
                <a:solidFill>
                  <a:srgbClr val="0070C0"/>
                </a:solidFill>
                <a:latin typeface="+mn-ea"/>
                <a:cs typeface="Times New Roman" panose="02020603050405020304" pitchFamily="18" charset="0"/>
              </a:rPr>
              <a:t>任意两个</a:t>
            </a:r>
            <a:r>
              <a:rPr lang="zh-CN" altLang="en-US" sz="2500" b="1" dirty="0">
                <a:solidFill>
                  <a:schemeClr val="tx1"/>
                </a:solidFill>
                <a:latin typeface="+mn-ea"/>
                <a:cs typeface="Times New Roman" panose="02020603050405020304" pitchFamily="18" charset="0"/>
              </a:rPr>
              <a:t>具有相同左部的</a:t>
            </a:r>
            <a:r>
              <a:rPr lang="zh-CN" altLang="en-US" sz="2500" b="1" dirty="0">
                <a:solidFill>
                  <a:srgbClr val="0070C0"/>
                </a:solidFill>
                <a:latin typeface="+mn-ea"/>
                <a:cs typeface="Times New Roman" panose="02020603050405020304" pitchFamily="18" charset="0"/>
              </a:rPr>
              <a:t>产生式</a:t>
            </a:r>
            <a:r>
              <a:rPr lang="en-US" altLang="zh-CN" sz="2500" b="1" dirty="0">
                <a:solidFill>
                  <a:srgbClr val="0070C0"/>
                </a:solidFill>
                <a:latin typeface="+mn-ea"/>
                <a:cs typeface="Times New Roman" panose="02020603050405020304" pitchFamily="18" charset="0"/>
              </a:rPr>
              <a:t> </a:t>
            </a:r>
            <a:r>
              <a:rPr lang="en-US" altLang="zh-CN" sz="2500" b="1" i="1" dirty="0">
                <a:solidFill>
                  <a:srgbClr val="0070C0"/>
                </a:solidFill>
                <a:cs typeface="Times New Roman" panose="02020603050405020304" pitchFamily="18" charset="0"/>
              </a:rPr>
              <a:t>A → α | β </a:t>
            </a:r>
            <a:r>
              <a:rPr lang="zh-CN" altLang="en-US" sz="2500" b="1" dirty="0">
                <a:solidFill>
                  <a:schemeClr val="tx1"/>
                </a:solidFill>
                <a:latin typeface="+mn-ea"/>
                <a:cs typeface="Times New Roman" panose="02020603050405020304" pitchFamily="18" charset="0"/>
              </a:rPr>
              <a:t>满足条件：</a:t>
            </a:r>
            <a:endParaRPr lang="en-US" altLang="zh-CN" sz="2500" dirty="0">
              <a:latin typeface="+mn-ea"/>
              <a:cs typeface="Times New Roman" panose="02020603050405020304" pitchFamily="18" charset="0"/>
            </a:endParaRPr>
          </a:p>
          <a:p>
            <a:pPr marL="0" lvl="1" indent="0" algn="ctr" eaLnBrk="1" hangingPunct="1">
              <a:lnSpc>
                <a:spcPts val="3300"/>
              </a:lnSpc>
              <a:buNone/>
              <a:defRPr/>
            </a:pPr>
            <a:r>
              <a:rPr lang="en-US" altLang="zh-CN" sz="2500" b="1" dirty="0">
                <a:solidFill>
                  <a:schemeClr val="tx1"/>
                </a:solidFill>
                <a:cs typeface="Times New Roman" panose="02020603050405020304" pitchFamily="18" charset="0"/>
              </a:rPr>
              <a:t>    </a:t>
            </a:r>
            <a:r>
              <a:rPr lang="en-US" altLang="zh-CN" sz="2500" b="1" i="1" dirty="0">
                <a:solidFill>
                  <a:srgbClr val="FF0000"/>
                </a:solidFill>
                <a:cs typeface="Times New Roman" panose="02020603050405020304" pitchFamily="18" charset="0"/>
              </a:rPr>
              <a:t>SELECT</a:t>
            </a:r>
            <a:r>
              <a:rPr lang="en-US" altLang="zh-CN" sz="2500" b="1" dirty="0">
                <a:solidFill>
                  <a:srgbClr val="FF0000"/>
                </a:solidFill>
                <a:cs typeface="Times New Roman" panose="02020603050405020304" pitchFamily="18" charset="0"/>
              </a:rPr>
              <a:t> (</a:t>
            </a:r>
            <a:r>
              <a:rPr lang="en-US" altLang="zh-CN" sz="2500" i="1" dirty="0">
                <a:solidFill>
                  <a:srgbClr val="FF0000"/>
                </a:solidFill>
                <a:cs typeface="Times New Roman" panose="02020603050405020304" pitchFamily="18" charset="0"/>
              </a:rPr>
              <a:t> A → α </a:t>
            </a:r>
            <a:r>
              <a:rPr lang="en-US" altLang="zh-CN" sz="2500" dirty="0">
                <a:solidFill>
                  <a:srgbClr val="FF0000"/>
                </a:solidFill>
                <a:cs typeface="Times New Roman" panose="02020603050405020304" pitchFamily="18" charset="0"/>
              </a:rPr>
              <a:t>) ∩ </a:t>
            </a:r>
            <a:r>
              <a:rPr lang="en-US" altLang="zh-CN" sz="2500" i="1" dirty="0">
                <a:solidFill>
                  <a:srgbClr val="FF0000"/>
                </a:solidFill>
                <a:cs typeface="Times New Roman" panose="02020603050405020304" pitchFamily="18" charset="0"/>
              </a:rPr>
              <a:t>SELECT</a:t>
            </a:r>
            <a:r>
              <a:rPr lang="en-US" altLang="zh-CN" sz="2500" dirty="0">
                <a:solidFill>
                  <a:srgbClr val="FF0000"/>
                </a:solidFill>
                <a:cs typeface="Times New Roman" panose="02020603050405020304" pitchFamily="18" charset="0"/>
              </a:rPr>
              <a:t>( </a:t>
            </a:r>
            <a:r>
              <a:rPr lang="en-US" altLang="zh-CN" sz="2500" i="1" dirty="0">
                <a:solidFill>
                  <a:srgbClr val="FF0000"/>
                </a:solidFill>
                <a:cs typeface="Times New Roman" panose="02020603050405020304" pitchFamily="18" charset="0"/>
              </a:rPr>
              <a:t>A → β </a:t>
            </a:r>
            <a:r>
              <a:rPr lang="en-US" altLang="zh-CN" sz="2500" dirty="0">
                <a:solidFill>
                  <a:srgbClr val="FF0000"/>
                </a:solidFill>
                <a:cs typeface="Times New Roman" panose="02020603050405020304" pitchFamily="18" charset="0"/>
              </a:rPr>
              <a:t>)</a:t>
            </a:r>
            <a:r>
              <a:rPr lang="en-US" altLang="zh-CN" sz="2500" i="1" dirty="0">
                <a:solidFill>
                  <a:srgbClr val="FF0000"/>
                </a:solidFill>
                <a:cs typeface="Times New Roman" panose="02020603050405020304" pitchFamily="18" charset="0"/>
              </a:rPr>
              <a:t> </a:t>
            </a:r>
            <a:r>
              <a:rPr lang="en-US" altLang="zh-CN" sz="2500" dirty="0">
                <a:solidFill>
                  <a:srgbClr val="FF0000"/>
                </a:solidFill>
                <a:cs typeface="Times New Roman" panose="02020603050405020304" pitchFamily="18" charset="0"/>
              </a:rPr>
              <a:t>= </a:t>
            </a:r>
            <a:r>
              <a:rPr lang="el-GR" altLang="zh-CN" sz="2500" dirty="0">
                <a:solidFill>
                  <a:srgbClr val="FF0000"/>
                </a:solidFill>
                <a:cs typeface="Times New Roman" panose="02020603050405020304" pitchFamily="18" charset="0"/>
              </a:rPr>
              <a:t>Φ</a:t>
            </a:r>
            <a:endParaRPr lang="en-US" altLang="zh-CN" sz="2700" dirty="0">
              <a:solidFill>
                <a:srgbClr val="FF0000"/>
              </a:solidFill>
              <a:ea typeface="楷体" panose="02010609060101010101" pitchFamily="49" charset="-122"/>
              <a:cs typeface="Times New Roman" panose="02020603050405020304" pitchFamily="18" charset="0"/>
            </a:endParaRPr>
          </a:p>
          <a:p>
            <a:pPr marL="0" indent="0" eaLnBrk="1" hangingPunct="1">
              <a:lnSpc>
                <a:spcPts val="3300"/>
              </a:lnSpc>
              <a:buNone/>
              <a:defRPr/>
            </a:pPr>
            <a:r>
              <a:rPr lang="zh-CN" altLang="en-US" dirty="0">
                <a:ea typeface="楷体" panose="02010609060101010101" pitchFamily="49" charset="-122"/>
                <a:cs typeface="Times New Roman" panose="02020603050405020304" pitchFamily="18" charset="0"/>
              </a:rPr>
              <a:t>等价于满足下面的条件：</a:t>
            </a:r>
            <a:endParaRPr lang="en-US" altLang="zh-CN" dirty="0">
              <a:ea typeface="楷体" panose="02010609060101010101" pitchFamily="49" charset="-122"/>
              <a:cs typeface="Times New Roman" panose="02020603050405020304" pitchFamily="18" charset="0"/>
            </a:endParaRPr>
          </a:p>
          <a:p>
            <a:pPr marL="760730" lvl="1" indent="-457200" eaLnBrk="1" hangingPunct="1">
              <a:buFont typeface="+mj-ea"/>
              <a:buAutoNum type="circleNumDbPlain"/>
              <a:defRPr/>
            </a:pPr>
            <a:r>
              <a:rPr lang="en-US" altLang="zh-CN" sz="2000" i="1" dirty="0">
                <a:cs typeface="Times New Roman" panose="02020603050405020304" pitchFamily="18" charset="0"/>
              </a:rPr>
              <a:t>FIRST</a:t>
            </a:r>
            <a:r>
              <a:rPr lang="en-US" altLang="zh-CN" sz="2000" dirty="0">
                <a:cs typeface="Times New Roman" panose="02020603050405020304" pitchFamily="18" charset="0"/>
              </a:rPr>
              <a:t> (</a:t>
            </a:r>
            <a:r>
              <a:rPr lang="en-US" altLang="zh-CN" sz="2000" i="1" dirty="0">
                <a:cs typeface="Times New Roman" panose="02020603050405020304" pitchFamily="18" charset="0"/>
              </a:rPr>
              <a:t>α</a:t>
            </a:r>
            <a:r>
              <a:rPr lang="en-US" altLang="zh-CN" sz="2000" dirty="0">
                <a:cs typeface="Times New Roman" panose="02020603050405020304" pitchFamily="18" charset="0"/>
              </a:rPr>
              <a:t>)∩</a:t>
            </a:r>
            <a:r>
              <a:rPr lang="en-US" altLang="zh-CN" sz="2000" i="1" dirty="0">
                <a:cs typeface="Times New Roman" panose="02020603050405020304" pitchFamily="18" charset="0"/>
              </a:rPr>
              <a:t>FIRST</a:t>
            </a:r>
            <a:r>
              <a:rPr lang="en-US" altLang="zh-CN" sz="2000" dirty="0">
                <a:cs typeface="Times New Roman" panose="02020603050405020304" pitchFamily="18" charset="0"/>
              </a:rPr>
              <a:t> (</a:t>
            </a:r>
            <a:r>
              <a:rPr lang="en-US" altLang="zh-CN" sz="2000" i="1" dirty="0">
                <a:cs typeface="Times New Roman" panose="02020603050405020304" pitchFamily="18" charset="0"/>
              </a:rPr>
              <a:t>β</a:t>
            </a:r>
            <a:r>
              <a:rPr lang="en-US" altLang="zh-CN" sz="2000" dirty="0">
                <a:cs typeface="Times New Roman" panose="02020603050405020304" pitchFamily="18" charset="0"/>
              </a:rPr>
              <a:t>) = </a:t>
            </a:r>
            <a:r>
              <a:rPr lang="el-GR" altLang="zh-CN" sz="2000" dirty="0">
                <a:cs typeface="Times New Roman" panose="02020603050405020304" pitchFamily="18" charset="0"/>
              </a:rPr>
              <a:t>Φ</a:t>
            </a:r>
            <a:r>
              <a:rPr lang="en-US" altLang="zh-CN" sz="2000" dirty="0">
                <a:cs typeface="Times New Roman" panose="02020603050405020304" pitchFamily="18" charset="0"/>
              </a:rPr>
              <a:t>  (</a:t>
            </a:r>
            <a:r>
              <a:rPr lang="en-US" altLang="zh-CN" sz="2000" i="1" dirty="0">
                <a:cs typeface="Times New Roman" panose="02020603050405020304" pitchFamily="18" charset="0"/>
              </a:rPr>
              <a:t>α</a:t>
            </a:r>
            <a:r>
              <a:rPr lang="zh-CN" altLang="en-US" sz="2000" dirty="0">
                <a:latin typeface="+mn-ea"/>
                <a:cs typeface="楷体_GB2312"/>
              </a:rPr>
              <a:t>和</a:t>
            </a:r>
            <a:r>
              <a:rPr lang="en-US" altLang="zh-CN" sz="2000" i="1" dirty="0">
                <a:cs typeface="Times New Roman" panose="02020603050405020304" pitchFamily="18" charset="0"/>
              </a:rPr>
              <a:t>β</a:t>
            </a:r>
            <a:r>
              <a:rPr lang="zh-CN" altLang="en-US" sz="2000" dirty="0">
                <a:latin typeface="+mn-ea"/>
                <a:cs typeface="楷体_GB2312"/>
              </a:rPr>
              <a:t>至多有一个能推导出</a:t>
            </a:r>
            <a:r>
              <a:rPr lang="en-US" altLang="zh-CN" sz="2000" i="1" dirty="0">
                <a:latin typeface="+mn-ea"/>
                <a:cs typeface="楷体_GB2312"/>
              </a:rPr>
              <a:t>ε </a:t>
            </a:r>
            <a:r>
              <a:rPr lang="en-US" altLang="zh-CN" sz="2000" dirty="0">
                <a:cs typeface="Times New Roman" panose="02020603050405020304" pitchFamily="18" charset="0"/>
              </a:rPr>
              <a:t>)</a:t>
            </a:r>
            <a:endParaRPr lang="en-US" altLang="zh-CN" sz="2000" dirty="0">
              <a:ea typeface="楷体" panose="02010609060101010101" pitchFamily="49" charset="-122"/>
              <a:cs typeface="Times New Roman" panose="02020603050405020304" pitchFamily="18" charset="0"/>
            </a:endParaRPr>
          </a:p>
          <a:p>
            <a:pPr marL="760730" lvl="1" indent="-457200" eaLnBrk="1" hangingPunct="1">
              <a:buFont typeface="+mj-ea"/>
              <a:buAutoNum type="circleNumDbPlain"/>
              <a:defRPr/>
            </a:pPr>
            <a:r>
              <a:rPr lang="zh-CN" altLang="en-US" sz="2000" dirty="0">
                <a:latin typeface="+mn-ea"/>
              </a:rPr>
              <a:t>如果 </a:t>
            </a:r>
            <a:r>
              <a:rPr lang="en-US" altLang="zh-CN" sz="2000" i="1" dirty="0">
                <a:cs typeface="Times New Roman" panose="02020603050405020304" pitchFamily="18" charset="0"/>
              </a:rPr>
              <a:t>β </a:t>
            </a:r>
            <a:r>
              <a:rPr lang="en-US" altLang="zh-CN" sz="2000" dirty="0">
                <a:cs typeface="Times New Roman" panose="02020603050405020304" pitchFamily="18" charset="0"/>
                <a:sym typeface="Symbol" panose="05050102010706020507" pitchFamily="18" charset="2"/>
              </a:rPr>
              <a:t></a:t>
            </a:r>
            <a:r>
              <a:rPr lang="en-US" altLang="zh-CN" sz="2000" baseline="30000" dirty="0">
                <a:cs typeface="Times New Roman" panose="02020603050405020304" pitchFamily="18" charset="0"/>
              </a:rPr>
              <a:t> </a:t>
            </a:r>
            <a:r>
              <a:rPr lang="en-US" altLang="zh-CN" sz="2000" i="1" dirty="0">
                <a:cs typeface="Times New Roman" panose="02020603050405020304" pitchFamily="18" charset="0"/>
              </a:rPr>
              <a:t>ε</a:t>
            </a:r>
            <a:r>
              <a:rPr lang="zh-CN" altLang="el-GR" sz="2000" dirty="0">
                <a:latin typeface="+mn-ea"/>
              </a:rPr>
              <a:t>，</a:t>
            </a:r>
            <a:r>
              <a:rPr lang="zh-CN" altLang="en-US" sz="2000" dirty="0">
                <a:latin typeface="+mn-ea"/>
              </a:rPr>
              <a:t>则</a:t>
            </a:r>
            <a:r>
              <a:rPr lang="en-US" altLang="zh-CN" sz="2000" i="1" dirty="0">
                <a:cs typeface="Times New Roman" panose="02020603050405020304" pitchFamily="18" charset="0"/>
              </a:rPr>
              <a:t>FIRST </a:t>
            </a:r>
            <a:r>
              <a:rPr lang="en-US" altLang="zh-CN" sz="2000" dirty="0">
                <a:cs typeface="Times New Roman" panose="02020603050405020304" pitchFamily="18" charset="0"/>
              </a:rPr>
              <a:t>(</a:t>
            </a:r>
            <a:r>
              <a:rPr lang="en-US" altLang="zh-CN" sz="2000" i="1" dirty="0">
                <a:cs typeface="Times New Roman" panose="02020603050405020304" pitchFamily="18" charset="0"/>
              </a:rPr>
              <a:t>α</a:t>
            </a:r>
            <a:r>
              <a:rPr lang="en-US" altLang="zh-CN" sz="2000" dirty="0">
                <a:cs typeface="Times New Roman" panose="02020603050405020304" pitchFamily="18" charset="0"/>
              </a:rPr>
              <a:t>)∩</a:t>
            </a:r>
            <a:r>
              <a:rPr lang="en-US" altLang="zh-CN" sz="2000" i="1" dirty="0">
                <a:cs typeface="Times New Roman" panose="02020603050405020304" pitchFamily="18" charset="0"/>
              </a:rPr>
              <a:t>FOLLOW</a:t>
            </a:r>
            <a:r>
              <a:rPr lang="en-US" altLang="zh-CN" sz="2000" dirty="0">
                <a:cs typeface="Times New Roman" panose="02020603050405020304" pitchFamily="18" charset="0"/>
              </a:rPr>
              <a:t>(</a:t>
            </a:r>
            <a:r>
              <a:rPr lang="en-US" altLang="zh-CN" sz="2000" i="1" dirty="0">
                <a:cs typeface="Times New Roman" panose="02020603050405020304" pitchFamily="18" charset="0"/>
              </a:rPr>
              <a:t>A</a:t>
            </a:r>
            <a:r>
              <a:rPr lang="en-US" altLang="zh-CN" sz="2000" dirty="0">
                <a:cs typeface="Times New Roman" panose="02020603050405020304" pitchFamily="18" charset="0"/>
              </a:rPr>
              <a:t>) =</a:t>
            </a:r>
            <a:r>
              <a:rPr lang="el-GR" altLang="zh-CN" sz="2000" dirty="0">
                <a:cs typeface="Times New Roman" panose="02020603050405020304" pitchFamily="18" charset="0"/>
              </a:rPr>
              <a:t>Φ</a:t>
            </a:r>
            <a:r>
              <a:rPr lang="zh-CN" altLang="en-US" sz="2000" dirty="0">
                <a:latin typeface="+mn-ea"/>
                <a:cs typeface="楷体_GB2312"/>
              </a:rPr>
              <a:t>；</a:t>
            </a:r>
            <a:endParaRPr lang="en-US" altLang="zh-CN" sz="2000" dirty="0">
              <a:latin typeface="+mn-ea"/>
              <a:cs typeface="楷体_GB2312"/>
            </a:endParaRPr>
          </a:p>
          <a:p>
            <a:pPr marL="716280" lvl="1" indent="-444500" eaLnBrk="1" hangingPunct="1">
              <a:buFont typeface="+mj-ea"/>
              <a:buAutoNum type="circleNumDbPlain"/>
              <a:defRPr/>
            </a:pPr>
            <a:r>
              <a:rPr lang="zh-CN" altLang="en-US" sz="2000" dirty="0">
                <a:latin typeface="+mn-ea"/>
              </a:rPr>
              <a:t>如果 </a:t>
            </a:r>
            <a:r>
              <a:rPr lang="en-US" altLang="zh-CN" sz="2000" i="1" dirty="0">
                <a:cs typeface="Times New Roman" panose="02020603050405020304" pitchFamily="18" charset="0"/>
              </a:rPr>
              <a:t>α </a:t>
            </a:r>
            <a:r>
              <a:rPr lang="en-US" altLang="zh-CN" sz="2000" dirty="0">
                <a:cs typeface="Times New Roman" panose="02020603050405020304" pitchFamily="18" charset="0"/>
                <a:sym typeface="Symbol" panose="05050102010706020507" pitchFamily="18" charset="2"/>
              </a:rPr>
              <a:t></a:t>
            </a:r>
            <a:r>
              <a:rPr lang="en-US" altLang="zh-CN" sz="2000" dirty="0">
                <a:cs typeface="Times New Roman" panose="02020603050405020304" pitchFamily="18" charset="0"/>
              </a:rPr>
              <a:t> </a:t>
            </a:r>
            <a:r>
              <a:rPr lang="en-US" altLang="zh-CN" sz="2000" i="1" dirty="0">
                <a:cs typeface="Times New Roman" panose="02020603050405020304" pitchFamily="18" charset="0"/>
              </a:rPr>
              <a:t>ε</a:t>
            </a:r>
            <a:r>
              <a:rPr lang="zh-CN" altLang="el-GR" sz="2000" dirty="0">
                <a:latin typeface="+mn-ea"/>
              </a:rPr>
              <a:t>，</a:t>
            </a:r>
            <a:r>
              <a:rPr lang="zh-CN" altLang="en-US" sz="2000" dirty="0">
                <a:latin typeface="+mn-ea"/>
              </a:rPr>
              <a:t>则</a:t>
            </a:r>
            <a:r>
              <a:rPr lang="en-US" altLang="zh-CN" sz="2000" i="1" dirty="0">
                <a:cs typeface="Times New Roman" panose="02020603050405020304" pitchFamily="18" charset="0"/>
              </a:rPr>
              <a:t>FIRST </a:t>
            </a:r>
            <a:r>
              <a:rPr lang="en-US" altLang="zh-CN" sz="2000" dirty="0">
                <a:cs typeface="Times New Roman" panose="02020603050405020304" pitchFamily="18" charset="0"/>
              </a:rPr>
              <a:t>(</a:t>
            </a:r>
            <a:r>
              <a:rPr lang="en-US" altLang="zh-CN" sz="2000" i="1" dirty="0">
                <a:cs typeface="Times New Roman" panose="02020603050405020304" pitchFamily="18" charset="0"/>
              </a:rPr>
              <a:t>β</a:t>
            </a:r>
            <a:r>
              <a:rPr lang="en-US" altLang="zh-CN" sz="2000" dirty="0">
                <a:cs typeface="Times New Roman" panose="02020603050405020304" pitchFamily="18" charset="0"/>
              </a:rPr>
              <a:t>)∩</a:t>
            </a:r>
            <a:r>
              <a:rPr lang="en-US" altLang="zh-CN" sz="2000" i="1" dirty="0">
                <a:cs typeface="Times New Roman" panose="02020603050405020304" pitchFamily="18" charset="0"/>
              </a:rPr>
              <a:t>FOLLOW</a:t>
            </a:r>
            <a:r>
              <a:rPr lang="en-US" altLang="zh-CN" sz="2000" dirty="0">
                <a:cs typeface="Times New Roman" panose="02020603050405020304" pitchFamily="18" charset="0"/>
              </a:rPr>
              <a:t>(</a:t>
            </a:r>
            <a:r>
              <a:rPr lang="en-US" altLang="zh-CN" sz="2000" i="1" dirty="0">
                <a:cs typeface="Times New Roman" panose="02020603050405020304" pitchFamily="18" charset="0"/>
              </a:rPr>
              <a:t>A</a:t>
            </a:r>
            <a:r>
              <a:rPr lang="en-US" altLang="zh-CN" sz="2000" dirty="0">
                <a:cs typeface="Times New Roman" panose="02020603050405020304" pitchFamily="18" charset="0"/>
              </a:rPr>
              <a:t>) =</a:t>
            </a:r>
            <a:r>
              <a:rPr lang="el-GR" altLang="zh-CN" sz="2000" dirty="0">
                <a:cs typeface="Times New Roman" panose="02020603050405020304" pitchFamily="18" charset="0"/>
              </a:rPr>
              <a:t>Φ</a:t>
            </a:r>
            <a:r>
              <a:rPr lang="zh-CN" altLang="en-US" sz="2000" dirty="0">
                <a:latin typeface="+mn-ea"/>
                <a:cs typeface="楷体_GB2312"/>
              </a:rPr>
              <a:t>；</a:t>
            </a:r>
            <a:endParaRPr lang="zh-CN" altLang="en-US" sz="2400" dirty="0">
              <a:solidFill>
                <a:srgbClr val="0070C0"/>
              </a:solidFill>
              <a:ea typeface="楷体" panose="02010609060101010101" pitchFamily="49" charset="-122"/>
              <a:cs typeface="Times New Roman" panose="02020603050405020304" pitchFamily="18" charset="0"/>
            </a:endParaRPr>
          </a:p>
        </p:txBody>
      </p:sp>
      <p:sp>
        <p:nvSpPr>
          <p:cNvPr id="41987" name="标题 2"/>
          <p:cNvSpPr>
            <a:spLocks noGrp="1"/>
          </p:cNvSpPr>
          <p:nvPr>
            <p:ph type="title"/>
          </p:nvPr>
        </p:nvSpPr>
        <p:spPr>
          <a:xfrm>
            <a:off x="755650" y="268288"/>
            <a:ext cx="7931150" cy="358775"/>
          </a:xfrm>
        </p:spPr>
        <p:txBody>
          <a:bodyPr/>
          <a:lstStyle/>
          <a:p>
            <a:pPr>
              <a:defRPr/>
            </a:pPr>
            <a:r>
              <a:rPr lang="en-US" altLang="zh-CN" sz="3000" i="1" spc="300" dirty="0">
                <a:solidFill>
                  <a:schemeClr val="tx1"/>
                </a:solidFill>
                <a:ea typeface="微软雅黑" panose="020B0503020204020204" pitchFamily="34" charset="-122"/>
                <a:cs typeface="Times New Roman" panose="02020603050405020304" pitchFamily="18" charset="0"/>
              </a:rPr>
              <a:t>LL</a:t>
            </a:r>
            <a:r>
              <a:rPr lang="en-US" altLang="zh-CN" sz="3000" spc="300" dirty="0">
                <a:solidFill>
                  <a:schemeClr val="tx1"/>
                </a:solidFill>
                <a:ea typeface="微软雅黑" panose="020B0503020204020204" pitchFamily="34" charset="-122"/>
                <a:cs typeface="Times New Roman" panose="02020603050405020304" pitchFamily="18" charset="0"/>
              </a:rPr>
              <a:t>(1)</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文法</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sp>
        <p:nvSpPr>
          <p:cNvPr id="7" name="矩形 4"/>
          <p:cNvSpPr>
            <a:spLocks noChangeArrowheads="1"/>
          </p:cNvSpPr>
          <p:nvPr/>
        </p:nvSpPr>
        <p:spPr bwMode="auto">
          <a:xfrm>
            <a:off x="191963" y="3939902"/>
            <a:ext cx="8772525" cy="1015663"/>
          </a:xfrm>
          <a:prstGeom prst="rect">
            <a:avLst/>
          </a:prstGeom>
          <a:solidFill>
            <a:schemeClr val="accent5">
              <a:lumMod val="60000"/>
              <a:lumOff val="40000"/>
            </a:schemeClr>
          </a:solidFill>
          <a:ln w="12700">
            <a:solidFill>
              <a:schemeClr val="tx1"/>
            </a:solidFill>
            <a:miter lim="800000"/>
          </a:ln>
        </p:spPr>
        <p:txBody>
          <a:bodyPr wrap="square">
            <a:spAutoFit/>
          </a:bodyPr>
          <a:lstStyle/>
          <a:p>
            <a:pPr marL="285750" indent="-285750" eaLnBrk="1" hangingPunct="1">
              <a:buFont typeface="Wingdings" panose="05000000000000000000" pitchFamily="2" charset="2"/>
              <a:buChar char="Ø"/>
              <a:defRPr/>
            </a:pP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可以为</a:t>
            </a:r>
            <a:r>
              <a:rPr lang="en-US" altLang="zh-CN" sz="2000" b="1" i="1" dirty="0">
                <a:latin typeface="Times New Roman" panose="02020603050405020304" pitchFamily="18" charset="0"/>
                <a:ea typeface="楷体" panose="02010609060101010101" pitchFamily="49" charset="-122"/>
                <a:cs typeface="Times New Roman" panose="02020603050405020304" pitchFamily="18" charset="0"/>
              </a:rPr>
              <a:t>LL</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文法构造确定的预测分析器，进行确定的自顶向下分析。</a:t>
            </a:r>
          </a:p>
          <a:p>
            <a:pPr marL="742950" lvl="1" indent="-285750" eaLnBrk="1" hangingPunct="1">
              <a:buFont typeface="Wingdings" panose="05000000000000000000" pitchFamily="2" charset="2"/>
              <a:buChar char="Ø"/>
              <a:defRPr/>
            </a:pP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第一个“</a:t>
            </a:r>
            <a:r>
              <a:rPr lang="en-US" altLang="zh-CN" sz="2000" b="1" i="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L</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表示</a:t>
            </a:r>
            <a:r>
              <a:rPr lang="zh-CN" altLang="en-US" sz="2000" b="1" dirty="0">
                <a:solidFill>
                  <a:srgbClr val="3333FF"/>
                </a:solidFill>
                <a:latin typeface="Times New Roman" panose="02020603050405020304" pitchFamily="18" charset="0"/>
                <a:ea typeface="楷体" panose="02010609060101010101" pitchFamily="49" charset="-122"/>
                <a:cs typeface="Times New Roman" panose="02020603050405020304" pitchFamily="18" charset="0"/>
              </a:rPr>
              <a:t>从左</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向右扫描输入</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第二个“ </a:t>
            </a:r>
            <a:r>
              <a:rPr lang="en-US" altLang="zh-CN" sz="2000" b="1" i="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L</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表示产生</a:t>
            </a:r>
            <a:r>
              <a:rPr lang="zh-CN" altLang="en-US" sz="2000" b="1" dirty="0">
                <a:solidFill>
                  <a:srgbClr val="3333FF"/>
                </a:solidFill>
                <a:latin typeface="Times New Roman" panose="02020603050405020304" pitchFamily="18" charset="0"/>
                <a:ea typeface="楷体" panose="02010609060101010101" pitchFamily="49" charset="-122"/>
                <a:cs typeface="Times New Roman" panose="02020603050405020304" pitchFamily="18" charset="0"/>
              </a:rPr>
              <a:t>最左</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推导</a:t>
            </a:r>
          </a:p>
          <a:p>
            <a:pPr marL="742950" lvl="1" indent="-285750" eaLnBrk="1" hangingPunct="1">
              <a:buFont typeface="Wingdings" panose="05000000000000000000" pitchFamily="2" charset="2"/>
              <a:buChar char="Ø"/>
              <a:defRPr/>
            </a:pP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表示在每一步中只需要</a:t>
            </a:r>
            <a:r>
              <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向前看一个输入符号</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来决定语法分析动作</a:t>
            </a:r>
          </a:p>
        </p:txBody>
      </p:sp>
      <p:sp>
        <p:nvSpPr>
          <p:cNvPr id="4" name="灯片编号占位符 3"/>
          <p:cNvSpPr>
            <a:spLocks noGrp="1"/>
          </p:cNvSpPr>
          <p:nvPr>
            <p:ph type="sldNum" sz="quarter" idx="12"/>
          </p:nvPr>
        </p:nvSpPr>
        <p:spPr/>
        <p:txBody>
          <a:bodyPr/>
          <a:lstStyle/>
          <a:p>
            <a:pPr>
              <a:defRPr/>
            </a:pPr>
            <a:fld id="{EA567855-7F13-4FC5-AD61-2B82F6443E16}" type="slidenum">
              <a:rPr lang="zh-CN" altLang="en-US" smtClean="0"/>
              <a:t>39</a:t>
            </a:fld>
            <a:endParaRPr lang="en-US" altLang="zh-CN"/>
          </a:p>
        </p:txBody>
      </p:sp>
      <p:sp>
        <p:nvSpPr>
          <p:cNvPr id="6" name="矩形 5"/>
          <p:cNvSpPr/>
          <p:nvPr/>
        </p:nvSpPr>
        <p:spPr>
          <a:xfrm>
            <a:off x="1835696" y="2962270"/>
            <a:ext cx="316112" cy="461665"/>
          </a:xfrm>
          <a:prstGeom prst="rect">
            <a:avLst/>
          </a:prstGeom>
        </p:spPr>
        <p:txBody>
          <a:bodyPr wrap="none">
            <a:spAutoFit/>
          </a:bodyPr>
          <a:lstStyle/>
          <a:p>
            <a:r>
              <a:rPr lang="en-US" altLang="zh-CN" sz="2400" b="1" baseline="30000" dirty="0">
                <a:ea typeface="楷体_GB2312"/>
                <a:cs typeface="楷体_GB2312"/>
              </a:rPr>
              <a:t>*</a:t>
            </a:r>
            <a:endParaRPr lang="zh-CN" altLang="en-US" sz="2400" dirty="0"/>
          </a:p>
        </p:txBody>
      </p:sp>
      <p:sp>
        <p:nvSpPr>
          <p:cNvPr id="8" name="矩形 7"/>
          <p:cNvSpPr/>
          <p:nvPr/>
        </p:nvSpPr>
        <p:spPr>
          <a:xfrm>
            <a:off x="1812816" y="3336900"/>
            <a:ext cx="316112" cy="461665"/>
          </a:xfrm>
          <a:prstGeom prst="rect">
            <a:avLst/>
          </a:prstGeom>
        </p:spPr>
        <p:txBody>
          <a:bodyPr wrap="none">
            <a:spAutoFit/>
          </a:bodyPr>
          <a:lstStyle/>
          <a:p>
            <a:r>
              <a:rPr lang="en-US" altLang="zh-CN" sz="2400" b="1" baseline="30000" dirty="0">
                <a:ea typeface="楷体_GB2312"/>
                <a:cs typeface="楷体_GB2312"/>
              </a:rPr>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1986">
                                            <p:txEl>
                                              <p:pRg st="0" end="0"/>
                                            </p:txEl>
                                          </p:spTgt>
                                        </p:tgtEl>
                                        <p:attrNameLst>
                                          <p:attrName>style.visibility</p:attrName>
                                        </p:attrNameLst>
                                      </p:cBhvr>
                                      <p:to>
                                        <p:strVal val="visible"/>
                                      </p:to>
                                    </p:set>
                                    <p:animEffect transition="in" filter="wipe(down)">
                                      <p:cBhvr>
                                        <p:cTn id="7" dur="500"/>
                                        <p:tgtEl>
                                          <p:spTgt spid="419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1986">
                                            <p:txEl>
                                              <p:pRg st="1" end="1"/>
                                            </p:txEl>
                                          </p:spTgt>
                                        </p:tgtEl>
                                        <p:attrNameLst>
                                          <p:attrName>style.visibility</p:attrName>
                                        </p:attrNameLst>
                                      </p:cBhvr>
                                      <p:to>
                                        <p:strVal val="visible"/>
                                      </p:to>
                                    </p:set>
                                    <p:animEffect transition="in" filter="wipe(down)">
                                      <p:cBhvr>
                                        <p:cTn id="12" dur="500"/>
                                        <p:tgtEl>
                                          <p:spTgt spid="419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1986">
                                            <p:txEl>
                                              <p:pRg st="2" end="2"/>
                                            </p:txEl>
                                          </p:spTgt>
                                        </p:tgtEl>
                                        <p:attrNameLst>
                                          <p:attrName>style.visibility</p:attrName>
                                        </p:attrNameLst>
                                      </p:cBhvr>
                                      <p:to>
                                        <p:strVal val="visible"/>
                                      </p:to>
                                    </p:set>
                                    <p:animEffect transition="in" filter="wipe(down)">
                                      <p:cBhvr>
                                        <p:cTn id="17" dur="500"/>
                                        <p:tgtEl>
                                          <p:spTgt spid="419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1986">
                                            <p:txEl>
                                              <p:pRg st="3" end="3"/>
                                            </p:txEl>
                                          </p:spTgt>
                                        </p:tgtEl>
                                        <p:attrNameLst>
                                          <p:attrName>style.visibility</p:attrName>
                                        </p:attrNameLst>
                                      </p:cBhvr>
                                      <p:to>
                                        <p:strVal val="visible"/>
                                      </p:to>
                                    </p:set>
                                    <p:animEffect transition="in" filter="wipe(down)">
                                      <p:cBhvr>
                                        <p:cTn id="22" dur="500"/>
                                        <p:tgtEl>
                                          <p:spTgt spid="4198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1986">
                                            <p:txEl>
                                              <p:pRg st="4" end="4"/>
                                            </p:txEl>
                                          </p:spTgt>
                                        </p:tgtEl>
                                        <p:attrNameLst>
                                          <p:attrName>style.visibility</p:attrName>
                                        </p:attrNameLst>
                                      </p:cBhvr>
                                      <p:to>
                                        <p:strVal val="visible"/>
                                      </p:to>
                                    </p:set>
                                    <p:animEffect transition="in" filter="wipe(down)">
                                      <p:cBhvr>
                                        <p:cTn id="27" dur="500"/>
                                        <p:tgtEl>
                                          <p:spTgt spid="41986">
                                            <p:txEl>
                                              <p:pRg st="4" end="4"/>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41986">
                                            <p:txEl>
                                              <p:pRg st="5" end="5"/>
                                            </p:txEl>
                                          </p:spTgt>
                                        </p:tgtEl>
                                        <p:attrNameLst>
                                          <p:attrName>style.visibility</p:attrName>
                                        </p:attrNameLst>
                                      </p:cBhvr>
                                      <p:to>
                                        <p:strVal val="visible"/>
                                      </p:to>
                                    </p:set>
                                    <p:animEffect transition="in" filter="wipe(down)">
                                      <p:cBhvr>
                                        <p:cTn id="30" dur="500"/>
                                        <p:tgtEl>
                                          <p:spTgt spid="41986">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fltVal val="0"/>
                                          </p:val>
                                        </p:tav>
                                        <p:tav tm="100000">
                                          <p:val>
                                            <p:strVal val="#ppt_w"/>
                                          </p:val>
                                        </p:tav>
                                      </p:tavLst>
                                    </p:anim>
                                    <p:anim calcmode="lin" valueType="num">
                                      <p:cBhvr>
                                        <p:cTn id="36" dur="500" fill="hold"/>
                                        <p:tgtEl>
                                          <p:spTgt spid="7"/>
                                        </p:tgtEl>
                                        <p:attrNameLst>
                                          <p:attrName>ppt_h</p:attrName>
                                        </p:attrNameLst>
                                      </p:cBhvr>
                                      <p:tavLst>
                                        <p:tav tm="0">
                                          <p:val>
                                            <p:fltVal val="0"/>
                                          </p:val>
                                        </p:tav>
                                        <p:tav tm="100000">
                                          <p:val>
                                            <p:strVal val="#ppt_h"/>
                                          </p:val>
                                        </p:tav>
                                      </p:tavLst>
                                    </p:anim>
                                    <p:animEffect transition="in" filter="fade">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uiExpand="1" build="p"/>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7544" y="915566"/>
            <a:ext cx="8280920" cy="3600400"/>
          </a:xfrm>
        </p:spPr>
        <p:txBody>
          <a:bodyPr/>
          <a:lstStyle/>
          <a:p>
            <a:pPr marL="0" indent="0">
              <a:lnSpc>
                <a:spcPct val="150000"/>
              </a:lnSpc>
              <a:spcBef>
                <a:spcPts val="0"/>
              </a:spcBef>
              <a:buNone/>
            </a:pPr>
            <a:r>
              <a:rPr lang="zh-CN" altLang="en-US" dirty="0"/>
              <a:t>假设，文法不存在左递归、左公因子。</a:t>
            </a:r>
            <a:endParaRPr lang="en-US" altLang="zh-CN" dirty="0"/>
          </a:p>
          <a:p>
            <a:pPr>
              <a:lnSpc>
                <a:spcPct val="150000"/>
              </a:lnSpc>
              <a:spcBef>
                <a:spcPts val="0"/>
              </a:spcBef>
            </a:pPr>
            <a:r>
              <a:rPr lang="zh-CN" altLang="en-US" dirty="0"/>
              <a:t>第一步，计算非终结符的</a:t>
            </a:r>
            <a:r>
              <a:rPr lang="en-US" altLang="zh-CN" i="1" dirty="0">
                <a:solidFill>
                  <a:srgbClr val="0070C0"/>
                </a:solidFill>
              </a:rPr>
              <a:t>FIRST</a:t>
            </a:r>
            <a:r>
              <a:rPr lang="zh-CN" altLang="en-US" dirty="0">
                <a:solidFill>
                  <a:srgbClr val="0070C0"/>
                </a:solidFill>
              </a:rPr>
              <a:t>集</a:t>
            </a:r>
            <a:endParaRPr lang="en-US" altLang="zh-CN" dirty="0">
              <a:solidFill>
                <a:srgbClr val="0070C0"/>
              </a:solidFill>
            </a:endParaRPr>
          </a:p>
          <a:p>
            <a:pPr>
              <a:lnSpc>
                <a:spcPct val="150000"/>
              </a:lnSpc>
              <a:spcBef>
                <a:spcPts val="0"/>
              </a:spcBef>
            </a:pPr>
            <a:r>
              <a:rPr lang="zh-CN" altLang="en-US" dirty="0"/>
              <a:t>第二步，计算非终结符的</a:t>
            </a:r>
            <a:r>
              <a:rPr lang="en-US" altLang="zh-CN" i="1" dirty="0">
                <a:solidFill>
                  <a:srgbClr val="0070C0"/>
                </a:solidFill>
              </a:rPr>
              <a:t>FOLLOW</a:t>
            </a:r>
            <a:r>
              <a:rPr lang="zh-CN" altLang="en-US" dirty="0">
                <a:solidFill>
                  <a:srgbClr val="0070C0"/>
                </a:solidFill>
              </a:rPr>
              <a:t>集</a:t>
            </a:r>
            <a:endParaRPr lang="en-US" altLang="zh-CN" dirty="0">
              <a:solidFill>
                <a:srgbClr val="0070C0"/>
              </a:solidFill>
            </a:endParaRPr>
          </a:p>
          <a:p>
            <a:pPr>
              <a:lnSpc>
                <a:spcPct val="150000"/>
              </a:lnSpc>
              <a:spcBef>
                <a:spcPts val="0"/>
              </a:spcBef>
            </a:pPr>
            <a:r>
              <a:rPr lang="zh-CN" altLang="en-US" dirty="0"/>
              <a:t>第三步，计算具有</a:t>
            </a:r>
            <a:r>
              <a:rPr lang="zh-CN" altLang="en-US" dirty="0">
                <a:solidFill>
                  <a:srgbClr val="0070C0"/>
                </a:solidFill>
              </a:rPr>
              <a:t>相同左部的产生式</a:t>
            </a:r>
            <a:r>
              <a:rPr lang="zh-CN" altLang="en-US" dirty="0"/>
              <a:t>的</a:t>
            </a:r>
            <a:r>
              <a:rPr lang="en-US" altLang="zh-CN" i="1" dirty="0">
                <a:solidFill>
                  <a:srgbClr val="0070C0"/>
                </a:solidFill>
              </a:rPr>
              <a:t>SELECT</a:t>
            </a:r>
            <a:r>
              <a:rPr lang="zh-CN" altLang="en-US" dirty="0">
                <a:solidFill>
                  <a:srgbClr val="0070C0"/>
                </a:solidFill>
              </a:rPr>
              <a:t>集</a:t>
            </a:r>
            <a:endParaRPr lang="en-US" altLang="zh-CN" dirty="0">
              <a:solidFill>
                <a:srgbClr val="0070C0"/>
              </a:solidFill>
            </a:endParaRPr>
          </a:p>
          <a:p>
            <a:pPr>
              <a:lnSpc>
                <a:spcPct val="150000"/>
              </a:lnSpc>
              <a:spcBef>
                <a:spcPts val="0"/>
              </a:spcBef>
            </a:pPr>
            <a:r>
              <a:rPr lang="zh-CN" altLang="en-US" dirty="0"/>
              <a:t>第四步，根据</a:t>
            </a:r>
            <a:r>
              <a:rPr lang="zh-CN" altLang="en-US" dirty="0">
                <a:solidFill>
                  <a:srgbClr val="0070C0"/>
                </a:solidFill>
              </a:rPr>
              <a:t>具有相同左部的产生式的</a:t>
            </a:r>
            <a:r>
              <a:rPr lang="en-US" altLang="zh-CN" i="1" dirty="0">
                <a:solidFill>
                  <a:srgbClr val="0070C0"/>
                </a:solidFill>
              </a:rPr>
              <a:t>SELECT</a:t>
            </a:r>
            <a:r>
              <a:rPr lang="zh-CN" altLang="en-US" dirty="0">
                <a:solidFill>
                  <a:srgbClr val="0070C0"/>
                </a:solidFill>
              </a:rPr>
              <a:t>集是否相交</a:t>
            </a:r>
            <a:r>
              <a:rPr lang="zh-CN" altLang="en-US" dirty="0"/>
              <a:t>，做出判断，给出结论。</a:t>
            </a:r>
          </a:p>
        </p:txBody>
      </p:sp>
      <p:sp>
        <p:nvSpPr>
          <p:cNvPr id="3" name="标题 2"/>
          <p:cNvSpPr>
            <a:spLocks noGrp="1"/>
          </p:cNvSpPr>
          <p:nvPr>
            <p:ph type="title"/>
          </p:nvPr>
        </p:nvSpPr>
        <p:spPr/>
        <p:txBody>
          <a:bodyPr/>
          <a:lstStyle/>
          <a:p>
            <a:r>
              <a:rPr lang="zh-CN" altLang="en-US" dirty="0">
                <a:ea typeface="微软雅黑" panose="020B0503020204020204" pitchFamily="34" charset="-122"/>
                <a:cs typeface="Times New Roman" panose="02020603050405020304" pitchFamily="18" charset="0"/>
              </a:rPr>
              <a:t>判断文法是否是</a:t>
            </a:r>
            <a:r>
              <a:rPr lang="en-US" altLang="zh-CN" i="1" dirty="0">
                <a:ea typeface="微软雅黑" panose="020B0503020204020204" pitchFamily="34" charset="-122"/>
                <a:cs typeface="Times New Roman" panose="02020603050405020304" pitchFamily="18" charset="0"/>
              </a:rPr>
              <a:t>LL</a:t>
            </a:r>
            <a:r>
              <a:rPr lang="en-US" altLang="zh-CN" dirty="0">
                <a:ea typeface="微软雅黑" panose="020B0503020204020204" pitchFamily="34" charset="-122"/>
                <a:cs typeface="Times New Roman" panose="02020603050405020304" pitchFamily="18" charset="0"/>
              </a:rPr>
              <a:t>(1)</a:t>
            </a:r>
            <a:r>
              <a:rPr lang="zh-CN" altLang="en-US" dirty="0">
                <a:ea typeface="微软雅黑" panose="020B0503020204020204" pitchFamily="34" charset="-122"/>
                <a:cs typeface="Times New Roman" panose="02020603050405020304" pitchFamily="18" charset="0"/>
              </a:rPr>
              <a:t>文法</a:t>
            </a:r>
          </a:p>
        </p:txBody>
      </p:sp>
      <p:sp>
        <p:nvSpPr>
          <p:cNvPr id="5" name="灯片编号占位符 4"/>
          <p:cNvSpPr>
            <a:spLocks noGrp="1"/>
          </p:cNvSpPr>
          <p:nvPr>
            <p:ph type="sldNum" sz="quarter" idx="12"/>
          </p:nvPr>
        </p:nvSpPr>
        <p:spPr/>
        <p:txBody>
          <a:bodyPr/>
          <a:lstStyle/>
          <a:p>
            <a:pPr>
              <a:defRPr/>
            </a:pPr>
            <a:fld id="{EA567855-7F13-4FC5-AD61-2B82F6443E16}" type="slidenum">
              <a:rPr lang="zh-CN" altLang="en-US" smtClean="0"/>
              <a:t>40</a:t>
            </a:fld>
            <a:endParaRPr lang="en-US" altLang="zh-C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计算非终结符</a:t>
            </a:r>
            <a:r>
              <a:rPr lang="en-US" altLang="zh-CN" sz="3000" i="1" spc="300" dirty="0">
                <a:solidFill>
                  <a:schemeClr val="tx1"/>
                </a:solidFill>
                <a:ea typeface="微软雅黑" panose="020B0503020204020204" pitchFamily="34" charset="-122"/>
                <a:cs typeface="Times New Roman" panose="02020603050405020304" pitchFamily="18" charset="0"/>
              </a:rPr>
              <a:t>A</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3000" i="1" dirty="0">
                <a:solidFill>
                  <a:schemeClr val="tx1"/>
                </a:solidFill>
                <a:ea typeface="微软雅黑" panose="020B0503020204020204" pitchFamily="34" charset="-122"/>
                <a:cs typeface="Times New Roman" panose="02020603050405020304" pitchFamily="18" charset="0"/>
              </a:rPr>
              <a:t>FOLLOW</a:t>
            </a:r>
            <a:r>
              <a:rPr lang="en-US" altLang="zh-CN" sz="3000" dirty="0">
                <a:solidFill>
                  <a:schemeClr val="tx1"/>
                </a:solidFill>
                <a:ea typeface="微软雅黑" panose="020B0503020204020204" pitchFamily="34" charset="-122"/>
                <a:cs typeface="Times New Roman" panose="02020603050405020304" pitchFamily="18" charset="0"/>
              </a:rPr>
              <a:t>(</a:t>
            </a:r>
            <a:r>
              <a:rPr lang="en-US" altLang="zh-CN" sz="3000" i="1" dirty="0">
                <a:solidFill>
                  <a:schemeClr val="tx1"/>
                </a:solidFill>
                <a:ea typeface="微软雅黑" panose="020B0503020204020204" pitchFamily="34" charset="-122"/>
                <a:cs typeface="Times New Roman" panose="02020603050405020304" pitchFamily="18" charset="0"/>
              </a:rPr>
              <a:t>A</a:t>
            </a:r>
            <a:r>
              <a:rPr lang="en-US" altLang="zh-CN" sz="3000" dirty="0">
                <a:solidFill>
                  <a:schemeClr val="tx1"/>
                </a:solidFill>
                <a:ea typeface="微软雅黑" panose="020B0503020204020204" pitchFamily="34" charset="-122"/>
                <a:cs typeface="Times New Roman" panose="02020603050405020304" pitchFamily="18" charset="0"/>
              </a:rPr>
              <a:t>)</a:t>
            </a:r>
            <a:endParaRPr lang="zh-CN" altLang="en-US" sz="3000" i="1" dirty="0">
              <a:solidFill>
                <a:schemeClr val="tx1"/>
              </a:solidFill>
              <a:ea typeface="微软雅黑" panose="020B0503020204020204" pitchFamily="34" charset="-122"/>
              <a:cs typeface="Times New Roman" panose="02020603050405020304" pitchFamily="18" charset="0"/>
            </a:endParaRPr>
          </a:p>
        </p:txBody>
      </p:sp>
      <p:sp>
        <p:nvSpPr>
          <p:cNvPr id="5" name="矩形 4"/>
          <p:cNvSpPr/>
          <p:nvPr/>
        </p:nvSpPr>
        <p:spPr>
          <a:xfrm>
            <a:off x="283845" y="929005"/>
            <a:ext cx="8551545" cy="1120140"/>
          </a:xfrm>
          <a:prstGeom prst="rect">
            <a:avLst/>
          </a:prstGeom>
          <a:solidFill>
            <a:schemeClr val="accent5">
              <a:lumMod val="60000"/>
              <a:lumOff val="40000"/>
            </a:schemeClr>
          </a:solidFill>
          <a:ln w="12700">
            <a:solidFill>
              <a:schemeClr val="tx1"/>
            </a:solidFill>
          </a:ln>
        </p:spPr>
        <p:txBody>
          <a:bodyPr wrap="square">
            <a:spAutoFit/>
          </a:bodyPr>
          <a:lstStyle>
            <a:lvl1pPr marL="273050" indent="-27305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500"/>
              </a:lnSpc>
              <a:spcBef>
                <a:spcPct val="20000"/>
              </a:spcBef>
              <a:buSzPct val="100000"/>
              <a:buFont typeface="Wingdings" panose="05000000000000000000" pitchFamily="2" charset="2"/>
              <a:buChar char="Ø"/>
              <a:defRPr/>
            </a:pPr>
            <a:r>
              <a:rPr lang="en-US" altLang="zh-CN" sz="2200" b="1" i="1" dirty="0">
                <a:latin typeface="Times New Roman" panose="02020603050405020304" pitchFamily="18" charset="0"/>
                <a:ea typeface="华文楷体" panose="02010600040101010101" pitchFamily="2" charset="-122"/>
                <a:cs typeface="Times New Roman" panose="02020603050405020304" pitchFamily="18" charset="0"/>
              </a:rPr>
              <a:t>FOLLOW</a:t>
            </a:r>
            <a:r>
              <a:rPr lang="en-US" altLang="zh-CN" sz="22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200" b="1" i="1" dirty="0">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2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200" b="1" dirty="0">
                <a:latin typeface="Times New Roman" panose="02020603050405020304" pitchFamily="18" charset="0"/>
                <a:ea typeface="华文楷体" panose="02010600040101010101" pitchFamily="2" charset="-122"/>
                <a:cs typeface="Times New Roman" panose="02020603050405020304" pitchFamily="18" charset="0"/>
              </a:rPr>
              <a:t>：可能在某个句型中紧跟在</a:t>
            </a:r>
            <a:r>
              <a:rPr lang="en-US" altLang="zh-CN" sz="22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200" b="1" i="1" dirty="0">
                <a:latin typeface="Times New Roman" panose="02020603050405020304" pitchFamily="18" charset="0"/>
                <a:ea typeface="华文楷体" panose="02010600040101010101" pitchFamily="2" charset="-122"/>
                <a:cs typeface="Times New Roman" panose="02020603050405020304" pitchFamily="18" charset="0"/>
              </a:rPr>
              <a:t>A </a:t>
            </a:r>
            <a:r>
              <a:rPr lang="zh-CN" altLang="en-US" sz="2200" b="1" dirty="0">
                <a:latin typeface="Times New Roman" panose="02020603050405020304" pitchFamily="18" charset="0"/>
                <a:ea typeface="华文楷体" panose="02010600040101010101" pitchFamily="2" charset="-122"/>
                <a:cs typeface="Times New Roman" panose="02020603050405020304" pitchFamily="18" charset="0"/>
              </a:rPr>
              <a:t>后边的</a:t>
            </a:r>
            <a:r>
              <a:rPr lang="zh-CN" altLang="en-US" sz="22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终结符</a:t>
            </a:r>
            <a:r>
              <a:rPr lang="en-US" altLang="zh-CN" sz="22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200" b="1" i="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a </a:t>
            </a:r>
            <a:r>
              <a:rPr lang="zh-CN" altLang="en-US" sz="2200" b="1" dirty="0">
                <a:latin typeface="Times New Roman" panose="02020603050405020304" pitchFamily="18" charset="0"/>
                <a:ea typeface="华文楷体" panose="02010600040101010101" pitchFamily="2" charset="-122"/>
                <a:cs typeface="Times New Roman" panose="02020603050405020304" pitchFamily="18" charset="0"/>
              </a:rPr>
              <a:t>的集合</a:t>
            </a:r>
            <a:endParaRPr lang="en-US" altLang="zh-CN" sz="2200" b="1" dirty="0">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ts val="2500"/>
              </a:lnSpc>
              <a:spcBef>
                <a:spcPct val="20000"/>
              </a:spcBef>
              <a:buSzPct val="100000"/>
              <a:buFont typeface="Wingdings" panose="05000000000000000000" pitchFamily="2" charset="2"/>
              <a:buChar char="Ø"/>
              <a:defRPr/>
            </a:pPr>
            <a:r>
              <a:rPr lang="zh-CN" altLang="en-US" sz="2200" b="1" dirty="0">
                <a:latin typeface="Times New Roman" panose="02020603050405020304" pitchFamily="18" charset="0"/>
                <a:ea typeface="华文楷体" panose="02010600040101010101" pitchFamily="2" charset="-122"/>
              </a:rPr>
              <a:t>如果</a:t>
            </a:r>
            <a:r>
              <a:rPr lang="en-US" altLang="zh-CN" sz="2200" b="1" dirty="0">
                <a:latin typeface="Times New Roman" panose="02020603050405020304" pitchFamily="18" charset="0"/>
                <a:ea typeface="华文楷体" panose="02010600040101010101" pitchFamily="2" charset="-122"/>
              </a:rPr>
              <a:t> </a:t>
            </a:r>
            <a:r>
              <a:rPr lang="en-US" altLang="zh-CN" sz="2200" b="1" i="1" dirty="0">
                <a:latin typeface="Times New Roman" panose="02020603050405020304" pitchFamily="18" charset="0"/>
                <a:ea typeface="华文楷体" panose="02010600040101010101" pitchFamily="2" charset="-122"/>
              </a:rPr>
              <a:t>A </a:t>
            </a:r>
            <a:r>
              <a:rPr lang="zh-CN" altLang="en-US" sz="2200" b="1" dirty="0">
                <a:latin typeface="Times New Roman" panose="02020603050405020304" pitchFamily="18" charset="0"/>
                <a:ea typeface="华文楷体" panose="02010600040101010101" pitchFamily="2" charset="-122"/>
              </a:rPr>
              <a:t>是某个</a:t>
            </a:r>
            <a:r>
              <a:rPr lang="zh-CN" altLang="en-US" sz="2200" b="1" dirty="0">
                <a:solidFill>
                  <a:srgbClr val="0070C0"/>
                </a:solidFill>
                <a:latin typeface="Times New Roman" panose="02020603050405020304" pitchFamily="18" charset="0"/>
                <a:ea typeface="华文楷体" panose="02010600040101010101" pitchFamily="2" charset="-122"/>
              </a:rPr>
              <a:t>句型</a:t>
            </a:r>
            <a:r>
              <a:rPr lang="zh-CN" altLang="en-US" sz="2200" b="1" dirty="0">
                <a:latin typeface="Times New Roman" panose="02020603050405020304" pitchFamily="18" charset="0"/>
                <a:ea typeface="华文楷体" panose="02010600040101010101" pitchFamily="2" charset="-122"/>
              </a:rPr>
              <a:t>的</a:t>
            </a:r>
            <a:r>
              <a:rPr lang="zh-CN" altLang="en-US" sz="2200" b="1" dirty="0">
                <a:solidFill>
                  <a:srgbClr val="0070C0"/>
                </a:solidFill>
                <a:latin typeface="Times New Roman" panose="02020603050405020304" pitchFamily="18" charset="0"/>
                <a:ea typeface="华文楷体" panose="02010600040101010101" pitchFamily="2" charset="-122"/>
              </a:rPr>
              <a:t>最右符号</a:t>
            </a:r>
            <a:r>
              <a:rPr lang="zh-CN" altLang="en-US" sz="2200" b="1" dirty="0">
                <a:latin typeface="Times New Roman" panose="02020603050405020304" pitchFamily="18" charset="0"/>
                <a:ea typeface="华文楷体" panose="02010600040101010101" pitchFamily="2" charset="-122"/>
              </a:rPr>
              <a:t>，则将结束符</a:t>
            </a:r>
            <a:r>
              <a:rPr lang="en-US" altLang="zh-CN" sz="2200" b="1" dirty="0">
                <a:latin typeface="Times New Roman" panose="02020603050405020304" pitchFamily="18" charset="0"/>
                <a:ea typeface="华文楷体" panose="02010600040101010101" pitchFamily="2" charset="-122"/>
              </a:rPr>
              <a:t> ”</a:t>
            </a:r>
            <a:r>
              <a:rPr lang="en-US" altLang="zh-CN" sz="2200" b="1" dirty="0">
                <a:solidFill>
                  <a:srgbClr val="0070C0"/>
                </a:solidFill>
                <a:latin typeface="Times New Roman" panose="02020603050405020304" pitchFamily="18" charset="0"/>
                <a:ea typeface="华文楷体" panose="02010600040101010101" pitchFamily="2" charset="-122"/>
              </a:rPr>
              <a:t>$</a:t>
            </a:r>
            <a:r>
              <a:rPr lang="en-US" altLang="zh-CN" sz="2200" b="1" dirty="0">
                <a:latin typeface="Times New Roman" panose="02020603050405020304" pitchFamily="18" charset="0"/>
                <a:ea typeface="华文楷体" panose="02010600040101010101" pitchFamily="2" charset="-122"/>
              </a:rPr>
              <a:t>” </a:t>
            </a:r>
            <a:r>
              <a:rPr lang="zh-CN" altLang="en-US" sz="2200" b="1" dirty="0">
                <a:latin typeface="Times New Roman" panose="02020603050405020304" pitchFamily="18" charset="0"/>
                <a:ea typeface="华文楷体" panose="02010600040101010101" pitchFamily="2" charset="-122"/>
              </a:rPr>
              <a:t>添加到</a:t>
            </a:r>
            <a:r>
              <a:rPr lang="en-US" altLang="zh-CN" sz="2200" b="1" i="1" dirty="0">
                <a:latin typeface="Times New Roman" panose="02020603050405020304" pitchFamily="18" charset="0"/>
                <a:ea typeface="华文楷体" panose="02010600040101010101" pitchFamily="2" charset="-122"/>
              </a:rPr>
              <a:t>FOLLOW</a:t>
            </a:r>
            <a:r>
              <a:rPr lang="en-US" altLang="zh-CN" sz="2200" b="1" dirty="0">
                <a:latin typeface="Times New Roman" panose="02020603050405020304" pitchFamily="18" charset="0"/>
                <a:ea typeface="华文楷体" panose="02010600040101010101" pitchFamily="2" charset="-122"/>
              </a:rPr>
              <a:t>(</a:t>
            </a:r>
            <a:r>
              <a:rPr lang="en-US" altLang="zh-CN" sz="2200" b="1" i="1" dirty="0">
                <a:latin typeface="Times New Roman" panose="02020603050405020304" pitchFamily="18" charset="0"/>
                <a:ea typeface="华文楷体" panose="02010600040101010101" pitchFamily="2" charset="-122"/>
              </a:rPr>
              <a:t>A</a:t>
            </a:r>
            <a:r>
              <a:rPr lang="en-US" altLang="zh-CN" sz="2200" b="1" dirty="0">
                <a:latin typeface="Times New Roman" panose="02020603050405020304" pitchFamily="18" charset="0"/>
                <a:ea typeface="华文楷体" panose="02010600040101010101" pitchFamily="2" charset="-122"/>
              </a:rPr>
              <a:t>) </a:t>
            </a:r>
            <a:r>
              <a:rPr lang="zh-CN" altLang="en-US" sz="2200" b="1" dirty="0">
                <a:latin typeface="Times New Roman" panose="02020603050405020304" pitchFamily="18" charset="0"/>
                <a:ea typeface="华文楷体" panose="02010600040101010101" pitchFamily="2" charset="-122"/>
              </a:rPr>
              <a:t>中</a:t>
            </a:r>
          </a:p>
        </p:txBody>
      </p:sp>
      <p:sp>
        <p:nvSpPr>
          <p:cNvPr id="15" name="Text Box 3"/>
          <p:cNvSpPr txBox="1">
            <a:spLocks noChangeArrowheads="1"/>
          </p:cNvSpPr>
          <p:nvPr/>
        </p:nvSpPr>
        <p:spPr bwMode="auto">
          <a:xfrm>
            <a:off x="142875" y="2143125"/>
            <a:ext cx="3386138" cy="257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20000"/>
              </a:spcBef>
              <a:buClr>
                <a:schemeClr val="tx2"/>
              </a:buClr>
              <a:buSzPct val="75000"/>
            </a:pPr>
            <a:r>
              <a:rPr lang="zh-CN" altLang="en-US" sz="2300" b="1" dirty="0">
                <a:latin typeface="楷体" panose="02010609060101010101" pitchFamily="49" charset="-122"/>
                <a:ea typeface="楷体" panose="02010609060101010101" pitchFamily="49" charset="-122"/>
                <a:cs typeface="Times New Roman" panose="02020603050405020304" pitchFamily="18" charset="0"/>
              </a:rPr>
              <a:t>例</a:t>
            </a:r>
            <a:endParaRPr lang="en-US" altLang="zh-CN" sz="2300" b="1" dirty="0">
              <a:latin typeface="楷体" panose="02010609060101010101" pitchFamily="49" charset="-122"/>
              <a:ea typeface="楷体" panose="02010609060101010101" pitchFamily="49" charset="-122"/>
              <a:cs typeface="Times New Roman" panose="02020603050405020304" pitchFamily="18" charset="0"/>
            </a:endParaRPr>
          </a:p>
          <a:p>
            <a:pPr>
              <a:spcBef>
                <a:spcPct val="20000"/>
              </a:spcBef>
              <a:buClr>
                <a:schemeClr val="tx2"/>
              </a:buClr>
              <a:buSzPct val="75000"/>
            </a:pPr>
            <a:r>
              <a:rPr kumimoji="1" lang="en-US" altLang="zh-CN" sz="2300" b="1" dirty="0">
                <a:latin typeface="宋体" panose="02010600030101010101" pitchFamily="2" charset="-122"/>
                <a:ea typeface="楷体" panose="02010609060101010101" pitchFamily="49" charset="-122"/>
                <a:cs typeface="Times New Roman" panose="02020603050405020304" pitchFamily="18" charset="0"/>
              </a:rPr>
              <a:t>① </a:t>
            </a:r>
            <a:r>
              <a:rPr kumimoji="1" lang="en-US" altLang="zh-CN" sz="2300" b="1" i="1" dirty="0">
                <a:latin typeface="Times New Roman" panose="02020603050405020304" pitchFamily="18" charset="0"/>
                <a:ea typeface="楷体_GB2312"/>
                <a:cs typeface="Times New Roman" panose="02020603050405020304" pitchFamily="18" charset="0"/>
              </a:rPr>
              <a:t>E </a:t>
            </a:r>
            <a:r>
              <a:rPr kumimoji="1" lang="en-US" altLang="zh-CN" sz="2300" b="1" dirty="0">
                <a:latin typeface="Times New Roman" panose="02020603050405020304" pitchFamily="18" charset="0"/>
                <a:ea typeface="楷体_GB2312"/>
                <a:cs typeface="Times New Roman" panose="02020603050405020304" pitchFamily="18" charset="0"/>
              </a:rPr>
              <a:t>→ </a:t>
            </a:r>
            <a:r>
              <a:rPr kumimoji="1" lang="en-US" altLang="zh-CN" sz="2300" b="1" i="1" dirty="0">
                <a:latin typeface="Times New Roman" panose="02020603050405020304" pitchFamily="18" charset="0"/>
                <a:ea typeface="楷体_GB2312"/>
                <a:cs typeface="Times New Roman" panose="02020603050405020304" pitchFamily="18" charset="0"/>
              </a:rPr>
              <a:t>TE'</a:t>
            </a:r>
            <a:r>
              <a:rPr kumimoji="1" lang="en-US" altLang="zh-CN" sz="2300" b="1" dirty="0">
                <a:latin typeface="Times New Roman" panose="02020603050405020304" pitchFamily="18" charset="0"/>
                <a:ea typeface="楷体_GB2312"/>
                <a:cs typeface="Times New Roman" panose="02020603050405020304" pitchFamily="18" charset="0"/>
              </a:rPr>
              <a:t> 	 </a:t>
            </a:r>
          </a:p>
          <a:p>
            <a:pPr>
              <a:spcBef>
                <a:spcPct val="20000"/>
              </a:spcBef>
              <a:buClr>
                <a:schemeClr val="tx2"/>
              </a:buClr>
              <a:buSzPct val="75000"/>
            </a:pPr>
            <a:r>
              <a:rPr kumimoji="1" lang="en-US" altLang="zh-CN" sz="2300" b="1" dirty="0">
                <a:latin typeface="宋体" panose="02010600030101010101" pitchFamily="2" charset="-122"/>
                <a:cs typeface="Times New Roman" panose="02020603050405020304" pitchFamily="18" charset="0"/>
              </a:rPr>
              <a:t>② </a:t>
            </a:r>
            <a:r>
              <a:rPr kumimoji="1" lang="en-US" altLang="zh-CN" sz="2300" b="1" i="1" dirty="0">
                <a:latin typeface="Times New Roman" panose="02020603050405020304" pitchFamily="18" charset="0"/>
                <a:ea typeface="楷体_GB2312"/>
                <a:cs typeface="楷体_GB2312"/>
              </a:rPr>
              <a:t>E'</a:t>
            </a:r>
            <a:r>
              <a:rPr kumimoji="1" lang="en-US" altLang="zh-CN" sz="2300" b="1" dirty="0">
                <a:latin typeface="Times New Roman" panose="02020603050405020304" pitchFamily="18" charset="0"/>
                <a:ea typeface="楷体_GB2312"/>
                <a:cs typeface="楷体_GB2312"/>
              </a:rPr>
              <a:t> → +</a:t>
            </a:r>
            <a:r>
              <a:rPr kumimoji="1" lang="en-US" altLang="zh-CN" sz="2300" b="1" i="1" dirty="0">
                <a:latin typeface="Times New Roman" panose="02020603050405020304" pitchFamily="18" charset="0"/>
                <a:ea typeface="楷体_GB2312"/>
                <a:cs typeface="楷体_GB2312"/>
              </a:rPr>
              <a:t>TE'</a:t>
            </a:r>
            <a:r>
              <a:rPr kumimoji="1" lang="en-US" altLang="zh-CN" sz="2300" b="1" dirty="0">
                <a:latin typeface="Times New Roman" panose="02020603050405020304" pitchFamily="18" charset="0"/>
                <a:ea typeface="楷体_GB2312"/>
                <a:cs typeface="楷体_GB2312"/>
              </a:rPr>
              <a:t> |</a:t>
            </a:r>
            <a:r>
              <a:rPr kumimoji="1" lang="en-US" altLang="zh-CN" sz="2300" b="1" i="1" dirty="0">
                <a:latin typeface="Times New Roman" panose="02020603050405020304" pitchFamily="18" charset="0"/>
                <a:ea typeface="楷体_GB2312"/>
                <a:cs typeface="楷体_GB2312"/>
              </a:rPr>
              <a:t>ε</a:t>
            </a:r>
            <a:r>
              <a:rPr kumimoji="1" lang="en-US" altLang="zh-CN" sz="2300" b="1" dirty="0">
                <a:latin typeface="Times New Roman" panose="02020603050405020304" pitchFamily="18" charset="0"/>
                <a:ea typeface="楷体_GB2312"/>
                <a:cs typeface="楷体_GB2312"/>
              </a:rPr>
              <a:t> 	</a:t>
            </a:r>
          </a:p>
          <a:p>
            <a:pPr>
              <a:spcBef>
                <a:spcPct val="20000"/>
              </a:spcBef>
              <a:buClr>
                <a:schemeClr val="tx2"/>
              </a:buClr>
              <a:buSzPct val="75000"/>
            </a:pPr>
            <a:r>
              <a:rPr kumimoji="1" lang="en-US" altLang="zh-CN" sz="2300" b="1" dirty="0">
                <a:latin typeface="宋体" panose="02010600030101010101" pitchFamily="2" charset="-122"/>
              </a:rPr>
              <a:t>③ </a:t>
            </a:r>
            <a:r>
              <a:rPr kumimoji="1" lang="en-US" altLang="zh-CN" sz="2300" b="1" i="1" dirty="0">
                <a:latin typeface="Times New Roman" panose="02020603050405020304" pitchFamily="18" charset="0"/>
                <a:ea typeface="楷体_GB2312"/>
                <a:cs typeface="楷体_GB2312"/>
              </a:rPr>
              <a:t>T</a:t>
            </a:r>
            <a:r>
              <a:rPr kumimoji="1" lang="en-US" altLang="zh-CN" sz="2300" b="1" dirty="0">
                <a:latin typeface="Times New Roman" panose="02020603050405020304" pitchFamily="18" charset="0"/>
                <a:ea typeface="楷体_GB2312"/>
                <a:cs typeface="楷体_GB2312"/>
              </a:rPr>
              <a:t> → </a:t>
            </a:r>
            <a:r>
              <a:rPr kumimoji="1" lang="en-US" altLang="zh-CN" sz="2300" b="1" i="1" dirty="0">
                <a:latin typeface="Times New Roman" panose="02020603050405020304" pitchFamily="18" charset="0"/>
                <a:ea typeface="楷体_GB2312"/>
                <a:cs typeface="楷体_GB2312"/>
              </a:rPr>
              <a:t>FT'</a:t>
            </a:r>
            <a:r>
              <a:rPr kumimoji="1" lang="en-US" altLang="zh-CN" sz="2300" b="1" dirty="0">
                <a:latin typeface="Times New Roman" panose="02020603050405020304" pitchFamily="18" charset="0"/>
                <a:ea typeface="楷体_GB2312"/>
                <a:cs typeface="楷体_GB2312"/>
              </a:rPr>
              <a:t> 	</a:t>
            </a:r>
          </a:p>
          <a:p>
            <a:pPr>
              <a:spcBef>
                <a:spcPct val="20000"/>
              </a:spcBef>
              <a:buClr>
                <a:schemeClr val="tx2"/>
              </a:buClr>
              <a:buSzPct val="75000"/>
            </a:pPr>
            <a:r>
              <a:rPr kumimoji="1" lang="en-US" altLang="zh-CN" sz="2300" b="1" dirty="0">
                <a:latin typeface="宋体" panose="02010600030101010101" pitchFamily="2" charset="-122"/>
              </a:rPr>
              <a:t>④ </a:t>
            </a:r>
            <a:r>
              <a:rPr kumimoji="1" lang="en-US" altLang="zh-CN" sz="2300" b="1" i="1" dirty="0">
                <a:latin typeface="Times New Roman" panose="02020603050405020304" pitchFamily="18" charset="0"/>
                <a:ea typeface="楷体_GB2312"/>
                <a:cs typeface="楷体_GB2312"/>
              </a:rPr>
              <a:t>T' </a:t>
            </a:r>
            <a:r>
              <a:rPr kumimoji="1" lang="en-US" altLang="zh-CN" sz="2300" b="1" dirty="0">
                <a:latin typeface="Times New Roman" panose="02020603050405020304" pitchFamily="18" charset="0"/>
                <a:ea typeface="楷体_GB2312"/>
                <a:cs typeface="楷体_GB2312"/>
              </a:rPr>
              <a:t>→ *</a:t>
            </a:r>
            <a:r>
              <a:rPr kumimoji="1" lang="en-US" altLang="zh-CN" sz="2300" b="1" i="1" dirty="0">
                <a:latin typeface="Times New Roman" panose="02020603050405020304" pitchFamily="18" charset="0"/>
                <a:ea typeface="楷体_GB2312"/>
                <a:cs typeface="楷体_GB2312"/>
              </a:rPr>
              <a:t>FT' </a:t>
            </a:r>
            <a:r>
              <a:rPr kumimoji="1" lang="en-US" altLang="zh-CN" sz="2300" b="1" dirty="0">
                <a:latin typeface="Times New Roman" panose="02020603050405020304" pitchFamily="18" charset="0"/>
                <a:ea typeface="楷体_GB2312"/>
                <a:cs typeface="楷体_GB2312"/>
              </a:rPr>
              <a:t>|</a:t>
            </a:r>
            <a:r>
              <a:rPr kumimoji="1" lang="en-US" altLang="zh-CN" sz="2300" b="1" i="1" dirty="0">
                <a:latin typeface="Times New Roman" panose="02020603050405020304" pitchFamily="18" charset="0"/>
                <a:ea typeface="楷体_GB2312"/>
                <a:cs typeface="楷体_GB2312"/>
              </a:rPr>
              <a:t>ε</a:t>
            </a:r>
            <a:r>
              <a:rPr kumimoji="1" lang="en-US" altLang="zh-CN" sz="2300" b="1" dirty="0">
                <a:latin typeface="Times New Roman" panose="02020603050405020304" pitchFamily="18" charset="0"/>
                <a:ea typeface="楷体_GB2312"/>
                <a:cs typeface="楷体_GB2312"/>
              </a:rPr>
              <a:t>	</a:t>
            </a:r>
          </a:p>
          <a:p>
            <a:pPr>
              <a:spcBef>
                <a:spcPct val="20000"/>
              </a:spcBef>
              <a:buClr>
                <a:schemeClr val="tx2"/>
              </a:buClr>
              <a:buSzPct val="75000"/>
            </a:pPr>
            <a:r>
              <a:rPr kumimoji="1" lang="en-US" altLang="zh-CN" sz="2300" b="1" dirty="0">
                <a:latin typeface="宋体" panose="02010600030101010101" pitchFamily="2" charset="-122"/>
              </a:rPr>
              <a:t>⑤ </a:t>
            </a:r>
            <a:r>
              <a:rPr kumimoji="1" lang="en-US" altLang="zh-CN" sz="2300" b="1" i="1" dirty="0">
                <a:latin typeface="Times New Roman" panose="02020603050405020304" pitchFamily="18" charset="0"/>
                <a:ea typeface="楷体_GB2312"/>
                <a:cs typeface="楷体_GB2312"/>
              </a:rPr>
              <a:t>F</a:t>
            </a:r>
            <a:r>
              <a:rPr kumimoji="1" lang="en-US" altLang="zh-CN" sz="2300" b="1" dirty="0">
                <a:latin typeface="Times New Roman" panose="02020603050405020304" pitchFamily="18" charset="0"/>
                <a:ea typeface="楷体_GB2312"/>
                <a:cs typeface="楷体_GB2312"/>
              </a:rPr>
              <a:t> → (</a:t>
            </a:r>
            <a:r>
              <a:rPr kumimoji="1" lang="en-US" altLang="zh-CN" sz="2300" b="1" i="1" dirty="0">
                <a:latin typeface="Times New Roman" panose="02020603050405020304" pitchFamily="18" charset="0"/>
                <a:ea typeface="楷体_GB2312"/>
                <a:cs typeface="楷体_GB2312"/>
              </a:rPr>
              <a:t>E</a:t>
            </a:r>
            <a:r>
              <a:rPr kumimoji="1" lang="en-US" altLang="zh-CN" sz="2300" b="1" dirty="0">
                <a:latin typeface="Times New Roman" panose="02020603050405020304" pitchFamily="18" charset="0"/>
                <a:ea typeface="楷体_GB2312"/>
                <a:cs typeface="楷体_GB2312"/>
              </a:rPr>
              <a:t>) | id	</a:t>
            </a:r>
          </a:p>
        </p:txBody>
      </p:sp>
      <p:cxnSp>
        <p:nvCxnSpPr>
          <p:cNvPr id="16" name="直接连接符 15"/>
          <p:cNvCxnSpPr/>
          <p:nvPr/>
        </p:nvCxnSpPr>
        <p:spPr>
          <a:xfrm>
            <a:off x="714375" y="3000375"/>
            <a:ext cx="100806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14375" y="3429000"/>
            <a:ext cx="100806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714375" y="3857625"/>
            <a:ext cx="100806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14375" y="4286250"/>
            <a:ext cx="100806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714375" y="4714875"/>
            <a:ext cx="100806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矩形 20"/>
          <p:cNvSpPr>
            <a:spLocks noChangeArrowheads="1"/>
          </p:cNvSpPr>
          <p:nvPr/>
        </p:nvSpPr>
        <p:spPr bwMode="auto">
          <a:xfrm>
            <a:off x="5507038" y="2571750"/>
            <a:ext cx="4279900" cy="214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20000"/>
              </a:spcBef>
              <a:buClr>
                <a:srgbClr val="073E87"/>
              </a:buClr>
              <a:buSzPct val="75000"/>
            </a:pP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FOLLOW</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a:t>
            </a: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E </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  {	        } </a:t>
            </a:r>
          </a:p>
          <a:p>
            <a:pPr>
              <a:spcBef>
                <a:spcPct val="20000"/>
              </a:spcBef>
              <a:buClr>
                <a:srgbClr val="073E87"/>
              </a:buClr>
              <a:buSzPct val="75000"/>
            </a:pP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FOLLOW</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a:t>
            </a: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E</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 {	        }</a:t>
            </a:r>
          </a:p>
          <a:p>
            <a:pPr>
              <a:spcBef>
                <a:spcPct val="20000"/>
              </a:spcBef>
              <a:buClr>
                <a:srgbClr val="073E87"/>
              </a:buClr>
              <a:buSzPct val="75000"/>
            </a:pP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FOLLOW</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a:t>
            </a: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T </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  {</a:t>
            </a:r>
            <a:r>
              <a:rPr lang="en-US" altLang="zh-CN" sz="2300" b="1" i="1">
                <a:solidFill>
                  <a:srgbClr val="000000"/>
                </a:solidFill>
                <a:latin typeface="Times New Roman" panose="02020603050405020304" pitchFamily="18" charset="0"/>
                <a:ea typeface="楷体_GB2312"/>
                <a:cs typeface="Times New Roman" panose="02020603050405020304" pitchFamily="18" charset="0"/>
              </a:rPr>
              <a:t>	        </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a:t>
            </a:r>
          </a:p>
          <a:p>
            <a:pPr>
              <a:spcBef>
                <a:spcPct val="20000"/>
              </a:spcBef>
              <a:buClr>
                <a:srgbClr val="073E87"/>
              </a:buClr>
              <a:buSzPct val="75000"/>
            </a:pP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FOLLOW</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a:t>
            </a: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T'</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 = {</a:t>
            </a:r>
            <a:r>
              <a:rPr lang="en-US" altLang="zh-CN" sz="2300" b="1" i="1">
                <a:solidFill>
                  <a:srgbClr val="000000"/>
                </a:solidFill>
                <a:latin typeface="Times New Roman" panose="02020603050405020304" pitchFamily="18" charset="0"/>
                <a:ea typeface="楷体_GB2312"/>
                <a:cs typeface="Times New Roman" panose="02020603050405020304" pitchFamily="18" charset="0"/>
              </a:rPr>
              <a:t>	        </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a:t>
            </a:r>
          </a:p>
          <a:p>
            <a:pPr>
              <a:spcBef>
                <a:spcPct val="20000"/>
              </a:spcBef>
              <a:buClr>
                <a:srgbClr val="073E87"/>
              </a:buClr>
              <a:buSzPct val="75000"/>
            </a:pP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FOLLOW</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a:t>
            </a: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F </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 {</a:t>
            </a: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                </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a:t>
            </a:r>
          </a:p>
        </p:txBody>
      </p:sp>
      <p:sp>
        <p:nvSpPr>
          <p:cNvPr id="22" name="矩形 21"/>
          <p:cNvSpPr>
            <a:spLocks noChangeArrowheads="1"/>
          </p:cNvSpPr>
          <p:nvPr/>
        </p:nvSpPr>
        <p:spPr bwMode="auto">
          <a:xfrm>
            <a:off x="7858125" y="2593975"/>
            <a:ext cx="331788"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300" b="1">
                <a:solidFill>
                  <a:srgbClr val="FF0000"/>
                </a:solidFill>
                <a:latin typeface="Times New Roman" panose="02020603050405020304" pitchFamily="18" charset="0"/>
                <a:ea typeface="楷体_GB2312"/>
                <a:cs typeface="Times New Roman" panose="02020603050405020304" pitchFamily="18" charset="0"/>
              </a:rPr>
              <a:t>$</a:t>
            </a:r>
            <a:endParaRPr lang="zh-CN" altLang="en-US" sz="2300" b="1">
              <a:solidFill>
                <a:srgbClr val="FF0000"/>
              </a:solidFill>
              <a:ea typeface="楷体_GB2312"/>
              <a:cs typeface="Times New Roman" panose="02020603050405020304" pitchFamily="18" charset="0"/>
            </a:endParaRPr>
          </a:p>
        </p:txBody>
      </p:sp>
      <p:sp>
        <p:nvSpPr>
          <p:cNvPr id="23" name="矩形 22"/>
          <p:cNvSpPr>
            <a:spLocks noChangeArrowheads="1"/>
          </p:cNvSpPr>
          <p:nvPr/>
        </p:nvSpPr>
        <p:spPr bwMode="auto">
          <a:xfrm>
            <a:off x="8216900" y="2593975"/>
            <a:ext cx="2825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a:solidFill>
                  <a:srgbClr val="FF0000"/>
                </a:solidFill>
                <a:latin typeface="Times New Roman" panose="02020603050405020304" pitchFamily="18" charset="0"/>
                <a:ea typeface="楷体_GB2312"/>
                <a:cs typeface="Times New Roman" panose="02020603050405020304" pitchFamily="18" charset="0"/>
              </a:rPr>
              <a:t>)</a:t>
            </a:r>
            <a:endParaRPr lang="zh-CN" altLang="en-US" sz="2300" b="1">
              <a:ea typeface="楷体_GB2312"/>
              <a:cs typeface="Times New Roman" panose="02020603050405020304" pitchFamily="18" charset="0"/>
            </a:endParaRPr>
          </a:p>
        </p:txBody>
      </p:sp>
      <p:sp>
        <p:nvSpPr>
          <p:cNvPr id="24" name="矩形 23"/>
          <p:cNvSpPr>
            <a:spLocks noChangeArrowheads="1"/>
          </p:cNvSpPr>
          <p:nvPr/>
        </p:nvSpPr>
        <p:spPr bwMode="auto">
          <a:xfrm>
            <a:off x="7715250" y="3429000"/>
            <a:ext cx="4984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a:solidFill>
                  <a:srgbClr val="000000"/>
                </a:solidFill>
                <a:latin typeface="Times New Roman" panose="02020603050405020304" pitchFamily="18" charset="0"/>
                <a:ea typeface="楷体_GB2312"/>
                <a:cs typeface="楷体_GB2312"/>
              </a:rPr>
              <a:t> </a:t>
            </a:r>
            <a:r>
              <a:rPr kumimoji="1" lang="en-US" altLang="zh-CN" sz="2300" b="1">
                <a:solidFill>
                  <a:srgbClr val="FF0000"/>
                </a:solidFill>
                <a:latin typeface="Times New Roman" panose="02020603050405020304" pitchFamily="18" charset="0"/>
                <a:ea typeface="楷体_GB2312"/>
                <a:cs typeface="楷体_GB2312"/>
              </a:rPr>
              <a:t>+ </a:t>
            </a:r>
            <a:endParaRPr lang="zh-CN" altLang="en-US" sz="2300" b="1"/>
          </a:p>
        </p:txBody>
      </p:sp>
      <p:sp>
        <p:nvSpPr>
          <p:cNvPr id="25" name="矩形 24"/>
          <p:cNvSpPr>
            <a:spLocks noChangeArrowheads="1"/>
          </p:cNvSpPr>
          <p:nvPr/>
        </p:nvSpPr>
        <p:spPr bwMode="auto">
          <a:xfrm>
            <a:off x="8358188" y="3857625"/>
            <a:ext cx="3556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dirty="0">
                <a:solidFill>
                  <a:srgbClr val="FF0000"/>
                </a:solidFill>
                <a:latin typeface="Times New Roman" panose="02020603050405020304" pitchFamily="18" charset="0"/>
                <a:ea typeface="楷体_GB2312"/>
                <a:cs typeface="楷体_GB2312"/>
              </a:rPr>
              <a:t>) </a:t>
            </a:r>
            <a:endParaRPr lang="zh-CN" altLang="en-US" sz="2300" b="1" dirty="0"/>
          </a:p>
        </p:txBody>
      </p:sp>
      <p:sp>
        <p:nvSpPr>
          <p:cNvPr id="26" name="矩形 25"/>
          <p:cNvSpPr>
            <a:spLocks noChangeArrowheads="1"/>
          </p:cNvSpPr>
          <p:nvPr/>
        </p:nvSpPr>
        <p:spPr bwMode="auto">
          <a:xfrm>
            <a:off x="8094663" y="3429000"/>
            <a:ext cx="4064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300" b="1" dirty="0">
                <a:solidFill>
                  <a:srgbClr val="FF0000"/>
                </a:solidFill>
                <a:latin typeface="Times New Roman" panose="02020603050405020304" pitchFamily="18" charset="0"/>
                <a:ea typeface="楷体_GB2312"/>
                <a:cs typeface="楷体_GB2312"/>
              </a:rPr>
              <a:t>$</a:t>
            </a:r>
            <a:r>
              <a:rPr lang="en-US" altLang="zh-CN" sz="2300" b="1" i="1" dirty="0">
                <a:solidFill>
                  <a:srgbClr val="FF0000"/>
                </a:solidFill>
                <a:latin typeface="Times New Roman" panose="02020603050405020304" pitchFamily="18" charset="0"/>
                <a:ea typeface="楷体_GB2312"/>
                <a:cs typeface="楷体_GB2312"/>
              </a:rPr>
              <a:t> </a:t>
            </a:r>
            <a:endParaRPr lang="zh-CN" altLang="en-US" sz="2300" b="1" dirty="0"/>
          </a:p>
        </p:txBody>
      </p:sp>
      <p:sp>
        <p:nvSpPr>
          <p:cNvPr id="27" name="矩形 26"/>
          <p:cNvSpPr>
            <a:spLocks noChangeArrowheads="1"/>
          </p:cNvSpPr>
          <p:nvPr/>
        </p:nvSpPr>
        <p:spPr bwMode="auto">
          <a:xfrm>
            <a:off x="8196263" y="3000375"/>
            <a:ext cx="3556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a:solidFill>
                  <a:srgbClr val="FF0000"/>
                </a:solidFill>
                <a:latin typeface="Times New Roman" panose="02020603050405020304" pitchFamily="18" charset="0"/>
                <a:ea typeface="楷体_GB2312"/>
                <a:cs typeface="楷体_GB2312"/>
              </a:rPr>
              <a:t>) </a:t>
            </a:r>
            <a:endParaRPr lang="zh-CN" altLang="en-US" sz="2300" b="1"/>
          </a:p>
        </p:txBody>
      </p:sp>
      <p:sp>
        <p:nvSpPr>
          <p:cNvPr id="28" name="矩形 27"/>
          <p:cNvSpPr>
            <a:spLocks noChangeArrowheads="1"/>
          </p:cNvSpPr>
          <p:nvPr/>
        </p:nvSpPr>
        <p:spPr bwMode="auto">
          <a:xfrm>
            <a:off x="7858125" y="3022600"/>
            <a:ext cx="4064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300" b="1" dirty="0">
                <a:solidFill>
                  <a:srgbClr val="FF0000"/>
                </a:solidFill>
                <a:latin typeface="Times New Roman" panose="02020603050405020304" pitchFamily="18" charset="0"/>
                <a:ea typeface="楷体_GB2312"/>
                <a:cs typeface="楷体_GB2312"/>
              </a:rPr>
              <a:t>$</a:t>
            </a:r>
            <a:r>
              <a:rPr kumimoji="1" lang="en-US" altLang="zh-CN" sz="2300" b="1" dirty="0">
                <a:solidFill>
                  <a:srgbClr val="FF0000"/>
                </a:solidFill>
                <a:latin typeface="Times New Roman" panose="02020603050405020304" pitchFamily="18" charset="0"/>
                <a:ea typeface="楷体_GB2312"/>
                <a:cs typeface="楷体_GB2312"/>
              </a:rPr>
              <a:t> </a:t>
            </a:r>
            <a:endParaRPr lang="zh-CN" altLang="en-US" sz="2300" b="1" dirty="0"/>
          </a:p>
        </p:txBody>
      </p:sp>
      <p:sp>
        <p:nvSpPr>
          <p:cNvPr id="29" name="矩形 28"/>
          <p:cNvSpPr>
            <a:spLocks noChangeArrowheads="1"/>
          </p:cNvSpPr>
          <p:nvPr/>
        </p:nvSpPr>
        <p:spPr bwMode="auto">
          <a:xfrm>
            <a:off x="8059738" y="4289425"/>
            <a:ext cx="722312"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a:solidFill>
                  <a:srgbClr val="FF0000"/>
                </a:solidFill>
                <a:latin typeface="Times New Roman" panose="02020603050405020304" pitchFamily="18" charset="0"/>
                <a:ea typeface="楷体_GB2312"/>
                <a:cs typeface="楷体_GB2312"/>
              </a:rPr>
              <a:t>+  </a:t>
            </a:r>
            <a:r>
              <a:rPr lang="en-US" altLang="zh-CN" sz="2300" b="1">
                <a:solidFill>
                  <a:srgbClr val="FF0000"/>
                </a:solidFill>
                <a:latin typeface="Times New Roman" panose="02020603050405020304" pitchFamily="18" charset="0"/>
                <a:ea typeface="楷体_GB2312"/>
                <a:cs typeface="楷体_GB2312"/>
              </a:rPr>
              <a:t>$</a:t>
            </a:r>
            <a:r>
              <a:rPr lang="en-US" altLang="zh-CN" sz="2300" b="1" i="1">
                <a:solidFill>
                  <a:srgbClr val="FF0000"/>
                </a:solidFill>
                <a:latin typeface="Times New Roman" panose="02020603050405020304" pitchFamily="18" charset="0"/>
                <a:ea typeface="楷体_GB2312"/>
                <a:cs typeface="楷体_GB2312"/>
              </a:rPr>
              <a:t> </a:t>
            </a:r>
            <a:endParaRPr lang="zh-CN" altLang="en-US" sz="2300" b="1"/>
          </a:p>
        </p:txBody>
      </p:sp>
      <p:sp>
        <p:nvSpPr>
          <p:cNvPr id="30" name="矩形 29"/>
          <p:cNvSpPr>
            <a:spLocks noChangeArrowheads="1"/>
          </p:cNvSpPr>
          <p:nvPr/>
        </p:nvSpPr>
        <p:spPr bwMode="auto">
          <a:xfrm>
            <a:off x="7793038" y="4340225"/>
            <a:ext cx="4064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dirty="0">
                <a:solidFill>
                  <a:srgbClr val="FF0000"/>
                </a:solidFill>
                <a:latin typeface="Times New Roman" panose="02020603050405020304" pitchFamily="18" charset="0"/>
                <a:ea typeface="楷体_GB2312"/>
                <a:cs typeface="楷体_GB2312"/>
              </a:rPr>
              <a:t>* </a:t>
            </a:r>
            <a:endParaRPr lang="zh-CN" altLang="en-US" sz="2300" b="1" dirty="0"/>
          </a:p>
        </p:txBody>
      </p:sp>
      <p:sp>
        <p:nvSpPr>
          <p:cNvPr id="31" name="矩形 30"/>
          <p:cNvSpPr>
            <a:spLocks noChangeArrowheads="1"/>
          </p:cNvSpPr>
          <p:nvPr/>
        </p:nvSpPr>
        <p:spPr bwMode="auto">
          <a:xfrm>
            <a:off x="8650288" y="4268788"/>
            <a:ext cx="35560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dirty="0">
                <a:solidFill>
                  <a:srgbClr val="FF0000"/>
                </a:solidFill>
                <a:latin typeface="Times New Roman" panose="02020603050405020304" pitchFamily="18" charset="0"/>
                <a:ea typeface="楷体_GB2312"/>
                <a:cs typeface="楷体_GB2312"/>
              </a:rPr>
              <a:t>) </a:t>
            </a:r>
            <a:endParaRPr lang="zh-CN" altLang="en-US" sz="2300" b="1" dirty="0"/>
          </a:p>
        </p:txBody>
      </p:sp>
      <p:sp>
        <p:nvSpPr>
          <p:cNvPr id="32" name="矩形 31"/>
          <p:cNvSpPr>
            <a:spLocks noChangeArrowheads="1"/>
          </p:cNvSpPr>
          <p:nvPr/>
        </p:nvSpPr>
        <p:spPr bwMode="auto">
          <a:xfrm>
            <a:off x="7786688" y="3857625"/>
            <a:ext cx="722312"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dirty="0">
                <a:solidFill>
                  <a:srgbClr val="FF0000"/>
                </a:solidFill>
                <a:latin typeface="Times New Roman" panose="02020603050405020304" pitchFamily="18" charset="0"/>
                <a:ea typeface="楷体_GB2312"/>
                <a:cs typeface="楷体_GB2312"/>
              </a:rPr>
              <a:t>+  </a:t>
            </a:r>
            <a:r>
              <a:rPr lang="en-US" altLang="zh-CN" sz="2300" b="1" dirty="0">
                <a:solidFill>
                  <a:srgbClr val="FF0000"/>
                </a:solidFill>
                <a:latin typeface="Times New Roman" panose="02020603050405020304" pitchFamily="18" charset="0"/>
                <a:ea typeface="楷体_GB2312"/>
                <a:cs typeface="楷体_GB2312"/>
              </a:rPr>
              <a:t>$</a:t>
            </a:r>
            <a:r>
              <a:rPr lang="en-US" altLang="zh-CN" sz="2300" b="1" i="1" dirty="0">
                <a:solidFill>
                  <a:srgbClr val="FF0000"/>
                </a:solidFill>
                <a:latin typeface="Times New Roman" panose="02020603050405020304" pitchFamily="18" charset="0"/>
                <a:ea typeface="楷体_GB2312"/>
                <a:cs typeface="楷体_GB2312"/>
              </a:rPr>
              <a:t> </a:t>
            </a:r>
            <a:endParaRPr lang="zh-CN" altLang="en-US" sz="2300" b="1" dirty="0"/>
          </a:p>
        </p:txBody>
      </p:sp>
      <p:sp>
        <p:nvSpPr>
          <p:cNvPr id="33" name="矩形 32"/>
          <p:cNvSpPr>
            <a:spLocks noChangeArrowheads="1"/>
          </p:cNvSpPr>
          <p:nvPr/>
        </p:nvSpPr>
        <p:spPr bwMode="auto">
          <a:xfrm>
            <a:off x="8358188" y="3411538"/>
            <a:ext cx="282575"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a:solidFill>
                  <a:srgbClr val="FF0000"/>
                </a:solidFill>
                <a:latin typeface="Times New Roman" panose="02020603050405020304" pitchFamily="18" charset="0"/>
                <a:ea typeface="楷体_GB2312"/>
                <a:cs typeface="楷体_GB2312"/>
              </a:rPr>
              <a:t>)</a:t>
            </a:r>
            <a:endParaRPr lang="zh-CN" altLang="en-US" sz="2300" b="1"/>
          </a:p>
        </p:txBody>
      </p:sp>
      <p:sp>
        <p:nvSpPr>
          <p:cNvPr id="34" name="Text Box 3"/>
          <p:cNvSpPr txBox="1">
            <a:spLocks noChangeArrowheads="1"/>
          </p:cNvSpPr>
          <p:nvPr/>
        </p:nvSpPr>
        <p:spPr bwMode="auto">
          <a:xfrm>
            <a:off x="2424113" y="2571750"/>
            <a:ext cx="3576637"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20000"/>
              </a:spcBef>
              <a:buClr>
                <a:schemeClr val="tx2"/>
              </a:buClr>
              <a:buSzPct val="75000"/>
            </a:pPr>
            <a:r>
              <a:rPr kumimoji="1" lang="en-US" altLang="zh-CN" sz="2300" b="1" i="1" dirty="0">
                <a:latin typeface="Times New Roman" panose="02020603050405020304" pitchFamily="18" charset="0"/>
                <a:ea typeface="楷体_GB2312"/>
                <a:cs typeface="Times New Roman" panose="02020603050405020304" pitchFamily="18" charset="0"/>
              </a:rPr>
              <a:t>FIRST </a:t>
            </a:r>
            <a:r>
              <a:rPr kumimoji="1" lang="en-US" altLang="zh-CN" sz="2300" b="1" dirty="0">
                <a:latin typeface="Times New Roman" panose="02020603050405020304" pitchFamily="18" charset="0"/>
                <a:ea typeface="楷体_GB2312"/>
                <a:cs typeface="Times New Roman" panose="02020603050405020304" pitchFamily="18" charset="0"/>
              </a:rPr>
              <a:t>( </a:t>
            </a:r>
            <a:r>
              <a:rPr kumimoji="1" lang="en-US" altLang="zh-CN" sz="2300" b="1" i="1" dirty="0">
                <a:latin typeface="Times New Roman" panose="02020603050405020304" pitchFamily="18" charset="0"/>
                <a:ea typeface="楷体_GB2312"/>
                <a:cs typeface="Times New Roman" panose="02020603050405020304" pitchFamily="18" charset="0"/>
              </a:rPr>
              <a:t>E</a:t>
            </a:r>
            <a:r>
              <a:rPr kumimoji="1" lang="en-US" altLang="zh-CN" sz="2300" b="1" dirty="0">
                <a:latin typeface="Times New Roman" panose="02020603050405020304" pitchFamily="18" charset="0"/>
                <a:ea typeface="楷体_GB2312"/>
                <a:cs typeface="Times New Roman" panose="02020603050405020304" pitchFamily="18" charset="0"/>
              </a:rPr>
              <a:t> )  = {  (   id } </a:t>
            </a:r>
          </a:p>
          <a:p>
            <a:pPr>
              <a:spcBef>
                <a:spcPct val="20000"/>
              </a:spcBef>
              <a:buClr>
                <a:schemeClr val="tx2"/>
              </a:buClr>
              <a:buSzPct val="75000"/>
            </a:pPr>
            <a:r>
              <a:rPr kumimoji="1" lang="en-US" altLang="zh-CN" sz="2300" b="1" i="1" dirty="0">
                <a:latin typeface="Times New Roman" panose="02020603050405020304" pitchFamily="18" charset="0"/>
                <a:ea typeface="楷体_GB2312"/>
                <a:cs typeface="Times New Roman" panose="02020603050405020304" pitchFamily="18" charset="0"/>
              </a:rPr>
              <a:t>FIRST </a:t>
            </a:r>
            <a:r>
              <a:rPr kumimoji="1" lang="en-US" altLang="zh-CN" sz="2300" b="1" dirty="0">
                <a:latin typeface="Times New Roman" panose="02020603050405020304" pitchFamily="18" charset="0"/>
                <a:ea typeface="楷体_GB2312"/>
                <a:cs typeface="Times New Roman" panose="02020603050405020304" pitchFamily="18" charset="0"/>
              </a:rPr>
              <a:t>( </a:t>
            </a:r>
            <a:r>
              <a:rPr kumimoji="1" lang="en-US" altLang="zh-CN" sz="2300" b="1" i="1" dirty="0">
                <a:latin typeface="Times New Roman" panose="02020603050405020304" pitchFamily="18" charset="0"/>
                <a:ea typeface="楷体_GB2312"/>
                <a:cs typeface="Times New Roman" panose="02020603050405020304" pitchFamily="18" charset="0"/>
              </a:rPr>
              <a:t>E' </a:t>
            </a:r>
            <a:r>
              <a:rPr kumimoji="1" lang="en-US" altLang="zh-CN" sz="2300" b="1" dirty="0">
                <a:latin typeface="Times New Roman" panose="02020603050405020304" pitchFamily="18" charset="0"/>
                <a:ea typeface="楷体_GB2312"/>
                <a:cs typeface="Times New Roman" panose="02020603050405020304" pitchFamily="18" charset="0"/>
              </a:rPr>
              <a:t>) = {  +  </a:t>
            </a:r>
            <a:r>
              <a:rPr kumimoji="1" lang="en-US" altLang="zh-CN" sz="2300" b="1" i="1" dirty="0">
                <a:solidFill>
                  <a:srgbClr val="3333FF"/>
                </a:solidFill>
                <a:latin typeface="Times New Roman" panose="02020603050405020304" pitchFamily="18" charset="0"/>
                <a:ea typeface="楷体_GB2312"/>
                <a:cs typeface="Times New Roman" panose="02020603050405020304" pitchFamily="18" charset="0"/>
              </a:rPr>
              <a:t>ε</a:t>
            </a:r>
            <a:r>
              <a:rPr kumimoji="1" lang="en-US" altLang="zh-CN" sz="2300" b="1" dirty="0">
                <a:latin typeface="Times New Roman" panose="02020603050405020304" pitchFamily="18" charset="0"/>
                <a:ea typeface="楷体_GB2312"/>
                <a:cs typeface="Times New Roman" panose="02020603050405020304" pitchFamily="18" charset="0"/>
              </a:rPr>
              <a:t>  }</a:t>
            </a:r>
          </a:p>
          <a:p>
            <a:pPr>
              <a:spcBef>
                <a:spcPct val="20000"/>
              </a:spcBef>
              <a:buClr>
                <a:schemeClr val="tx2"/>
              </a:buClr>
              <a:buSzPct val="75000"/>
            </a:pPr>
            <a:r>
              <a:rPr kumimoji="1" lang="en-US" altLang="zh-CN" sz="2300" b="1" i="1" dirty="0">
                <a:latin typeface="Times New Roman" panose="02020603050405020304" pitchFamily="18" charset="0"/>
                <a:ea typeface="楷体_GB2312"/>
                <a:cs typeface="Times New Roman" panose="02020603050405020304" pitchFamily="18" charset="0"/>
              </a:rPr>
              <a:t>FIRST </a:t>
            </a:r>
            <a:r>
              <a:rPr kumimoji="1" lang="en-US" altLang="zh-CN" sz="2300" b="1" dirty="0">
                <a:latin typeface="Times New Roman" panose="02020603050405020304" pitchFamily="18" charset="0"/>
                <a:ea typeface="楷体_GB2312"/>
                <a:cs typeface="Times New Roman" panose="02020603050405020304" pitchFamily="18" charset="0"/>
              </a:rPr>
              <a:t>( </a:t>
            </a:r>
            <a:r>
              <a:rPr kumimoji="1" lang="en-US" altLang="zh-CN" sz="2300" b="1" i="1" dirty="0">
                <a:latin typeface="Times New Roman" panose="02020603050405020304" pitchFamily="18" charset="0"/>
                <a:ea typeface="楷体_GB2312"/>
                <a:cs typeface="Times New Roman" panose="02020603050405020304" pitchFamily="18" charset="0"/>
              </a:rPr>
              <a:t>T</a:t>
            </a:r>
            <a:r>
              <a:rPr kumimoji="1" lang="en-US" altLang="zh-CN" sz="2300" b="1" dirty="0">
                <a:latin typeface="Times New Roman" panose="02020603050405020304" pitchFamily="18" charset="0"/>
                <a:ea typeface="楷体_GB2312"/>
                <a:cs typeface="Times New Roman" panose="02020603050405020304" pitchFamily="18" charset="0"/>
              </a:rPr>
              <a:t> )  = {  (  id  } </a:t>
            </a:r>
          </a:p>
          <a:p>
            <a:pPr>
              <a:spcBef>
                <a:spcPct val="20000"/>
              </a:spcBef>
              <a:buClr>
                <a:schemeClr val="tx2"/>
              </a:buClr>
              <a:buSzPct val="75000"/>
            </a:pPr>
            <a:r>
              <a:rPr kumimoji="1" lang="en-US" altLang="zh-CN" sz="2300" b="1" i="1" dirty="0">
                <a:latin typeface="Times New Roman" panose="02020603050405020304" pitchFamily="18" charset="0"/>
                <a:ea typeface="楷体_GB2312"/>
                <a:cs typeface="Times New Roman" panose="02020603050405020304" pitchFamily="18" charset="0"/>
              </a:rPr>
              <a:t>FIRST </a:t>
            </a:r>
            <a:r>
              <a:rPr kumimoji="1" lang="en-US" altLang="zh-CN" sz="2300" b="1" dirty="0">
                <a:latin typeface="Times New Roman" panose="02020603050405020304" pitchFamily="18" charset="0"/>
                <a:ea typeface="楷体_GB2312"/>
                <a:cs typeface="Times New Roman" panose="02020603050405020304" pitchFamily="18" charset="0"/>
              </a:rPr>
              <a:t>( </a:t>
            </a:r>
            <a:r>
              <a:rPr kumimoji="1" lang="en-US" altLang="zh-CN" sz="2300" b="1" i="1" dirty="0">
                <a:latin typeface="Times New Roman" panose="02020603050405020304" pitchFamily="18" charset="0"/>
                <a:ea typeface="楷体_GB2312"/>
                <a:cs typeface="Times New Roman" panose="02020603050405020304" pitchFamily="18" charset="0"/>
              </a:rPr>
              <a:t>T'</a:t>
            </a:r>
            <a:r>
              <a:rPr kumimoji="1" lang="en-US" altLang="zh-CN" sz="2300" b="1" dirty="0">
                <a:latin typeface="Times New Roman" panose="02020603050405020304" pitchFamily="18" charset="0"/>
                <a:ea typeface="楷体_GB2312"/>
                <a:cs typeface="Times New Roman" panose="02020603050405020304" pitchFamily="18" charset="0"/>
              </a:rPr>
              <a:t> ) = {  *  </a:t>
            </a:r>
            <a:r>
              <a:rPr kumimoji="1" lang="en-US" altLang="zh-CN" sz="2300" b="1" i="1" dirty="0">
                <a:solidFill>
                  <a:srgbClr val="3333FF"/>
                </a:solidFill>
                <a:latin typeface="Times New Roman" panose="02020603050405020304" pitchFamily="18" charset="0"/>
                <a:ea typeface="楷体_GB2312"/>
                <a:cs typeface="Times New Roman" panose="02020603050405020304" pitchFamily="18" charset="0"/>
              </a:rPr>
              <a:t>ε</a:t>
            </a:r>
            <a:r>
              <a:rPr kumimoji="1" lang="en-US" altLang="zh-CN" sz="2300" b="1" dirty="0">
                <a:latin typeface="Times New Roman" panose="02020603050405020304" pitchFamily="18" charset="0"/>
                <a:ea typeface="楷体_GB2312"/>
                <a:cs typeface="Times New Roman" panose="02020603050405020304" pitchFamily="18" charset="0"/>
              </a:rPr>
              <a:t>   }</a:t>
            </a:r>
          </a:p>
          <a:p>
            <a:pPr>
              <a:spcBef>
                <a:spcPct val="20000"/>
              </a:spcBef>
              <a:buClr>
                <a:schemeClr val="tx2"/>
              </a:buClr>
              <a:buSzPct val="75000"/>
            </a:pPr>
            <a:r>
              <a:rPr kumimoji="1" lang="en-US" altLang="zh-CN" sz="2300" b="1" i="1" dirty="0">
                <a:latin typeface="Times New Roman" panose="02020603050405020304" pitchFamily="18" charset="0"/>
                <a:ea typeface="楷体_GB2312"/>
                <a:cs typeface="Times New Roman" panose="02020603050405020304" pitchFamily="18" charset="0"/>
              </a:rPr>
              <a:t>FIRST </a:t>
            </a:r>
            <a:r>
              <a:rPr kumimoji="1" lang="en-US" altLang="zh-CN" sz="2300" b="1" dirty="0">
                <a:latin typeface="Times New Roman" panose="02020603050405020304" pitchFamily="18" charset="0"/>
                <a:ea typeface="楷体_GB2312"/>
                <a:cs typeface="Times New Roman" panose="02020603050405020304" pitchFamily="18" charset="0"/>
              </a:rPr>
              <a:t>( </a:t>
            </a:r>
            <a:r>
              <a:rPr kumimoji="1" lang="en-US" altLang="zh-CN" sz="2300" b="1" i="1" dirty="0">
                <a:latin typeface="Times New Roman" panose="02020603050405020304" pitchFamily="18" charset="0"/>
                <a:ea typeface="楷体_GB2312"/>
                <a:cs typeface="Times New Roman" panose="02020603050405020304" pitchFamily="18" charset="0"/>
              </a:rPr>
              <a:t>F</a:t>
            </a:r>
            <a:r>
              <a:rPr kumimoji="1" lang="en-US" altLang="zh-CN" sz="2300" b="1" dirty="0">
                <a:latin typeface="Times New Roman" panose="02020603050405020304" pitchFamily="18" charset="0"/>
                <a:ea typeface="楷体_GB2312"/>
                <a:cs typeface="Times New Roman" panose="02020603050405020304" pitchFamily="18" charset="0"/>
              </a:rPr>
              <a:t> )  = {  (  id } </a:t>
            </a:r>
          </a:p>
        </p:txBody>
      </p:sp>
      <p:sp>
        <p:nvSpPr>
          <p:cNvPr id="2" name="椭圆 1"/>
          <p:cNvSpPr/>
          <p:nvPr/>
        </p:nvSpPr>
        <p:spPr>
          <a:xfrm>
            <a:off x="4500563" y="3040063"/>
            <a:ext cx="431800" cy="388937"/>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35" name="椭圆 34"/>
          <p:cNvSpPr/>
          <p:nvPr/>
        </p:nvSpPr>
        <p:spPr>
          <a:xfrm>
            <a:off x="4495800" y="3857625"/>
            <a:ext cx="431800" cy="388938"/>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灯片编号占位符 3"/>
          <p:cNvSpPr>
            <a:spLocks noGrp="1"/>
          </p:cNvSpPr>
          <p:nvPr>
            <p:ph type="sldNum" sz="quarter" idx="12"/>
          </p:nvPr>
        </p:nvSpPr>
        <p:spPr/>
        <p:txBody>
          <a:bodyPr/>
          <a:lstStyle/>
          <a:p>
            <a:pPr>
              <a:defRPr/>
            </a:pPr>
            <a:fld id="{EA567855-7F13-4FC5-AD61-2B82F6443E16}" type="slidenum">
              <a:rPr lang="zh-CN" altLang="en-US" smtClean="0"/>
              <a:t>41</a:t>
            </a:fld>
            <a:endParaRPr lang="en-US" altLang="zh-CN"/>
          </a:p>
        </p:txBody>
      </p:sp>
      <p:sp>
        <p:nvSpPr>
          <p:cNvPr id="36" name="矩形 35"/>
          <p:cNvSpPr/>
          <p:nvPr/>
        </p:nvSpPr>
        <p:spPr>
          <a:xfrm>
            <a:off x="3995936" y="2176291"/>
            <a:ext cx="4775666" cy="369332"/>
          </a:xfrm>
          <a:prstGeom prst="rect">
            <a:avLst/>
          </a:prstGeom>
          <a:solidFill>
            <a:schemeClr val="accent5">
              <a:lumMod val="20000"/>
              <a:lumOff val="80000"/>
            </a:schemeClr>
          </a:solidFill>
          <a:ln>
            <a:solidFill>
              <a:schemeClr val="tx1"/>
            </a:solidFill>
          </a:ln>
        </p:spPr>
        <p:txBody>
          <a:bodyPr wrap="none">
            <a:spAutoFit/>
          </a:bodyPr>
          <a:lstStyle/>
          <a:p>
            <a:r>
              <a:rPr lang="zh-CN" altLang="en-US" sz="1800" b="1" dirty="0">
                <a:latin typeface="+mn-ea"/>
                <a:ea typeface="+mn-ea"/>
                <a:cs typeface="Times New Roman" panose="02020603050405020304" pitchFamily="18" charset="0"/>
              </a:rPr>
              <a:t>非终结符的</a:t>
            </a:r>
            <a:r>
              <a:rPr lang="en-US" altLang="zh-CN" sz="1800" b="1" dirty="0">
                <a:latin typeface="Times New Roman" panose="02020603050405020304" pitchFamily="18" charset="0"/>
                <a:ea typeface="+mn-ea"/>
                <a:cs typeface="Times New Roman" panose="02020603050405020304" pitchFamily="18" charset="0"/>
              </a:rPr>
              <a:t>Follow</a:t>
            </a:r>
            <a:r>
              <a:rPr lang="zh-CN" altLang="en-US" sz="1800" b="1" dirty="0">
                <a:latin typeface="+mn-ea"/>
                <a:ea typeface="+mn-ea"/>
                <a:cs typeface="Times New Roman" panose="02020603050405020304" pitchFamily="18" charset="0"/>
              </a:rPr>
              <a:t>集有依赖关系，需</a:t>
            </a:r>
            <a:r>
              <a:rPr lang="zh-CN" altLang="en-US" sz="1800" b="1" dirty="0">
                <a:solidFill>
                  <a:srgbClr val="0070C0"/>
                </a:solidFill>
                <a:latin typeface="+mn-ea"/>
                <a:ea typeface="+mn-ea"/>
                <a:cs typeface="Times New Roman" panose="02020603050405020304" pitchFamily="18" charset="0"/>
              </a:rPr>
              <a:t>迭代计算</a:t>
            </a:r>
          </a:p>
        </p:txBody>
      </p:sp>
      <p:sp>
        <p:nvSpPr>
          <p:cNvPr id="37" name="矩形 36"/>
          <p:cNvSpPr/>
          <p:nvPr/>
        </p:nvSpPr>
        <p:spPr>
          <a:xfrm>
            <a:off x="714374" y="2172446"/>
            <a:ext cx="3137545" cy="369309"/>
          </a:xfrm>
          <a:prstGeom prst="rect">
            <a:avLst/>
          </a:prstGeom>
          <a:solidFill>
            <a:schemeClr val="accent5">
              <a:lumMod val="20000"/>
              <a:lumOff val="80000"/>
            </a:schemeClr>
          </a:solidFill>
          <a:ln>
            <a:solidFill>
              <a:schemeClr val="tx1"/>
            </a:solidFill>
          </a:ln>
        </p:spPr>
        <p:txBody>
          <a:bodyPr wrap="square">
            <a:spAutoFit/>
          </a:bodyPr>
          <a:lstStyle/>
          <a:p>
            <a:pPr algn="ctr"/>
            <a:r>
              <a:rPr lang="zh-CN" altLang="en-US" sz="1800" b="1" dirty="0">
                <a:latin typeface="+mn-ea"/>
                <a:ea typeface="+mn-ea"/>
                <a:cs typeface="Times New Roman" panose="02020603050405020304" pitchFamily="18" charset="0"/>
              </a:rPr>
              <a:t>首先，将</a:t>
            </a:r>
            <a:r>
              <a:rPr lang="en-US" altLang="zh-CN" sz="1800" b="1" dirty="0">
                <a:solidFill>
                  <a:srgbClr val="0070C0"/>
                </a:solidFill>
                <a:latin typeface="+mn-ea"/>
                <a:ea typeface="+mn-ea"/>
                <a:cs typeface="Times New Roman" panose="02020603050405020304" pitchFamily="18" charset="0"/>
              </a:rPr>
              <a:t>$</a:t>
            </a:r>
            <a:r>
              <a:rPr lang="zh-CN" altLang="en-US" sz="1800" b="1" dirty="0">
                <a:latin typeface="+mn-ea"/>
                <a:ea typeface="+mn-ea"/>
                <a:cs typeface="Times New Roman" panose="02020603050405020304" pitchFamily="18" charset="0"/>
              </a:rPr>
              <a:t>添加到</a:t>
            </a:r>
            <a:r>
              <a:rPr lang="en-US" altLang="zh-CN" sz="1800" b="1" dirty="0">
                <a:solidFill>
                  <a:srgbClr val="0070C0"/>
                </a:solidFill>
                <a:latin typeface="Times New Roman" panose="02020603050405020304" pitchFamily="18" charset="0"/>
                <a:cs typeface="Times New Roman" panose="02020603050405020304" pitchFamily="18" charset="0"/>
              </a:rPr>
              <a:t>Follow(E)</a:t>
            </a:r>
            <a:endParaRPr lang="en-US" altLang="zh-CN" sz="1800" b="1" dirty="0">
              <a:solidFill>
                <a:srgbClr val="0070C0"/>
              </a:solidFill>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53" presetClass="entr" presetSubtype="16" fill="hold" nodeType="with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 calcmode="lin" valueType="num">
                                      <p:cBhvr>
                                        <p:cTn id="12" dur="5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15">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15">
                                            <p:txEl>
                                              <p:pRg st="0" end="0"/>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15">
                                            <p:txEl>
                                              <p:pRg st="1" end="1"/>
                                            </p:txEl>
                                          </p:spTgt>
                                        </p:tgtEl>
                                        <p:attrNameLst>
                                          <p:attrName>style.visibility</p:attrName>
                                        </p:attrNameLst>
                                      </p:cBhvr>
                                      <p:to>
                                        <p:strVal val="visible"/>
                                      </p:to>
                                    </p:set>
                                    <p:anim calcmode="lin" valueType="num">
                                      <p:cBhvr>
                                        <p:cTn id="17" dur="500" fill="hold"/>
                                        <p:tgtEl>
                                          <p:spTgt spid="15">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5">
                                            <p:txEl>
                                              <p:pRg st="1" end="1"/>
                                            </p:txEl>
                                          </p:spTgt>
                                        </p:tgtEl>
                                        <p:attrNameLst>
                                          <p:attrName>ppt_h</p:attrName>
                                        </p:attrNameLst>
                                      </p:cBhvr>
                                      <p:tavLst>
                                        <p:tav tm="0">
                                          <p:val>
                                            <p:fltVal val="0"/>
                                          </p:val>
                                        </p:tav>
                                        <p:tav tm="100000">
                                          <p:val>
                                            <p:strVal val="#ppt_h"/>
                                          </p:val>
                                        </p:tav>
                                      </p:tavLst>
                                    </p:anim>
                                    <p:animEffect transition="in" filter="fade">
                                      <p:cBhvr>
                                        <p:cTn id="19" dur="500"/>
                                        <p:tgtEl>
                                          <p:spTgt spid="15">
                                            <p:txEl>
                                              <p:pRg st="1" end="1"/>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15">
                                            <p:txEl>
                                              <p:pRg st="2" end="2"/>
                                            </p:txEl>
                                          </p:spTgt>
                                        </p:tgtEl>
                                        <p:attrNameLst>
                                          <p:attrName>style.visibility</p:attrName>
                                        </p:attrNameLst>
                                      </p:cBhvr>
                                      <p:to>
                                        <p:strVal val="visible"/>
                                      </p:to>
                                    </p:set>
                                    <p:anim calcmode="lin" valueType="num">
                                      <p:cBhvr>
                                        <p:cTn id="22" dur="500" fill="hold"/>
                                        <p:tgtEl>
                                          <p:spTgt spid="15">
                                            <p:txEl>
                                              <p:pRg st="2" end="2"/>
                                            </p:txEl>
                                          </p:spTgt>
                                        </p:tgtEl>
                                        <p:attrNameLst>
                                          <p:attrName>ppt_w</p:attrName>
                                        </p:attrNameLst>
                                      </p:cBhvr>
                                      <p:tavLst>
                                        <p:tav tm="0">
                                          <p:val>
                                            <p:fltVal val="0"/>
                                          </p:val>
                                        </p:tav>
                                        <p:tav tm="100000">
                                          <p:val>
                                            <p:strVal val="#ppt_w"/>
                                          </p:val>
                                        </p:tav>
                                      </p:tavLst>
                                    </p:anim>
                                    <p:anim calcmode="lin" valueType="num">
                                      <p:cBhvr>
                                        <p:cTn id="23" dur="500" fill="hold"/>
                                        <p:tgtEl>
                                          <p:spTgt spid="15">
                                            <p:txEl>
                                              <p:pRg st="2" end="2"/>
                                            </p:txEl>
                                          </p:spTgt>
                                        </p:tgtEl>
                                        <p:attrNameLst>
                                          <p:attrName>ppt_h</p:attrName>
                                        </p:attrNameLst>
                                      </p:cBhvr>
                                      <p:tavLst>
                                        <p:tav tm="0">
                                          <p:val>
                                            <p:fltVal val="0"/>
                                          </p:val>
                                        </p:tav>
                                        <p:tav tm="100000">
                                          <p:val>
                                            <p:strVal val="#ppt_h"/>
                                          </p:val>
                                        </p:tav>
                                      </p:tavLst>
                                    </p:anim>
                                    <p:animEffect transition="in" filter="fade">
                                      <p:cBhvr>
                                        <p:cTn id="24" dur="500"/>
                                        <p:tgtEl>
                                          <p:spTgt spid="15">
                                            <p:txEl>
                                              <p:pRg st="2" end="2"/>
                                            </p:txEl>
                                          </p:spTgt>
                                        </p:tgtEl>
                                      </p:cBhvr>
                                    </p:animEffect>
                                  </p:childTnLst>
                                </p:cTn>
                              </p:par>
                              <p:par>
                                <p:cTn id="25" presetID="53" presetClass="entr" presetSubtype="16" fill="hold" nodeType="withEffect">
                                  <p:stCondLst>
                                    <p:cond delay="0"/>
                                  </p:stCondLst>
                                  <p:childTnLst>
                                    <p:set>
                                      <p:cBhvr>
                                        <p:cTn id="26" dur="1" fill="hold">
                                          <p:stCondLst>
                                            <p:cond delay="0"/>
                                          </p:stCondLst>
                                        </p:cTn>
                                        <p:tgtEl>
                                          <p:spTgt spid="15">
                                            <p:txEl>
                                              <p:pRg st="3" end="3"/>
                                            </p:txEl>
                                          </p:spTgt>
                                        </p:tgtEl>
                                        <p:attrNameLst>
                                          <p:attrName>style.visibility</p:attrName>
                                        </p:attrNameLst>
                                      </p:cBhvr>
                                      <p:to>
                                        <p:strVal val="visible"/>
                                      </p:to>
                                    </p:set>
                                    <p:anim calcmode="lin" valueType="num">
                                      <p:cBhvr>
                                        <p:cTn id="27" dur="500" fill="hold"/>
                                        <p:tgtEl>
                                          <p:spTgt spid="15">
                                            <p:txEl>
                                              <p:pRg st="3" end="3"/>
                                            </p:txEl>
                                          </p:spTgt>
                                        </p:tgtEl>
                                        <p:attrNameLst>
                                          <p:attrName>ppt_w</p:attrName>
                                        </p:attrNameLst>
                                      </p:cBhvr>
                                      <p:tavLst>
                                        <p:tav tm="0">
                                          <p:val>
                                            <p:fltVal val="0"/>
                                          </p:val>
                                        </p:tav>
                                        <p:tav tm="100000">
                                          <p:val>
                                            <p:strVal val="#ppt_w"/>
                                          </p:val>
                                        </p:tav>
                                      </p:tavLst>
                                    </p:anim>
                                    <p:anim calcmode="lin" valueType="num">
                                      <p:cBhvr>
                                        <p:cTn id="28" dur="500" fill="hold"/>
                                        <p:tgtEl>
                                          <p:spTgt spid="15">
                                            <p:txEl>
                                              <p:pRg st="3" end="3"/>
                                            </p:txEl>
                                          </p:spTgt>
                                        </p:tgtEl>
                                        <p:attrNameLst>
                                          <p:attrName>ppt_h</p:attrName>
                                        </p:attrNameLst>
                                      </p:cBhvr>
                                      <p:tavLst>
                                        <p:tav tm="0">
                                          <p:val>
                                            <p:fltVal val="0"/>
                                          </p:val>
                                        </p:tav>
                                        <p:tav tm="100000">
                                          <p:val>
                                            <p:strVal val="#ppt_h"/>
                                          </p:val>
                                        </p:tav>
                                      </p:tavLst>
                                    </p:anim>
                                    <p:animEffect transition="in" filter="fade">
                                      <p:cBhvr>
                                        <p:cTn id="29" dur="500"/>
                                        <p:tgtEl>
                                          <p:spTgt spid="15">
                                            <p:txEl>
                                              <p:pRg st="3" end="3"/>
                                            </p:txEl>
                                          </p:spTgt>
                                        </p:tgtEl>
                                      </p:cBhvr>
                                    </p:animEffect>
                                  </p:childTnLst>
                                </p:cTn>
                              </p:par>
                              <p:par>
                                <p:cTn id="30" presetID="53" presetClass="entr" presetSubtype="16" fill="hold" nodeType="withEffect">
                                  <p:stCondLst>
                                    <p:cond delay="0"/>
                                  </p:stCondLst>
                                  <p:childTnLst>
                                    <p:set>
                                      <p:cBhvr>
                                        <p:cTn id="31" dur="1" fill="hold">
                                          <p:stCondLst>
                                            <p:cond delay="0"/>
                                          </p:stCondLst>
                                        </p:cTn>
                                        <p:tgtEl>
                                          <p:spTgt spid="15">
                                            <p:txEl>
                                              <p:pRg st="4" end="4"/>
                                            </p:txEl>
                                          </p:spTgt>
                                        </p:tgtEl>
                                        <p:attrNameLst>
                                          <p:attrName>style.visibility</p:attrName>
                                        </p:attrNameLst>
                                      </p:cBhvr>
                                      <p:to>
                                        <p:strVal val="visible"/>
                                      </p:to>
                                    </p:set>
                                    <p:anim calcmode="lin" valueType="num">
                                      <p:cBhvr>
                                        <p:cTn id="32" dur="500" fill="hold"/>
                                        <p:tgtEl>
                                          <p:spTgt spid="15">
                                            <p:txEl>
                                              <p:pRg st="4" end="4"/>
                                            </p:txEl>
                                          </p:spTgt>
                                        </p:tgtEl>
                                        <p:attrNameLst>
                                          <p:attrName>ppt_w</p:attrName>
                                        </p:attrNameLst>
                                      </p:cBhvr>
                                      <p:tavLst>
                                        <p:tav tm="0">
                                          <p:val>
                                            <p:fltVal val="0"/>
                                          </p:val>
                                        </p:tav>
                                        <p:tav tm="100000">
                                          <p:val>
                                            <p:strVal val="#ppt_w"/>
                                          </p:val>
                                        </p:tav>
                                      </p:tavLst>
                                    </p:anim>
                                    <p:anim calcmode="lin" valueType="num">
                                      <p:cBhvr>
                                        <p:cTn id="33" dur="500" fill="hold"/>
                                        <p:tgtEl>
                                          <p:spTgt spid="15">
                                            <p:txEl>
                                              <p:pRg st="4" end="4"/>
                                            </p:txEl>
                                          </p:spTgt>
                                        </p:tgtEl>
                                        <p:attrNameLst>
                                          <p:attrName>ppt_h</p:attrName>
                                        </p:attrNameLst>
                                      </p:cBhvr>
                                      <p:tavLst>
                                        <p:tav tm="0">
                                          <p:val>
                                            <p:fltVal val="0"/>
                                          </p:val>
                                        </p:tav>
                                        <p:tav tm="100000">
                                          <p:val>
                                            <p:strVal val="#ppt_h"/>
                                          </p:val>
                                        </p:tav>
                                      </p:tavLst>
                                    </p:anim>
                                    <p:animEffect transition="in" filter="fade">
                                      <p:cBhvr>
                                        <p:cTn id="34" dur="500"/>
                                        <p:tgtEl>
                                          <p:spTgt spid="15">
                                            <p:txEl>
                                              <p:pRg st="4" end="4"/>
                                            </p:txEl>
                                          </p:spTgt>
                                        </p:tgtEl>
                                      </p:cBhvr>
                                    </p:animEffect>
                                  </p:childTnLst>
                                </p:cTn>
                              </p:par>
                              <p:par>
                                <p:cTn id="35" presetID="53" presetClass="entr" presetSubtype="16" fill="hold" nodeType="withEffect">
                                  <p:stCondLst>
                                    <p:cond delay="0"/>
                                  </p:stCondLst>
                                  <p:childTnLst>
                                    <p:set>
                                      <p:cBhvr>
                                        <p:cTn id="36" dur="1" fill="hold">
                                          <p:stCondLst>
                                            <p:cond delay="0"/>
                                          </p:stCondLst>
                                        </p:cTn>
                                        <p:tgtEl>
                                          <p:spTgt spid="15">
                                            <p:txEl>
                                              <p:pRg st="5" end="5"/>
                                            </p:txEl>
                                          </p:spTgt>
                                        </p:tgtEl>
                                        <p:attrNameLst>
                                          <p:attrName>style.visibility</p:attrName>
                                        </p:attrNameLst>
                                      </p:cBhvr>
                                      <p:to>
                                        <p:strVal val="visible"/>
                                      </p:to>
                                    </p:set>
                                    <p:anim calcmode="lin" valueType="num">
                                      <p:cBhvr>
                                        <p:cTn id="37" dur="500" fill="hold"/>
                                        <p:tgtEl>
                                          <p:spTgt spid="15">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15">
                                            <p:txEl>
                                              <p:pRg st="5" end="5"/>
                                            </p:txEl>
                                          </p:spTgt>
                                        </p:tgtEl>
                                        <p:attrNameLst>
                                          <p:attrName>ppt_h</p:attrName>
                                        </p:attrNameLst>
                                      </p:cBhvr>
                                      <p:tavLst>
                                        <p:tav tm="0">
                                          <p:val>
                                            <p:fltVal val="0"/>
                                          </p:val>
                                        </p:tav>
                                        <p:tav tm="100000">
                                          <p:val>
                                            <p:strVal val="#ppt_h"/>
                                          </p:val>
                                        </p:tav>
                                      </p:tavLst>
                                    </p:anim>
                                    <p:animEffect transition="in" filter="fade">
                                      <p:cBhvr>
                                        <p:cTn id="39" dur="500"/>
                                        <p:tgtEl>
                                          <p:spTgt spid="15">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par>
                                <p:cTn id="47" presetID="53" presetClass="entr" presetSubtype="16" fill="hold" nodeType="withEffect">
                                  <p:stCondLst>
                                    <p:cond delay="0"/>
                                  </p:stCondLst>
                                  <p:childTnLst>
                                    <p:set>
                                      <p:cBhvr>
                                        <p:cTn id="48" dur="1" fill="hold">
                                          <p:stCondLst>
                                            <p:cond delay="0"/>
                                          </p:stCondLst>
                                        </p:cTn>
                                        <p:tgtEl>
                                          <p:spTgt spid="34">
                                            <p:txEl>
                                              <p:pRg st="0" end="0"/>
                                            </p:txEl>
                                          </p:spTgt>
                                        </p:tgtEl>
                                        <p:attrNameLst>
                                          <p:attrName>style.visibility</p:attrName>
                                        </p:attrNameLst>
                                      </p:cBhvr>
                                      <p:to>
                                        <p:strVal val="visible"/>
                                      </p:to>
                                    </p:set>
                                    <p:anim calcmode="lin" valueType="num">
                                      <p:cBhvr>
                                        <p:cTn id="49" dur="500" fill="hold"/>
                                        <p:tgtEl>
                                          <p:spTgt spid="34">
                                            <p:txEl>
                                              <p:pRg st="0" end="0"/>
                                            </p:txEl>
                                          </p:spTgt>
                                        </p:tgtEl>
                                        <p:attrNameLst>
                                          <p:attrName>ppt_w</p:attrName>
                                        </p:attrNameLst>
                                      </p:cBhvr>
                                      <p:tavLst>
                                        <p:tav tm="0">
                                          <p:val>
                                            <p:fltVal val="0"/>
                                          </p:val>
                                        </p:tav>
                                        <p:tav tm="100000">
                                          <p:val>
                                            <p:strVal val="#ppt_w"/>
                                          </p:val>
                                        </p:tav>
                                      </p:tavLst>
                                    </p:anim>
                                    <p:anim calcmode="lin" valueType="num">
                                      <p:cBhvr>
                                        <p:cTn id="50" dur="500" fill="hold"/>
                                        <p:tgtEl>
                                          <p:spTgt spid="34">
                                            <p:txEl>
                                              <p:pRg st="0" end="0"/>
                                            </p:txEl>
                                          </p:spTgt>
                                        </p:tgtEl>
                                        <p:attrNameLst>
                                          <p:attrName>ppt_h</p:attrName>
                                        </p:attrNameLst>
                                      </p:cBhvr>
                                      <p:tavLst>
                                        <p:tav tm="0">
                                          <p:val>
                                            <p:fltVal val="0"/>
                                          </p:val>
                                        </p:tav>
                                        <p:tav tm="100000">
                                          <p:val>
                                            <p:strVal val="#ppt_h"/>
                                          </p:val>
                                        </p:tav>
                                      </p:tavLst>
                                    </p:anim>
                                    <p:animEffect transition="in" filter="fade">
                                      <p:cBhvr>
                                        <p:cTn id="51" dur="500"/>
                                        <p:tgtEl>
                                          <p:spTgt spid="34">
                                            <p:txEl>
                                              <p:pRg st="0" end="0"/>
                                            </p:txEl>
                                          </p:spTgt>
                                        </p:tgtEl>
                                      </p:cBhvr>
                                    </p:animEffect>
                                  </p:childTnLst>
                                </p:cTn>
                              </p:par>
                              <p:par>
                                <p:cTn id="52" presetID="53" presetClass="entr" presetSubtype="16" fill="hold" nodeType="withEffect">
                                  <p:stCondLst>
                                    <p:cond delay="0"/>
                                  </p:stCondLst>
                                  <p:childTnLst>
                                    <p:set>
                                      <p:cBhvr>
                                        <p:cTn id="53" dur="1" fill="hold">
                                          <p:stCondLst>
                                            <p:cond delay="0"/>
                                          </p:stCondLst>
                                        </p:cTn>
                                        <p:tgtEl>
                                          <p:spTgt spid="34">
                                            <p:txEl>
                                              <p:pRg st="1" end="1"/>
                                            </p:txEl>
                                          </p:spTgt>
                                        </p:tgtEl>
                                        <p:attrNameLst>
                                          <p:attrName>style.visibility</p:attrName>
                                        </p:attrNameLst>
                                      </p:cBhvr>
                                      <p:to>
                                        <p:strVal val="visible"/>
                                      </p:to>
                                    </p:set>
                                    <p:anim calcmode="lin" valueType="num">
                                      <p:cBhvr>
                                        <p:cTn id="54" dur="500" fill="hold"/>
                                        <p:tgtEl>
                                          <p:spTgt spid="34">
                                            <p:txEl>
                                              <p:pRg st="1" end="1"/>
                                            </p:txEl>
                                          </p:spTgt>
                                        </p:tgtEl>
                                        <p:attrNameLst>
                                          <p:attrName>ppt_w</p:attrName>
                                        </p:attrNameLst>
                                      </p:cBhvr>
                                      <p:tavLst>
                                        <p:tav tm="0">
                                          <p:val>
                                            <p:fltVal val="0"/>
                                          </p:val>
                                        </p:tav>
                                        <p:tav tm="100000">
                                          <p:val>
                                            <p:strVal val="#ppt_w"/>
                                          </p:val>
                                        </p:tav>
                                      </p:tavLst>
                                    </p:anim>
                                    <p:anim calcmode="lin" valueType="num">
                                      <p:cBhvr>
                                        <p:cTn id="55" dur="500" fill="hold"/>
                                        <p:tgtEl>
                                          <p:spTgt spid="34">
                                            <p:txEl>
                                              <p:pRg st="1" end="1"/>
                                            </p:txEl>
                                          </p:spTgt>
                                        </p:tgtEl>
                                        <p:attrNameLst>
                                          <p:attrName>ppt_h</p:attrName>
                                        </p:attrNameLst>
                                      </p:cBhvr>
                                      <p:tavLst>
                                        <p:tav tm="0">
                                          <p:val>
                                            <p:fltVal val="0"/>
                                          </p:val>
                                        </p:tav>
                                        <p:tav tm="100000">
                                          <p:val>
                                            <p:strVal val="#ppt_h"/>
                                          </p:val>
                                        </p:tav>
                                      </p:tavLst>
                                    </p:anim>
                                    <p:animEffect transition="in" filter="fade">
                                      <p:cBhvr>
                                        <p:cTn id="56" dur="500"/>
                                        <p:tgtEl>
                                          <p:spTgt spid="34">
                                            <p:txEl>
                                              <p:pRg st="1" end="1"/>
                                            </p:txEl>
                                          </p:spTgt>
                                        </p:tgtEl>
                                      </p:cBhvr>
                                    </p:animEffect>
                                  </p:childTnLst>
                                </p:cTn>
                              </p:par>
                              <p:par>
                                <p:cTn id="57" presetID="53" presetClass="entr" presetSubtype="16" fill="hold" nodeType="withEffect">
                                  <p:stCondLst>
                                    <p:cond delay="0"/>
                                  </p:stCondLst>
                                  <p:childTnLst>
                                    <p:set>
                                      <p:cBhvr>
                                        <p:cTn id="58" dur="1" fill="hold">
                                          <p:stCondLst>
                                            <p:cond delay="0"/>
                                          </p:stCondLst>
                                        </p:cTn>
                                        <p:tgtEl>
                                          <p:spTgt spid="34">
                                            <p:txEl>
                                              <p:pRg st="2" end="2"/>
                                            </p:txEl>
                                          </p:spTgt>
                                        </p:tgtEl>
                                        <p:attrNameLst>
                                          <p:attrName>style.visibility</p:attrName>
                                        </p:attrNameLst>
                                      </p:cBhvr>
                                      <p:to>
                                        <p:strVal val="visible"/>
                                      </p:to>
                                    </p:set>
                                    <p:anim calcmode="lin" valueType="num">
                                      <p:cBhvr>
                                        <p:cTn id="59" dur="500" fill="hold"/>
                                        <p:tgtEl>
                                          <p:spTgt spid="34">
                                            <p:txEl>
                                              <p:pRg st="2" end="2"/>
                                            </p:txEl>
                                          </p:spTgt>
                                        </p:tgtEl>
                                        <p:attrNameLst>
                                          <p:attrName>ppt_w</p:attrName>
                                        </p:attrNameLst>
                                      </p:cBhvr>
                                      <p:tavLst>
                                        <p:tav tm="0">
                                          <p:val>
                                            <p:fltVal val="0"/>
                                          </p:val>
                                        </p:tav>
                                        <p:tav tm="100000">
                                          <p:val>
                                            <p:strVal val="#ppt_w"/>
                                          </p:val>
                                        </p:tav>
                                      </p:tavLst>
                                    </p:anim>
                                    <p:anim calcmode="lin" valueType="num">
                                      <p:cBhvr>
                                        <p:cTn id="60" dur="500" fill="hold"/>
                                        <p:tgtEl>
                                          <p:spTgt spid="34">
                                            <p:txEl>
                                              <p:pRg st="2" end="2"/>
                                            </p:txEl>
                                          </p:spTgt>
                                        </p:tgtEl>
                                        <p:attrNameLst>
                                          <p:attrName>ppt_h</p:attrName>
                                        </p:attrNameLst>
                                      </p:cBhvr>
                                      <p:tavLst>
                                        <p:tav tm="0">
                                          <p:val>
                                            <p:fltVal val="0"/>
                                          </p:val>
                                        </p:tav>
                                        <p:tav tm="100000">
                                          <p:val>
                                            <p:strVal val="#ppt_h"/>
                                          </p:val>
                                        </p:tav>
                                      </p:tavLst>
                                    </p:anim>
                                    <p:animEffect transition="in" filter="fade">
                                      <p:cBhvr>
                                        <p:cTn id="61" dur="500"/>
                                        <p:tgtEl>
                                          <p:spTgt spid="34">
                                            <p:txEl>
                                              <p:pRg st="2" end="2"/>
                                            </p:txEl>
                                          </p:spTgt>
                                        </p:tgtEl>
                                      </p:cBhvr>
                                    </p:animEffect>
                                  </p:childTnLst>
                                </p:cTn>
                              </p:par>
                              <p:par>
                                <p:cTn id="62" presetID="53" presetClass="entr" presetSubtype="16" fill="hold" nodeType="withEffect">
                                  <p:stCondLst>
                                    <p:cond delay="0"/>
                                  </p:stCondLst>
                                  <p:childTnLst>
                                    <p:set>
                                      <p:cBhvr>
                                        <p:cTn id="63" dur="1" fill="hold">
                                          <p:stCondLst>
                                            <p:cond delay="0"/>
                                          </p:stCondLst>
                                        </p:cTn>
                                        <p:tgtEl>
                                          <p:spTgt spid="34">
                                            <p:txEl>
                                              <p:pRg st="3" end="3"/>
                                            </p:txEl>
                                          </p:spTgt>
                                        </p:tgtEl>
                                        <p:attrNameLst>
                                          <p:attrName>style.visibility</p:attrName>
                                        </p:attrNameLst>
                                      </p:cBhvr>
                                      <p:to>
                                        <p:strVal val="visible"/>
                                      </p:to>
                                    </p:set>
                                    <p:anim calcmode="lin" valueType="num">
                                      <p:cBhvr>
                                        <p:cTn id="64" dur="500" fill="hold"/>
                                        <p:tgtEl>
                                          <p:spTgt spid="34">
                                            <p:txEl>
                                              <p:pRg st="3" end="3"/>
                                            </p:txEl>
                                          </p:spTgt>
                                        </p:tgtEl>
                                        <p:attrNameLst>
                                          <p:attrName>ppt_w</p:attrName>
                                        </p:attrNameLst>
                                      </p:cBhvr>
                                      <p:tavLst>
                                        <p:tav tm="0">
                                          <p:val>
                                            <p:fltVal val="0"/>
                                          </p:val>
                                        </p:tav>
                                        <p:tav tm="100000">
                                          <p:val>
                                            <p:strVal val="#ppt_w"/>
                                          </p:val>
                                        </p:tav>
                                      </p:tavLst>
                                    </p:anim>
                                    <p:anim calcmode="lin" valueType="num">
                                      <p:cBhvr>
                                        <p:cTn id="65" dur="500" fill="hold"/>
                                        <p:tgtEl>
                                          <p:spTgt spid="34">
                                            <p:txEl>
                                              <p:pRg st="3" end="3"/>
                                            </p:txEl>
                                          </p:spTgt>
                                        </p:tgtEl>
                                        <p:attrNameLst>
                                          <p:attrName>ppt_h</p:attrName>
                                        </p:attrNameLst>
                                      </p:cBhvr>
                                      <p:tavLst>
                                        <p:tav tm="0">
                                          <p:val>
                                            <p:fltVal val="0"/>
                                          </p:val>
                                        </p:tav>
                                        <p:tav tm="100000">
                                          <p:val>
                                            <p:strVal val="#ppt_h"/>
                                          </p:val>
                                        </p:tav>
                                      </p:tavLst>
                                    </p:anim>
                                    <p:animEffect transition="in" filter="fade">
                                      <p:cBhvr>
                                        <p:cTn id="66" dur="500"/>
                                        <p:tgtEl>
                                          <p:spTgt spid="34">
                                            <p:txEl>
                                              <p:pRg st="3" end="3"/>
                                            </p:txEl>
                                          </p:spTgt>
                                        </p:tgtEl>
                                      </p:cBhvr>
                                    </p:animEffect>
                                  </p:childTnLst>
                                </p:cTn>
                              </p:par>
                              <p:par>
                                <p:cTn id="67" presetID="53" presetClass="entr" presetSubtype="16" fill="hold" nodeType="withEffect">
                                  <p:stCondLst>
                                    <p:cond delay="0"/>
                                  </p:stCondLst>
                                  <p:childTnLst>
                                    <p:set>
                                      <p:cBhvr>
                                        <p:cTn id="68" dur="1" fill="hold">
                                          <p:stCondLst>
                                            <p:cond delay="0"/>
                                          </p:stCondLst>
                                        </p:cTn>
                                        <p:tgtEl>
                                          <p:spTgt spid="34">
                                            <p:txEl>
                                              <p:pRg st="4" end="4"/>
                                            </p:txEl>
                                          </p:spTgt>
                                        </p:tgtEl>
                                        <p:attrNameLst>
                                          <p:attrName>style.visibility</p:attrName>
                                        </p:attrNameLst>
                                      </p:cBhvr>
                                      <p:to>
                                        <p:strVal val="visible"/>
                                      </p:to>
                                    </p:set>
                                    <p:anim calcmode="lin" valueType="num">
                                      <p:cBhvr>
                                        <p:cTn id="69" dur="500" fill="hold"/>
                                        <p:tgtEl>
                                          <p:spTgt spid="34">
                                            <p:txEl>
                                              <p:pRg st="4" end="4"/>
                                            </p:txEl>
                                          </p:spTgt>
                                        </p:tgtEl>
                                        <p:attrNameLst>
                                          <p:attrName>ppt_w</p:attrName>
                                        </p:attrNameLst>
                                      </p:cBhvr>
                                      <p:tavLst>
                                        <p:tav tm="0">
                                          <p:val>
                                            <p:fltVal val="0"/>
                                          </p:val>
                                        </p:tav>
                                        <p:tav tm="100000">
                                          <p:val>
                                            <p:strVal val="#ppt_w"/>
                                          </p:val>
                                        </p:tav>
                                      </p:tavLst>
                                    </p:anim>
                                    <p:anim calcmode="lin" valueType="num">
                                      <p:cBhvr>
                                        <p:cTn id="70" dur="500" fill="hold"/>
                                        <p:tgtEl>
                                          <p:spTgt spid="34">
                                            <p:txEl>
                                              <p:pRg st="4" end="4"/>
                                            </p:txEl>
                                          </p:spTgt>
                                        </p:tgtEl>
                                        <p:attrNameLst>
                                          <p:attrName>ppt_h</p:attrName>
                                        </p:attrNameLst>
                                      </p:cBhvr>
                                      <p:tavLst>
                                        <p:tav tm="0">
                                          <p:val>
                                            <p:fltVal val="0"/>
                                          </p:val>
                                        </p:tav>
                                        <p:tav tm="100000">
                                          <p:val>
                                            <p:strVal val="#ppt_h"/>
                                          </p:val>
                                        </p:tav>
                                      </p:tavLst>
                                    </p:anim>
                                    <p:animEffect transition="in" filter="fade">
                                      <p:cBhvr>
                                        <p:cTn id="71" dur="500"/>
                                        <p:tgtEl>
                                          <p:spTgt spid="34">
                                            <p:txEl>
                                              <p:pRg st="4" end="4"/>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grpId="0" nodeType="clickEffect">
                                  <p:stCondLst>
                                    <p:cond delay="0"/>
                                  </p:stCondLst>
                                  <p:childTnLst>
                                    <p:set>
                                      <p:cBhvr>
                                        <p:cTn id="75" dur="1" fill="hold">
                                          <p:stCondLst>
                                            <p:cond delay="0"/>
                                          </p:stCondLst>
                                        </p:cTn>
                                        <p:tgtEl>
                                          <p:spTgt spid="21"/>
                                        </p:tgtEl>
                                        <p:attrNameLst>
                                          <p:attrName>style.visibility</p:attrName>
                                        </p:attrNameLst>
                                      </p:cBhvr>
                                      <p:to>
                                        <p:strVal val="visible"/>
                                      </p:to>
                                    </p:set>
                                    <p:anim calcmode="lin" valueType="num">
                                      <p:cBhvr>
                                        <p:cTn id="76" dur="500" fill="hold"/>
                                        <p:tgtEl>
                                          <p:spTgt spid="21"/>
                                        </p:tgtEl>
                                        <p:attrNameLst>
                                          <p:attrName>ppt_w</p:attrName>
                                        </p:attrNameLst>
                                      </p:cBhvr>
                                      <p:tavLst>
                                        <p:tav tm="0">
                                          <p:val>
                                            <p:fltVal val="0"/>
                                          </p:val>
                                        </p:tav>
                                        <p:tav tm="100000">
                                          <p:val>
                                            <p:strVal val="#ppt_w"/>
                                          </p:val>
                                        </p:tav>
                                      </p:tavLst>
                                    </p:anim>
                                    <p:anim calcmode="lin" valueType="num">
                                      <p:cBhvr>
                                        <p:cTn id="77" dur="500" fill="hold"/>
                                        <p:tgtEl>
                                          <p:spTgt spid="21"/>
                                        </p:tgtEl>
                                        <p:attrNameLst>
                                          <p:attrName>ppt_h</p:attrName>
                                        </p:attrNameLst>
                                      </p:cBhvr>
                                      <p:tavLst>
                                        <p:tav tm="0">
                                          <p:val>
                                            <p:fltVal val="0"/>
                                          </p:val>
                                        </p:tav>
                                        <p:tav tm="100000">
                                          <p:val>
                                            <p:strVal val="#ppt_h"/>
                                          </p:val>
                                        </p:tav>
                                      </p:tavLst>
                                    </p:anim>
                                    <p:animEffect transition="in" filter="fade">
                                      <p:cBhvr>
                                        <p:cTn id="78" dur="500"/>
                                        <p:tgtEl>
                                          <p:spTgt spid="21"/>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wipe(down)">
                                      <p:cBhvr>
                                        <p:cTn id="83" dur="500"/>
                                        <p:tgtEl>
                                          <p:spTgt spid="37"/>
                                        </p:tgtEl>
                                      </p:cBhvr>
                                    </p:animEffect>
                                  </p:childTnLst>
                                </p:cTn>
                              </p:par>
                            </p:childTnLst>
                          </p:cTn>
                        </p:par>
                        <p:par>
                          <p:cTn id="84" fill="hold">
                            <p:stCondLst>
                              <p:cond delay="500"/>
                            </p:stCondLst>
                            <p:childTnLst>
                              <p:par>
                                <p:cTn id="85" presetID="53" presetClass="entr" presetSubtype="16" fill="hold" grpId="0" nodeType="afterEffect">
                                  <p:stCondLst>
                                    <p:cond delay="0"/>
                                  </p:stCondLst>
                                  <p:childTnLst>
                                    <p:set>
                                      <p:cBhvr>
                                        <p:cTn id="86" dur="1" fill="hold">
                                          <p:stCondLst>
                                            <p:cond delay="0"/>
                                          </p:stCondLst>
                                        </p:cTn>
                                        <p:tgtEl>
                                          <p:spTgt spid="22"/>
                                        </p:tgtEl>
                                        <p:attrNameLst>
                                          <p:attrName>style.visibility</p:attrName>
                                        </p:attrNameLst>
                                      </p:cBhvr>
                                      <p:to>
                                        <p:strVal val="visible"/>
                                      </p:to>
                                    </p:set>
                                    <p:anim calcmode="lin" valueType="num">
                                      <p:cBhvr>
                                        <p:cTn id="87" dur="500" fill="hold"/>
                                        <p:tgtEl>
                                          <p:spTgt spid="22"/>
                                        </p:tgtEl>
                                        <p:attrNameLst>
                                          <p:attrName>ppt_w</p:attrName>
                                        </p:attrNameLst>
                                      </p:cBhvr>
                                      <p:tavLst>
                                        <p:tav tm="0">
                                          <p:val>
                                            <p:fltVal val="0"/>
                                          </p:val>
                                        </p:tav>
                                        <p:tav tm="100000">
                                          <p:val>
                                            <p:strVal val="#ppt_w"/>
                                          </p:val>
                                        </p:tav>
                                      </p:tavLst>
                                    </p:anim>
                                    <p:anim calcmode="lin" valueType="num">
                                      <p:cBhvr>
                                        <p:cTn id="88" dur="500" fill="hold"/>
                                        <p:tgtEl>
                                          <p:spTgt spid="22"/>
                                        </p:tgtEl>
                                        <p:attrNameLst>
                                          <p:attrName>ppt_h</p:attrName>
                                        </p:attrNameLst>
                                      </p:cBhvr>
                                      <p:tavLst>
                                        <p:tav tm="0">
                                          <p:val>
                                            <p:fltVal val="0"/>
                                          </p:val>
                                        </p:tav>
                                        <p:tav tm="100000">
                                          <p:val>
                                            <p:strVal val="#ppt_h"/>
                                          </p:val>
                                        </p:tav>
                                      </p:tavLst>
                                    </p:anim>
                                    <p:animEffect transition="in" filter="fade">
                                      <p:cBhvr>
                                        <p:cTn id="89" dur="500"/>
                                        <p:tgtEl>
                                          <p:spTgt spid="22"/>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grpId="0" nodeType="clickEffect">
                                  <p:stCondLst>
                                    <p:cond delay="0"/>
                                  </p:stCondLst>
                                  <p:childTnLst>
                                    <p:set>
                                      <p:cBhvr>
                                        <p:cTn id="93" dur="1" fill="hold">
                                          <p:stCondLst>
                                            <p:cond delay="0"/>
                                          </p:stCondLst>
                                        </p:cTn>
                                        <p:tgtEl>
                                          <p:spTgt spid="36"/>
                                        </p:tgtEl>
                                        <p:attrNameLst>
                                          <p:attrName>style.visibility</p:attrName>
                                        </p:attrNameLst>
                                      </p:cBhvr>
                                      <p:to>
                                        <p:strVal val="visible"/>
                                      </p:to>
                                    </p:set>
                                    <p:animEffect transition="in" filter="wipe(down)">
                                      <p:cBhvr>
                                        <p:cTn id="94" dur="500"/>
                                        <p:tgtEl>
                                          <p:spTgt spid="36"/>
                                        </p:tgtEl>
                                      </p:cBhvr>
                                    </p:animEffect>
                                  </p:childTnLst>
                                </p:cTn>
                              </p:par>
                            </p:childTnLst>
                          </p:cTn>
                        </p:par>
                      </p:childTnLst>
                    </p:cTn>
                  </p:par>
                  <p:par>
                    <p:cTn id="95" fill="hold">
                      <p:stCondLst>
                        <p:cond delay="indefinite"/>
                      </p:stCondLst>
                      <p:childTnLst>
                        <p:par>
                          <p:cTn id="96" fill="hold">
                            <p:stCondLst>
                              <p:cond delay="0"/>
                            </p:stCondLst>
                            <p:childTnLst>
                              <p:par>
                                <p:cTn id="97" presetID="53" presetClass="entr" presetSubtype="16" fill="hold" nodeType="clickEffect">
                                  <p:stCondLst>
                                    <p:cond delay="0"/>
                                  </p:stCondLst>
                                  <p:childTnLst>
                                    <p:set>
                                      <p:cBhvr>
                                        <p:cTn id="98" dur="1" fill="hold">
                                          <p:stCondLst>
                                            <p:cond delay="0"/>
                                          </p:stCondLst>
                                        </p:cTn>
                                        <p:tgtEl>
                                          <p:spTgt spid="16"/>
                                        </p:tgtEl>
                                        <p:attrNameLst>
                                          <p:attrName>style.visibility</p:attrName>
                                        </p:attrNameLst>
                                      </p:cBhvr>
                                      <p:to>
                                        <p:strVal val="visible"/>
                                      </p:to>
                                    </p:set>
                                    <p:anim calcmode="lin" valueType="num">
                                      <p:cBhvr>
                                        <p:cTn id="99" dur="500" fill="hold"/>
                                        <p:tgtEl>
                                          <p:spTgt spid="16"/>
                                        </p:tgtEl>
                                        <p:attrNameLst>
                                          <p:attrName>ppt_w</p:attrName>
                                        </p:attrNameLst>
                                      </p:cBhvr>
                                      <p:tavLst>
                                        <p:tav tm="0">
                                          <p:val>
                                            <p:fltVal val="0"/>
                                          </p:val>
                                        </p:tav>
                                        <p:tav tm="100000">
                                          <p:val>
                                            <p:strVal val="#ppt_w"/>
                                          </p:val>
                                        </p:tav>
                                      </p:tavLst>
                                    </p:anim>
                                    <p:anim calcmode="lin" valueType="num">
                                      <p:cBhvr>
                                        <p:cTn id="100" dur="500" fill="hold"/>
                                        <p:tgtEl>
                                          <p:spTgt spid="16"/>
                                        </p:tgtEl>
                                        <p:attrNameLst>
                                          <p:attrName>ppt_h</p:attrName>
                                        </p:attrNameLst>
                                      </p:cBhvr>
                                      <p:tavLst>
                                        <p:tav tm="0">
                                          <p:val>
                                            <p:fltVal val="0"/>
                                          </p:val>
                                        </p:tav>
                                        <p:tav tm="100000">
                                          <p:val>
                                            <p:strVal val="#ppt_h"/>
                                          </p:val>
                                        </p:tav>
                                      </p:tavLst>
                                    </p:anim>
                                    <p:animEffect transition="in" filter="fade">
                                      <p:cBhvr>
                                        <p:cTn id="101" dur="500"/>
                                        <p:tgtEl>
                                          <p:spTgt spid="16"/>
                                        </p:tgtEl>
                                      </p:cBhvr>
                                    </p:animEffect>
                                  </p:childTnLst>
                                </p:cTn>
                              </p:par>
                            </p:childTnLst>
                          </p:cTn>
                        </p:par>
                      </p:childTnLst>
                    </p:cTn>
                  </p:par>
                  <p:par>
                    <p:cTn id="102" fill="hold">
                      <p:stCondLst>
                        <p:cond delay="indefinite"/>
                      </p:stCondLst>
                      <p:childTnLst>
                        <p:par>
                          <p:cTn id="103" fill="hold">
                            <p:stCondLst>
                              <p:cond delay="0"/>
                            </p:stCondLst>
                            <p:childTnLst>
                              <p:par>
                                <p:cTn id="104" presetID="53" presetClass="entr" presetSubtype="16" fill="hold" grpId="0" nodeType="clickEffect">
                                  <p:stCondLst>
                                    <p:cond delay="0"/>
                                  </p:stCondLst>
                                  <p:childTnLst>
                                    <p:set>
                                      <p:cBhvr>
                                        <p:cTn id="105" dur="1" fill="hold">
                                          <p:stCondLst>
                                            <p:cond delay="0"/>
                                          </p:stCondLst>
                                        </p:cTn>
                                        <p:tgtEl>
                                          <p:spTgt spid="2"/>
                                        </p:tgtEl>
                                        <p:attrNameLst>
                                          <p:attrName>style.visibility</p:attrName>
                                        </p:attrNameLst>
                                      </p:cBhvr>
                                      <p:to>
                                        <p:strVal val="visible"/>
                                      </p:to>
                                    </p:set>
                                    <p:anim calcmode="lin" valueType="num">
                                      <p:cBhvr>
                                        <p:cTn id="106" dur="500" fill="hold"/>
                                        <p:tgtEl>
                                          <p:spTgt spid="2"/>
                                        </p:tgtEl>
                                        <p:attrNameLst>
                                          <p:attrName>ppt_w</p:attrName>
                                        </p:attrNameLst>
                                      </p:cBhvr>
                                      <p:tavLst>
                                        <p:tav tm="0">
                                          <p:val>
                                            <p:fltVal val="0"/>
                                          </p:val>
                                        </p:tav>
                                        <p:tav tm="100000">
                                          <p:val>
                                            <p:strVal val="#ppt_w"/>
                                          </p:val>
                                        </p:tav>
                                      </p:tavLst>
                                    </p:anim>
                                    <p:anim calcmode="lin" valueType="num">
                                      <p:cBhvr>
                                        <p:cTn id="107" dur="500" fill="hold"/>
                                        <p:tgtEl>
                                          <p:spTgt spid="2"/>
                                        </p:tgtEl>
                                        <p:attrNameLst>
                                          <p:attrName>ppt_h</p:attrName>
                                        </p:attrNameLst>
                                      </p:cBhvr>
                                      <p:tavLst>
                                        <p:tav tm="0">
                                          <p:val>
                                            <p:fltVal val="0"/>
                                          </p:val>
                                        </p:tav>
                                        <p:tav tm="100000">
                                          <p:val>
                                            <p:strVal val="#ppt_h"/>
                                          </p:val>
                                        </p:tav>
                                      </p:tavLst>
                                    </p:anim>
                                    <p:animEffect transition="in" filter="fade">
                                      <p:cBhvr>
                                        <p:cTn id="108" dur="500"/>
                                        <p:tgtEl>
                                          <p:spTgt spid="2"/>
                                        </p:tgtEl>
                                      </p:cBhvr>
                                    </p:animEffect>
                                  </p:childTnLst>
                                </p:cTn>
                              </p:par>
                            </p:childTnLst>
                          </p:cTn>
                        </p:par>
                      </p:childTnLst>
                    </p:cTn>
                  </p:par>
                  <p:par>
                    <p:cTn id="109" fill="hold">
                      <p:stCondLst>
                        <p:cond delay="indefinite"/>
                      </p:stCondLst>
                      <p:childTnLst>
                        <p:par>
                          <p:cTn id="110" fill="hold">
                            <p:stCondLst>
                              <p:cond delay="0"/>
                            </p:stCondLst>
                            <p:childTnLst>
                              <p:par>
                                <p:cTn id="111" presetID="53" presetClass="exit" presetSubtype="32" fill="hold" grpId="1" nodeType="clickEffect">
                                  <p:stCondLst>
                                    <p:cond delay="0"/>
                                  </p:stCondLst>
                                  <p:childTnLst>
                                    <p:anim calcmode="lin" valueType="num">
                                      <p:cBhvr>
                                        <p:cTn id="112" dur="500"/>
                                        <p:tgtEl>
                                          <p:spTgt spid="2"/>
                                        </p:tgtEl>
                                        <p:attrNameLst>
                                          <p:attrName>ppt_w</p:attrName>
                                        </p:attrNameLst>
                                      </p:cBhvr>
                                      <p:tavLst>
                                        <p:tav tm="0">
                                          <p:val>
                                            <p:strVal val="ppt_w"/>
                                          </p:val>
                                        </p:tav>
                                        <p:tav tm="100000">
                                          <p:val>
                                            <p:fltVal val="0"/>
                                          </p:val>
                                        </p:tav>
                                      </p:tavLst>
                                    </p:anim>
                                    <p:anim calcmode="lin" valueType="num">
                                      <p:cBhvr>
                                        <p:cTn id="113" dur="500"/>
                                        <p:tgtEl>
                                          <p:spTgt spid="2"/>
                                        </p:tgtEl>
                                        <p:attrNameLst>
                                          <p:attrName>ppt_h</p:attrName>
                                        </p:attrNameLst>
                                      </p:cBhvr>
                                      <p:tavLst>
                                        <p:tav tm="0">
                                          <p:val>
                                            <p:strVal val="ppt_h"/>
                                          </p:val>
                                        </p:tav>
                                        <p:tav tm="100000">
                                          <p:val>
                                            <p:fltVal val="0"/>
                                          </p:val>
                                        </p:tav>
                                      </p:tavLst>
                                    </p:anim>
                                    <p:animEffect transition="out" filter="fade">
                                      <p:cBhvr>
                                        <p:cTn id="114" dur="500"/>
                                        <p:tgtEl>
                                          <p:spTgt spid="2"/>
                                        </p:tgtEl>
                                      </p:cBhvr>
                                    </p:animEffect>
                                    <p:set>
                                      <p:cBhvr>
                                        <p:cTn id="115" dur="1" fill="hold">
                                          <p:stCondLst>
                                            <p:cond delay="499"/>
                                          </p:stCondLst>
                                        </p:cTn>
                                        <p:tgtEl>
                                          <p:spTgt spid="2"/>
                                        </p:tgtEl>
                                        <p:attrNameLst>
                                          <p:attrName>style.visibility</p:attrName>
                                        </p:attrNameLst>
                                      </p:cBhvr>
                                      <p:to>
                                        <p:strVal val="hidden"/>
                                      </p:to>
                                    </p:set>
                                  </p:childTnLst>
                                </p:cTn>
                              </p:par>
                            </p:childTnLst>
                          </p:cTn>
                        </p:par>
                        <p:par>
                          <p:cTn id="116" fill="hold">
                            <p:stCondLst>
                              <p:cond delay="500"/>
                            </p:stCondLst>
                            <p:childTnLst>
                              <p:par>
                                <p:cTn id="117" presetID="53" presetClass="entr" presetSubtype="16" fill="hold" grpId="0" nodeType="afterEffect">
                                  <p:stCondLst>
                                    <p:cond delay="0"/>
                                  </p:stCondLst>
                                  <p:childTnLst>
                                    <p:set>
                                      <p:cBhvr>
                                        <p:cTn id="118" dur="1" fill="hold">
                                          <p:stCondLst>
                                            <p:cond delay="0"/>
                                          </p:stCondLst>
                                        </p:cTn>
                                        <p:tgtEl>
                                          <p:spTgt spid="24"/>
                                        </p:tgtEl>
                                        <p:attrNameLst>
                                          <p:attrName>style.visibility</p:attrName>
                                        </p:attrNameLst>
                                      </p:cBhvr>
                                      <p:to>
                                        <p:strVal val="visible"/>
                                      </p:to>
                                    </p:set>
                                    <p:anim calcmode="lin" valueType="num">
                                      <p:cBhvr>
                                        <p:cTn id="119" dur="500" fill="hold"/>
                                        <p:tgtEl>
                                          <p:spTgt spid="24"/>
                                        </p:tgtEl>
                                        <p:attrNameLst>
                                          <p:attrName>ppt_w</p:attrName>
                                        </p:attrNameLst>
                                      </p:cBhvr>
                                      <p:tavLst>
                                        <p:tav tm="0">
                                          <p:val>
                                            <p:fltVal val="0"/>
                                          </p:val>
                                        </p:tav>
                                        <p:tav tm="100000">
                                          <p:val>
                                            <p:strVal val="#ppt_w"/>
                                          </p:val>
                                        </p:tav>
                                      </p:tavLst>
                                    </p:anim>
                                    <p:anim calcmode="lin" valueType="num">
                                      <p:cBhvr>
                                        <p:cTn id="120" dur="500" fill="hold"/>
                                        <p:tgtEl>
                                          <p:spTgt spid="24"/>
                                        </p:tgtEl>
                                        <p:attrNameLst>
                                          <p:attrName>ppt_h</p:attrName>
                                        </p:attrNameLst>
                                      </p:cBhvr>
                                      <p:tavLst>
                                        <p:tav tm="0">
                                          <p:val>
                                            <p:fltVal val="0"/>
                                          </p:val>
                                        </p:tav>
                                        <p:tav tm="100000">
                                          <p:val>
                                            <p:strVal val="#ppt_h"/>
                                          </p:val>
                                        </p:tav>
                                      </p:tavLst>
                                    </p:anim>
                                    <p:animEffect transition="in" filter="fade">
                                      <p:cBhvr>
                                        <p:cTn id="121" dur="500"/>
                                        <p:tgtEl>
                                          <p:spTgt spid="24"/>
                                        </p:tgtEl>
                                      </p:cBhvr>
                                    </p:animEffect>
                                  </p:childTnLst>
                                </p:cTn>
                              </p:par>
                            </p:childTnLst>
                          </p:cTn>
                        </p:par>
                      </p:childTnLst>
                    </p:cTn>
                  </p:par>
                  <p:par>
                    <p:cTn id="122" fill="hold">
                      <p:stCondLst>
                        <p:cond delay="indefinite"/>
                      </p:stCondLst>
                      <p:childTnLst>
                        <p:par>
                          <p:cTn id="123" fill="hold">
                            <p:stCondLst>
                              <p:cond delay="0"/>
                            </p:stCondLst>
                            <p:childTnLst>
                              <p:par>
                                <p:cTn id="124" presetID="53" presetClass="entr" presetSubtype="16" fill="hold" grpId="0" nodeType="clickEffect">
                                  <p:stCondLst>
                                    <p:cond delay="0"/>
                                  </p:stCondLst>
                                  <p:childTnLst>
                                    <p:set>
                                      <p:cBhvr>
                                        <p:cTn id="125" dur="1" fill="hold">
                                          <p:stCondLst>
                                            <p:cond delay="0"/>
                                          </p:stCondLst>
                                        </p:cTn>
                                        <p:tgtEl>
                                          <p:spTgt spid="28"/>
                                        </p:tgtEl>
                                        <p:attrNameLst>
                                          <p:attrName>style.visibility</p:attrName>
                                        </p:attrNameLst>
                                      </p:cBhvr>
                                      <p:to>
                                        <p:strVal val="visible"/>
                                      </p:to>
                                    </p:set>
                                    <p:anim calcmode="lin" valueType="num">
                                      <p:cBhvr>
                                        <p:cTn id="126" dur="500" fill="hold"/>
                                        <p:tgtEl>
                                          <p:spTgt spid="28"/>
                                        </p:tgtEl>
                                        <p:attrNameLst>
                                          <p:attrName>ppt_w</p:attrName>
                                        </p:attrNameLst>
                                      </p:cBhvr>
                                      <p:tavLst>
                                        <p:tav tm="0">
                                          <p:val>
                                            <p:fltVal val="0"/>
                                          </p:val>
                                        </p:tav>
                                        <p:tav tm="100000">
                                          <p:val>
                                            <p:strVal val="#ppt_w"/>
                                          </p:val>
                                        </p:tav>
                                      </p:tavLst>
                                    </p:anim>
                                    <p:anim calcmode="lin" valueType="num">
                                      <p:cBhvr>
                                        <p:cTn id="127" dur="500" fill="hold"/>
                                        <p:tgtEl>
                                          <p:spTgt spid="28"/>
                                        </p:tgtEl>
                                        <p:attrNameLst>
                                          <p:attrName>ppt_h</p:attrName>
                                        </p:attrNameLst>
                                      </p:cBhvr>
                                      <p:tavLst>
                                        <p:tav tm="0">
                                          <p:val>
                                            <p:fltVal val="0"/>
                                          </p:val>
                                        </p:tav>
                                        <p:tav tm="100000">
                                          <p:val>
                                            <p:strVal val="#ppt_h"/>
                                          </p:val>
                                        </p:tav>
                                      </p:tavLst>
                                    </p:anim>
                                    <p:animEffect transition="in" filter="fade">
                                      <p:cBhvr>
                                        <p:cTn id="128" dur="500"/>
                                        <p:tgtEl>
                                          <p:spTgt spid="28"/>
                                        </p:tgtEl>
                                      </p:cBhvr>
                                    </p:animEffect>
                                  </p:childTnLst>
                                </p:cTn>
                              </p:par>
                            </p:childTnLst>
                          </p:cTn>
                        </p:par>
                      </p:childTnLst>
                    </p:cTn>
                  </p:par>
                  <p:par>
                    <p:cTn id="129" fill="hold">
                      <p:stCondLst>
                        <p:cond delay="indefinite"/>
                      </p:stCondLst>
                      <p:childTnLst>
                        <p:par>
                          <p:cTn id="130" fill="hold">
                            <p:stCondLst>
                              <p:cond delay="0"/>
                            </p:stCondLst>
                            <p:childTnLst>
                              <p:par>
                                <p:cTn id="131" presetID="53" presetClass="entr" presetSubtype="16" fill="hold" grpId="0" nodeType="clickEffect">
                                  <p:stCondLst>
                                    <p:cond delay="0"/>
                                  </p:stCondLst>
                                  <p:childTnLst>
                                    <p:set>
                                      <p:cBhvr>
                                        <p:cTn id="132" dur="1" fill="hold">
                                          <p:stCondLst>
                                            <p:cond delay="0"/>
                                          </p:stCondLst>
                                        </p:cTn>
                                        <p:tgtEl>
                                          <p:spTgt spid="26"/>
                                        </p:tgtEl>
                                        <p:attrNameLst>
                                          <p:attrName>style.visibility</p:attrName>
                                        </p:attrNameLst>
                                      </p:cBhvr>
                                      <p:to>
                                        <p:strVal val="visible"/>
                                      </p:to>
                                    </p:set>
                                    <p:anim calcmode="lin" valueType="num">
                                      <p:cBhvr>
                                        <p:cTn id="133" dur="500" fill="hold"/>
                                        <p:tgtEl>
                                          <p:spTgt spid="26"/>
                                        </p:tgtEl>
                                        <p:attrNameLst>
                                          <p:attrName>ppt_w</p:attrName>
                                        </p:attrNameLst>
                                      </p:cBhvr>
                                      <p:tavLst>
                                        <p:tav tm="0">
                                          <p:val>
                                            <p:fltVal val="0"/>
                                          </p:val>
                                        </p:tav>
                                        <p:tav tm="100000">
                                          <p:val>
                                            <p:strVal val="#ppt_w"/>
                                          </p:val>
                                        </p:tav>
                                      </p:tavLst>
                                    </p:anim>
                                    <p:anim calcmode="lin" valueType="num">
                                      <p:cBhvr>
                                        <p:cTn id="134" dur="500" fill="hold"/>
                                        <p:tgtEl>
                                          <p:spTgt spid="26"/>
                                        </p:tgtEl>
                                        <p:attrNameLst>
                                          <p:attrName>ppt_h</p:attrName>
                                        </p:attrNameLst>
                                      </p:cBhvr>
                                      <p:tavLst>
                                        <p:tav tm="0">
                                          <p:val>
                                            <p:fltVal val="0"/>
                                          </p:val>
                                        </p:tav>
                                        <p:tav tm="100000">
                                          <p:val>
                                            <p:strVal val="#ppt_h"/>
                                          </p:val>
                                        </p:tav>
                                      </p:tavLst>
                                    </p:anim>
                                    <p:animEffect transition="in" filter="fade">
                                      <p:cBhvr>
                                        <p:cTn id="135" dur="500"/>
                                        <p:tgtEl>
                                          <p:spTgt spid="26"/>
                                        </p:tgtEl>
                                      </p:cBhvr>
                                    </p:animEffect>
                                  </p:childTnLst>
                                </p:cTn>
                              </p:par>
                            </p:childTnLst>
                          </p:cTn>
                        </p:par>
                      </p:childTnLst>
                    </p:cTn>
                  </p:par>
                  <p:par>
                    <p:cTn id="136" fill="hold">
                      <p:stCondLst>
                        <p:cond delay="indefinite"/>
                      </p:stCondLst>
                      <p:childTnLst>
                        <p:par>
                          <p:cTn id="137" fill="hold">
                            <p:stCondLst>
                              <p:cond delay="0"/>
                            </p:stCondLst>
                            <p:childTnLst>
                              <p:par>
                                <p:cTn id="138" presetID="53" presetClass="entr" presetSubtype="16" fill="hold" nodeType="clickEffect">
                                  <p:stCondLst>
                                    <p:cond delay="0"/>
                                  </p:stCondLst>
                                  <p:childTnLst>
                                    <p:set>
                                      <p:cBhvr>
                                        <p:cTn id="139" dur="1" fill="hold">
                                          <p:stCondLst>
                                            <p:cond delay="0"/>
                                          </p:stCondLst>
                                        </p:cTn>
                                        <p:tgtEl>
                                          <p:spTgt spid="17"/>
                                        </p:tgtEl>
                                        <p:attrNameLst>
                                          <p:attrName>style.visibility</p:attrName>
                                        </p:attrNameLst>
                                      </p:cBhvr>
                                      <p:to>
                                        <p:strVal val="visible"/>
                                      </p:to>
                                    </p:set>
                                    <p:anim calcmode="lin" valueType="num">
                                      <p:cBhvr>
                                        <p:cTn id="140" dur="500" fill="hold"/>
                                        <p:tgtEl>
                                          <p:spTgt spid="17"/>
                                        </p:tgtEl>
                                        <p:attrNameLst>
                                          <p:attrName>ppt_w</p:attrName>
                                        </p:attrNameLst>
                                      </p:cBhvr>
                                      <p:tavLst>
                                        <p:tav tm="0">
                                          <p:val>
                                            <p:fltVal val="0"/>
                                          </p:val>
                                        </p:tav>
                                        <p:tav tm="100000">
                                          <p:val>
                                            <p:strVal val="#ppt_w"/>
                                          </p:val>
                                        </p:tav>
                                      </p:tavLst>
                                    </p:anim>
                                    <p:anim calcmode="lin" valueType="num">
                                      <p:cBhvr>
                                        <p:cTn id="141" dur="500" fill="hold"/>
                                        <p:tgtEl>
                                          <p:spTgt spid="17"/>
                                        </p:tgtEl>
                                        <p:attrNameLst>
                                          <p:attrName>ppt_h</p:attrName>
                                        </p:attrNameLst>
                                      </p:cBhvr>
                                      <p:tavLst>
                                        <p:tav tm="0">
                                          <p:val>
                                            <p:fltVal val="0"/>
                                          </p:val>
                                        </p:tav>
                                        <p:tav tm="100000">
                                          <p:val>
                                            <p:strVal val="#ppt_h"/>
                                          </p:val>
                                        </p:tav>
                                      </p:tavLst>
                                    </p:anim>
                                    <p:animEffect transition="in" filter="fade">
                                      <p:cBhvr>
                                        <p:cTn id="142" dur="500"/>
                                        <p:tgtEl>
                                          <p:spTgt spid="17"/>
                                        </p:tgtEl>
                                      </p:cBhvr>
                                    </p:animEffect>
                                  </p:childTnLst>
                                </p:cTn>
                              </p:par>
                            </p:childTnLst>
                          </p:cTn>
                        </p:par>
                      </p:childTnLst>
                    </p:cTn>
                  </p:par>
                  <p:par>
                    <p:cTn id="143" fill="hold">
                      <p:stCondLst>
                        <p:cond delay="indefinite"/>
                      </p:stCondLst>
                      <p:childTnLst>
                        <p:par>
                          <p:cTn id="144" fill="hold">
                            <p:stCondLst>
                              <p:cond delay="0"/>
                            </p:stCondLst>
                            <p:childTnLst>
                              <p:par>
                                <p:cTn id="145" presetID="53" presetClass="entr" presetSubtype="16" fill="hold" nodeType="clickEffect">
                                  <p:stCondLst>
                                    <p:cond delay="0"/>
                                  </p:stCondLst>
                                  <p:childTnLst>
                                    <p:set>
                                      <p:cBhvr>
                                        <p:cTn id="146" dur="1" fill="hold">
                                          <p:stCondLst>
                                            <p:cond delay="0"/>
                                          </p:stCondLst>
                                        </p:cTn>
                                        <p:tgtEl>
                                          <p:spTgt spid="18"/>
                                        </p:tgtEl>
                                        <p:attrNameLst>
                                          <p:attrName>style.visibility</p:attrName>
                                        </p:attrNameLst>
                                      </p:cBhvr>
                                      <p:to>
                                        <p:strVal val="visible"/>
                                      </p:to>
                                    </p:set>
                                    <p:anim calcmode="lin" valueType="num">
                                      <p:cBhvr>
                                        <p:cTn id="147" dur="500" fill="hold"/>
                                        <p:tgtEl>
                                          <p:spTgt spid="18"/>
                                        </p:tgtEl>
                                        <p:attrNameLst>
                                          <p:attrName>ppt_w</p:attrName>
                                        </p:attrNameLst>
                                      </p:cBhvr>
                                      <p:tavLst>
                                        <p:tav tm="0">
                                          <p:val>
                                            <p:fltVal val="0"/>
                                          </p:val>
                                        </p:tav>
                                        <p:tav tm="100000">
                                          <p:val>
                                            <p:strVal val="#ppt_w"/>
                                          </p:val>
                                        </p:tav>
                                      </p:tavLst>
                                    </p:anim>
                                    <p:anim calcmode="lin" valueType="num">
                                      <p:cBhvr>
                                        <p:cTn id="148" dur="500" fill="hold"/>
                                        <p:tgtEl>
                                          <p:spTgt spid="18"/>
                                        </p:tgtEl>
                                        <p:attrNameLst>
                                          <p:attrName>ppt_h</p:attrName>
                                        </p:attrNameLst>
                                      </p:cBhvr>
                                      <p:tavLst>
                                        <p:tav tm="0">
                                          <p:val>
                                            <p:fltVal val="0"/>
                                          </p:val>
                                        </p:tav>
                                        <p:tav tm="100000">
                                          <p:val>
                                            <p:strVal val="#ppt_h"/>
                                          </p:val>
                                        </p:tav>
                                      </p:tavLst>
                                    </p:anim>
                                    <p:animEffect transition="in" filter="fade">
                                      <p:cBhvr>
                                        <p:cTn id="149" dur="500"/>
                                        <p:tgtEl>
                                          <p:spTgt spid="18"/>
                                        </p:tgtEl>
                                      </p:cBhvr>
                                    </p:animEffect>
                                  </p:childTnLst>
                                </p:cTn>
                              </p:par>
                            </p:childTnLst>
                          </p:cTn>
                        </p:par>
                      </p:childTnLst>
                    </p:cTn>
                  </p:par>
                  <p:par>
                    <p:cTn id="150" fill="hold">
                      <p:stCondLst>
                        <p:cond delay="indefinite"/>
                      </p:stCondLst>
                      <p:childTnLst>
                        <p:par>
                          <p:cTn id="151" fill="hold">
                            <p:stCondLst>
                              <p:cond delay="0"/>
                            </p:stCondLst>
                            <p:childTnLst>
                              <p:par>
                                <p:cTn id="152" presetID="53" presetClass="entr" presetSubtype="16" fill="hold" grpId="0" nodeType="clickEffect">
                                  <p:stCondLst>
                                    <p:cond delay="0"/>
                                  </p:stCondLst>
                                  <p:childTnLst>
                                    <p:set>
                                      <p:cBhvr>
                                        <p:cTn id="153" dur="1" fill="hold">
                                          <p:stCondLst>
                                            <p:cond delay="0"/>
                                          </p:stCondLst>
                                        </p:cTn>
                                        <p:tgtEl>
                                          <p:spTgt spid="35"/>
                                        </p:tgtEl>
                                        <p:attrNameLst>
                                          <p:attrName>style.visibility</p:attrName>
                                        </p:attrNameLst>
                                      </p:cBhvr>
                                      <p:to>
                                        <p:strVal val="visible"/>
                                      </p:to>
                                    </p:set>
                                    <p:anim calcmode="lin" valueType="num">
                                      <p:cBhvr>
                                        <p:cTn id="154" dur="500" fill="hold"/>
                                        <p:tgtEl>
                                          <p:spTgt spid="35"/>
                                        </p:tgtEl>
                                        <p:attrNameLst>
                                          <p:attrName>ppt_w</p:attrName>
                                        </p:attrNameLst>
                                      </p:cBhvr>
                                      <p:tavLst>
                                        <p:tav tm="0">
                                          <p:val>
                                            <p:fltVal val="0"/>
                                          </p:val>
                                        </p:tav>
                                        <p:tav tm="100000">
                                          <p:val>
                                            <p:strVal val="#ppt_w"/>
                                          </p:val>
                                        </p:tav>
                                      </p:tavLst>
                                    </p:anim>
                                    <p:anim calcmode="lin" valueType="num">
                                      <p:cBhvr>
                                        <p:cTn id="155" dur="500" fill="hold"/>
                                        <p:tgtEl>
                                          <p:spTgt spid="35"/>
                                        </p:tgtEl>
                                        <p:attrNameLst>
                                          <p:attrName>ppt_h</p:attrName>
                                        </p:attrNameLst>
                                      </p:cBhvr>
                                      <p:tavLst>
                                        <p:tav tm="0">
                                          <p:val>
                                            <p:fltVal val="0"/>
                                          </p:val>
                                        </p:tav>
                                        <p:tav tm="100000">
                                          <p:val>
                                            <p:strVal val="#ppt_h"/>
                                          </p:val>
                                        </p:tav>
                                      </p:tavLst>
                                    </p:anim>
                                    <p:animEffect transition="in" filter="fade">
                                      <p:cBhvr>
                                        <p:cTn id="156" dur="500"/>
                                        <p:tgtEl>
                                          <p:spTgt spid="35"/>
                                        </p:tgtEl>
                                      </p:cBhvr>
                                    </p:animEffect>
                                  </p:childTnLst>
                                </p:cTn>
                              </p:par>
                            </p:childTnLst>
                          </p:cTn>
                        </p:par>
                        <p:par>
                          <p:cTn id="157" fill="hold">
                            <p:stCondLst>
                              <p:cond delay="500"/>
                            </p:stCondLst>
                            <p:childTnLst>
                              <p:par>
                                <p:cTn id="158" presetID="53" presetClass="entr" presetSubtype="16" fill="hold" grpId="0" nodeType="afterEffect">
                                  <p:stCondLst>
                                    <p:cond delay="0"/>
                                  </p:stCondLst>
                                  <p:childTnLst>
                                    <p:set>
                                      <p:cBhvr>
                                        <p:cTn id="159" dur="1" fill="hold">
                                          <p:stCondLst>
                                            <p:cond delay="0"/>
                                          </p:stCondLst>
                                        </p:cTn>
                                        <p:tgtEl>
                                          <p:spTgt spid="30"/>
                                        </p:tgtEl>
                                        <p:attrNameLst>
                                          <p:attrName>style.visibility</p:attrName>
                                        </p:attrNameLst>
                                      </p:cBhvr>
                                      <p:to>
                                        <p:strVal val="visible"/>
                                      </p:to>
                                    </p:set>
                                    <p:anim calcmode="lin" valueType="num">
                                      <p:cBhvr>
                                        <p:cTn id="160" dur="500" fill="hold"/>
                                        <p:tgtEl>
                                          <p:spTgt spid="30"/>
                                        </p:tgtEl>
                                        <p:attrNameLst>
                                          <p:attrName>ppt_w</p:attrName>
                                        </p:attrNameLst>
                                      </p:cBhvr>
                                      <p:tavLst>
                                        <p:tav tm="0">
                                          <p:val>
                                            <p:fltVal val="0"/>
                                          </p:val>
                                        </p:tav>
                                        <p:tav tm="100000">
                                          <p:val>
                                            <p:strVal val="#ppt_w"/>
                                          </p:val>
                                        </p:tav>
                                      </p:tavLst>
                                    </p:anim>
                                    <p:anim calcmode="lin" valueType="num">
                                      <p:cBhvr>
                                        <p:cTn id="161" dur="500" fill="hold"/>
                                        <p:tgtEl>
                                          <p:spTgt spid="30"/>
                                        </p:tgtEl>
                                        <p:attrNameLst>
                                          <p:attrName>ppt_h</p:attrName>
                                        </p:attrNameLst>
                                      </p:cBhvr>
                                      <p:tavLst>
                                        <p:tav tm="0">
                                          <p:val>
                                            <p:fltVal val="0"/>
                                          </p:val>
                                        </p:tav>
                                        <p:tav tm="100000">
                                          <p:val>
                                            <p:strVal val="#ppt_h"/>
                                          </p:val>
                                        </p:tav>
                                      </p:tavLst>
                                    </p:anim>
                                    <p:animEffect transition="in" filter="fade">
                                      <p:cBhvr>
                                        <p:cTn id="162" dur="500"/>
                                        <p:tgtEl>
                                          <p:spTgt spid="30"/>
                                        </p:tgtEl>
                                      </p:cBhvr>
                                    </p:animEffect>
                                  </p:childTnLst>
                                </p:cTn>
                              </p:par>
                            </p:childTnLst>
                          </p:cTn>
                        </p:par>
                      </p:childTnLst>
                    </p:cTn>
                  </p:par>
                  <p:par>
                    <p:cTn id="163" fill="hold">
                      <p:stCondLst>
                        <p:cond delay="indefinite"/>
                      </p:stCondLst>
                      <p:childTnLst>
                        <p:par>
                          <p:cTn id="164" fill="hold">
                            <p:stCondLst>
                              <p:cond delay="0"/>
                            </p:stCondLst>
                            <p:childTnLst>
                              <p:par>
                                <p:cTn id="165" presetID="53" presetClass="exit" presetSubtype="32" fill="hold" grpId="1" nodeType="clickEffect">
                                  <p:stCondLst>
                                    <p:cond delay="0"/>
                                  </p:stCondLst>
                                  <p:childTnLst>
                                    <p:anim calcmode="lin" valueType="num">
                                      <p:cBhvr>
                                        <p:cTn id="166" dur="500"/>
                                        <p:tgtEl>
                                          <p:spTgt spid="35"/>
                                        </p:tgtEl>
                                        <p:attrNameLst>
                                          <p:attrName>ppt_w</p:attrName>
                                        </p:attrNameLst>
                                      </p:cBhvr>
                                      <p:tavLst>
                                        <p:tav tm="0">
                                          <p:val>
                                            <p:strVal val="ppt_w"/>
                                          </p:val>
                                        </p:tav>
                                        <p:tav tm="100000">
                                          <p:val>
                                            <p:fltVal val="0"/>
                                          </p:val>
                                        </p:tav>
                                      </p:tavLst>
                                    </p:anim>
                                    <p:anim calcmode="lin" valueType="num">
                                      <p:cBhvr>
                                        <p:cTn id="167" dur="500"/>
                                        <p:tgtEl>
                                          <p:spTgt spid="35"/>
                                        </p:tgtEl>
                                        <p:attrNameLst>
                                          <p:attrName>ppt_h</p:attrName>
                                        </p:attrNameLst>
                                      </p:cBhvr>
                                      <p:tavLst>
                                        <p:tav tm="0">
                                          <p:val>
                                            <p:strVal val="ppt_h"/>
                                          </p:val>
                                        </p:tav>
                                        <p:tav tm="100000">
                                          <p:val>
                                            <p:fltVal val="0"/>
                                          </p:val>
                                        </p:tav>
                                      </p:tavLst>
                                    </p:anim>
                                    <p:animEffect transition="out" filter="fade">
                                      <p:cBhvr>
                                        <p:cTn id="168" dur="500"/>
                                        <p:tgtEl>
                                          <p:spTgt spid="35"/>
                                        </p:tgtEl>
                                      </p:cBhvr>
                                    </p:animEffect>
                                    <p:set>
                                      <p:cBhvr>
                                        <p:cTn id="169" dur="1" fill="hold">
                                          <p:stCondLst>
                                            <p:cond delay="499"/>
                                          </p:stCondLst>
                                        </p:cTn>
                                        <p:tgtEl>
                                          <p:spTgt spid="35"/>
                                        </p:tgtEl>
                                        <p:attrNameLst>
                                          <p:attrName>style.visibility</p:attrName>
                                        </p:attrNameLst>
                                      </p:cBhvr>
                                      <p:to>
                                        <p:strVal val="hidden"/>
                                      </p:to>
                                    </p:set>
                                  </p:childTnLst>
                                </p:cTn>
                              </p:par>
                            </p:childTnLst>
                          </p:cTn>
                        </p:par>
                      </p:childTnLst>
                    </p:cTn>
                  </p:par>
                  <p:par>
                    <p:cTn id="170" fill="hold">
                      <p:stCondLst>
                        <p:cond delay="indefinite"/>
                      </p:stCondLst>
                      <p:childTnLst>
                        <p:par>
                          <p:cTn id="171" fill="hold">
                            <p:stCondLst>
                              <p:cond delay="0"/>
                            </p:stCondLst>
                            <p:childTnLst>
                              <p:par>
                                <p:cTn id="172" presetID="53" presetClass="entr" presetSubtype="16" fill="hold" grpId="0" nodeType="clickEffect">
                                  <p:stCondLst>
                                    <p:cond delay="0"/>
                                  </p:stCondLst>
                                  <p:childTnLst>
                                    <p:set>
                                      <p:cBhvr>
                                        <p:cTn id="173" dur="1" fill="hold">
                                          <p:stCondLst>
                                            <p:cond delay="0"/>
                                          </p:stCondLst>
                                        </p:cTn>
                                        <p:tgtEl>
                                          <p:spTgt spid="32"/>
                                        </p:tgtEl>
                                        <p:attrNameLst>
                                          <p:attrName>style.visibility</p:attrName>
                                        </p:attrNameLst>
                                      </p:cBhvr>
                                      <p:to>
                                        <p:strVal val="visible"/>
                                      </p:to>
                                    </p:set>
                                    <p:anim calcmode="lin" valueType="num">
                                      <p:cBhvr>
                                        <p:cTn id="174" dur="500" fill="hold"/>
                                        <p:tgtEl>
                                          <p:spTgt spid="32"/>
                                        </p:tgtEl>
                                        <p:attrNameLst>
                                          <p:attrName>ppt_w</p:attrName>
                                        </p:attrNameLst>
                                      </p:cBhvr>
                                      <p:tavLst>
                                        <p:tav tm="0">
                                          <p:val>
                                            <p:fltVal val="0"/>
                                          </p:val>
                                        </p:tav>
                                        <p:tav tm="100000">
                                          <p:val>
                                            <p:strVal val="#ppt_w"/>
                                          </p:val>
                                        </p:tav>
                                      </p:tavLst>
                                    </p:anim>
                                    <p:anim calcmode="lin" valueType="num">
                                      <p:cBhvr>
                                        <p:cTn id="175" dur="500" fill="hold"/>
                                        <p:tgtEl>
                                          <p:spTgt spid="32"/>
                                        </p:tgtEl>
                                        <p:attrNameLst>
                                          <p:attrName>ppt_h</p:attrName>
                                        </p:attrNameLst>
                                      </p:cBhvr>
                                      <p:tavLst>
                                        <p:tav tm="0">
                                          <p:val>
                                            <p:fltVal val="0"/>
                                          </p:val>
                                        </p:tav>
                                        <p:tav tm="100000">
                                          <p:val>
                                            <p:strVal val="#ppt_h"/>
                                          </p:val>
                                        </p:tav>
                                      </p:tavLst>
                                    </p:anim>
                                    <p:animEffect transition="in" filter="fade">
                                      <p:cBhvr>
                                        <p:cTn id="176" dur="500"/>
                                        <p:tgtEl>
                                          <p:spTgt spid="32"/>
                                        </p:tgtEl>
                                      </p:cBhvr>
                                    </p:animEffect>
                                  </p:childTnLst>
                                </p:cTn>
                              </p:par>
                            </p:childTnLst>
                          </p:cTn>
                        </p:par>
                      </p:childTnLst>
                    </p:cTn>
                  </p:par>
                  <p:par>
                    <p:cTn id="177" fill="hold">
                      <p:stCondLst>
                        <p:cond delay="indefinite"/>
                      </p:stCondLst>
                      <p:childTnLst>
                        <p:par>
                          <p:cTn id="178" fill="hold">
                            <p:stCondLst>
                              <p:cond delay="0"/>
                            </p:stCondLst>
                            <p:childTnLst>
                              <p:par>
                                <p:cTn id="179" presetID="53" presetClass="entr" presetSubtype="16" fill="hold" grpId="0" nodeType="clickEffect">
                                  <p:stCondLst>
                                    <p:cond delay="0"/>
                                  </p:stCondLst>
                                  <p:childTnLst>
                                    <p:set>
                                      <p:cBhvr>
                                        <p:cTn id="180" dur="1" fill="hold">
                                          <p:stCondLst>
                                            <p:cond delay="0"/>
                                          </p:stCondLst>
                                        </p:cTn>
                                        <p:tgtEl>
                                          <p:spTgt spid="29"/>
                                        </p:tgtEl>
                                        <p:attrNameLst>
                                          <p:attrName>style.visibility</p:attrName>
                                        </p:attrNameLst>
                                      </p:cBhvr>
                                      <p:to>
                                        <p:strVal val="visible"/>
                                      </p:to>
                                    </p:set>
                                    <p:anim calcmode="lin" valueType="num">
                                      <p:cBhvr>
                                        <p:cTn id="181" dur="500" fill="hold"/>
                                        <p:tgtEl>
                                          <p:spTgt spid="29"/>
                                        </p:tgtEl>
                                        <p:attrNameLst>
                                          <p:attrName>ppt_w</p:attrName>
                                        </p:attrNameLst>
                                      </p:cBhvr>
                                      <p:tavLst>
                                        <p:tav tm="0">
                                          <p:val>
                                            <p:fltVal val="0"/>
                                          </p:val>
                                        </p:tav>
                                        <p:tav tm="100000">
                                          <p:val>
                                            <p:strVal val="#ppt_w"/>
                                          </p:val>
                                        </p:tav>
                                      </p:tavLst>
                                    </p:anim>
                                    <p:anim calcmode="lin" valueType="num">
                                      <p:cBhvr>
                                        <p:cTn id="182" dur="500" fill="hold"/>
                                        <p:tgtEl>
                                          <p:spTgt spid="29"/>
                                        </p:tgtEl>
                                        <p:attrNameLst>
                                          <p:attrName>ppt_h</p:attrName>
                                        </p:attrNameLst>
                                      </p:cBhvr>
                                      <p:tavLst>
                                        <p:tav tm="0">
                                          <p:val>
                                            <p:fltVal val="0"/>
                                          </p:val>
                                        </p:tav>
                                        <p:tav tm="100000">
                                          <p:val>
                                            <p:strVal val="#ppt_h"/>
                                          </p:val>
                                        </p:tav>
                                      </p:tavLst>
                                    </p:anim>
                                    <p:animEffect transition="in" filter="fade">
                                      <p:cBhvr>
                                        <p:cTn id="183" dur="500"/>
                                        <p:tgtEl>
                                          <p:spTgt spid="29"/>
                                        </p:tgtEl>
                                      </p:cBhvr>
                                    </p:animEffect>
                                  </p:childTnLst>
                                </p:cTn>
                              </p:par>
                            </p:childTnLst>
                          </p:cTn>
                        </p:par>
                      </p:childTnLst>
                    </p:cTn>
                  </p:par>
                  <p:par>
                    <p:cTn id="184" fill="hold">
                      <p:stCondLst>
                        <p:cond delay="indefinite"/>
                      </p:stCondLst>
                      <p:childTnLst>
                        <p:par>
                          <p:cTn id="185" fill="hold">
                            <p:stCondLst>
                              <p:cond delay="0"/>
                            </p:stCondLst>
                            <p:childTnLst>
                              <p:par>
                                <p:cTn id="186" presetID="53" presetClass="entr" presetSubtype="16" fill="hold" nodeType="clickEffect">
                                  <p:stCondLst>
                                    <p:cond delay="0"/>
                                  </p:stCondLst>
                                  <p:childTnLst>
                                    <p:set>
                                      <p:cBhvr>
                                        <p:cTn id="187" dur="1" fill="hold">
                                          <p:stCondLst>
                                            <p:cond delay="0"/>
                                          </p:stCondLst>
                                        </p:cTn>
                                        <p:tgtEl>
                                          <p:spTgt spid="19"/>
                                        </p:tgtEl>
                                        <p:attrNameLst>
                                          <p:attrName>style.visibility</p:attrName>
                                        </p:attrNameLst>
                                      </p:cBhvr>
                                      <p:to>
                                        <p:strVal val="visible"/>
                                      </p:to>
                                    </p:set>
                                    <p:anim calcmode="lin" valueType="num">
                                      <p:cBhvr>
                                        <p:cTn id="188" dur="500" fill="hold"/>
                                        <p:tgtEl>
                                          <p:spTgt spid="19"/>
                                        </p:tgtEl>
                                        <p:attrNameLst>
                                          <p:attrName>ppt_w</p:attrName>
                                        </p:attrNameLst>
                                      </p:cBhvr>
                                      <p:tavLst>
                                        <p:tav tm="0">
                                          <p:val>
                                            <p:fltVal val="0"/>
                                          </p:val>
                                        </p:tav>
                                        <p:tav tm="100000">
                                          <p:val>
                                            <p:strVal val="#ppt_w"/>
                                          </p:val>
                                        </p:tav>
                                      </p:tavLst>
                                    </p:anim>
                                    <p:anim calcmode="lin" valueType="num">
                                      <p:cBhvr>
                                        <p:cTn id="189" dur="500" fill="hold"/>
                                        <p:tgtEl>
                                          <p:spTgt spid="19"/>
                                        </p:tgtEl>
                                        <p:attrNameLst>
                                          <p:attrName>ppt_h</p:attrName>
                                        </p:attrNameLst>
                                      </p:cBhvr>
                                      <p:tavLst>
                                        <p:tav tm="0">
                                          <p:val>
                                            <p:fltVal val="0"/>
                                          </p:val>
                                        </p:tav>
                                        <p:tav tm="100000">
                                          <p:val>
                                            <p:strVal val="#ppt_h"/>
                                          </p:val>
                                        </p:tav>
                                      </p:tavLst>
                                    </p:anim>
                                    <p:animEffect transition="in" filter="fade">
                                      <p:cBhvr>
                                        <p:cTn id="190" dur="500"/>
                                        <p:tgtEl>
                                          <p:spTgt spid="19"/>
                                        </p:tgtEl>
                                      </p:cBhvr>
                                    </p:animEffect>
                                  </p:childTnLst>
                                </p:cTn>
                              </p:par>
                            </p:childTnLst>
                          </p:cTn>
                        </p:par>
                      </p:childTnLst>
                    </p:cTn>
                  </p:par>
                  <p:par>
                    <p:cTn id="191" fill="hold">
                      <p:stCondLst>
                        <p:cond delay="indefinite"/>
                      </p:stCondLst>
                      <p:childTnLst>
                        <p:par>
                          <p:cTn id="192" fill="hold">
                            <p:stCondLst>
                              <p:cond delay="0"/>
                            </p:stCondLst>
                            <p:childTnLst>
                              <p:par>
                                <p:cTn id="193" presetID="53" presetClass="entr" presetSubtype="16" fill="hold" nodeType="clickEffect">
                                  <p:stCondLst>
                                    <p:cond delay="0"/>
                                  </p:stCondLst>
                                  <p:childTnLst>
                                    <p:set>
                                      <p:cBhvr>
                                        <p:cTn id="194" dur="1" fill="hold">
                                          <p:stCondLst>
                                            <p:cond delay="0"/>
                                          </p:stCondLst>
                                        </p:cTn>
                                        <p:tgtEl>
                                          <p:spTgt spid="20"/>
                                        </p:tgtEl>
                                        <p:attrNameLst>
                                          <p:attrName>style.visibility</p:attrName>
                                        </p:attrNameLst>
                                      </p:cBhvr>
                                      <p:to>
                                        <p:strVal val="visible"/>
                                      </p:to>
                                    </p:set>
                                    <p:anim calcmode="lin" valueType="num">
                                      <p:cBhvr>
                                        <p:cTn id="195" dur="500" fill="hold"/>
                                        <p:tgtEl>
                                          <p:spTgt spid="20"/>
                                        </p:tgtEl>
                                        <p:attrNameLst>
                                          <p:attrName>ppt_w</p:attrName>
                                        </p:attrNameLst>
                                      </p:cBhvr>
                                      <p:tavLst>
                                        <p:tav tm="0">
                                          <p:val>
                                            <p:fltVal val="0"/>
                                          </p:val>
                                        </p:tav>
                                        <p:tav tm="100000">
                                          <p:val>
                                            <p:strVal val="#ppt_w"/>
                                          </p:val>
                                        </p:tav>
                                      </p:tavLst>
                                    </p:anim>
                                    <p:anim calcmode="lin" valueType="num">
                                      <p:cBhvr>
                                        <p:cTn id="196" dur="500" fill="hold"/>
                                        <p:tgtEl>
                                          <p:spTgt spid="20"/>
                                        </p:tgtEl>
                                        <p:attrNameLst>
                                          <p:attrName>ppt_h</p:attrName>
                                        </p:attrNameLst>
                                      </p:cBhvr>
                                      <p:tavLst>
                                        <p:tav tm="0">
                                          <p:val>
                                            <p:fltVal val="0"/>
                                          </p:val>
                                        </p:tav>
                                        <p:tav tm="100000">
                                          <p:val>
                                            <p:strVal val="#ppt_h"/>
                                          </p:val>
                                        </p:tav>
                                      </p:tavLst>
                                    </p:anim>
                                    <p:animEffect transition="in" filter="fade">
                                      <p:cBhvr>
                                        <p:cTn id="197" dur="500"/>
                                        <p:tgtEl>
                                          <p:spTgt spid="20"/>
                                        </p:tgtEl>
                                      </p:cBhvr>
                                    </p:animEffect>
                                  </p:childTnLst>
                                </p:cTn>
                              </p:par>
                            </p:childTnLst>
                          </p:cTn>
                        </p:par>
                      </p:childTnLst>
                    </p:cTn>
                  </p:par>
                  <p:par>
                    <p:cTn id="198" fill="hold">
                      <p:stCondLst>
                        <p:cond delay="indefinite"/>
                      </p:stCondLst>
                      <p:childTnLst>
                        <p:par>
                          <p:cTn id="199" fill="hold">
                            <p:stCondLst>
                              <p:cond delay="0"/>
                            </p:stCondLst>
                            <p:childTnLst>
                              <p:par>
                                <p:cTn id="200" presetID="53" presetClass="entr" presetSubtype="16" fill="hold" grpId="0" nodeType="clickEffect">
                                  <p:stCondLst>
                                    <p:cond delay="0"/>
                                  </p:stCondLst>
                                  <p:childTnLst>
                                    <p:set>
                                      <p:cBhvr>
                                        <p:cTn id="201" dur="1" fill="hold">
                                          <p:stCondLst>
                                            <p:cond delay="0"/>
                                          </p:stCondLst>
                                        </p:cTn>
                                        <p:tgtEl>
                                          <p:spTgt spid="23"/>
                                        </p:tgtEl>
                                        <p:attrNameLst>
                                          <p:attrName>style.visibility</p:attrName>
                                        </p:attrNameLst>
                                      </p:cBhvr>
                                      <p:to>
                                        <p:strVal val="visible"/>
                                      </p:to>
                                    </p:set>
                                    <p:anim calcmode="lin" valueType="num">
                                      <p:cBhvr>
                                        <p:cTn id="202" dur="500" fill="hold"/>
                                        <p:tgtEl>
                                          <p:spTgt spid="23"/>
                                        </p:tgtEl>
                                        <p:attrNameLst>
                                          <p:attrName>ppt_w</p:attrName>
                                        </p:attrNameLst>
                                      </p:cBhvr>
                                      <p:tavLst>
                                        <p:tav tm="0">
                                          <p:val>
                                            <p:fltVal val="0"/>
                                          </p:val>
                                        </p:tav>
                                        <p:tav tm="100000">
                                          <p:val>
                                            <p:strVal val="#ppt_w"/>
                                          </p:val>
                                        </p:tav>
                                      </p:tavLst>
                                    </p:anim>
                                    <p:anim calcmode="lin" valueType="num">
                                      <p:cBhvr>
                                        <p:cTn id="203" dur="500" fill="hold"/>
                                        <p:tgtEl>
                                          <p:spTgt spid="23"/>
                                        </p:tgtEl>
                                        <p:attrNameLst>
                                          <p:attrName>ppt_h</p:attrName>
                                        </p:attrNameLst>
                                      </p:cBhvr>
                                      <p:tavLst>
                                        <p:tav tm="0">
                                          <p:val>
                                            <p:fltVal val="0"/>
                                          </p:val>
                                        </p:tav>
                                        <p:tav tm="100000">
                                          <p:val>
                                            <p:strVal val="#ppt_h"/>
                                          </p:val>
                                        </p:tav>
                                      </p:tavLst>
                                    </p:anim>
                                    <p:animEffect transition="in" filter="fade">
                                      <p:cBhvr>
                                        <p:cTn id="204" dur="500"/>
                                        <p:tgtEl>
                                          <p:spTgt spid="23"/>
                                        </p:tgtEl>
                                      </p:cBhvr>
                                    </p:animEffect>
                                  </p:childTnLst>
                                </p:cTn>
                              </p:par>
                            </p:childTnLst>
                          </p:cTn>
                        </p:par>
                      </p:childTnLst>
                    </p:cTn>
                  </p:par>
                  <p:par>
                    <p:cTn id="205" fill="hold">
                      <p:stCondLst>
                        <p:cond delay="indefinite"/>
                      </p:stCondLst>
                      <p:childTnLst>
                        <p:par>
                          <p:cTn id="206" fill="hold">
                            <p:stCondLst>
                              <p:cond delay="0"/>
                            </p:stCondLst>
                            <p:childTnLst>
                              <p:par>
                                <p:cTn id="207" presetID="53" presetClass="exit" presetSubtype="16" fill="hold" nodeType="clickEffect">
                                  <p:stCondLst>
                                    <p:cond delay="0"/>
                                  </p:stCondLst>
                                  <p:childTnLst>
                                    <p:anim calcmode="lin" valueType="num">
                                      <p:cBhvr>
                                        <p:cTn id="208" dur="500"/>
                                        <p:tgtEl>
                                          <p:spTgt spid="16"/>
                                        </p:tgtEl>
                                        <p:attrNameLst>
                                          <p:attrName>ppt_w</p:attrName>
                                        </p:attrNameLst>
                                      </p:cBhvr>
                                      <p:tavLst>
                                        <p:tav tm="0">
                                          <p:val>
                                            <p:strVal val="ppt_w"/>
                                          </p:val>
                                        </p:tav>
                                        <p:tav tm="100000">
                                          <p:val>
                                            <p:fltVal val="0"/>
                                          </p:val>
                                        </p:tav>
                                      </p:tavLst>
                                    </p:anim>
                                    <p:anim calcmode="lin" valueType="num">
                                      <p:cBhvr>
                                        <p:cTn id="209" dur="500"/>
                                        <p:tgtEl>
                                          <p:spTgt spid="16"/>
                                        </p:tgtEl>
                                        <p:attrNameLst>
                                          <p:attrName>ppt_h</p:attrName>
                                        </p:attrNameLst>
                                      </p:cBhvr>
                                      <p:tavLst>
                                        <p:tav tm="0">
                                          <p:val>
                                            <p:strVal val="ppt_h"/>
                                          </p:val>
                                        </p:tav>
                                        <p:tav tm="100000">
                                          <p:val>
                                            <p:fltVal val="0"/>
                                          </p:val>
                                        </p:tav>
                                      </p:tavLst>
                                    </p:anim>
                                    <p:animEffect transition="out" filter="fade">
                                      <p:cBhvr>
                                        <p:cTn id="210" dur="500"/>
                                        <p:tgtEl>
                                          <p:spTgt spid="16"/>
                                        </p:tgtEl>
                                      </p:cBhvr>
                                    </p:animEffect>
                                    <p:set>
                                      <p:cBhvr>
                                        <p:cTn id="211" dur="1" fill="hold">
                                          <p:stCondLst>
                                            <p:cond delay="499"/>
                                          </p:stCondLst>
                                        </p:cTn>
                                        <p:tgtEl>
                                          <p:spTgt spid="16"/>
                                        </p:tgtEl>
                                        <p:attrNameLst>
                                          <p:attrName>style.visibility</p:attrName>
                                        </p:attrNameLst>
                                      </p:cBhvr>
                                      <p:to>
                                        <p:strVal val="hidden"/>
                                      </p:to>
                                    </p:set>
                                  </p:childTnLst>
                                </p:cTn>
                              </p:par>
                              <p:par>
                                <p:cTn id="212" presetID="53" presetClass="exit" presetSubtype="16" fill="hold" nodeType="withEffect">
                                  <p:stCondLst>
                                    <p:cond delay="0"/>
                                  </p:stCondLst>
                                  <p:childTnLst>
                                    <p:anim calcmode="lin" valueType="num">
                                      <p:cBhvr>
                                        <p:cTn id="213" dur="500"/>
                                        <p:tgtEl>
                                          <p:spTgt spid="17"/>
                                        </p:tgtEl>
                                        <p:attrNameLst>
                                          <p:attrName>ppt_w</p:attrName>
                                        </p:attrNameLst>
                                      </p:cBhvr>
                                      <p:tavLst>
                                        <p:tav tm="0">
                                          <p:val>
                                            <p:strVal val="ppt_w"/>
                                          </p:val>
                                        </p:tav>
                                        <p:tav tm="100000">
                                          <p:val>
                                            <p:fltVal val="0"/>
                                          </p:val>
                                        </p:tav>
                                      </p:tavLst>
                                    </p:anim>
                                    <p:anim calcmode="lin" valueType="num">
                                      <p:cBhvr>
                                        <p:cTn id="214" dur="500"/>
                                        <p:tgtEl>
                                          <p:spTgt spid="17"/>
                                        </p:tgtEl>
                                        <p:attrNameLst>
                                          <p:attrName>ppt_h</p:attrName>
                                        </p:attrNameLst>
                                      </p:cBhvr>
                                      <p:tavLst>
                                        <p:tav tm="0">
                                          <p:val>
                                            <p:strVal val="ppt_h"/>
                                          </p:val>
                                        </p:tav>
                                        <p:tav tm="100000">
                                          <p:val>
                                            <p:fltVal val="0"/>
                                          </p:val>
                                        </p:tav>
                                      </p:tavLst>
                                    </p:anim>
                                    <p:animEffect transition="out" filter="fade">
                                      <p:cBhvr>
                                        <p:cTn id="215" dur="500"/>
                                        <p:tgtEl>
                                          <p:spTgt spid="17"/>
                                        </p:tgtEl>
                                      </p:cBhvr>
                                    </p:animEffect>
                                    <p:set>
                                      <p:cBhvr>
                                        <p:cTn id="216" dur="1" fill="hold">
                                          <p:stCondLst>
                                            <p:cond delay="499"/>
                                          </p:stCondLst>
                                        </p:cTn>
                                        <p:tgtEl>
                                          <p:spTgt spid="17"/>
                                        </p:tgtEl>
                                        <p:attrNameLst>
                                          <p:attrName>style.visibility</p:attrName>
                                        </p:attrNameLst>
                                      </p:cBhvr>
                                      <p:to>
                                        <p:strVal val="hidden"/>
                                      </p:to>
                                    </p:set>
                                  </p:childTnLst>
                                </p:cTn>
                              </p:par>
                              <p:par>
                                <p:cTn id="217" presetID="53" presetClass="exit" presetSubtype="16" fill="hold" nodeType="withEffect">
                                  <p:stCondLst>
                                    <p:cond delay="0"/>
                                  </p:stCondLst>
                                  <p:childTnLst>
                                    <p:anim calcmode="lin" valueType="num">
                                      <p:cBhvr>
                                        <p:cTn id="218" dur="500"/>
                                        <p:tgtEl>
                                          <p:spTgt spid="18"/>
                                        </p:tgtEl>
                                        <p:attrNameLst>
                                          <p:attrName>ppt_w</p:attrName>
                                        </p:attrNameLst>
                                      </p:cBhvr>
                                      <p:tavLst>
                                        <p:tav tm="0">
                                          <p:val>
                                            <p:strVal val="ppt_w"/>
                                          </p:val>
                                        </p:tav>
                                        <p:tav tm="100000">
                                          <p:val>
                                            <p:fltVal val="0"/>
                                          </p:val>
                                        </p:tav>
                                      </p:tavLst>
                                    </p:anim>
                                    <p:anim calcmode="lin" valueType="num">
                                      <p:cBhvr>
                                        <p:cTn id="219" dur="500"/>
                                        <p:tgtEl>
                                          <p:spTgt spid="18"/>
                                        </p:tgtEl>
                                        <p:attrNameLst>
                                          <p:attrName>ppt_h</p:attrName>
                                        </p:attrNameLst>
                                      </p:cBhvr>
                                      <p:tavLst>
                                        <p:tav tm="0">
                                          <p:val>
                                            <p:strVal val="ppt_h"/>
                                          </p:val>
                                        </p:tav>
                                        <p:tav tm="100000">
                                          <p:val>
                                            <p:fltVal val="0"/>
                                          </p:val>
                                        </p:tav>
                                      </p:tavLst>
                                    </p:anim>
                                    <p:animEffect transition="out" filter="fade">
                                      <p:cBhvr>
                                        <p:cTn id="220" dur="500"/>
                                        <p:tgtEl>
                                          <p:spTgt spid="18"/>
                                        </p:tgtEl>
                                      </p:cBhvr>
                                    </p:animEffect>
                                    <p:set>
                                      <p:cBhvr>
                                        <p:cTn id="221" dur="1" fill="hold">
                                          <p:stCondLst>
                                            <p:cond delay="499"/>
                                          </p:stCondLst>
                                        </p:cTn>
                                        <p:tgtEl>
                                          <p:spTgt spid="18"/>
                                        </p:tgtEl>
                                        <p:attrNameLst>
                                          <p:attrName>style.visibility</p:attrName>
                                        </p:attrNameLst>
                                      </p:cBhvr>
                                      <p:to>
                                        <p:strVal val="hidden"/>
                                      </p:to>
                                    </p:set>
                                  </p:childTnLst>
                                </p:cTn>
                              </p:par>
                              <p:par>
                                <p:cTn id="222" presetID="53" presetClass="exit" presetSubtype="16" fill="hold" nodeType="withEffect">
                                  <p:stCondLst>
                                    <p:cond delay="0"/>
                                  </p:stCondLst>
                                  <p:childTnLst>
                                    <p:anim calcmode="lin" valueType="num">
                                      <p:cBhvr>
                                        <p:cTn id="223" dur="500"/>
                                        <p:tgtEl>
                                          <p:spTgt spid="19"/>
                                        </p:tgtEl>
                                        <p:attrNameLst>
                                          <p:attrName>ppt_w</p:attrName>
                                        </p:attrNameLst>
                                      </p:cBhvr>
                                      <p:tavLst>
                                        <p:tav tm="0">
                                          <p:val>
                                            <p:strVal val="ppt_w"/>
                                          </p:val>
                                        </p:tav>
                                        <p:tav tm="100000">
                                          <p:val>
                                            <p:fltVal val="0"/>
                                          </p:val>
                                        </p:tav>
                                      </p:tavLst>
                                    </p:anim>
                                    <p:anim calcmode="lin" valueType="num">
                                      <p:cBhvr>
                                        <p:cTn id="224" dur="500"/>
                                        <p:tgtEl>
                                          <p:spTgt spid="19"/>
                                        </p:tgtEl>
                                        <p:attrNameLst>
                                          <p:attrName>ppt_h</p:attrName>
                                        </p:attrNameLst>
                                      </p:cBhvr>
                                      <p:tavLst>
                                        <p:tav tm="0">
                                          <p:val>
                                            <p:strVal val="ppt_h"/>
                                          </p:val>
                                        </p:tav>
                                        <p:tav tm="100000">
                                          <p:val>
                                            <p:fltVal val="0"/>
                                          </p:val>
                                        </p:tav>
                                      </p:tavLst>
                                    </p:anim>
                                    <p:animEffect transition="out" filter="fade">
                                      <p:cBhvr>
                                        <p:cTn id="225" dur="500"/>
                                        <p:tgtEl>
                                          <p:spTgt spid="19"/>
                                        </p:tgtEl>
                                      </p:cBhvr>
                                    </p:animEffect>
                                    <p:set>
                                      <p:cBhvr>
                                        <p:cTn id="226" dur="1" fill="hold">
                                          <p:stCondLst>
                                            <p:cond delay="499"/>
                                          </p:stCondLst>
                                        </p:cTn>
                                        <p:tgtEl>
                                          <p:spTgt spid="19"/>
                                        </p:tgtEl>
                                        <p:attrNameLst>
                                          <p:attrName>style.visibility</p:attrName>
                                        </p:attrNameLst>
                                      </p:cBhvr>
                                      <p:to>
                                        <p:strVal val="hidden"/>
                                      </p:to>
                                    </p:set>
                                  </p:childTnLst>
                                </p:cTn>
                              </p:par>
                              <p:par>
                                <p:cTn id="227" presetID="53" presetClass="exit" presetSubtype="16" fill="hold" nodeType="withEffect">
                                  <p:stCondLst>
                                    <p:cond delay="0"/>
                                  </p:stCondLst>
                                  <p:childTnLst>
                                    <p:anim calcmode="lin" valueType="num">
                                      <p:cBhvr>
                                        <p:cTn id="228" dur="500"/>
                                        <p:tgtEl>
                                          <p:spTgt spid="20"/>
                                        </p:tgtEl>
                                        <p:attrNameLst>
                                          <p:attrName>ppt_w</p:attrName>
                                        </p:attrNameLst>
                                      </p:cBhvr>
                                      <p:tavLst>
                                        <p:tav tm="0">
                                          <p:val>
                                            <p:strVal val="ppt_w"/>
                                          </p:val>
                                        </p:tav>
                                        <p:tav tm="100000">
                                          <p:val>
                                            <p:fltVal val="0"/>
                                          </p:val>
                                        </p:tav>
                                      </p:tavLst>
                                    </p:anim>
                                    <p:anim calcmode="lin" valueType="num">
                                      <p:cBhvr>
                                        <p:cTn id="229" dur="500"/>
                                        <p:tgtEl>
                                          <p:spTgt spid="20"/>
                                        </p:tgtEl>
                                        <p:attrNameLst>
                                          <p:attrName>ppt_h</p:attrName>
                                        </p:attrNameLst>
                                      </p:cBhvr>
                                      <p:tavLst>
                                        <p:tav tm="0">
                                          <p:val>
                                            <p:strVal val="ppt_h"/>
                                          </p:val>
                                        </p:tav>
                                        <p:tav tm="100000">
                                          <p:val>
                                            <p:fltVal val="0"/>
                                          </p:val>
                                        </p:tav>
                                      </p:tavLst>
                                    </p:anim>
                                    <p:animEffect transition="out" filter="fade">
                                      <p:cBhvr>
                                        <p:cTn id="230" dur="500"/>
                                        <p:tgtEl>
                                          <p:spTgt spid="20"/>
                                        </p:tgtEl>
                                      </p:cBhvr>
                                    </p:animEffect>
                                    <p:set>
                                      <p:cBhvr>
                                        <p:cTn id="231" dur="1" fill="hold">
                                          <p:stCondLst>
                                            <p:cond delay="499"/>
                                          </p:stCondLst>
                                        </p:cTn>
                                        <p:tgtEl>
                                          <p:spTgt spid="20"/>
                                        </p:tgtEl>
                                        <p:attrNameLst>
                                          <p:attrName>style.visibility</p:attrName>
                                        </p:attrNameLst>
                                      </p:cBhvr>
                                      <p:to>
                                        <p:strVal val="hidden"/>
                                      </p:to>
                                    </p:set>
                                  </p:childTnLst>
                                </p:cTn>
                              </p:par>
                            </p:childTnLst>
                          </p:cTn>
                        </p:par>
                      </p:childTnLst>
                    </p:cTn>
                  </p:par>
                  <p:par>
                    <p:cTn id="232" fill="hold">
                      <p:stCondLst>
                        <p:cond delay="indefinite"/>
                      </p:stCondLst>
                      <p:childTnLst>
                        <p:par>
                          <p:cTn id="233" fill="hold">
                            <p:stCondLst>
                              <p:cond delay="0"/>
                            </p:stCondLst>
                            <p:childTnLst>
                              <p:par>
                                <p:cTn id="234" presetID="53" presetClass="entr" presetSubtype="16" fill="hold" nodeType="clickEffect">
                                  <p:stCondLst>
                                    <p:cond delay="0"/>
                                  </p:stCondLst>
                                  <p:childTnLst>
                                    <p:set>
                                      <p:cBhvr>
                                        <p:cTn id="235" dur="1" fill="hold">
                                          <p:stCondLst>
                                            <p:cond delay="0"/>
                                          </p:stCondLst>
                                        </p:cTn>
                                        <p:tgtEl>
                                          <p:spTgt spid="16"/>
                                        </p:tgtEl>
                                        <p:attrNameLst>
                                          <p:attrName>style.visibility</p:attrName>
                                        </p:attrNameLst>
                                      </p:cBhvr>
                                      <p:to>
                                        <p:strVal val="visible"/>
                                      </p:to>
                                    </p:set>
                                    <p:anim calcmode="lin" valueType="num">
                                      <p:cBhvr>
                                        <p:cTn id="236" dur="500" fill="hold"/>
                                        <p:tgtEl>
                                          <p:spTgt spid="16"/>
                                        </p:tgtEl>
                                        <p:attrNameLst>
                                          <p:attrName>ppt_w</p:attrName>
                                        </p:attrNameLst>
                                      </p:cBhvr>
                                      <p:tavLst>
                                        <p:tav tm="0">
                                          <p:val>
                                            <p:fltVal val="0"/>
                                          </p:val>
                                        </p:tav>
                                        <p:tav tm="100000">
                                          <p:val>
                                            <p:strVal val="#ppt_w"/>
                                          </p:val>
                                        </p:tav>
                                      </p:tavLst>
                                    </p:anim>
                                    <p:anim calcmode="lin" valueType="num">
                                      <p:cBhvr>
                                        <p:cTn id="237" dur="500" fill="hold"/>
                                        <p:tgtEl>
                                          <p:spTgt spid="16"/>
                                        </p:tgtEl>
                                        <p:attrNameLst>
                                          <p:attrName>ppt_h</p:attrName>
                                        </p:attrNameLst>
                                      </p:cBhvr>
                                      <p:tavLst>
                                        <p:tav tm="0">
                                          <p:val>
                                            <p:fltVal val="0"/>
                                          </p:val>
                                        </p:tav>
                                        <p:tav tm="100000">
                                          <p:val>
                                            <p:strVal val="#ppt_h"/>
                                          </p:val>
                                        </p:tav>
                                      </p:tavLst>
                                    </p:anim>
                                    <p:animEffect transition="in" filter="fade">
                                      <p:cBhvr>
                                        <p:cTn id="238" dur="500"/>
                                        <p:tgtEl>
                                          <p:spTgt spid="16"/>
                                        </p:tgtEl>
                                      </p:cBhvr>
                                    </p:animEffect>
                                  </p:childTnLst>
                                </p:cTn>
                              </p:par>
                            </p:childTnLst>
                          </p:cTn>
                        </p:par>
                      </p:childTnLst>
                    </p:cTn>
                  </p:par>
                  <p:par>
                    <p:cTn id="239" fill="hold">
                      <p:stCondLst>
                        <p:cond delay="indefinite"/>
                      </p:stCondLst>
                      <p:childTnLst>
                        <p:par>
                          <p:cTn id="240" fill="hold">
                            <p:stCondLst>
                              <p:cond delay="0"/>
                            </p:stCondLst>
                            <p:childTnLst>
                              <p:par>
                                <p:cTn id="241" presetID="53" presetClass="entr" presetSubtype="16" fill="hold" grpId="0" nodeType="clickEffect">
                                  <p:stCondLst>
                                    <p:cond delay="0"/>
                                  </p:stCondLst>
                                  <p:childTnLst>
                                    <p:set>
                                      <p:cBhvr>
                                        <p:cTn id="242" dur="1" fill="hold">
                                          <p:stCondLst>
                                            <p:cond delay="0"/>
                                          </p:stCondLst>
                                        </p:cTn>
                                        <p:tgtEl>
                                          <p:spTgt spid="27"/>
                                        </p:tgtEl>
                                        <p:attrNameLst>
                                          <p:attrName>style.visibility</p:attrName>
                                        </p:attrNameLst>
                                      </p:cBhvr>
                                      <p:to>
                                        <p:strVal val="visible"/>
                                      </p:to>
                                    </p:set>
                                    <p:anim calcmode="lin" valueType="num">
                                      <p:cBhvr>
                                        <p:cTn id="243" dur="500" fill="hold"/>
                                        <p:tgtEl>
                                          <p:spTgt spid="27"/>
                                        </p:tgtEl>
                                        <p:attrNameLst>
                                          <p:attrName>ppt_w</p:attrName>
                                        </p:attrNameLst>
                                      </p:cBhvr>
                                      <p:tavLst>
                                        <p:tav tm="0">
                                          <p:val>
                                            <p:fltVal val="0"/>
                                          </p:val>
                                        </p:tav>
                                        <p:tav tm="100000">
                                          <p:val>
                                            <p:strVal val="#ppt_w"/>
                                          </p:val>
                                        </p:tav>
                                      </p:tavLst>
                                    </p:anim>
                                    <p:anim calcmode="lin" valueType="num">
                                      <p:cBhvr>
                                        <p:cTn id="244" dur="500" fill="hold"/>
                                        <p:tgtEl>
                                          <p:spTgt spid="27"/>
                                        </p:tgtEl>
                                        <p:attrNameLst>
                                          <p:attrName>ppt_h</p:attrName>
                                        </p:attrNameLst>
                                      </p:cBhvr>
                                      <p:tavLst>
                                        <p:tav tm="0">
                                          <p:val>
                                            <p:fltVal val="0"/>
                                          </p:val>
                                        </p:tav>
                                        <p:tav tm="100000">
                                          <p:val>
                                            <p:strVal val="#ppt_h"/>
                                          </p:val>
                                        </p:tav>
                                      </p:tavLst>
                                    </p:anim>
                                    <p:animEffect transition="in" filter="fade">
                                      <p:cBhvr>
                                        <p:cTn id="245" dur="500"/>
                                        <p:tgtEl>
                                          <p:spTgt spid="27"/>
                                        </p:tgtEl>
                                      </p:cBhvr>
                                    </p:animEffect>
                                  </p:childTnLst>
                                </p:cTn>
                              </p:par>
                            </p:childTnLst>
                          </p:cTn>
                        </p:par>
                      </p:childTnLst>
                    </p:cTn>
                  </p:par>
                  <p:par>
                    <p:cTn id="246" fill="hold">
                      <p:stCondLst>
                        <p:cond delay="indefinite"/>
                      </p:stCondLst>
                      <p:childTnLst>
                        <p:par>
                          <p:cTn id="247" fill="hold">
                            <p:stCondLst>
                              <p:cond delay="0"/>
                            </p:stCondLst>
                            <p:childTnLst>
                              <p:par>
                                <p:cTn id="248" presetID="53" presetClass="entr" presetSubtype="16" fill="hold" grpId="0" nodeType="clickEffect">
                                  <p:stCondLst>
                                    <p:cond delay="0"/>
                                  </p:stCondLst>
                                  <p:childTnLst>
                                    <p:set>
                                      <p:cBhvr>
                                        <p:cTn id="249" dur="1" fill="hold">
                                          <p:stCondLst>
                                            <p:cond delay="0"/>
                                          </p:stCondLst>
                                        </p:cTn>
                                        <p:tgtEl>
                                          <p:spTgt spid="33"/>
                                        </p:tgtEl>
                                        <p:attrNameLst>
                                          <p:attrName>style.visibility</p:attrName>
                                        </p:attrNameLst>
                                      </p:cBhvr>
                                      <p:to>
                                        <p:strVal val="visible"/>
                                      </p:to>
                                    </p:set>
                                    <p:anim calcmode="lin" valueType="num">
                                      <p:cBhvr>
                                        <p:cTn id="250" dur="500" fill="hold"/>
                                        <p:tgtEl>
                                          <p:spTgt spid="33"/>
                                        </p:tgtEl>
                                        <p:attrNameLst>
                                          <p:attrName>ppt_w</p:attrName>
                                        </p:attrNameLst>
                                      </p:cBhvr>
                                      <p:tavLst>
                                        <p:tav tm="0">
                                          <p:val>
                                            <p:fltVal val="0"/>
                                          </p:val>
                                        </p:tav>
                                        <p:tav tm="100000">
                                          <p:val>
                                            <p:strVal val="#ppt_w"/>
                                          </p:val>
                                        </p:tav>
                                      </p:tavLst>
                                    </p:anim>
                                    <p:anim calcmode="lin" valueType="num">
                                      <p:cBhvr>
                                        <p:cTn id="251" dur="500" fill="hold"/>
                                        <p:tgtEl>
                                          <p:spTgt spid="33"/>
                                        </p:tgtEl>
                                        <p:attrNameLst>
                                          <p:attrName>ppt_h</p:attrName>
                                        </p:attrNameLst>
                                      </p:cBhvr>
                                      <p:tavLst>
                                        <p:tav tm="0">
                                          <p:val>
                                            <p:fltVal val="0"/>
                                          </p:val>
                                        </p:tav>
                                        <p:tav tm="100000">
                                          <p:val>
                                            <p:strVal val="#ppt_h"/>
                                          </p:val>
                                        </p:tav>
                                      </p:tavLst>
                                    </p:anim>
                                    <p:animEffect transition="in" filter="fade">
                                      <p:cBhvr>
                                        <p:cTn id="252" dur="500"/>
                                        <p:tgtEl>
                                          <p:spTgt spid="33"/>
                                        </p:tgtEl>
                                      </p:cBhvr>
                                    </p:animEffect>
                                  </p:childTnLst>
                                </p:cTn>
                              </p:par>
                            </p:childTnLst>
                          </p:cTn>
                        </p:par>
                      </p:childTnLst>
                    </p:cTn>
                  </p:par>
                  <p:par>
                    <p:cTn id="253" fill="hold">
                      <p:stCondLst>
                        <p:cond delay="indefinite"/>
                      </p:stCondLst>
                      <p:childTnLst>
                        <p:par>
                          <p:cTn id="254" fill="hold">
                            <p:stCondLst>
                              <p:cond delay="0"/>
                            </p:stCondLst>
                            <p:childTnLst>
                              <p:par>
                                <p:cTn id="255" presetID="53" presetClass="entr" presetSubtype="16" fill="hold" nodeType="clickEffect">
                                  <p:stCondLst>
                                    <p:cond delay="0"/>
                                  </p:stCondLst>
                                  <p:childTnLst>
                                    <p:set>
                                      <p:cBhvr>
                                        <p:cTn id="256" dur="1" fill="hold">
                                          <p:stCondLst>
                                            <p:cond delay="0"/>
                                          </p:stCondLst>
                                        </p:cTn>
                                        <p:tgtEl>
                                          <p:spTgt spid="17"/>
                                        </p:tgtEl>
                                        <p:attrNameLst>
                                          <p:attrName>style.visibility</p:attrName>
                                        </p:attrNameLst>
                                      </p:cBhvr>
                                      <p:to>
                                        <p:strVal val="visible"/>
                                      </p:to>
                                    </p:set>
                                    <p:anim calcmode="lin" valueType="num">
                                      <p:cBhvr>
                                        <p:cTn id="257" dur="500" fill="hold"/>
                                        <p:tgtEl>
                                          <p:spTgt spid="17"/>
                                        </p:tgtEl>
                                        <p:attrNameLst>
                                          <p:attrName>ppt_w</p:attrName>
                                        </p:attrNameLst>
                                      </p:cBhvr>
                                      <p:tavLst>
                                        <p:tav tm="0">
                                          <p:val>
                                            <p:fltVal val="0"/>
                                          </p:val>
                                        </p:tav>
                                        <p:tav tm="100000">
                                          <p:val>
                                            <p:strVal val="#ppt_w"/>
                                          </p:val>
                                        </p:tav>
                                      </p:tavLst>
                                    </p:anim>
                                    <p:anim calcmode="lin" valueType="num">
                                      <p:cBhvr>
                                        <p:cTn id="258" dur="500" fill="hold"/>
                                        <p:tgtEl>
                                          <p:spTgt spid="17"/>
                                        </p:tgtEl>
                                        <p:attrNameLst>
                                          <p:attrName>ppt_h</p:attrName>
                                        </p:attrNameLst>
                                      </p:cBhvr>
                                      <p:tavLst>
                                        <p:tav tm="0">
                                          <p:val>
                                            <p:fltVal val="0"/>
                                          </p:val>
                                        </p:tav>
                                        <p:tav tm="100000">
                                          <p:val>
                                            <p:strVal val="#ppt_h"/>
                                          </p:val>
                                        </p:tav>
                                      </p:tavLst>
                                    </p:anim>
                                    <p:animEffect transition="in" filter="fade">
                                      <p:cBhvr>
                                        <p:cTn id="259" dur="500"/>
                                        <p:tgtEl>
                                          <p:spTgt spid="17"/>
                                        </p:tgtEl>
                                      </p:cBhvr>
                                    </p:animEffect>
                                  </p:childTnLst>
                                </p:cTn>
                              </p:par>
                            </p:childTnLst>
                          </p:cTn>
                        </p:par>
                      </p:childTnLst>
                    </p:cTn>
                  </p:par>
                  <p:par>
                    <p:cTn id="260" fill="hold">
                      <p:stCondLst>
                        <p:cond delay="indefinite"/>
                      </p:stCondLst>
                      <p:childTnLst>
                        <p:par>
                          <p:cTn id="261" fill="hold">
                            <p:stCondLst>
                              <p:cond delay="0"/>
                            </p:stCondLst>
                            <p:childTnLst>
                              <p:par>
                                <p:cTn id="262" presetID="53" presetClass="entr" presetSubtype="16" fill="hold" nodeType="clickEffect">
                                  <p:stCondLst>
                                    <p:cond delay="0"/>
                                  </p:stCondLst>
                                  <p:childTnLst>
                                    <p:set>
                                      <p:cBhvr>
                                        <p:cTn id="263" dur="1" fill="hold">
                                          <p:stCondLst>
                                            <p:cond delay="0"/>
                                          </p:stCondLst>
                                        </p:cTn>
                                        <p:tgtEl>
                                          <p:spTgt spid="18"/>
                                        </p:tgtEl>
                                        <p:attrNameLst>
                                          <p:attrName>style.visibility</p:attrName>
                                        </p:attrNameLst>
                                      </p:cBhvr>
                                      <p:to>
                                        <p:strVal val="visible"/>
                                      </p:to>
                                    </p:set>
                                    <p:anim calcmode="lin" valueType="num">
                                      <p:cBhvr>
                                        <p:cTn id="264" dur="500" fill="hold"/>
                                        <p:tgtEl>
                                          <p:spTgt spid="18"/>
                                        </p:tgtEl>
                                        <p:attrNameLst>
                                          <p:attrName>ppt_w</p:attrName>
                                        </p:attrNameLst>
                                      </p:cBhvr>
                                      <p:tavLst>
                                        <p:tav tm="0">
                                          <p:val>
                                            <p:fltVal val="0"/>
                                          </p:val>
                                        </p:tav>
                                        <p:tav tm="100000">
                                          <p:val>
                                            <p:strVal val="#ppt_w"/>
                                          </p:val>
                                        </p:tav>
                                      </p:tavLst>
                                    </p:anim>
                                    <p:anim calcmode="lin" valueType="num">
                                      <p:cBhvr>
                                        <p:cTn id="265" dur="500" fill="hold"/>
                                        <p:tgtEl>
                                          <p:spTgt spid="18"/>
                                        </p:tgtEl>
                                        <p:attrNameLst>
                                          <p:attrName>ppt_h</p:attrName>
                                        </p:attrNameLst>
                                      </p:cBhvr>
                                      <p:tavLst>
                                        <p:tav tm="0">
                                          <p:val>
                                            <p:fltVal val="0"/>
                                          </p:val>
                                        </p:tav>
                                        <p:tav tm="100000">
                                          <p:val>
                                            <p:strVal val="#ppt_h"/>
                                          </p:val>
                                        </p:tav>
                                      </p:tavLst>
                                    </p:anim>
                                    <p:animEffect transition="in" filter="fade">
                                      <p:cBhvr>
                                        <p:cTn id="266" dur="500"/>
                                        <p:tgtEl>
                                          <p:spTgt spid="18"/>
                                        </p:tgtEl>
                                      </p:cBhvr>
                                    </p:animEffect>
                                  </p:childTnLst>
                                </p:cTn>
                              </p:par>
                            </p:childTnLst>
                          </p:cTn>
                        </p:par>
                      </p:childTnLst>
                    </p:cTn>
                  </p:par>
                  <p:par>
                    <p:cTn id="267" fill="hold">
                      <p:stCondLst>
                        <p:cond delay="indefinite"/>
                      </p:stCondLst>
                      <p:childTnLst>
                        <p:par>
                          <p:cTn id="268" fill="hold">
                            <p:stCondLst>
                              <p:cond delay="0"/>
                            </p:stCondLst>
                            <p:childTnLst>
                              <p:par>
                                <p:cTn id="269" presetID="53" presetClass="entr" presetSubtype="16" fill="hold" grpId="0" nodeType="clickEffect">
                                  <p:stCondLst>
                                    <p:cond delay="0"/>
                                  </p:stCondLst>
                                  <p:childTnLst>
                                    <p:set>
                                      <p:cBhvr>
                                        <p:cTn id="270" dur="1" fill="hold">
                                          <p:stCondLst>
                                            <p:cond delay="0"/>
                                          </p:stCondLst>
                                        </p:cTn>
                                        <p:tgtEl>
                                          <p:spTgt spid="25"/>
                                        </p:tgtEl>
                                        <p:attrNameLst>
                                          <p:attrName>style.visibility</p:attrName>
                                        </p:attrNameLst>
                                      </p:cBhvr>
                                      <p:to>
                                        <p:strVal val="visible"/>
                                      </p:to>
                                    </p:set>
                                    <p:anim calcmode="lin" valueType="num">
                                      <p:cBhvr>
                                        <p:cTn id="271" dur="500" fill="hold"/>
                                        <p:tgtEl>
                                          <p:spTgt spid="25"/>
                                        </p:tgtEl>
                                        <p:attrNameLst>
                                          <p:attrName>ppt_w</p:attrName>
                                        </p:attrNameLst>
                                      </p:cBhvr>
                                      <p:tavLst>
                                        <p:tav tm="0">
                                          <p:val>
                                            <p:fltVal val="0"/>
                                          </p:val>
                                        </p:tav>
                                        <p:tav tm="100000">
                                          <p:val>
                                            <p:strVal val="#ppt_w"/>
                                          </p:val>
                                        </p:tav>
                                      </p:tavLst>
                                    </p:anim>
                                    <p:anim calcmode="lin" valueType="num">
                                      <p:cBhvr>
                                        <p:cTn id="272" dur="500" fill="hold"/>
                                        <p:tgtEl>
                                          <p:spTgt spid="25"/>
                                        </p:tgtEl>
                                        <p:attrNameLst>
                                          <p:attrName>ppt_h</p:attrName>
                                        </p:attrNameLst>
                                      </p:cBhvr>
                                      <p:tavLst>
                                        <p:tav tm="0">
                                          <p:val>
                                            <p:fltVal val="0"/>
                                          </p:val>
                                        </p:tav>
                                        <p:tav tm="100000">
                                          <p:val>
                                            <p:strVal val="#ppt_h"/>
                                          </p:val>
                                        </p:tav>
                                      </p:tavLst>
                                    </p:anim>
                                    <p:animEffect transition="in" filter="fade">
                                      <p:cBhvr>
                                        <p:cTn id="273" dur="500"/>
                                        <p:tgtEl>
                                          <p:spTgt spid="25"/>
                                        </p:tgtEl>
                                      </p:cBhvr>
                                    </p:animEffect>
                                  </p:childTnLst>
                                </p:cTn>
                              </p:par>
                            </p:childTnLst>
                          </p:cTn>
                        </p:par>
                      </p:childTnLst>
                    </p:cTn>
                  </p:par>
                  <p:par>
                    <p:cTn id="274" fill="hold">
                      <p:stCondLst>
                        <p:cond delay="indefinite"/>
                      </p:stCondLst>
                      <p:childTnLst>
                        <p:par>
                          <p:cTn id="275" fill="hold">
                            <p:stCondLst>
                              <p:cond delay="0"/>
                            </p:stCondLst>
                            <p:childTnLst>
                              <p:par>
                                <p:cTn id="276" presetID="53" presetClass="entr" presetSubtype="16" fill="hold" grpId="0" nodeType="clickEffect">
                                  <p:stCondLst>
                                    <p:cond delay="0"/>
                                  </p:stCondLst>
                                  <p:childTnLst>
                                    <p:set>
                                      <p:cBhvr>
                                        <p:cTn id="277" dur="1" fill="hold">
                                          <p:stCondLst>
                                            <p:cond delay="0"/>
                                          </p:stCondLst>
                                        </p:cTn>
                                        <p:tgtEl>
                                          <p:spTgt spid="31"/>
                                        </p:tgtEl>
                                        <p:attrNameLst>
                                          <p:attrName>style.visibility</p:attrName>
                                        </p:attrNameLst>
                                      </p:cBhvr>
                                      <p:to>
                                        <p:strVal val="visible"/>
                                      </p:to>
                                    </p:set>
                                    <p:anim calcmode="lin" valueType="num">
                                      <p:cBhvr>
                                        <p:cTn id="278" dur="500" fill="hold"/>
                                        <p:tgtEl>
                                          <p:spTgt spid="31"/>
                                        </p:tgtEl>
                                        <p:attrNameLst>
                                          <p:attrName>ppt_w</p:attrName>
                                        </p:attrNameLst>
                                      </p:cBhvr>
                                      <p:tavLst>
                                        <p:tav tm="0">
                                          <p:val>
                                            <p:fltVal val="0"/>
                                          </p:val>
                                        </p:tav>
                                        <p:tav tm="100000">
                                          <p:val>
                                            <p:strVal val="#ppt_w"/>
                                          </p:val>
                                        </p:tav>
                                      </p:tavLst>
                                    </p:anim>
                                    <p:anim calcmode="lin" valueType="num">
                                      <p:cBhvr>
                                        <p:cTn id="279" dur="500" fill="hold"/>
                                        <p:tgtEl>
                                          <p:spTgt spid="31"/>
                                        </p:tgtEl>
                                        <p:attrNameLst>
                                          <p:attrName>ppt_h</p:attrName>
                                        </p:attrNameLst>
                                      </p:cBhvr>
                                      <p:tavLst>
                                        <p:tav tm="0">
                                          <p:val>
                                            <p:fltVal val="0"/>
                                          </p:val>
                                        </p:tav>
                                        <p:tav tm="100000">
                                          <p:val>
                                            <p:strVal val="#ppt_h"/>
                                          </p:val>
                                        </p:tav>
                                      </p:tavLst>
                                    </p:anim>
                                    <p:animEffect transition="in" filter="fade">
                                      <p:cBhvr>
                                        <p:cTn id="280" dur="500"/>
                                        <p:tgtEl>
                                          <p:spTgt spid="31"/>
                                        </p:tgtEl>
                                      </p:cBhvr>
                                    </p:animEffect>
                                  </p:childTnLst>
                                </p:cTn>
                              </p:par>
                            </p:childTnLst>
                          </p:cTn>
                        </p:par>
                      </p:childTnLst>
                    </p:cTn>
                  </p:par>
                  <p:par>
                    <p:cTn id="281" fill="hold">
                      <p:stCondLst>
                        <p:cond delay="indefinite"/>
                      </p:stCondLst>
                      <p:childTnLst>
                        <p:par>
                          <p:cTn id="282" fill="hold">
                            <p:stCondLst>
                              <p:cond delay="0"/>
                            </p:stCondLst>
                            <p:childTnLst>
                              <p:par>
                                <p:cTn id="283" presetID="53" presetClass="entr" presetSubtype="16" fill="hold" nodeType="clickEffect">
                                  <p:stCondLst>
                                    <p:cond delay="0"/>
                                  </p:stCondLst>
                                  <p:childTnLst>
                                    <p:set>
                                      <p:cBhvr>
                                        <p:cTn id="284" dur="1" fill="hold">
                                          <p:stCondLst>
                                            <p:cond delay="0"/>
                                          </p:stCondLst>
                                        </p:cTn>
                                        <p:tgtEl>
                                          <p:spTgt spid="19"/>
                                        </p:tgtEl>
                                        <p:attrNameLst>
                                          <p:attrName>style.visibility</p:attrName>
                                        </p:attrNameLst>
                                      </p:cBhvr>
                                      <p:to>
                                        <p:strVal val="visible"/>
                                      </p:to>
                                    </p:set>
                                    <p:anim calcmode="lin" valueType="num">
                                      <p:cBhvr>
                                        <p:cTn id="285" dur="500" fill="hold"/>
                                        <p:tgtEl>
                                          <p:spTgt spid="19"/>
                                        </p:tgtEl>
                                        <p:attrNameLst>
                                          <p:attrName>ppt_w</p:attrName>
                                        </p:attrNameLst>
                                      </p:cBhvr>
                                      <p:tavLst>
                                        <p:tav tm="0">
                                          <p:val>
                                            <p:fltVal val="0"/>
                                          </p:val>
                                        </p:tav>
                                        <p:tav tm="100000">
                                          <p:val>
                                            <p:strVal val="#ppt_w"/>
                                          </p:val>
                                        </p:tav>
                                      </p:tavLst>
                                    </p:anim>
                                    <p:anim calcmode="lin" valueType="num">
                                      <p:cBhvr>
                                        <p:cTn id="286" dur="500" fill="hold"/>
                                        <p:tgtEl>
                                          <p:spTgt spid="19"/>
                                        </p:tgtEl>
                                        <p:attrNameLst>
                                          <p:attrName>ppt_h</p:attrName>
                                        </p:attrNameLst>
                                      </p:cBhvr>
                                      <p:tavLst>
                                        <p:tav tm="0">
                                          <p:val>
                                            <p:fltVal val="0"/>
                                          </p:val>
                                        </p:tav>
                                        <p:tav tm="100000">
                                          <p:val>
                                            <p:strVal val="#ppt_h"/>
                                          </p:val>
                                        </p:tav>
                                      </p:tavLst>
                                    </p:anim>
                                    <p:animEffect transition="in" filter="fade">
                                      <p:cBhvr>
                                        <p:cTn id="287" dur="500"/>
                                        <p:tgtEl>
                                          <p:spTgt spid="19"/>
                                        </p:tgtEl>
                                      </p:cBhvr>
                                    </p:animEffect>
                                  </p:childTnLst>
                                </p:cTn>
                              </p:par>
                            </p:childTnLst>
                          </p:cTn>
                        </p:par>
                      </p:childTnLst>
                    </p:cTn>
                  </p:par>
                  <p:par>
                    <p:cTn id="288" fill="hold">
                      <p:stCondLst>
                        <p:cond delay="indefinite"/>
                      </p:stCondLst>
                      <p:childTnLst>
                        <p:par>
                          <p:cTn id="289" fill="hold">
                            <p:stCondLst>
                              <p:cond delay="0"/>
                            </p:stCondLst>
                            <p:childTnLst>
                              <p:par>
                                <p:cTn id="290" presetID="53" presetClass="entr" presetSubtype="16" fill="hold" nodeType="clickEffect">
                                  <p:stCondLst>
                                    <p:cond delay="0"/>
                                  </p:stCondLst>
                                  <p:childTnLst>
                                    <p:set>
                                      <p:cBhvr>
                                        <p:cTn id="291" dur="1" fill="hold">
                                          <p:stCondLst>
                                            <p:cond delay="0"/>
                                          </p:stCondLst>
                                        </p:cTn>
                                        <p:tgtEl>
                                          <p:spTgt spid="20"/>
                                        </p:tgtEl>
                                        <p:attrNameLst>
                                          <p:attrName>style.visibility</p:attrName>
                                        </p:attrNameLst>
                                      </p:cBhvr>
                                      <p:to>
                                        <p:strVal val="visible"/>
                                      </p:to>
                                    </p:set>
                                    <p:anim calcmode="lin" valueType="num">
                                      <p:cBhvr>
                                        <p:cTn id="292" dur="500" fill="hold"/>
                                        <p:tgtEl>
                                          <p:spTgt spid="20"/>
                                        </p:tgtEl>
                                        <p:attrNameLst>
                                          <p:attrName>ppt_w</p:attrName>
                                        </p:attrNameLst>
                                      </p:cBhvr>
                                      <p:tavLst>
                                        <p:tav tm="0">
                                          <p:val>
                                            <p:fltVal val="0"/>
                                          </p:val>
                                        </p:tav>
                                        <p:tav tm="100000">
                                          <p:val>
                                            <p:strVal val="#ppt_w"/>
                                          </p:val>
                                        </p:tav>
                                      </p:tavLst>
                                    </p:anim>
                                    <p:anim calcmode="lin" valueType="num">
                                      <p:cBhvr>
                                        <p:cTn id="293" dur="500" fill="hold"/>
                                        <p:tgtEl>
                                          <p:spTgt spid="20"/>
                                        </p:tgtEl>
                                        <p:attrNameLst>
                                          <p:attrName>ppt_h</p:attrName>
                                        </p:attrNameLst>
                                      </p:cBhvr>
                                      <p:tavLst>
                                        <p:tav tm="0">
                                          <p:val>
                                            <p:fltVal val="0"/>
                                          </p:val>
                                        </p:tav>
                                        <p:tav tm="100000">
                                          <p:val>
                                            <p:strVal val="#ppt_h"/>
                                          </p:val>
                                        </p:tav>
                                      </p:tavLst>
                                    </p:anim>
                                    <p:animEffect transition="in" filter="fade">
                                      <p:cBhvr>
                                        <p:cTn id="294" dur="500"/>
                                        <p:tgtEl>
                                          <p:spTgt spid="20"/>
                                        </p:tgtEl>
                                      </p:cBhvr>
                                    </p:animEffect>
                                  </p:childTnLst>
                                </p:cTn>
                              </p:par>
                            </p:childTnLst>
                          </p:cTn>
                        </p:par>
                      </p:childTnLst>
                    </p:cTn>
                  </p:par>
                  <p:par>
                    <p:cTn id="295" fill="hold">
                      <p:stCondLst>
                        <p:cond delay="indefinite"/>
                      </p:stCondLst>
                      <p:childTnLst>
                        <p:par>
                          <p:cTn id="296" fill="hold">
                            <p:stCondLst>
                              <p:cond delay="0"/>
                            </p:stCondLst>
                            <p:childTnLst>
                              <p:par>
                                <p:cTn id="297" presetID="53" presetClass="exit" presetSubtype="32" fill="hold" nodeType="clickEffect">
                                  <p:stCondLst>
                                    <p:cond delay="0"/>
                                  </p:stCondLst>
                                  <p:childTnLst>
                                    <p:anim calcmode="lin" valueType="num">
                                      <p:cBhvr>
                                        <p:cTn id="298" dur="500"/>
                                        <p:tgtEl>
                                          <p:spTgt spid="16"/>
                                        </p:tgtEl>
                                        <p:attrNameLst>
                                          <p:attrName>ppt_w</p:attrName>
                                        </p:attrNameLst>
                                      </p:cBhvr>
                                      <p:tavLst>
                                        <p:tav tm="0">
                                          <p:val>
                                            <p:strVal val="ppt_w"/>
                                          </p:val>
                                        </p:tav>
                                        <p:tav tm="100000">
                                          <p:val>
                                            <p:fltVal val="0"/>
                                          </p:val>
                                        </p:tav>
                                      </p:tavLst>
                                    </p:anim>
                                    <p:anim calcmode="lin" valueType="num">
                                      <p:cBhvr>
                                        <p:cTn id="299" dur="500"/>
                                        <p:tgtEl>
                                          <p:spTgt spid="16"/>
                                        </p:tgtEl>
                                        <p:attrNameLst>
                                          <p:attrName>ppt_h</p:attrName>
                                        </p:attrNameLst>
                                      </p:cBhvr>
                                      <p:tavLst>
                                        <p:tav tm="0">
                                          <p:val>
                                            <p:strVal val="ppt_h"/>
                                          </p:val>
                                        </p:tav>
                                        <p:tav tm="100000">
                                          <p:val>
                                            <p:fltVal val="0"/>
                                          </p:val>
                                        </p:tav>
                                      </p:tavLst>
                                    </p:anim>
                                    <p:animEffect transition="out" filter="fade">
                                      <p:cBhvr>
                                        <p:cTn id="300" dur="500"/>
                                        <p:tgtEl>
                                          <p:spTgt spid="16"/>
                                        </p:tgtEl>
                                      </p:cBhvr>
                                    </p:animEffect>
                                    <p:set>
                                      <p:cBhvr>
                                        <p:cTn id="301" dur="1" fill="hold">
                                          <p:stCondLst>
                                            <p:cond delay="499"/>
                                          </p:stCondLst>
                                        </p:cTn>
                                        <p:tgtEl>
                                          <p:spTgt spid="16"/>
                                        </p:tgtEl>
                                        <p:attrNameLst>
                                          <p:attrName>style.visibility</p:attrName>
                                        </p:attrNameLst>
                                      </p:cBhvr>
                                      <p:to>
                                        <p:strVal val="hidden"/>
                                      </p:to>
                                    </p:set>
                                  </p:childTnLst>
                                </p:cTn>
                              </p:par>
                              <p:par>
                                <p:cTn id="302" presetID="53" presetClass="exit" presetSubtype="32" fill="hold" nodeType="withEffect">
                                  <p:stCondLst>
                                    <p:cond delay="0"/>
                                  </p:stCondLst>
                                  <p:childTnLst>
                                    <p:anim calcmode="lin" valueType="num">
                                      <p:cBhvr>
                                        <p:cTn id="303" dur="500"/>
                                        <p:tgtEl>
                                          <p:spTgt spid="17"/>
                                        </p:tgtEl>
                                        <p:attrNameLst>
                                          <p:attrName>ppt_w</p:attrName>
                                        </p:attrNameLst>
                                      </p:cBhvr>
                                      <p:tavLst>
                                        <p:tav tm="0">
                                          <p:val>
                                            <p:strVal val="ppt_w"/>
                                          </p:val>
                                        </p:tav>
                                        <p:tav tm="100000">
                                          <p:val>
                                            <p:fltVal val="0"/>
                                          </p:val>
                                        </p:tav>
                                      </p:tavLst>
                                    </p:anim>
                                    <p:anim calcmode="lin" valueType="num">
                                      <p:cBhvr>
                                        <p:cTn id="304" dur="500"/>
                                        <p:tgtEl>
                                          <p:spTgt spid="17"/>
                                        </p:tgtEl>
                                        <p:attrNameLst>
                                          <p:attrName>ppt_h</p:attrName>
                                        </p:attrNameLst>
                                      </p:cBhvr>
                                      <p:tavLst>
                                        <p:tav tm="0">
                                          <p:val>
                                            <p:strVal val="ppt_h"/>
                                          </p:val>
                                        </p:tav>
                                        <p:tav tm="100000">
                                          <p:val>
                                            <p:fltVal val="0"/>
                                          </p:val>
                                        </p:tav>
                                      </p:tavLst>
                                    </p:anim>
                                    <p:animEffect transition="out" filter="fade">
                                      <p:cBhvr>
                                        <p:cTn id="305" dur="500"/>
                                        <p:tgtEl>
                                          <p:spTgt spid="17"/>
                                        </p:tgtEl>
                                      </p:cBhvr>
                                    </p:animEffect>
                                    <p:set>
                                      <p:cBhvr>
                                        <p:cTn id="306" dur="1" fill="hold">
                                          <p:stCondLst>
                                            <p:cond delay="499"/>
                                          </p:stCondLst>
                                        </p:cTn>
                                        <p:tgtEl>
                                          <p:spTgt spid="17"/>
                                        </p:tgtEl>
                                        <p:attrNameLst>
                                          <p:attrName>style.visibility</p:attrName>
                                        </p:attrNameLst>
                                      </p:cBhvr>
                                      <p:to>
                                        <p:strVal val="hidden"/>
                                      </p:to>
                                    </p:set>
                                  </p:childTnLst>
                                </p:cTn>
                              </p:par>
                              <p:par>
                                <p:cTn id="307" presetID="53" presetClass="exit" presetSubtype="32" fill="hold" nodeType="withEffect">
                                  <p:stCondLst>
                                    <p:cond delay="0"/>
                                  </p:stCondLst>
                                  <p:childTnLst>
                                    <p:anim calcmode="lin" valueType="num">
                                      <p:cBhvr>
                                        <p:cTn id="308" dur="500"/>
                                        <p:tgtEl>
                                          <p:spTgt spid="18"/>
                                        </p:tgtEl>
                                        <p:attrNameLst>
                                          <p:attrName>ppt_w</p:attrName>
                                        </p:attrNameLst>
                                      </p:cBhvr>
                                      <p:tavLst>
                                        <p:tav tm="0">
                                          <p:val>
                                            <p:strVal val="ppt_w"/>
                                          </p:val>
                                        </p:tav>
                                        <p:tav tm="100000">
                                          <p:val>
                                            <p:fltVal val="0"/>
                                          </p:val>
                                        </p:tav>
                                      </p:tavLst>
                                    </p:anim>
                                    <p:anim calcmode="lin" valueType="num">
                                      <p:cBhvr>
                                        <p:cTn id="309" dur="500"/>
                                        <p:tgtEl>
                                          <p:spTgt spid="18"/>
                                        </p:tgtEl>
                                        <p:attrNameLst>
                                          <p:attrName>ppt_h</p:attrName>
                                        </p:attrNameLst>
                                      </p:cBhvr>
                                      <p:tavLst>
                                        <p:tav tm="0">
                                          <p:val>
                                            <p:strVal val="ppt_h"/>
                                          </p:val>
                                        </p:tav>
                                        <p:tav tm="100000">
                                          <p:val>
                                            <p:fltVal val="0"/>
                                          </p:val>
                                        </p:tav>
                                      </p:tavLst>
                                    </p:anim>
                                    <p:animEffect transition="out" filter="fade">
                                      <p:cBhvr>
                                        <p:cTn id="310" dur="500"/>
                                        <p:tgtEl>
                                          <p:spTgt spid="18"/>
                                        </p:tgtEl>
                                      </p:cBhvr>
                                    </p:animEffect>
                                    <p:set>
                                      <p:cBhvr>
                                        <p:cTn id="311" dur="1" fill="hold">
                                          <p:stCondLst>
                                            <p:cond delay="499"/>
                                          </p:stCondLst>
                                        </p:cTn>
                                        <p:tgtEl>
                                          <p:spTgt spid="18"/>
                                        </p:tgtEl>
                                        <p:attrNameLst>
                                          <p:attrName>style.visibility</p:attrName>
                                        </p:attrNameLst>
                                      </p:cBhvr>
                                      <p:to>
                                        <p:strVal val="hidden"/>
                                      </p:to>
                                    </p:set>
                                  </p:childTnLst>
                                </p:cTn>
                              </p:par>
                              <p:par>
                                <p:cTn id="312" presetID="53" presetClass="exit" presetSubtype="32" fill="hold" nodeType="withEffect">
                                  <p:stCondLst>
                                    <p:cond delay="0"/>
                                  </p:stCondLst>
                                  <p:childTnLst>
                                    <p:anim calcmode="lin" valueType="num">
                                      <p:cBhvr>
                                        <p:cTn id="313" dur="500"/>
                                        <p:tgtEl>
                                          <p:spTgt spid="19"/>
                                        </p:tgtEl>
                                        <p:attrNameLst>
                                          <p:attrName>ppt_w</p:attrName>
                                        </p:attrNameLst>
                                      </p:cBhvr>
                                      <p:tavLst>
                                        <p:tav tm="0">
                                          <p:val>
                                            <p:strVal val="ppt_w"/>
                                          </p:val>
                                        </p:tav>
                                        <p:tav tm="100000">
                                          <p:val>
                                            <p:fltVal val="0"/>
                                          </p:val>
                                        </p:tav>
                                      </p:tavLst>
                                    </p:anim>
                                    <p:anim calcmode="lin" valueType="num">
                                      <p:cBhvr>
                                        <p:cTn id="314" dur="500"/>
                                        <p:tgtEl>
                                          <p:spTgt spid="19"/>
                                        </p:tgtEl>
                                        <p:attrNameLst>
                                          <p:attrName>ppt_h</p:attrName>
                                        </p:attrNameLst>
                                      </p:cBhvr>
                                      <p:tavLst>
                                        <p:tav tm="0">
                                          <p:val>
                                            <p:strVal val="ppt_h"/>
                                          </p:val>
                                        </p:tav>
                                        <p:tav tm="100000">
                                          <p:val>
                                            <p:fltVal val="0"/>
                                          </p:val>
                                        </p:tav>
                                      </p:tavLst>
                                    </p:anim>
                                    <p:animEffect transition="out" filter="fade">
                                      <p:cBhvr>
                                        <p:cTn id="315" dur="500"/>
                                        <p:tgtEl>
                                          <p:spTgt spid="19"/>
                                        </p:tgtEl>
                                      </p:cBhvr>
                                    </p:animEffect>
                                    <p:set>
                                      <p:cBhvr>
                                        <p:cTn id="316" dur="1" fill="hold">
                                          <p:stCondLst>
                                            <p:cond delay="499"/>
                                          </p:stCondLst>
                                        </p:cTn>
                                        <p:tgtEl>
                                          <p:spTgt spid="19"/>
                                        </p:tgtEl>
                                        <p:attrNameLst>
                                          <p:attrName>style.visibility</p:attrName>
                                        </p:attrNameLst>
                                      </p:cBhvr>
                                      <p:to>
                                        <p:strVal val="hidden"/>
                                      </p:to>
                                    </p:set>
                                  </p:childTnLst>
                                </p:cTn>
                              </p:par>
                              <p:par>
                                <p:cTn id="317" presetID="53" presetClass="exit" presetSubtype="32" fill="hold" nodeType="withEffect">
                                  <p:stCondLst>
                                    <p:cond delay="0"/>
                                  </p:stCondLst>
                                  <p:childTnLst>
                                    <p:anim calcmode="lin" valueType="num">
                                      <p:cBhvr>
                                        <p:cTn id="318" dur="500"/>
                                        <p:tgtEl>
                                          <p:spTgt spid="20"/>
                                        </p:tgtEl>
                                        <p:attrNameLst>
                                          <p:attrName>ppt_w</p:attrName>
                                        </p:attrNameLst>
                                      </p:cBhvr>
                                      <p:tavLst>
                                        <p:tav tm="0">
                                          <p:val>
                                            <p:strVal val="ppt_w"/>
                                          </p:val>
                                        </p:tav>
                                        <p:tav tm="100000">
                                          <p:val>
                                            <p:fltVal val="0"/>
                                          </p:val>
                                        </p:tav>
                                      </p:tavLst>
                                    </p:anim>
                                    <p:anim calcmode="lin" valueType="num">
                                      <p:cBhvr>
                                        <p:cTn id="319" dur="500"/>
                                        <p:tgtEl>
                                          <p:spTgt spid="20"/>
                                        </p:tgtEl>
                                        <p:attrNameLst>
                                          <p:attrName>ppt_h</p:attrName>
                                        </p:attrNameLst>
                                      </p:cBhvr>
                                      <p:tavLst>
                                        <p:tav tm="0">
                                          <p:val>
                                            <p:strVal val="ppt_h"/>
                                          </p:val>
                                        </p:tav>
                                        <p:tav tm="100000">
                                          <p:val>
                                            <p:fltVal val="0"/>
                                          </p:val>
                                        </p:tav>
                                      </p:tavLst>
                                    </p:anim>
                                    <p:animEffect transition="out" filter="fade">
                                      <p:cBhvr>
                                        <p:cTn id="320" dur="500"/>
                                        <p:tgtEl>
                                          <p:spTgt spid="20"/>
                                        </p:tgtEl>
                                      </p:cBhvr>
                                    </p:animEffect>
                                    <p:set>
                                      <p:cBhvr>
                                        <p:cTn id="321" dur="1" fill="hold">
                                          <p:stCondLst>
                                            <p:cond delay="499"/>
                                          </p:stCondLst>
                                        </p:cTn>
                                        <p:tgtEl>
                                          <p:spTgt spid="20"/>
                                        </p:tgtEl>
                                        <p:attrNameLst>
                                          <p:attrName>style.visibility</p:attrName>
                                        </p:attrNameLst>
                                      </p:cBhvr>
                                      <p:to>
                                        <p:strVal val="hidden"/>
                                      </p:to>
                                    </p:set>
                                  </p:childTnLst>
                                </p:cTn>
                              </p:par>
                            </p:childTnLst>
                          </p:cTn>
                        </p:par>
                      </p:childTnLst>
                    </p:cTn>
                  </p:par>
                  <p:par>
                    <p:cTn id="322" fill="hold">
                      <p:stCondLst>
                        <p:cond delay="indefinite"/>
                      </p:stCondLst>
                      <p:childTnLst>
                        <p:par>
                          <p:cTn id="323" fill="hold">
                            <p:stCondLst>
                              <p:cond delay="0"/>
                            </p:stCondLst>
                            <p:childTnLst>
                              <p:par>
                                <p:cTn id="324" presetID="53" presetClass="entr" presetSubtype="16" fill="hold" nodeType="clickEffect">
                                  <p:stCondLst>
                                    <p:cond delay="0"/>
                                  </p:stCondLst>
                                  <p:childTnLst>
                                    <p:set>
                                      <p:cBhvr>
                                        <p:cTn id="325" dur="1" fill="hold">
                                          <p:stCondLst>
                                            <p:cond delay="0"/>
                                          </p:stCondLst>
                                        </p:cTn>
                                        <p:tgtEl>
                                          <p:spTgt spid="16"/>
                                        </p:tgtEl>
                                        <p:attrNameLst>
                                          <p:attrName>style.visibility</p:attrName>
                                        </p:attrNameLst>
                                      </p:cBhvr>
                                      <p:to>
                                        <p:strVal val="visible"/>
                                      </p:to>
                                    </p:set>
                                    <p:anim calcmode="lin" valueType="num">
                                      <p:cBhvr>
                                        <p:cTn id="326" dur="500" fill="hold"/>
                                        <p:tgtEl>
                                          <p:spTgt spid="16"/>
                                        </p:tgtEl>
                                        <p:attrNameLst>
                                          <p:attrName>ppt_w</p:attrName>
                                        </p:attrNameLst>
                                      </p:cBhvr>
                                      <p:tavLst>
                                        <p:tav tm="0">
                                          <p:val>
                                            <p:fltVal val="0"/>
                                          </p:val>
                                        </p:tav>
                                        <p:tav tm="100000">
                                          <p:val>
                                            <p:strVal val="#ppt_w"/>
                                          </p:val>
                                        </p:tav>
                                      </p:tavLst>
                                    </p:anim>
                                    <p:anim calcmode="lin" valueType="num">
                                      <p:cBhvr>
                                        <p:cTn id="327" dur="500" fill="hold"/>
                                        <p:tgtEl>
                                          <p:spTgt spid="16"/>
                                        </p:tgtEl>
                                        <p:attrNameLst>
                                          <p:attrName>ppt_h</p:attrName>
                                        </p:attrNameLst>
                                      </p:cBhvr>
                                      <p:tavLst>
                                        <p:tav tm="0">
                                          <p:val>
                                            <p:fltVal val="0"/>
                                          </p:val>
                                        </p:tav>
                                        <p:tav tm="100000">
                                          <p:val>
                                            <p:strVal val="#ppt_h"/>
                                          </p:val>
                                        </p:tav>
                                      </p:tavLst>
                                    </p:anim>
                                    <p:animEffect transition="in" filter="fade">
                                      <p:cBhvr>
                                        <p:cTn id="328" dur="500"/>
                                        <p:tgtEl>
                                          <p:spTgt spid="16"/>
                                        </p:tgtEl>
                                      </p:cBhvr>
                                    </p:animEffect>
                                  </p:childTnLst>
                                </p:cTn>
                              </p:par>
                            </p:childTnLst>
                          </p:cTn>
                        </p:par>
                      </p:childTnLst>
                    </p:cTn>
                  </p:par>
                  <p:par>
                    <p:cTn id="329" fill="hold">
                      <p:stCondLst>
                        <p:cond delay="indefinite"/>
                      </p:stCondLst>
                      <p:childTnLst>
                        <p:par>
                          <p:cTn id="330" fill="hold">
                            <p:stCondLst>
                              <p:cond delay="0"/>
                            </p:stCondLst>
                            <p:childTnLst>
                              <p:par>
                                <p:cTn id="331" presetID="53" presetClass="entr" presetSubtype="16" fill="hold" nodeType="clickEffect">
                                  <p:stCondLst>
                                    <p:cond delay="0"/>
                                  </p:stCondLst>
                                  <p:childTnLst>
                                    <p:set>
                                      <p:cBhvr>
                                        <p:cTn id="332" dur="1" fill="hold">
                                          <p:stCondLst>
                                            <p:cond delay="0"/>
                                          </p:stCondLst>
                                        </p:cTn>
                                        <p:tgtEl>
                                          <p:spTgt spid="17"/>
                                        </p:tgtEl>
                                        <p:attrNameLst>
                                          <p:attrName>style.visibility</p:attrName>
                                        </p:attrNameLst>
                                      </p:cBhvr>
                                      <p:to>
                                        <p:strVal val="visible"/>
                                      </p:to>
                                    </p:set>
                                    <p:anim calcmode="lin" valueType="num">
                                      <p:cBhvr>
                                        <p:cTn id="333" dur="500" fill="hold"/>
                                        <p:tgtEl>
                                          <p:spTgt spid="17"/>
                                        </p:tgtEl>
                                        <p:attrNameLst>
                                          <p:attrName>ppt_w</p:attrName>
                                        </p:attrNameLst>
                                      </p:cBhvr>
                                      <p:tavLst>
                                        <p:tav tm="0">
                                          <p:val>
                                            <p:fltVal val="0"/>
                                          </p:val>
                                        </p:tav>
                                        <p:tav tm="100000">
                                          <p:val>
                                            <p:strVal val="#ppt_w"/>
                                          </p:val>
                                        </p:tav>
                                      </p:tavLst>
                                    </p:anim>
                                    <p:anim calcmode="lin" valueType="num">
                                      <p:cBhvr>
                                        <p:cTn id="334" dur="500" fill="hold"/>
                                        <p:tgtEl>
                                          <p:spTgt spid="17"/>
                                        </p:tgtEl>
                                        <p:attrNameLst>
                                          <p:attrName>ppt_h</p:attrName>
                                        </p:attrNameLst>
                                      </p:cBhvr>
                                      <p:tavLst>
                                        <p:tav tm="0">
                                          <p:val>
                                            <p:fltVal val="0"/>
                                          </p:val>
                                        </p:tav>
                                        <p:tav tm="100000">
                                          <p:val>
                                            <p:strVal val="#ppt_h"/>
                                          </p:val>
                                        </p:tav>
                                      </p:tavLst>
                                    </p:anim>
                                    <p:animEffect transition="in" filter="fade">
                                      <p:cBhvr>
                                        <p:cTn id="335" dur="500"/>
                                        <p:tgtEl>
                                          <p:spTgt spid="17"/>
                                        </p:tgtEl>
                                      </p:cBhvr>
                                    </p:animEffect>
                                  </p:childTnLst>
                                </p:cTn>
                              </p:par>
                            </p:childTnLst>
                          </p:cTn>
                        </p:par>
                      </p:childTnLst>
                    </p:cTn>
                  </p:par>
                  <p:par>
                    <p:cTn id="336" fill="hold">
                      <p:stCondLst>
                        <p:cond delay="indefinite"/>
                      </p:stCondLst>
                      <p:childTnLst>
                        <p:par>
                          <p:cTn id="337" fill="hold">
                            <p:stCondLst>
                              <p:cond delay="0"/>
                            </p:stCondLst>
                            <p:childTnLst>
                              <p:par>
                                <p:cTn id="338" presetID="53" presetClass="entr" presetSubtype="16" fill="hold" nodeType="clickEffect">
                                  <p:stCondLst>
                                    <p:cond delay="0"/>
                                  </p:stCondLst>
                                  <p:childTnLst>
                                    <p:set>
                                      <p:cBhvr>
                                        <p:cTn id="339" dur="1" fill="hold">
                                          <p:stCondLst>
                                            <p:cond delay="0"/>
                                          </p:stCondLst>
                                        </p:cTn>
                                        <p:tgtEl>
                                          <p:spTgt spid="18"/>
                                        </p:tgtEl>
                                        <p:attrNameLst>
                                          <p:attrName>style.visibility</p:attrName>
                                        </p:attrNameLst>
                                      </p:cBhvr>
                                      <p:to>
                                        <p:strVal val="visible"/>
                                      </p:to>
                                    </p:set>
                                    <p:anim calcmode="lin" valueType="num">
                                      <p:cBhvr>
                                        <p:cTn id="340" dur="500" fill="hold"/>
                                        <p:tgtEl>
                                          <p:spTgt spid="18"/>
                                        </p:tgtEl>
                                        <p:attrNameLst>
                                          <p:attrName>ppt_w</p:attrName>
                                        </p:attrNameLst>
                                      </p:cBhvr>
                                      <p:tavLst>
                                        <p:tav tm="0">
                                          <p:val>
                                            <p:fltVal val="0"/>
                                          </p:val>
                                        </p:tav>
                                        <p:tav tm="100000">
                                          <p:val>
                                            <p:strVal val="#ppt_w"/>
                                          </p:val>
                                        </p:tav>
                                      </p:tavLst>
                                    </p:anim>
                                    <p:anim calcmode="lin" valueType="num">
                                      <p:cBhvr>
                                        <p:cTn id="341" dur="500" fill="hold"/>
                                        <p:tgtEl>
                                          <p:spTgt spid="18"/>
                                        </p:tgtEl>
                                        <p:attrNameLst>
                                          <p:attrName>ppt_h</p:attrName>
                                        </p:attrNameLst>
                                      </p:cBhvr>
                                      <p:tavLst>
                                        <p:tav tm="0">
                                          <p:val>
                                            <p:fltVal val="0"/>
                                          </p:val>
                                        </p:tav>
                                        <p:tav tm="100000">
                                          <p:val>
                                            <p:strVal val="#ppt_h"/>
                                          </p:val>
                                        </p:tav>
                                      </p:tavLst>
                                    </p:anim>
                                    <p:animEffect transition="in" filter="fade">
                                      <p:cBhvr>
                                        <p:cTn id="342" dur="500"/>
                                        <p:tgtEl>
                                          <p:spTgt spid="18"/>
                                        </p:tgtEl>
                                      </p:cBhvr>
                                    </p:animEffect>
                                  </p:childTnLst>
                                </p:cTn>
                              </p:par>
                            </p:childTnLst>
                          </p:cTn>
                        </p:par>
                      </p:childTnLst>
                    </p:cTn>
                  </p:par>
                  <p:par>
                    <p:cTn id="343" fill="hold">
                      <p:stCondLst>
                        <p:cond delay="indefinite"/>
                      </p:stCondLst>
                      <p:childTnLst>
                        <p:par>
                          <p:cTn id="344" fill="hold">
                            <p:stCondLst>
                              <p:cond delay="0"/>
                            </p:stCondLst>
                            <p:childTnLst>
                              <p:par>
                                <p:cTn id="345" presetID="53" presetClass="entr" presetSubtype="16" fill="hold" nodeType="clickEffect">
                                  <p:stCondLst>
                                    <p:cond delay="0"/>
                                  </p:stCondLst>
                                  <p:childTnLst>
                                    <p:set>
                                      <p:cBhvr>
                                        <p:cTn id="346" dur="1" fill="hold">
                                          <p:stCondLst>
                                            <p:cond delay="0"/>
                                          </p:stCondLst>
                                        </p:cTn>
                                        <p:tgtEl>
                                          <p:spTgt spid="19"/>
                                        </p:tgtEl>
                                        <p:attrNameLst>
                                          <p:attrName>style.visibility</p:attrName>
                                        </p:attrNameLst>
                                      </p:cBhvr>
                                      <p:to>
                                        <p:strVal val="visible"/>
                                      </p:to>
                                    </p:set>
                                    <p:anim calcmode="lin" valueType="num">
                                      <p:cBhvr>
                                        <p:cTn id="347" dur="500" fill="hold"/>
                                        <p:tgtEl>
                                          <p:spTgt spid="19"/>
                                        </p:tgtEl>
                                        <p:attrNameLst>
                                          <p:attrName>ppt_w</p:attrName>
                                        </p:attrNameLst>
                                      </p:cBhvr>
                                      <p:tavLst>
                                        <p:tav tm="0">
                                          <p:val>
                                            <p:fltVal val="0"/>
                                          </p:val>
                                        </p:tav>
                                        <p:tav tm="100000">
                                          <p:val>
                                            <p:strVal val="#ppt_w"/>
                                          </p:val>
                                        </p:tav>
                                      </p:tavLst>
                                    </p:anim>
                                    <p:anim calcmode="lin" valueType="num">
                                      <p:cBhvr>
                                        <p:cTn id="348" dur="500" fill="hold"/>
                                        <p:tgtEl>
                                          <p:spTgt spid="19"/>
                                        </p:tgtEl>
                                        <p:attrNameLst>
                                          <p:attrName>ppt_h</p:attrName>
                                        </p:attrNameLst>
                                      </p:cBhvr>
                                      <p:tavLst>
                                        <p:tav tm="0">
                                          <p:val>
                                            <p:fltVal val="0"/>
                                          </p:val>
                                        </p:tav>
                                        <p:tav tm="100000">
                                          <p:val>
                                            <p:strVal val="#ppt_h"/>
                                          </p:val>
                                        </p:tav>
                                      </p:tavLst>
                                    </p:anim>
                                    <p:animEffect transition="in" filter="fade">
                                      <p:cBhvr>
                                        <p:cTn id="349" dur="500"/>
                                        <p:tgtEl>
                                          <p:spTgt spid="19"/>
                                        </p:tgtEl>
                                      </p:cBhvr>
                                    </p:animEffect>
                                  </p:childTnLst>
                                </p:cTn>
                              </p:par>
                            </p:childTnLst>
                          </p:cTn>
                        </p:par>
                      </p:childTnLst>
                    </p:cTn>
                  </p:par>
                  <p:par>
                    <p:cTn id="350" fill="hold">
                      <p:stCondLst>
                        <p:cond delay="indefinite"/>
                      </p:stCondLst>
                      <p:childTnLst>
                        <p:par>
                          <p:cTn id="351" fill="hold">
                            <p:stCondLst>
                              <p:cond delay="0"/>
                            </p:stCondLst>
                            <p:childTnLst>
                              <p:par>
                                <p:cTn id="352" presetID="53" presetClass="entr" presetSubtype="16" fill="hold" nodeType="clickEffect">
                                  <p:stCondLst>
                                    <p:cond delay="0"/>
                                  </p:stCondLst>
                                  <p:childTnLst>
                                    <p:set>
                                      <p:cBhvr>
                                        <p:cTn id="353" dur="1" fill="hold">
                                          <p:stCondLst>
                                            <p:cond delay="0"/>
                                          </p:stCondLst>
                                        </p:cTn>
                                        <p:tgtEl>
                                          <p:spTgt spid="20"/>
                                        </p:tgtEl>
                                        <p:attrNameLst>
                                          <p:attrName>style.visibility</p:attrName>
                                        </p:attrNameLst>
                                      </p:cBhvr>
                                      <p:to>
                                        <p:strVal val="visible"/>
                                      </p:to>
                                    </p:set>
                                    <p:anim calcmode="lin" valueType="num">
                                      <p:cBhvr>
                                        <p:cTn id="354" dur="500" fill="hold"/>
                                        <p:tgtEl>
                                          <p:spTgt spid="20"/>
                                        </p:tgtEl>
                                        <p:attrNameLst>
                                          <p:attrName>ppt_w</p:attrName>
                                        </p:attrNameLst>
                                      </p:cBhvr>
                                      <p:tavLst>
                                        <p:tav tm="0">
                                          <p:val>
                                            <p:fltVal val="0"/>
                                          </p:val>
                                        </p:tav>
                                        <p:tav tm="100000">
                                          <p:val>
                                            <p:strVal val="#ppt_w"/>
                                          </p:val>
                                        </p:tav>
                                      </p:tavLst>
                                    </p:anim>
                                    <p:anim calcmode="lin" valueType="num">
                                      <p:cBhvr>
                                        <p:cTn id="355" dur="500" fill="hold"/>
                                        <p:tgtEl>
                                          <p:spTgt spid="20"/>
                                        </p:tgtEl>
                                        <p:attrNameLst>
                                          <p:attrName>ppt_h</p:attrName>
                                        </p:attrNameLst>
                                      </p:cBhvr>
                                      <p:tavLst>
                                        <p:tav tm="0">
                                          <p:val>
                                            <p:fltVal val="0"/>
                                          </p:val>
                                        </p:tav>
                                        <p:tav tm="100000">
                                          <p:val>
                                            <p:strVal val="#ppt_h"/>
                                          </p:val>
                                        </p:tav>
                                      </p:tavLst>
                                    </p:anim>
                                    <p:animEffect transition="in" filter="fade">
                                      <p:cBhvr>
                                        <p:cTn id="35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2" grpId="0" bldLvl="0" animBg="1"/>
      <p:bldP spid="2" grpId="1" bldLvl="0" animBg="1"/>
      <p:bldP spid="35" grpId="0" bldLvl="0" animBg="1"/>
      <p:bldP spid="35" grpId="1" bldLvl="0" animBg="1"/>
      <p:bldP spid="36" grpId="0" bldLvl="0" animBg="1"/>
      <p:bldP spid="37"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内容占位符 2"/>
          <p:cNvSpPr>
            <a:spLocks noGrp="1"/>
          </p:cNvSpPr>
          <p:nvPr>
            <p:ph idx="1"/>
          </p:nvPr>
        </p:nvSpPr>
        <p:spPr>
          <a:xfrm>
            <a:off x="428625" y="714375"/>
            <a:ext cx="8415338" cy="3945608"/>
          </a:xfrm>
        </p:spPr>
        <p:txBody>
          <a:bodyPr/>
          <a:lstStyle/>
          <a:p>
            <a:pPr eaLnBrk="1" hangingPunct="1">
              <a:lnSpc>
                <a:spcPts val="3400"/>
              </a:lnSpc>
              <a:buClrTx/>
              <a:buFont typeface="Wingdings" panose="05000000000000000000" pitchFamily="2" charset="2"/>
              <a:buChar char="Ø"/>
              <a:defRPr/>
            </a:pPr>
            <a:r>
              <a:rPr lang="zh-CN" altLang="en-US" b="1" dirty="0">
                <a:solidFill>
                  <a:schemeClr val="tx1"/>
                </a:solidFill>
                <a:cs typeface="Times New Roman" panose="02020603050405020304" pitchFamily="18" charset="0"/>
              </a:rPr>
              <a:t>不断应用下列规则，直到没有新的终结符可以被加入到任何</a:t>
            </a:r>
            <a:r>
              <a:rPr lang="en-US" altLang="zh-CN" b="1" i="1" dirty="0">
                <a:solidFill>
                  <a:schemeClr val="tx1"/>
                </a:solidFill>
                <a:cs typeface="Times New Roman" panose="02020603050405020304" pitchFamily="18" charset="0"/>
              </a:rPr>
              <a:t>FOLLOW</a:t>
            </a:r>
            <a:r>
              <a:rPr lang="zh-CN" altLang="en-US" b="1" dirty="0">
                <a:solidFill>
                  <a:schemeClr val="tx1"/>
                </a:solidFill>
                <a:cs typeface="Times New Roman" panose="02020603050405020304" pitchFamily="18" charset="0"/>
              </a:rPr>
              <a:t>集合中为止</a:t>
            </a:r>
            <a:endParaRPr lang="en-US" altLang="zh-CN" b="1" dirty="0">
              <a:solidFill>
                <a:schemeClr val="tx1"/>
              </a:solidFill>
              <a:cs typeface="Times New Roman" panose="02020603050405020304" pitchFamily="18" charset="0"/>
            </a:endParaRPr>
          </a:p>
          <a:p>
            <a:pPr lvl="1" eaLnBrk="1" hangingPunct="1">
              <a:lnSpc>
                <a:spcPts val="3400"/>
              </a:lnSpc>
              <a:buClrTx/>
              <a:buFont typeface="Wingdings" panose="05000000000000000000" pitchFamily="2" charset="2"/>
              <a:buChar char="Ø"/>
              <a:defRPr/>
            </a:pPr>
            <a:r>
              <a:rPr lang="zh-CN" altLang="en-US" sz="2000" b="1" dirty="0">
                <a:solidFill>
                  <a:schemeClr val="tx1"/>
                </a:solidFill>
                <a:cs typeface="Times New Roman" panose="02020603050405020304" pitchFamily="18" charset="0"/>
              </a:rPr>
              <a:t>将</a:t>
            </a:r>
            <a:r>
              <a:rPr lang="en-US" altLang="zh-CN" sz="2000" b="1" dirty="0">
                <a:solidFill>
                  <a:schemeClr val="tx1"/>
                </a:solidFill>
                <a:cs typeface="Times New Roman" panose="02020603050405020304" pitchFamily="18" charset="0"/>
              </a:rPr>
              <a:t> </a:t>
            </a:r>
            <a:r>
              <a:rPr lang="en-US" altLang="zh-CN" sz="2000" b="1" dirty="0">
                <a:solidFill>
                  <a:srgbClr val="0070C0"/>
                </a:solidFill>
                <a:cs typeface="Times New Roman" panose="02020603050405020304" pitchFamily="18" charset="0"/>
              </a:rPr>
              <a:t>$ </a:t>
            </a:r>
            <a:r>
              <a:rPr lang="zh-CN" altLang="en-US" sz="2000" b="1" dirty="0">
                <a:solidFill>
                  <a:schemeClr val="tx1"/>
                </a:solidFill>
                <a:cs typeface="Times New Roman" panose="02020603050405020304" pitchFamily="18" charset="0"/>
              </a:rPr>
              <a:t>放入</a:t>
            </a:r>
            <a:r>
              <a:rPr lang="en-US" altLang="zh-CN" sz="2000" b="1" dirty="0">
                <a:solidFill>
                  <a:schemeClr val="tx1"/>
                </a:solidFill>
                <a:cs typeface="Times New Roman" panose="02020603050405020304" pitchFamily="18" charset="0"/>
              </a:rPr>
              <a:t> </a:t>
            </a:r>
            <a:r>
              <a:rPr lang="en-US" altLang="zh-CN" sz="2000" b="1" i="1" dirty="0">
                <a:solidFill>
                  <a:srgbClr val="0070C0"/>
                </a:solidFill>
                <a:cs typeface="Times New Roman" panose="02020603050405020304" pitchFamily="18" charset="0"/>
              </a:rPr>
              <a:t>FOLLOW</a:t>
            </a:r>
            <a:r>
              <a:rPr lang="en-US" altLang="zh-CN" sz="2000" b="1" dirty="0">
                <a:solidFill>
                  <a:srgbClr val="0070C0"/>
                </a:solidFill>
                <a:cs typeface="Times New Roman" panose="02020603050405020304" pitchFamily="18" charset="0"/>
              </a:rPr>
              <a:t>( </a:t>
            </a:r>
            <a:r>
              <a:rPr lang="en-US" altLang="zh-CN" sz="2000" b="1" i="1" dirty="0">
                <a:solidFill>
                  <a:srgbClr val="0070C0"/>
                </a:solidFill>
                <a:cs typeface="Times New Roman" panose="02020603050405020304" pitchFamily="18" charset="0"/>
              </a:rPr>
              <a:t>S </a:t>
            </a:r>
            <a:r>
              <a:rPr lang="en-US" altLang="zh-CN" sz="2000" b="1" dirty="0">
                <a:solidFill>
                  <a:srgbClr val="0070C0"/>
                </a:solidFill>
                <a:cs typeface="Times New Roman" panose="02020603050405020304" pitchFamily="18" charset="0"/>
              </a:rPr>
              <a:t>) </a:t>
            </a:r>
            <a:r>
              <a:rPr lang="zh-CN" altLang="en-US" sz="2000" b="1" dirty="0">
                <a:solidFill>
                  <a:schemeClr val="tx1"/>
                </a:solidFill>
                <a:cs typeface="Times New Roman" panose="02020603050405020304" pitchFamily="18" charset="0"/>
              </a:rPr>
              <a:t>中，其中</a:t>
            </a:r>
            <a:r>
              <a:rPr lang="en-US" altLang="zh-CN" sz="2000" b="1" dirty="0">
                <a:solidFill>
                  <a:schemeClr val="tx1"/>
                </a:solidFill>
                <a:cs typeface="Times New Roman" panose="02020603050405020304" pitchFamily="18" charset="0"/>
              </a:rPr>
              <a:t> </a:t>
            </a:r>
            <a:r>
              <a:rPr lang="en-US" altLang="zh-CN" sz="2000" b="1" i="1" dirty="0">
                <a:solidFill>
                  <a:schemeClr val="tx1"/>
                </a:solidFill>
                <a:cs typeface="Times New Roman" panose="02020603050405020304" pitchFamily="18" charset="0"/>
              </a:rPr>
              <a:t>S </a:t>
            </a:r>
            <a:r>
              <a:rPr lang="zh-CN" altLang="en-US" sz="2000" b="1" dirty="0">
                <a:solidFill>
                  <a:schemeClr val="tx1"/>
                </a:solidFill>
                <a:cs typeface="Times New Roman" panose="02020603050405020304" pitchFamily="18" charset="0"/>
              </a:rPr>
              <a:t>是开始符号，</a:t>
            </a:r>
            <a:r>
              <a:rPr lang="en-US" altLang="zh-CN" sz="2000" b="1" dirty="0">
                <a:solidFill>
                  <a:schemeClr val="tx1"/>
                </a:solidFill>
                <a:cs typeface="Times New Roman" panose="02020603050405020304" pitchFamily="18" charset="0"/>
              </a:rPr>
              <a:t>$ </a:t>
            </a:r>
            <a:r>
              <a:rPr lang="zh-CN" altLang="en-US" sz="2000" b="1" dirty="0">
                <a:solidFill>
                  <a:schemeClr val="tx1"/>
                </a:solidFill>
                <a:cs typeface="Times New Roman" panose="02020603050405020304" pitchFamily="18" charset="0"/>
              </a:rPr>
              <a:t>是输入右端的</a:t>
            </a:r>
            <a:r>
              <a:rPr lang="zh-CN" altLang="en-US" sz="2000" b="1" dirty="0">
                <a:solidFill>
                  <a:srgbClr val="0070C0"/>
                </a:solidFill>
                <a:cs typeface="Times New Roman" panose="02020603050405020304" pitchFamily="18" charset="0"/>
              </a:rPr>
              <a:t>结束标记</a:t>
            </a:r>
            <a:endParaRPr lang="en-US" altLang="zh-CN" sz="2000" b="1" dirty="0">
              <a:solidFill>
                <a:srgbClr val="0070C0"/>
              </a:solidFill>
              <a:cs typeface="Times New Roman" panose="02020603050405020304" pitchFamily="18" charset="0"/>
            </a:endParaRPr>
          </a:p>
          <a:p>
            <a:pPr lvl="1" eaLnBrk="1" hangingPunct="1">
              <a:lnSpc>
                <a:spcPts val="3400"/>
              </a:lnSpc>
              <a:buClrTx/>
              <a:buFont typeface="Wingdings" panose="05000000000000000000" pitchFamily="2" charset="2"/>
              <a:buChar char="Ø"/>
              <a:defRPr/>
            </a:pPr>
            <a:r>
              <a:rPr lang="zh-CN" altLang="en-US" sz="2000" b="1" dirty="0">
                <a:solidFill>
                  <a:schemeClr val="tx1"/>
                </a:solidFill>
                <a:cs typeface="Times New Roman" panose="02020603050405020304" pitchFamily="18" charset="0"/>
              </a:rPr>
              <a:t>如果存在一个产生式</a:t>
            </a:r>
            <a:r>
              <a:rPr lang="en-US" altLang="zh-CN" sz="2000" b="1" dirty="0">
                <a:solidFill>
                  <a:schemeClr val="tx1"/>
                </a:solidFill>
                <a:cs typeface="Times New Roman" panose="02020603050405020304" pitchFamily="18" charset="0"/>
              </a:rPr>
              <a:t> </a:t>
            </a:r>
            <a:r>
              <a:rPr lang="en-US" altLang="zh-CN" sz="2000" b="1" i="1" dirty="0" err="1">
                <a:solidFill>
                  <a:srgbClr val="0070C0"/>
                </a:solidFill>
                <a:ea typeface="楷体_GB2312"/>
                <a:cs typeface="楷体_GB2312"/>
              </a:rPr>
              <a:t>A</a:t>
            </a:r>
            <a:r>
              <a:rPr lang="en-US" altLang="zh-CN" sz="2000" b="1" dirty="0" err="1">
                <a:solidFill>
                  <a:srgbClr val="0070C0"/>
                </a:solidFill>
                <a:ea typeface="楷体_GB2312"/>
                <a:cs typeface="楷体_GB2312"/>
              </a:rPr>
              <a:t>→</a:t>
            </a:r>
            <a:r>
              <a:rPr lang="en-US" altLang="zh-CN" sz="2000" b="1" i="1" dirty="0" err="1">
                <a:solidFill>
                  <a:srgbClr val="0070C0"/>
                </a:solidFill>
                <a:ea typeface="楷体_GB2312"/>
                <a:cs typeface="楷体_GB2312"/>
              </a:rPr>
              <a:t>αBβ</a:t>
            </a:r>
            <a:r>
              <a:rPr lang="zh-CN" altLang="en-US" sz="2000" b="1" dirty="0">
                <a:solidFill>
                  <a:schemeClr val="tx1"/>
                </a:solidFill>
                <a:latin typeface="楷体" panose="02010609060101010101" pitchFamily="49" charset="-122"/>
              </a:rPr>
              <a:t>，那么</a:t>
            </a:r>
            <a:r>
              <a:rPr lang="en-US" altLang="zh-CN" sz="2000" b="1" dirty="0">
                <a:solidFill>
                  <a:schemeClr val="tx1"/>
                </a:solidFill>
                <a:latin typeface="楷体" panose="02010609060101010101" pitchFamily="49" charset="-122"/>
              </a:rPr>
              <a:t> </a:t>
            </a:r>
            <a:r>
              <a:rPr lang="en-US" altLang="zh-CN" sz="2000" b="1" i="1" dirty="0">
                <a:solidFill>
                  <a:srgbClr val="0070C0"/>
                </a:solidFill>
                <a:ea typeface="楷体_GB2312"/>
                <a:cs typeface="楷体_GB2312"/>
              </a:rPr>
              <a:t>FIRST </a:t>
            </a:r>
            <a:r>
              <a:rPr lang="en-US" altLang="zh-CN" sz="2000" b="1" dirty="0">
                <a:solidFill>
                  <a:srgbClr val="0070C0"/>
                </a:solidFill>
                <a:ea typeface="楷体_GB2312"/>
                <a:cs typeface="楷体_GB2312"/>
              </a:rPr>
              <a:t>( </a:t>
            </a:r>
            <a:r>
              <a:rPr lang="en-US" altLang="zh-CN" sz="2000" b="1" i="1" dirty="0">
                <a:solidFill>
                  <a:srgbClr val="0070C0"/>
                </a:solidFill>
                <a:ea typeface="楷体_GB2312"/>
                <a:cs typeface="楷体_GB2312"/>
              </a:rPr>
              <a:t>β </a:t>
            </a:r>
            <a:r>
              <a:rPr lang="en-US" altLang="zh-CN" sz="2000" b="1" dirty="0">
                <a:solidFill>
                  <a:srgbClr val="0070C0"/>
                </a:solidFill>
              </a:rPr>
              <a:t>) </a:t>
            </a:r>
            <a:r>
              <a:rPr lang="zh-CN" altLang="en-US" sz="2000" b="1" dirty="0">
                <a:solidFill>
                  <a:schemeClr val="tx1"/>
                </a:solidFill>
              </a:rPr>
              <a:t>中</a:t>
            </a:r>
            <a:r>
              <a:rPr lang="zh-CN" altLang="en-US" sz="2000" b="1" dirty="0">
                <a:solidFill>
                  <a:srgbClr val="0070C0"/>
                </a:solidFill>
              </a:rPr>
              <a:t>除</a:t>
            </a:r>
            <a:r>
              <a:rPr lang="en-US" altLang="zh-CN" sz="2000" b="1" dirty="0">
                <a:solidFill>
                  <a:srgbClr val="0070C0"/>
                </a:solidFill>
              </a:rPr>
              <a:t> </a:t>
            </a:r>
            <a:r>
              <a:rPr lang="en-US" altLang="zh-CN" sz="2000" b="1" i="1" dirty="0">
                <a:solidFill>
                  <a:srgbClr val="0070C0"/>
                </a:solidFill>
                <a:ea typeface="楷体_GB2312"/>
                <a:cs typeface="楷体_GB2312"/>
              </a:rPr>
              <a:t>ε</a:t>
            </a:r>
            <a:r>
              <a:rPr lang="en-US" altLang="zh-CN" sz="2000" b="1" dirty="0">
                <a:solidFill>
                  <a:srgbClr val="0070C0"/>
                </a:solidFill>
              </a:rPr>
              <a:t> </a:t>
            </a:r>
            <a:r>
              <a:rPr lang="zh-CN" altLang="en-US" sz="2000" b="1" dirty="0">
                <a:solidFill>
                  <a:srgbClr val="0070C0"/>
                </a:solidFill>
              </a:rPr>
              <a:t>之外</a:t>
            </a:r>
            <a:r>
              <a:rPr lang="zh-CN" altLang="en-US" sz="2000" b="1" dirty="0">
                <a:solidFill>
                  <a:schemeClr val="tx1"/>
                </a:solidFill>
              </a:rPr>
              <a:t>的所有符号都</a:t>
            </a:r>
            <a:r>
              <a:rPr lang="zh-CN" altLang="en-US" sz="2000" dirty="0"/>
              <a:t>加入</a:t>
            </a:r>
            <a:r>
              <a:rPr lang="en-US" altLang="zh-CN" sz="2000" dirty="0"/>
              <a:t> </a:t>
            </a:r>
            <a:r>
              <a:rPr lang="en-US" altLang="zh-CN" sz="2000" b="1" i="1" dirty="0">
                <a:solidFill>
                  <a:srgbClr val="0070C0"/>
                </a:solidFill>
              </a:rPr>
              <a:t>FOLLOW</a:t>
            </a:r>
            <a:r>
              <a:rPr lang="en-US" altLang="zh-CN" sz="2000" b="1" dirty="0">
                <a:solidFill>
                  <a:srgbClr val="0070C0"/>
                </a:solidFill>
              </a:rPr>
              <a:t>( </a:t>
            </a:r>
            <a:r>
              <a:rPr lang="en-US" altLang="zh-CN" sz="2000" b="1" i="1" dirty="0">
                <a:solidFill>
                  <a:srgbClr val="0070C0"/>
                </a:solidFill>
              </a:rPr>
              <a:t>B </a:t>
            </a:r>
            <a:r>
              <a:rPr lang="en-US" altLang="zh-CN" sz="2000" b="1" dirty="0">
                <a:solidFill>
                  <a:srgbClr val="0070C0"/>
                </a:solidFill>
              </a:rPr>
              <a:t>)</a:t>
            </a:r>
            <a:r>
              <a:rPr lang="zh-CN" altLang="en-US" sz="2000" b="1" dirty="0">
                <a:solidFill>
                  <a:schemeClr val="tx1"/>
                </a:solidFill>
              </a:rPr>
              <a:t>中</a:t>
            </a:r>
            <a:endParaRPr lang="en-US" altLang="zh-CN" sz="2000" b="1" dirty="0">
              <a:solidFill>
                <a:schemeClr val="tx1"/>
              </a:solidFill>
            </a:endParaRPr>
          </a:p>
          <a:p>
            <a:pPr lvl="1" eaLnBrk="1" hangingPunct="1">
              <a:lnSpc>
                <a:spcPts val="3400"/>
              </a:lnSpc>
              <a:buClrTx/>
              <a:buFont typeface="Wingdings" panose="05000000000000000000" pitchFamily="2" charset="2"/>
              <a:buChar char="Ø"/>
              <a:defRPr/>
            </a:pPr>
            <a:r>
              <a:rPr lang="zh-CN" altLang="en-US" sz="2000" b="1" dirty="0">
                <a:solidFill>
                  <a:schemeClr val="tx1"/>
                </a:solidFill>
              </a:rPr>
              <a:t>如果存在一个产生式</a:t>
            </a:r>
            <a:r>
              <a:rPr lang="en-US" altLang="zh-CN" sz="2000" b="1" i="1" dirty="0" err="1">
                <a:solidFill>
                  <a:srgbClr val="0070C0"/>
                </a:solidFill>
                <a:ea typeface="楷体_GB2312"/>
                <a:cs typeface="楷体_GB2312"/>
              </a:rPr>
              <a:t>A</a:t>
            </a:r>
            <a:r>
              <a:rPr lang="en-US" altLang="zh-CN" sz="2000" b="1" dirty="0" err="1">
                <a:solidFill>
                  <a:srgbClr val="0070C0"/>
                </a:solidFill>
                <a:ea typeface="楷体_GB2312"/>
                <a:cs typeface="楷体_GB2312"/>
              </a:rPr>
              <a:t>→</a:t>
            </a:r>
            <a:r>
              <a:rPr lang="en-US" altLang="zh-CN" sz="2000" b="1" i="1" dirty="0" err="1">
                <a:solidFill>
                  <a:srgbClr val="0070C0"/>
                </a:solidFill>
                <a:ea typeface="楷体_GB2312"/>
                <a:cs typeface="楷体_GB2312"/>
              </a:rPr>
              <a:t>αB</a:t>
            </a:r>
            <a:r>
              <a:rPr lang="zh-CN" altLang="en-US" sz="2000" b="1" dirty="0">
                <a:solidFill>
                  <a:schemeClr val="tx1"/>
                </a:solidFill>
              </a:rPr>
              <a:t>，或存在产生式</a:t>
            </a:r>
            <a:r>
              <a:rPr lang="en-US" altLang="zh-CN" sz="2000" b="1" i="1" dirty="0" err="1">
                <a:solidFill>
                  <a:srgbClr val="0070C0"/>
                </a:solidFill>
                <a:ea typeface="楷体_GB2312"/>
                <a:cs typeface="楷体_GB2312"/>
              </a:rPr>
              <a:t>A</a:t>
            </a:r>
            <a:r>
              <a:rPr lang="en-US" altLang="zh-CN" sz="2000" b="1" dirty="0" err="1">
                <a:solidFill>
                  <a:srgbClr val="0070C0"/>
                </a:solidFill>
                <a:ea typeface="楷体_GB2312"/>
                <a:cs typeface="楷体_GB2312"/>
              </a:rPr>
              <a:t>→</a:t>
            </a:r>
            <a:r>
              <a:rPr lang="en-US" altLang="zh-CN" sz="2000" b="1" i="1" dirty="0" err="1">
                <a:solidFill>
                  <a:srgbClr val="0070C0"/>
                </a:solidFill>
                <a:ea typeface="楷体_GB2312"/>
                <a:cs typeface="楷体_GB2312"/>
              </a:rPr>
              <a:t>αBβ</a:t>
            </a:r>
            <a:r>
              <a:rPr lang="zh-CN" altLang="en-US" sz="2000" b="1" dirty="0">
                <a:solidFill>
                  <a:schemeClr val="tx1"/>
                </a:solidFill>
              </a:rPr>
              <a:t>且</a:t>
            </a:r>
            <a:r>
              <a:rPr lang="en-US" altLang="zh-CN" sz="2000" b="1" i="1" dirty="0">
                <a:solidFill>
                  <a:srgbClr val="0070C0"/>
                </a:solidFill>
              </a:rPr>
              <a:t>FIRST </a:t>
            </a:r>
            <a:r>
              <a:rPr lang="en-US" altLang="zh-CN" sz="2000" b="1" dirty="0">
                <a:solidFill>
                  <a:srgbClr val="0070C0"/>
                </a:solidFill>
              </a:rPr>
              <a:t>( </a:t>
            </a:r>
            <a:r>
              <a:rPr lang="en-US" altLang="zh-CN" sz="2000" b="1" i="1" dirty="0">
                <a:solidFill>
                  <a:srgbClr val="0070C0"/>
                </a:solidFill>
                <a:ea typeface="楷体_GB2312"/>
                <a:cs typeface="楷体_GB2312"/>
              </a:rPr>
              <a:t>β </a:t>
            </a:r>
            <a:r>
              <a:rPr lang="en-US" altLang="zh-CN" sz="2000" b="1" dirty="0">
                <a:solidFill>
                  <a:srgbClr val="0070C0"/>
                </a:solidFill>
              </a:rPr>
              <a:t>) </a:t>
            </a:r>
            <a:r>
              <a:rPr lang="zh-CN" altLang="en-US" sz="2000" b="1" dirty="0">
                <a:solidFill>
                  <a:srgbClr val="0070C0"/>
                </a:solidFill>
              </a:rPr>
              <a:t>包含</a:t>
            </a:r>
            <a:r>
              <a:rPr lang="en-US" altLang="zh-CN" sz="2000" b="1" dirty="0">
                <a:solidFill>
                  <a:srgbClr val="0070C0"/>
                </a:solidFill>
              </a:rPr>
              <a:t> </a:t>
            </a:r>
            <a:r>
              <a:rPr lang="en-US" altLang="zh-CN" sz="2000" b="1" i="1" dirty="0">
                <a:solidFill>
                  <a:srgbClr val="0070C0"/>
                </a:solidFill>
                <a:ea typeface="楷体_GB2312"/>
                <a:cs typeface="楷体_GB2312"/>
              </a:rPr>
              <a:t>ε</a:t>
            </a:r>
            <a:r>
              <a:rPr lang="zh-CN" altLang="en-US" sz="2000" b="1" dirty="0">
                <a:solidFill>
                  <a:schemeClr val="tx1"/>
                </a:solidFill>
              </a:rPr>
              <a:t>，那么</a:t>
            </a:r>
            <a:r>
              <a:rPr lang="en-US" altLang="zh-CN" sz="2000" b="1" dirty="0">
                <a:solidFill>
                  <a:schemeClr val="tx1"/>
                </a:solidFill>
              </a:rPr>
              <a:t> </a:t>
            </a:r>
            <a:r>
              <a:rPr lang="en-US" altLang="zh-CN" sz="2000" b="1" i="1" dirty="0">
                <a:solidFill>
                  <a:srgbClr val="0070C0"/>
                </a:solidFill>
              </a:rPr>
              <a:t>FOLLOW</a:t>
            </a:r>
            <a:r>
              <a:rPr lang="en-US" altLang="zh-CN" sz="2000" b="1" dirty="0">
                <a:solidFill>
                  <a:srgbClr val="0070C0"/>
                </a:solidFill>
              </a:rPr>
              <a:t>( </a:t>
            </a:r>
            <a:r>
              <a:rPr lang="en-US" altLang="zh-CN" sz="2000" b="1" i="1" dirty="0">
                <a:solidFill>
                  <a:srgbClr val="0070C0"/>
                </a:solidFill>
              </a:rPr>
              <a:t>A </a:t>
            </a:r>
            <a:r>
              <a:rPr lang="en-US" altLang="zh-CN" sz="2000" b="1" dirty="0">
                <a:solidFill>
                  <a:srgbClr val="0070C0"/>
                </a:solidFill>
              </a:rPr>
              <a:t>) </a:t>
            </a:r>
            <a:r>
              <a:rPr lang="zh-CN" altLang="en-US" sz="2000" b="1" dirty="0">
                <a:solidFill>
                  <a:schemeClr val="tx1"/>
                </a:solidFill>
              </a:rPr>
              <a:t>中的所有符号都加入</a:t>
            </a:r>
            <a:r>
              <a:rPr lang="en-US" altLang="zh-CN" sz="2000" b="1" dirty="0">
                <a:solidFill>
                  <a:schemeClr val="tx1"/>
                </a:solidFill>
              </a:rPr>
              <a:t> </a:t>
            </a:r>
            <a:r>
              <a:rPr lang="en-US" altLang="zh-CN" sz="2000" b="1" i="1" dirty="0">
                <a:solidFill>
                  <a:srgbClr val="0070C0"/>
                </a:solidFill>
              </a:rPr>
              <a:t>FOLLOW</a:t>
            </a:r>
            <a:r>
              <a:rPr lang="en-US" altLang="zh-CN" sz="2000" b="1" dirty="0">
                <a:solidFill>
                  <a:srgbClr val="0070C0"/>
                </a:solidFill>
              </a:rPr>
              <a:t>( </a:t>
            </a:r>
            <a:r>
              <a:rPr lang="en-US" altLang="zh-CN" sz="2000" b="1" i="1" dirty="0">
                <a:solidFill>
                  <a:srgbClr val="0070C0"/>
                </a:solidFill>
              </a:rPr>
              <a:t>B </a:t>
            </a:r>
            <a:r>
              <a:rPr lang="en-US" altLang="zh-CN" sz="2000" b="1" dirty="0">
                <a:solidFill>
                  <a:srgbClr val="0070C0"/>
                </a:solidFill>
              </a:rPr>
              <a:t>) </a:t>
            </a:r>
            <a:r>
              <a:rPr lang="zh-CN" altLang="en-US" sz="2000" b="1" dirty="0">
                <a:solidFill>
                  <a:schemeClr val="tx1"/>
                </a:solidFill>
              </a:rPr>
              <a:t>中</a:t>
            </a:r>
          </a:p>
        </p:txBody>
      </p:sp>
      <p:sp>
        <p:nvSpPr>
          <p:cNvPr id="50179" name="标题 1"/>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算法</a:t>
            </a:r>
            <a:r>
              <a:rPr lang="en-US" altLang="zh-CN"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pc="300" dirty="0">
                <a:latin typeface="微软雅黑" panose="020B0503020204020204" pitchFamily="34" charset="-122"/>
                <a:ea typeface="微软雅黑" panose="020B0503020204020204" pitchFamily="34" charset="-122"/>
                <a:cs typeface="Times New Roman" panose="02020603050405020304" pitchFamily="18" charset="0"/>
              </a:rPr>
              <a:t>计算非终结符</a:t>
            </a:r>
            <a:r>
              <a:rPr lang="en-US" altLang="zh-CN" i="1" spc="300" dirty="0">
                <a:ea typeface="微软雅黑" panose="020B0503020204020204" pitchFamily="34" charset="-122"/>
                <a:cs typeface="Times New Roman" panose="02020603050405020304" pitchFamily="18" charset="0"/>
              </a:rPr>
              <a:t>A</a:t>
            </a:r>
            <a:r>
              <a:rPr lang="zh-CN" altLang="en-US" spc="3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i="1" dirty="0">
                <a:ea typeface="微软雅黑" panose="020B0503020204020204" pitchFamily="34" charset="-122"/>
                <a:cs typeface="Times New Roman" panose="02020603050405020304" pitchFamily="18" charset="0"/>
              </a:rPr>
              <a:t>FOLLOW</a:t>
            </a:r>
            <a:r>
              <a:rPr lang="en-US" altLang="zh-CN" dirty="0">
                <a:ea typeface="微软雅黑" panose="020B0503020204020204" pitchFamily="34" charset="-122"/>
                <a:cs typeface="Times New Roman" panose="02020603050405020304" pitchFamily="18" charset="0"/>
              </a:rPr>
              <a:t>(</a:t>
            </a:r>
            <a:r>
              <a:rPr lang="en-US" altLang="zh-CN" i="1" dirty="0">
                <a:ea typeface="微软雅黑" panose="020B0503020204020204" pitchFamily="34" charset="-122"/>
                <a:cs typeface="Times New Roman" panose="02020603050405020304" pitchFamily="18" charset="0"/>
              </a:rPr>
              <a:t>A</a:t>
            </a:r>
            <a:r>
              <a:rPr lang="en-US" altLang="zh-CN" dirty="0">
                <a:ea typeface="微软雅黑" panose="020B0503020204020204" pitchFamily="34" charset="-122"/>
                <a:cs typeface="Times New Roman" panose="02020603050405020304" pitchFamily="18" charset="0"/>
              </a:rPr>
              <a:t>)</a:t>
            </a:r>
            <a:endParaRPr lang="zh-CN" altLang="en-US" sz="3000" i="1"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42</a:t>
            </a:fld>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30" name="Rectangle 2"/>
          <p:cNvSpPr>
            <a:spLocks noGrp="1" noChangeArrowheads="1"/>
          </p:cNvSpPr>
          <p:nvPr>
            <p:ph type="title"/>
          </p:nvPr>
        </p:nvSpPr>
        <p:spPr>
          <a:xfrm>
            <a:off x="755650" y="268288"/>
            <a:ext cx="7931150" cy="358775"/>
          </a:xfrm>
        </p:spPr>
        <p:txBody>
          <a:bodyPr/>
          <a:lstStyle/>
          <a:p>
            <a:pPr eaLnBrk="1" hangingPunct="1">
              <a:lnSpc>
                <a:spcPct val="90000"/>
              </a:lnSpc>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例：表达式文法各产生式的</a:t>
            </a:r>
            <a:r>
              <a:rPr lang="en-US" altLang="zh-CN" sz="3000" i="1" dirty="0">
                <a:solidFill>
                  <a:schemeClr val="tx1"/>
                </a:solidFill>
                <a:ea typeface="微软雅黑" panose="020B0503020204020204" pitchFamily="34" charset="-122"/>
                <a:cs typeface="Times New Roman" panose="02020603050405020304" pitchFamily="18" charset="0"/>
              </a:rPr>
              <a:t>SELECT </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集</a:t>
            </a:r>
          </a:p>
        </p:txBody>
      </p:sp>
      <p:sp>
        <p:nvSpPr>
          <p:cNvPr id="94211" name="Text Box 3"/>
          <p:cNvSpPr txBox="1">
            <a:spLocks noChangeArrowheads="1"/>
          </p:cNvSpPr>
          <p:nvPr/>
        </p:nvSpPr>
        <p:spPr bwMode="auto">
          <a:xfrm>
            <a:off x="3635896" y="915566"/>
            <a:ext cx="2016224" cy="2986075"/>
          </a:xfrm>
          <a:prstGeom prst="rect">
            <a:avLst/>
          </a:prstGeom>
          <a:solidFill>
            <a:schemeClr val="accent2">
              <a:lumMod val="20000"/>
              <a:lumOff val="80000"/>
            </a:schemeClr>
          </a:solidFill>
          <a:ln>
            <a:solidFill>
              <a:schemeClr val="tx1"/>
            </a:solidFill>
          </a:ln>
        </p:spPr>
        <p:txBody>
          <a:bodyPr wrap="squar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20000"/>
              </a:spcBef>
              <a:buClr>
                <a:schemeClr val="tx2"/>
              </a:buClr>
              <a:buSzPct val="75000"/>
              <a:buFont typeface="Monotype Sorts"/>
              <a:buNone/>
            </a:pPr>
            <a:r>
              <a:rPr lang="en-US" altLang="zh-CN" sz="2000" b="1" dirty="0">
                <a:latin typeface="Times New Roman" panose="02020603050405020304" pitchFamily="18" charset="0"/>
                <a:cs typeface="Times New Roman" panose="02020603050405020304" pitchFamily="18" charset="0"/>
              </a:rPr>
              <a:t>(1) </a:t>
            </a:r>
            <a:r>
              <a:rPr lang="en-US" altLang="zh-CN" sz="2000" b="1" i="1" dirty="0">
                <a:latin typeface="Times New Roman" panose="02020603050405020304" pitchFamily="18" charset="0"/>
                <a:cs typeface="Times New Roman" panose="02020603050405020304" pitchFamily="18" charset="0"/>
              </a:rPr>
              <a:t>E </a:t>
            </a:r>
            <a:r>
              <a:rPr kumimoji="1" lang="en-US" altLang="zh-CN" sz="2000" b="1" dirty="0">
                <a:latin typeface="Times New Roman" panose="02020603050405020304" pitchFamily="18" charset="0"/>
                <a:cs typeface="Times New Roman" panose="02020603050405020304" pitchFamily="18" charset="0"/>
              </a:rPr>
              <a:t>→ </a:t>
            </a:r>
            <a:r>
              <a:rPr kumimoji="1" lang="en-US" altLang="zh-CN" sz="2000" b="1" i="1" dirty="0">
                <a:latin typeface="Times New Roman" panose="02020603050405020304" pitchFamily="18" charset="0"/>
                <a:cs typeface="Times New Roman" panose="02020603050405020304" pitchFamily="18" charset="0"/>
              </a:rPr>
              <a:t>T E </a:t>
            </a:r>
            <a:r>
              <a:rPr kumimoji="1" lang="en-US" altLang="zh-CN" sz="2000" b="1" dirty="0">
                <a:latin typeface="Times New Roman" panose="02020603050405020304" pitchFamily="18" charset="0"/>
                <a:cs typeface="Times New Roman" panose="02020603050405020304" pitchFamily="18" charset="0"/>
              </a:rPr>
              <a:t>' </a:t>
            </a:r>
          </a:p>
          <a:p>
            <a:pPr>
              <a:spcBef>
                <a:spcPct val="20000"/>
              </a:spcBef>
              <a:buClr>
                <a:schemeClr val="tx2"/>
              </a:buClr>
              <a:buSzPct val="75000"/>
              <a:buFont typeface="Monotype Sorts"/>
              <a:buNone/>
            </a:pPr>
            <a:r>
              <a:rPr kumimoji="1" lang="en-US" altLang="zh-CN" sz="2000" b="1" dirty="0">
                <a:solidFill>
                  <a:srgbClr val="3333FF"/>
                </a:solidFill>
                <a:latin typeface="Times New Roman" panose="02020603050405020304" pitchFamily="18" charset="0"/>
                <a:cs typeface="Times New Roman" panose="02020603050405020304" pitchFamily="18" charset="0"/>
              </a:rPr>
              <a:t>(2) </a:t>
            </a:r>
            <a:r>
              <a:rPr kumimoji="1" lang="en-US" altLang="zh-CN" sz="2000" b="1" i="1" dirty="0">
                <a:solidFill>
                  <a:srgbClr val="3333FF"/>
                </a:solidFill>
                <a:latin typeface="Times New Roman" panose="02020603050405020304" pitchFamily="18" charset="0"/>
                <a:cs typeface="Times New Roman" panose="02020603050405020304" pitchFamily="18" charset="0"/>
              </a:rPr>
              <a:t>E</a:t>
            </a:r>
            <a:r>
              <a:rPr kumimoji="1" lang="en-US" altLang="zh-CN" sz="2000" b="1" dirty="0">
                <a:solidFill>
                  <a:srgbClr val="3333FF"/>
                </a:solidFill>
                <a:latin typeface="Times New Roman" panose="02020603050405020304" pitchFamily="18" charset="0"/>
                <a:cs typeface="Times New Roman" panose="02020603050405020304" pitchFamily="18" charset="0"/>
              </a:rPr>
              <a:t>'→ + </a:t>
            </a:r>
            <a:r>
              <a:rPr kumimoji="1" lang="en-US" altLang="zh-CN" sz="2000" b="1" i="1" dirty="0">
                <a:solidFill>
                  <a:srgbClr val="3333FF"/>
                </a:solidFill>
                <a:latin typeface="Times New Roman" panose="02020603050405020304" pitchFamily="18" charset="0"/>
                <a:cs typeface="Times New Roman" panose="02020603050405020304" pitchFamily="18" charset="0"/>
              </a:rPr>
              <a:t>T E</a:t>
            </a:r>
            <a:r>
              <a:rPr kumimoji="1" lang="en-US" altLang="zh-CN" sz="2000" b="1" dirty="0">
                <a:solidFill>
                  <a:srgbClr val="3333FF"/>
                </a:solidFill>
                <a:latin typeface="Times New Roman" panose="02020603050405020304" pitchFamily="18" charset="0"/>
                <a:cs typeface="Times New Roman" panose="02020603050405020304" pitchFamily="18" charset="0"/>
              </a:rPr>
              <a:t> '</a:t>
            </a:r>
          </a:p>
          <a:p>
            <a:pPr>
              <a:spcBef>
                <a:spcPct val="20000"/>
              </a:spcBef>
              <a:buClr>
                <a:schemeClr val="tx2"/>
              </a:buClr>
              <a:buSzPct val="75000"/>
              <a:buFont typeface="Monotype Sorts"/>
              <a:buNone/>
            </a:pPr>
            <a:r>
              <a:rPr kumimoji="1" lang="en-US" altLang="zh-CN" sz="2000" b="1" dirty="0">
                <a:solidFill>
                  <a:srgbClr val="3333FF"/>
                </a:solidFill>
                <a:latin typeface="Times New Roman" panose="02020603050405020304" pitchFamily="18" charset="0"/>
                <a:cs typeface="Times New Roman" panose="02020603050405020304" pitchFamily="18" charset="0"/>
              </a:rPr>
              <a:t>(3) </a:t>
            </a:r>
            <a:r>
              <a:rPr kumimoji="1" lang="en-US" altLang="zh-CN" sz="2000" b="1" i="1" dirty="0">
                <a:solidFill>
                  <a:srgbClr val="3333FF"/>
                </a:solidFill>
                <a:latin typeface="Times New Roman" panose="02020603050405020304" pitchFamily="18" charset="0"/>
                <a:cs typeface="Times New Roman" panose="02020603050405020304" pitchFamily="18" charset="0"/>
              </a:rPr>
              <a:t>E </a:t>
            </a:r>
            <a:r>
              <a:rPr kumimoji="1" lang="en-US" altLang="zh-CN" sz="2000" b="1" dirty="0">
                <a:solidFill>
                  <a:srgbClr val="3333FF"/>
                </a:solidFill>
                <a:latin typeface="Times New Roman" panose="02020603050405020304" pitchFamily="18" charset="0"/>
                <a:cs typeface="Times New Roman" panose="02020603050405020304" pitchFamily="18" charset="0"/>
              </a:rPr>
              <a:t>'→ </a:t>
            </a:r>
            <a:r>
              <a:rPr kumimoji="1" lang="en-US" altLang="zh-CN" sz="2000" b="1" i="1" dirty="0">
                <a:solidFill>
                  <a:srgbClr val="3333FF"/>
                </a:solidFill>
                <a:latin typeface="Times New Roman" panose="02020603050405020304" pitchFamily="18" charset="0"/>
                <a:cs typeface="Times New Roman" panose="02020603050405020304" pitchFamily="18" charset="0"/>
              </a:rPr>
              <a:t>ε</a:t>
            </a:r>
            <a:r>
              <a:rPr kumimoji="1" lang="en-US" altLang="zh-CN" sz="2000" b="1" dirty="0">
                <a:solidFill>
                  <a:srgbClr val="3333FF"/>
                </a:solidFill>
                <a:latin typeface="Times New Roman" panose="02020603050405020304" pitchFamily="18" charset="0"/>
                <a:cs typeface="Times New Roman" panose="02020603050405020304" pitchFamily="18" charset="0"/>
              </a:rPr>
              <a:t> </a:t>
            </a:r>
          </a:p>
          <a:p>
            <a:pPr>
              <a:spcBef>
                <a:spcPct val="20000"/>
              </a:spcBef>
              <a:buClr>
                <a:schemeClr val="tx2"/>
              </a:buClr>
              <a:buSzPct val="75000"/>
              <a:buFont typeface="Monotype Sorts"/>
              <a:buNone/>
            </a:pPr>
            <a:r>
              <a:rPr kumimoji="1" lang="en-US" altLang="zh-CN" sz="2000" b="1" dirty="0">
                <a:latin typeface="Times New Roman" panose="02020603050405020304" pitchFamily="18" charset="0"/>
                <a:cs typeface="Times New Roman" panose="02020603050405020304" pitchFamily="18" charset="0"/>
              </a:rPr>
              <a:t>(4) </a:t>
            </a:r>
            <a:r>
              <a:rPr kumimoji="1" lang="en-US" altLang="zh-CN" sz="2000" b="1" i="1" dirty="0">
                <a:latin typeface="Times New Roman" panose="02020603050405020304" pitchFamily="18" charset="0"/>
                <a:cs typeface="Times New Roman" panose="02020603050405020304" pitchFamily="18" charset="0"/>
              </a:rPr>
              <a:t>T </a:t>
            </a:r>
            <a:r>
              <a:rPr kumimoji="1" lang="en-US" altLang="zh-CN" sz="2000" b="1" dirty="0">
                <a:latin typeface="Times New Roman" panose="02020603050405020304" pitchFamily="18" charset="0"/>
                <a:cs typeface="Times New Roman" panose="02020603050405020304" pitchFamily="18" charset="0"/>
              </a:rPr>
              <a:t>→ </a:t>
            </a:r>
            <a:r>
              <a:rPr kumimoji="1" lang="en-US" altLang="zh-CN" sz="2000" b="1" i="1" dirty="0">
                <a:latin typeface="Times New Roman" panose="02020603050405020304" pitchFamily="18" charset="0"/>
                <a:cs typeface="Times New Roman" panose="02020603050405020304" pitchFamily="18" charset="0"/>
              </a:rPr>
              <a:t>F T</a:t>
            </a:r>
            <a:r>
              <a:rPr kumimoji="1" lang="en-US" altLang="zh-CN" sz="2000" b="1" dirty="0">
                <a:latin typeface="Times New Roman" panose="02020603050405020304" pitchFamily="18" charset="0"/>
                <a:cs typeface="Times New Roman" panose="02020603050405020304" pitchFamily="18" charset="0"/>
              </a:rPr>
              <a:t> ' </a:t>
            </a:r>
          </a:p>
          <a:p>
            <a:pPr>
              <a:spcBef>
                <a:spcPct val="20000"/>
              </a:spcBef>
              <a:buClr>
                <a:schemeClr val="tx2"/>
              </a:buClr>
              <a:buSzPct val="75000"/>
              <a:buFont typeface="Monotype Sorts"/>
              <a:buNone/>
            </a:pPr>
            <a:r>
              <a:rPr kumimoji="1" lang="en-US" altLang="zh-CN" sz="2000" b="1" dirty="0">
                <a:solidFill>
                  <a:srgbClr val="7030A0"/>
                </a:solidFill>
                <a:latin typeface="Times New Roman" panose="02020603050405020304" pitchFamily="18" charset="0"/>
                <a:cs typeface="Times New Roman" panose="02020603050405020304" pitchFamily="18" charset="0"/>
              </a:rPr>
              <a:t>(5) </a:t>
            </a:r>
            <a:r>
              <a:rPr kumimoji="1" lang="en-US" altLang="zh-CN" sz="2000" b="1" i="1" dirty="0">
                <a:solidFill>
                  <a:srgbClr val="7030A0"/>
                </a:solidFill>
                <a:latin typeface="Times New Roman" panose="02020603050405020304" pitchFamily="18" charset="0"/>
                <a:cs typeface="Times New Roman" panose="02020603050405020304" pitchFamily="18" charset="0"/>
              </a:rPr>
              <a:t>T</a:t>
            </a:r>
            <a:r>
              <a:rPr kumimoji="1" lang="en-US" altLang="zh-CN" sz="2000" b="1" dirty="0">
                <a:solidFill>
                  <a:srgbClr val="7030A0"/>
                </a:solidFill>
                <a:latin typeface="Times New Roman" panose="02020603050405020304" pitchFamily="18" charset="0"/>
                <a:cs typeface="Times New Roman" panose="02020603050405020304" pitchFamily="18" charset="0"/>
              </a:rPr>
              <a:t> ' → * </a:t>
            </a:r>
            <a:r>
              <a:rPr kumimoji="1" lang="en-US" altLang="zh-CN" sz="2000" b="1" i="1" dirty="0">
                <a:solidFill>
                  <a:srgbClr val="7030A0"/>
                </a:solidFill>
                <a:latin typeface="Times New Roman" panose="02020603050405020304" pitchFamily="18" charset="0"/>
                <a:cs typeface="Times New Roman" panose="02020603050405020304" pitchFamily="18" charset="0"/>
              </a:rPr>
              <a:t>F T</a:t>
            </a:r>
            <a:r>
              <a:rPr kumimoji="1" lang="en-US" altLang="zh-CN" sz="2000" b="1" dirty="0">
                <a:solidFill>
                  <a:srgbClr val="7030A0"/>
                </a:solidFill>
                <a:latin typeface="Times New Roman" panose="02020603050405020304" pitchFamily="18" charset="0"/>
                <a:cs typeface="Times New Roman" panose="02020603050405020304" pitchFamily="18" charset="0"/>
              </a:rPr>
              <a:t> '</a:t>
            </a:r>
          </a:p>
          <a:p>
            <a:pPr>
              <a:spcBef>
                <a:spcPct val="20000"/>
              </a:spcBef>
              <a:buClr>
                <a:schemeClr val="tx2"/>
              </a:buClr>
              <a:buSzPct val="75000"/>
              <a:buFont typeface="Monotype Sorts"/>
              <a:buNone/>
            </a:pPr>
            <a:r>
              <a:rPr kumimoji="1" lang="en-US" altLang="zh-CN" sz="2000" b="1" dirty="0">
                <a:solidFill>
                  <a:srgbClr val="7030A0"/>
                </a:solidFill>
                <a:latin typeface="Times New Roman" panose="02020603050405020304" pitchFamily="18" charset="0"/>
                <a:cs typeface="Times New Roman" panose="02020603050405020304" pitchFamily="18" charset="0"/>
              </a:rPr>
              <a:t>(6) </a:t>
            </a:r>
            <a:r>
              <a:rPr kumimoji="1" lang="en-US" altLang="zh-CN" sz="2000" b="1" i="1" dirty="0">
                <a:solidFill>
                  <a:srgbClr val="7030A0"/>
                </a:solidFill>
                <a:latin typeface="Times New Roman" panose="02020603050405020304" pitchFamily="18" charset="0"/>
                <a:cs typeface="Times New Roman" panose="02020603050405020304" pitchFamily="18" charset="0"/>
              </a:rPr>
              <a:t>T</a:t>
            </a:r>
            <a:r>
              <a:rPr kumimoji="1" lang="en-US" altLang="zh-CN" sz="2000" b="1" dirty="0">
                <a:solidFill>
                  <a:srgbClr val="7030A0"/>
                </a:solidFill>
                <a:latin typeface="Times New Roman" panose="02020603050405020304" pitchFamily="18" charset="0"/>
                <a:cs typeface="Times New Roman" panose="02020603050405020304" pitchFamily="18" charset="0"/>
              </a:rPr>
              <a:t> ' → </a:t>
            </a:r>
            <a:r>
              <a:rPr kumimoji="1" lang="en-US" altLang="zh-CN" sz="2000" b="1" i="1" dirty="0">
                <a:solidFill>
                  <a:srgbClr val="7030A0"/>
                </a:solidFill>
                <a:latin typeface="Times New Roman" panose="02020603050405020304" pitchFamily="18" charset="0"/>
                <a:cs typeface="Times New Roman" panose="02020603050405020304" pitchFamily="18" charset="0"/>
              </a:rPr>
              <a:t>ε</a:t>
            </a:r>
          </a:p>
          <a:p>
            <a:pPr>
              <a:spcBef>
                <a:spcPct val="20000"/>
              </a:spcBef>
              <a:buClr>
                <a:schemeClr val="tx2"/>
              </a:buClr>
              <a:buSzPct val="75000"/>
              <a:buFont typeface="Monotype Sorts"/>
              <a:buNone/>
            </a:pPr>
            <a:r>
              <a:rPr kumimoji="1" lang="en-US" altLang="zh-CN" sz="2000" b="1" dirty="0">
                <a:solidFill>
                  <a:srgbClr val="008000"/>
                </a:solidFill>
                <a:latin typeface="Times New Roman" panose="02020603050405020304" pitchFamily="18" charset="0"/>
                <a:cs typeface="Times New Roman" panose="02020603050405020304" pitchFamily="18" charset="0"/>
              </a:rPr>
              <a:t>(7) </a:t>
            </a:r>
            <a:r>
              <a:rPr kumimoji="1" lang="en-US" altLang="zh-CN" sz="2000" b="1" i="1" dirty="0">
                <a:solidFill>
                  <a:srgbClr val="008000"/>
                </a:solidFill>
                <a:latin typeface="Times New Roman" panose="02020603050405020304" pitchFamily="18" charset="0"/>
                <a:cs typeface="Times New Roman" panose="02020603050405020304" pitchFamily="18" charset="0"/>
              </a:rPr>
              <a:t>F </a:t>
            </a:r>
            <a:r>
              <a:rPr kumimoji="1" lang="en-US" altLang="zh-CN" sz="2000" b="1" dirty="0">
                <a:solidFill>
                  <a:srgbClr val="008000"/>
                </a:solidFill>
                <a:latin typeface="Times New Roman" panose="02020603050405020304" pitchFamily="18" charset="0"/>
                <a:cs typeface="Times New Roman" panose="02020603050405020304" pitchFamily="18" charset="0"/>
              </a:rPr>
              <a:t>→ ( </a:t>
            </a:r>
            <a:r>
              <a:rPr kumimoji="1" lang="en-US" altLang="zh-CN" sz="2000" b="1" i="1" dirty="0">
                <a:solidFill>
                  <a:srgbClr val="008000"/>
                </a:solidFill>
                <a:latin typeface="Times New Roman" panose="02020603050405020304" pitchFamily="18" charset="0"/>
                <a:cs typeface="Times New Roman" panose="02020603050405020304" pitchFamily="18" charset="0"/>
              </a:rPr>
              <a:t>E </a:t>
            </a:r>
            <a:r>
              <a:rPr kumimoji="1" lang="en-US" altLang="zh-CN" sz="2000" b="1" dirty="0">
                <a:solidFill>
                  <a:srgbClr val="008000"/>
                </a:solidFill>
                <a:latin typeface="Times New Roman" panose="02020603050405020304" pitchFamily="18" charset="0"/>
                <a:cs typeface="Times New Roman" panose="02020603050405020304" pitchFamily="18" charset="0"/>
              </a:rPr>
              <a:t>)</a:t>
            </a:r>
          </a:p>
          <a:p>
            <a:pPr>
              <a:spcBef>
                <a:spcPct val="20000"/>
              </a:spcBef>
              <a:buClr>
                <a:schemeClr val="tx2"/>
              </a:buClr>
              <a:buSzPct val="75000"/>
              <a:buFont typeface="Monotype Sorts"/>
              <a:buNone/>
            </a:pPr>
            <a:r>
              <a:rPr kumimoji="1" lang="en-US" altLang="zh-CN" sz="2000" b="1" dirty="0">
                <a:solidFill>
                  <a:srgbClr val="008000"/>
                </a:solidFill>
                <a:latin typeface="Times New Roman" panose="02020603050405020304" pitchFamily="18" charset="0"/>
                <a:cs typeface="Times New Roman" panose="02020603050405020304" pitchFamily="18" charset="0"/>
              </a:rPr>
              <a:t>(8) </a:t>
            </a:r>
            <a:r>
              <a:rPr kumimoji="1" lang="en-US" altLang="zh-CN" sz="2000" b="1" i="1" dirty="0">
                <a:solidFill>
                  <a:srgbClr val="008000"/>
                </a:solidFill>
                <a:latin typeface="Times New Roman" panose="02020603050405020304" pitchFamily="18" charset="0"/>
                <a:cs typeface="Times New Roman" panose="02020603050405020304" pitchFamily="18" charset="0"/>
              </a:rPr>
              <a:t>F </a:t>
            </a:r>
            <a:r>
              <a:rPr kumimoji="1" lang="en-US" altLang="zh-CN" sz="2000" b="1" dirty="0">
                <a:solidFill>
                  <a:srgbClr val="008000"/>
                </a:solidFill>
                <a:latin typeface="Times New Roman" panose="02020603050405020304" pitchFamily="18" charset="0"/>
                <a:cs typeface="Times New Roman" panose="02020603050405020304" pitchFamily="18" charset="0"/>
              </a:rPr>
              <a:t>→ id</a:t>
            </a:r>
          </a:p>
        </p:txBody>
      </p:sp>
      <p:sp>
        <p:nvSpPr>
          <p:cNvPr id="731180" name="Text Box 44"/>
          <p:cNvSpPr txBox="1">
            <a:spLocks noChangeArrowheads="1"/>
          </p:cNvSpPr>
          <p:nvPr/>
        </p:nvSpPr>
        <p:spPr bwMode="auto">
          <a:xfrm>
            <a:off x="5686351" y="771550"/>
            <a:ext cx="3457650" cy="4094070"/>
          </a:xfrm>
          <a:prstGeom prst="rect">
            <a:avLst/>
          </a:prstGeom>
          <a:solidFill>
            <a:schemeClr val="accent5">
              <a:lumMod val="20000"/>
              <a:lumOff val="80000"/>
            </a:schemeClr>
          </a:solidFill>
          <a:ln>
            <a:solidFill>
              <a:schemeClr val="tx1"/>
            </a:solidFill>
          </a:ln>
        </p:spPr>
        <p:txBody>
          <a:bodyPr wrap="squar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ts val="0"/>
              </a:spcBef>
              <a:buClr>
                <a:schemeClr val="tx2"/>
              </a:buClr>
              <a:buSzPct val="75000"/>
              <a:buFont typeface="Monotype Sorts"/>
              <a:buNone/>
              <a:defRPr/>
            </a:pPr>
            <a:r>
              <a:rPr lang="en-US" altLang="zh-CN" sz="2000" b="1" i="1" dirty="0">
                <a:latin typeface="Times New Roman" panose="02020603050405020304" pitchFamily="18" charset="0"/>
                <a:ea typeface="楷体_GB2312"/>
                <a:cs typeface="Times New Roman" panose="02020603050405020304" pitchFamily="18" charset="0"/>
              </a:rPr>
              <a:t>SELECT </a:t>
            </a:r>
            <a:r>
              <a:rPr lang="en-US" altLang="zh-CN" sz="2000" b="1" dirty="0">
                <a:latin typeface="Times New Roman" panose="02020603050405020304" pitchFamily="18" charset="0"/>
                <a:ea typeface="楷体_GB2312"/>
                <a:cs typeface="Times New Roman" panose="02020603050405020304" pitchFamily="18" charset="0"/>
              </a:rPr>
              <a:t>(1)</a:t>
            </a:r>
            <a:endParaRPr kumimoji="1" lang="en-US" altLang="zh-CN" sz="2000" b="1" dirty="0">
              <a:latin typeface="Times New Roman" panose="02020603050405020304" pitchFamily="18" charset="0"/>
              <a:cs typeface="Times New Roman" panose="02020603050405020304" pitchFamily="18" charset="0"/>
            </a:endParaRPr>
          </a:p>
          <a:p>
            <a:pPr>
              <a:spcBef>
                <a:spcPts val="0"/>
              </a:spcBef>
              <a:buClr>
                <a:schemeClr val="tx2"/>
              </a:buClr>
              <a:buSzPct val="75000"/>
              <a:buFont typeface="Monotype Sorts"/>
              <a:buNone/>
              <a:defRPr/>
            </a:pPr>
            <a:r>
              <a:rPr kumimoji="1" lang="en-US" altLang="zh-CN" sz="2000" b="1" dirty="0">
                <a:latin typeface="Times New Roman" panose="02020603050405020304" pitchFamily="18" charset="0"/>
                <a:cs typeface="Times New Roman" panose="02020603050405020304" pitchFamily="18" charset="0"/>
              </a:rPr>
              <a:t>                      = </a:t>
            </a:r>
            <a:r>
              <a:rPr kumimoji="1" lang="en-US" altLang="zh-CN" sz="2000" b="1" dirty="0">
                <a:latin typeface="Times New Roman" panose="02020603050405020304" pitchFamily="18" charset="0"/>
                <a:ea typeface="楷体_GB2312"/>
                <a:cs typeface="Times New Roman" panose="02020603050405020304" pitchFamily="18" charset="0"/>
              </a:rPr>
              <a:t>{ </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 </a:t>
            </a:r>
            <a:r>
              <a:rPr kumimoji="1" lang="zh-CN" altLang="en-US" sz="2000" b="1" dirty="0">
                <a:solidFill>
                  <a:schemeClr val="hlink"/>
                </a:solidFill>
                <a:latin typeface="Times New Roman" panose="02020603050405020304" pitchFamily="18" charset="0"/>
                <a:ea typeface="楷体_GB2312"/>
                <a:cs typeface="Times New Roman" panose="02020603050405020304" pitchFamily="18" charset="0"/>
              </a:rPr>
              <a:t>，</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id</a:t>
            </a:r>
            <a:r>
              <a:rPr kumimoji="1" lang="en-US" altLang="zh-CN" sz="2000" b="1" dirty="0">
                <a:latin typeface="Times New Roman" panose="02020603050405020304" pitchFamily="18" charset="0"/>
                <a:ea typeface="楷体_GB2312"/>
                <a:cs typeface="Times New Roman" panose="02020603050405020304" pitchFamily="18" charset="0"/>
              </a:rPr>
              <a:t>  }</a:t>
            </a:r>
          </a:p>
          <a:p>
            <a:pPr>
              <a:spcBef>
                <a:spcPts val="0"/>
              </a:spcBef>
              <a:buClr>
                <a:schemeClr val="tx2"/>
              </a:buClr>
              <a:buSzPct val="75000"/>
              <a:buFont typeface="Monotype Sorts"/>
              <a:buNone/>
              <a:defRPr/>
            </a:pPr>
            <a:r>
              <a:rPr lang="en-US" altLang="zh-CN" sz="2000" b="1" i="1" dirty="0">
                <a:solidFill>
                  <a:srgbClr val="0070C0"/>
                </a:solidFill>
                <a:latin typeface="Times New Roman" panose="02020603050405020304" pitchFamily="18" charset="0"/>
                <a:ea typeface="楷体_GB2312"/>
                <a:cs typeface="Times New Roman" panose="02020603050405020304" pitchFamily="18" charset="0"/>
              </a:rPr>
              <a:t>SELECT </a:t>
            </a:r>
            <a:r>
              <a:rPr kumimoji="1" lang="en-US" altLang="zh-CN" sz="2000" b="1" dirty="0">
                <a:solidFill>
                  <a:srgbClr val="0070C0"/>
                </a:solidFill>
                <a:latin typeface="Times New Roman" panose="02020603050405020304" pitchFamily="18" charset="0"/>
                <a:ea typeface="楷体_GB2312"/>
                <a:cs typeface="Times New Roman" panose="02020603050405020304" pitchFamily="18" charset="0"/>
              </a:rPr>
              <a:t>(2) </a:t>
            </a:r>
            <a:r>
              <a:rPr kumimoji="1" lang="en-US" altLang="zh-CN" sz="2000" b="1" dirty="0">
                <a:latin typeface="Times New Roman" panose="02020603050405020304" pitchFamily="18" charset="0"/>
                <a:ea typeface="楷体_GB2312"/>
                <a:cs typeface="Times New Roman" panose="02020603050405020304" pitchFamily="18" charset="0"/>
              </a:rPr>
              <a:t>= </a:t>
            </a:r>
            <a:r>
              <a:rPr kumimoji="1" lang="en-US" altLang="zh-CN" sz="2000" b="1" i="1" dirty="0">
                <a:latin typeface="Times New Roman" panose="02020603050405020304" pitchFamily="18" charset="0"/>
                <a:ea typeface="楷体_GB2312"/>
                <a:cs typeface="Times New Roman" panose="02020603050405020304" pitchFamily="18" charset="0"/>
              </a:rPr>
              <a:t>FIRST</a:t>
            </a:r>
            <a:r>
              <a:rPr kumimoji="1" lang="en-US" altLang="zh-CN" sz="2000" b="1" dirty="0">
                <a:latin typeface="Times New Roman" panose="02020603050405020304" pitchFamily="18" charset="0"/>
                <a:ea typeface="楷体_GB2312"/>
                <a:cs typeface="Times New Roman" panose="02020603050405020304" pitchFamily="18" charset="0"/>
              </a:rPr>
              <a:t>(+</a:t>
            </a:r>
            <a:r>
              <a:rPr kumimoji="1" lang="en-US" altLang="zh-CN" sz="2000" b="1" i="1" dirty="0">
                <a:latin typeface="Times New Roman" panose="02020603050405020304" pitchFamily="18" charset="0"/>
                <a:ea typeface="楷体_GB2312"/>
                <a:cs typeface="Times New Roman" panose="02020603050405020304" pitchFamily="18" charset="0"/>
              </a:rPr>
              <a:t>TE</a:t>
            </a:r>
            <a:r>
              <a:rPr kumimoji="1" lang="en-US" altLang="zh-CN" sz="2000" b="1" dirty="0">
                <a:latin typeface="Times New Roman" panose="02020603050405020304" pitchFamily="18" charset="0"/>
                <a:cs typeface="Times New Roman" panose="02020603050405020304" pitchFamily="18" charset="0"/>
              </a:rPr>
              <a:t> ')</a:t>
            </a:r>
          </a:p>
          <a:p>
            <a:pPr>
              <a:spcBef>
                <a:spcPts val="0"/>
              </a:spcBef>
              <a:buClr>
                <a:schemeClr val="tx2"/>
              </a:buClr>
              <a:buSzPct val="75000"/>
              <a:buFont typeface="Monotype Sorts"/>
              <a:buNone/>
              <a:defRPr/>
            </a:pPr>
            <a:r>
              <a:rPr kumimoji="1" lang="en-US" altLang="zh-CN" sz="2000" b="1" dirty="0">
                <a:latin typeface="Times New Roman" panose="02020603050405020304" pitchFamily="18" charset="0"/>
                <a:cs typeface="Times New Roman" panose="02020603050405020304" pitchFamily="18" charset="0"/>
              </a:rPr>
              <a:t>                      = </a:t>
            </a:r>
            <a:r>
              <a:rPr kumimoji="1" lang="en-US" altLang="zh-CN" sz="2000" b="1" dirty="0">
                <a:latin typeface="Times New Roman" panose="02020603050405020304" pitchFamily="18" charset="0"/>
                <a:ea typeface="楷体_GB2312"/>
                <a:cs typeface="Times New Roman" panose="02020603050405020304" pitchFamily="18" charset="0"/>
              </a:rPr>
              <a:t>{   </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 </a:t>
            </a:r>
            <a:r>
              <a:rPr kumimoji="1" lang="en-US" altLang="zh-CN" sz="2000" b="1" dirty="0">
                <a:latin typeface="Times New Roman" panose="02020603050405020304" pitchFamily="18" charset="0"/>
                <a:ea typeface="楷体_GB2312"/>
                <a:cs typeface="Times New Roman" panose="02020603050405020304" pitchFamily="18" charset="0"/>
              </a:rPr>
              <a:t>   }</a:t>
            </a:r>
          </a:p>
          <a:p>
            <a:pPr>
              <a:spcBef>
                <a:spcPts val="0"/>
              </a:spcBef>
              <a:buClr>
                <a:schemeClr val="tx2"/>
              </a:buClr>
              <a:buSzPct val="75000"/>
              <a:buFont typeface="Monotype Sorts"/>
              <a:buNone/>
              <a:defRPr/>
            </a:pPr>
            <a:r>
              <a:rPr lang="en-US" altLang="zh-CN" sz="2000" b="1" i="1" dirty="0">
                <a:solidFill>
                  <a:srgbClr val="0070C0"/>
                </a:solidFill>
                <a:latin typeface="Times New Roman" panose="02020603050405020304" pitchFamily="18" charset="0"/>
                <a:ea typeface="楷体_GB2312"/>
                <a:cs typeface="Times New Roman" panose="02020603050405020304" pitchFamily="18" charset="0"/>
              </a:rPr>
              <a:t>SELECT </a:t>
            </a:r>
            <a:r>
              <a:rPr kumimoji="1" lang="en-US" altLang="zh-CN" sz="2000" b="1" dirty="0">
                <a:solidFill>
                  <a:srgbClr val="0070C0"/>
                </a:solidFill>
                <a:latin typeface="Times New Roman" panose="02020603050405020304" pitchFamily="18" charset="0"/>
                <a:ea typeface="楷体_GB2312"/>
                <a:cs typeface="Times New Roman" panose="02020603050405020304" pitchFamily="18" charset="0"/>
              </a:rPr>
              <a:t>(3)</a:t>
            </a:r>
            <a:endParaRPr kumimoji="1" lang="en-US" altLang="zh-CN" sz="2000" b="1" dirty="0">
              <a:latin typeface="Times New Roman" panose="02020603050405020304" pitchFamily="18" charset="0"/>
              <a:cs typeface="Times New Roman" panose="02020603050405020304" pitchFamily="18" charset="0"/>
            </a:endParaRPr>
          </a:p>
          <a:p>
            <a:pPr>
              <a:spcBef>
                <a:spcPts val="0"/>
              </a:spcBef>
              <a:buClr>
                <a:schemeClr val="tx2"/>
              </a:buClr>
              <a:buSzPct val="75000"/>
              <a:buFont typeface="Monotype Sorts"/>
              <a:buNone/>
              <a:defRPr/>
            </a:pPr>
            <a:r>
              <a:rPr kumimoji="1" lang="en-US" altLang="zh-CN" sz="2000" b="1" dirty="0">
                <a:latin typeface="Times New Roman" panose="02020603050405020304" pitchFamily="18" charset="0"/>
                <a:cs typeface="Times New Roman" panose="02020603050405020304" pitchFamily="18" charset="0"/>
              </a:rPr>
              <a:t>                      = </a:t>
            </a:r>
            <a:r>
              <a:rPr kumimoji="1" lang="en-US" altLang="zh-CN" sz="2000" b="1" dirty="0">
                <a:latin typeface="Times New Roman" panose="02020603050405020304" pitchFamily="18" charset="0"/>
                <a:ea typeface="楷体_GB2312"/>
                <a:cs typeface="Times New Roman" panose="02020603050405020304" pitchFamily="18" charset="0"/>
              </a:rPr>
              <a:t>{  </a:t>
            </a:r>
            <a:r>
              <a:rPr lang="en-US" altLang="zh-CN" sz="2000" b="1" dirty="0">
                <a:solidFill>
                  <a:schemeClr val="tx2">
                    <a:lumMod val="60000"/>
                    <a:lumOff val="40000"/>
                  </a:schemeClr>
                </a:solidFill>
                <a:latin typeface="Times New Roman" panose="02020603050405020304" pitchFamily="18" charset="0"/>
                <a:ea typeface="楷体_GB2312"/>
                <a:cs typeface="Times New Roman" panose="02020603050405020304" pitchFamily="18" charset="0"/>
              </a:rPr>
              <a:t>$ </a:t>
            </a:r>
            <a:r>
              <a:rPr lang="zh-CN" altLang="en-US" sz="2000" b="1" dirty="0">
                <a:solidFill>
                  <a:schemeClr val="tx2">
                    <a:lumMod val="60000"/>
                    <a:lumOff val="40000"/>
                  </a:schemeClr>
                </a:solidFill>
                <a:latin typeface="Times New Roman" panose="02020603050405020304" pitchFamily="18" charset="0"/>
                <a:ea typeface="楷体_GB2312"/>
                <a:cs typeface="Times New Roman" panose="02020603050405020304" pitchFamily="18" charset="0"/>
              </a:rPr>
              <a:t>，</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a:t>
            </a:r>
            <a:r>
              <a:rPr kumimoji="1" lang="en-US" altLang="zh-CN" sz="2000" b="1" dirty="0">
                <a:latin typeface="Times New Roman" panose="02020603050405020304" pitchFamily="18" charset="0"/>
                <a:ea typeface="楷体_GB2312"/>
                <a:cs typeface="Times New Roman" panose="02020603050405020304" pitchFamily="18" charset="0"/>
              </a:rPr>
              <a:t>  }</a:t>
            </a:r>
          </a:p>
          <a:p>
            <a:pPr>
              <a:spcBef>
                <a:spcPts val="0"/>
              </a:spcBef>
              <a:buClr>
                <a:schemeClr val="tx2"/>
              </a:buClr>
              <a:buSzPct val="75000"/>
              <a:buFont typeface="Monotype Sorts"/>
              <a:buNone/>
              <a:defRPr/>
            </a:pPr>
            <a:r>
              <a:rPr lang="en-US" altLang="zh-CN" sz="2000" b="1" i="1" dirty="0">
                <a:latin typeface="Times New Roman" panose="02020603050405020304" pitchFamily="18" charset="0"/>
                <a:ea typeface="楷体_GB2312"/>
                <a:cs typeface="Times New Roman" panose="02020603050405020304" pitchFamily="18" charset="0"/>
              </a:rPr>
              <a:t>SELECT </a:t>
            </a:r>
            <a:r>
              <a:rPr kumimoji="1" lang="en-US" altLang="zh-CN" sz="2000" b="1" dirty="0">
                <a:latin typeface="Times New Roman" panose="02020603050405020304" pitchFamily="18" charset="0"/>
                <a:ea typeface="楷体_GB2312"/>
                <a:cs typeface="Times New Roman" panose="02020603050405020304" pitchFamily="18" charset="0"/>
              </a:rPr>
              <a:t>(4) = </a:t>
            </a:r>
            <a:r>
              <a:rPr kumimoji="1" lang="en-US" altLang="zh-CN" sz="2000" b="1" i="1" dirty="0">
                <a:latin typeface="Times New Roman" panose="02020603050405020304" pitchFamily="18" charset="0"/>
                <a:ea typeface="楷体_GB2312"/>
                <a:cs typeface="Times New Roman" panose="02020603050405020304" pitchFamily="18" charset="0"/>
              </a:rPr>
              <a:t>FIRST</a:t>
            </a:r>
            <a:r>
              <a:rPr kumimoji="1" lang="en-US" altLang="zh-CN" sz="2000" b="1" dirty="0">
                <a:latin typeface="Times New Roman" panose="02020603050405020304" pitchFamily="18" charset="0"/>
                <a:ea typeface="楷体_GB2312"/>
                <a:cs typeface="Times New Roman" panose="02020603050405020304" pitchFamily="18" charset="0"/>
              </a:rPr>
              <a:t>(</a:t>
            </a:r>
            <a:r>
              <a:rPr kumimoji="1" lang="en-US" altLang="zh-CN" sz="2000" b="1" i="1" dirty="0">
                <a:latin typeface="Times New Roman" panose="02020603050405020304" pitchFamily="18" charset="0"/>
                <a:ea typeface="楷体_GB2312"/>
                <a:cs typeface="Times New Roman" panose="02020603050405020304" pitchFamily="18" charset="0"/>
              </a:rPr>
              <a:t>FT</a:t>
            </a:r>
            <a:r>
              <a:rPr kumimoji="1" lang="en-US" altLang="zh-CN" sz="2000" b="1" dirty="0">
                <a:latin typeface="Times New Roman" panose="02020603050405020304" pitchFamily="18" charset="0"/>
                <a:cs typeface="Times New Roman" panose="02020603050405020304" pitchFamily="18" charset="0"/>
              </a:rPr>
              <a:t> ') </a:t>
            </a:r>
          </a:p>
          <a:p>
            <a:pPr>
              <a:spcBef>
                <a:spcPts val="0"/>
              </a:spcBef>
              <a:buClr>
                <a:schemeClr val="tx2"/>
              </a:buClr>
              <a:buSzPct val="75000"/>
              <a:buFont typeface="Monotype Sorts"/>
              <a:buNone/>
              <a:defRPr/>
            </a:pPr>
            <a:r>
              <a:rPr kumimoji="1" lang="en-US" altLang="zh-CN" sz="2000" b="1" dirty="0">
                <a:latin typeface="Times New Roman" panose="02020603050405020304" pitchFamily="18" charset="0"/>
                <a:ea typeface="楷体_GB2312"/>
                <a:cs typeface="Times New Roman" panose="02020603050405020304" pitchFamily="18" charset="0"/>
              </a:rPr>
              <a:t>                      = { </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 </a:t>
            </a:r>
            <a:r>
              <a:rPr kumimoji="1" lang="zh-CN" altLang="en-US" sz="2000" b="1" dirty="0">
                <a:solidFill>
                  <a:schemeClr val="hlink"/>
                </a:solidFill>
                <a:latin typeface="Times New Roman" panose="02020603050405020304" pitchFamily="18" charset="0"/>
                <a:ea typeface="楷体_GB2312"/>
                <a:cs typeface="Times New Roman" panose="02020603050405020304" pitchFamily="18" charset="0"/>
              </a:rPr>
              <a:t>，</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id</a:t>
            </a:r>
            <a:r>
              <a:rPr kumimoji="1" lang="en-US" altLang="zh-CN" sz="2000" b="1" dirty="0">
                <a:latin typeface="Times New Roman" panose="02020603050405020304" pitchFamily="18" charset="0"/>
                <a:ea typeface="楷体_GB2312"/>
                <a:cs typeface="Times New Roman" panose="02020603050405020304" pitchFamily="18" charset="0"/>
              </a:rPr>
              <a:t>  }</a:t>
            </a:r>
          </a:p>
          <a:p>
            <a:pPr>
              <a:spcBef>
                <a:spcPts val="0"/>
              </a:spcBef>
              <a:buClr>
                <a:schemeClr val="tx2"/>
              </a:buClr>
              <a:buSzPct val="75000"/>
              <a:buFont typeface="Monotype Sorts"/>
              <a:buNone/>
              <a:defRPr/>
            </a:pPr>
            <a:r>
              <a:rPr lang="en-US" altLang="zh-CN" sz="2000" b="1" i="1" dirty="0">
                <a:solidFill>
                  <a:srgbClr val="7030A0"/>
                </a:solidFill>
                <a:latin typeface="Times New Roman" panose="02020603050405020304" pitchFamily="18" charset="0"/>
                <a:ea typeface="楷体_GB2312"/>
                <a:cs typeface="Times New Roman" panose="02020603050405020304" pitchFamily="18" charset="0"/>
              </a:rPr>
              <a:t>SELECT </a:t>
            </a:r>
            <a:r>
              <a:rPr kumimoji="1" lang="en-US" altLang="zh-CN" sz="2000" b="1" dirty="0">
                <a:solidFill>
                  <a:srgbClr val="7030A0"/>
                </a:solidFill>
                <a:latin typeface="Times New Roman" panose="02020603050405020304" pitchFamily="18" charset="0"/>
                <a:ea typeface="楷体_GB2312"/>
                <a:cs typeface="Times New Roman" panose="02020603050405020304" pitchFamily="18" charset="0"/>
              </a:rPr>
              <a:t>(5)</a:t>
            </a:r>
            <a:r>
              <a:rPr kumimoji="1" lang="en-US" altLang="zh-CN" sz="2000" b="1" dirty="0">
                <a:latin typeface="Times New Roman" panose="02020603050405020304" pitchFamily="18" charset="0"/>
                <a:ea typeface="楷体_GB2312"/>
                <a:cs typeface="Times New Roman" panose="02020603050405020304" pitchFamily="18" charset="0"/>
              </a:rPr>
              <a:t> = </a:t>
            </a:r>
            <a:r>
              <a:rPr kumimoji="1" lang="en-US" altLang="zh-CN" sz="2000" b="1" i="1" dirty="0">
                <a:latin typeface="Times New Roman" panose="02020603050405020304" pitchFamily="18" charset="0"/>
                <a:ea typeface="楷体_GB2312"/>
                <a:cs typeface="Times New Roman" panose="02020603050405020304" pitchFamily="18" charset="0"/>
              </a:rPr>
              <a:t>FIRST</a:t>
            </a:r>
            <a:r>
              <a:rPr kumimoji="1" lang="en-US" altLang="zh-CN" sz="2000" b="1" dirty="0">
                <a:latin typeface="Times New Roman" panose="02020603050405020304" pitchFamily="18" charset="0"/>
                <a:ea typeface="楷体_GB2312"/>
                <a:cs typeface="Times New Roman" panose="02020603050405020304" pitchFamily="18" charset="0"/>
              </a:rPr>
              <a:t>(*</a:t>
            </a:r>
            <a:r>
              <a:rPr kumimoji="1" lang="en-US" altLang="zh-CN" sz="2000" b="1" i="1" dirty="0">
                <a:latin typeface="Times New Roman" panose="02020603050405020304" pitchFamily="18" charset="0"/>
                <a:ea typeface="楷体_GB2312"/>
                <a:cs typeface="Times New Roman" panose="02020603050405020304" pitchFamily="18" charset="0"/>
              </a:rPr>
              <a:t>FT</a:t>
            </a:r>
            <a:r>
              <a:rPr kumimoji="1" lang="en-US" altLang="zh-CN" sz="2000" b="1" dirty="0">
                <a:latin typeface="Times New Roman" panose="02020603050405020304" pitchFamily="18" charset="0"/>
                <a:cs typeface="Times New Roman" panose="02020603050405020304" pitchFamily="18" charset="0"/>
              </a:rPr>
              <a:t> ')</a:t>
            </a:r>
          </a:p>
          <a:p>
            <a:pPr>
              <a:spcBef>
                <a:spcPts val="0"/>
              </a:spcBef>
              <a:buClr>
                <a:schemeClr val="tx2"/>
              </a:buClr>
              <a:buSzPct val="75000"/>
              <a:buFont typeface="Monotype Sorts"/>
              <a:buNone/>
              <a:defRPr/>
            </a:pPr>
            <a:r>
              <a:rPr kumimoji="1" lang="en-US" altLang="zh-CN" sz="2000" b="1" dirty="0">
                <a:latin typeface="Times New Roman" panose="02020603050405020304" pitchFamily="18" charset="0"/>
                <a:cs typeface="Times New Roman" panose="02020603050405020304" pitchFamily="18" charset="0"/>
              </a:rPr>
              <a:t>                      = </a:t>
            </a:r>
            <a:r>
              <a:rPr kumimoji="1" lang="en-US" altLang="zh-CN" sz="2000" b="1" dirty="0">
                <a:latin typeface="Times New Roman" panose="02020603050405020304" pitchFamily="18" charset="0"/>
                <a:ea typeface="楷体_GB2312"/>
                <a:cs typeface="Times New Roman" panose="02020603050405020304" pitchFamily="18" charset="0"/>
              </a:rPr>
              <a:t>{   </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a:t>
            </a:r>
            <a:r>
              <a:rPr kumimoji="1" lang="en-US" altLang="zh-CN" sz="2000" b="1" dirty="0">
                <a:latin typeface="Times New Roman" panose="02020603050405020304" pitchFamily="18" charset="0"/>
                <a:ea typeface="楷体_GB2312"/>
                <a:cs typeface="Times New Roman" panose="02020603050405020304" pitchFamily="18" charset="0"/>
              </a:rPr>
              <a:t>    }</a:t>
            </a:r>
          </a:p>
          <a:p>
            <a:pPr>
              <a:spcBef>
                <a:spcPts val="0"/>
              </a:spcBef>
              <a:buClr>
                <a:schemeClr val="tx2"/>
              </a:buClr>
              <a:buSzPct val="75000"/>
              <a:buFont typeface="Monotype Sorts"/>
              <a:buNone/>
              <a:defRPr/>
            </a:pPr>
            <a:r>
              <a:rPr lang="en-US" altLang="zh-CN" sz="2000" b="1" i="1" dirty="0">
                <a:solidFill>
                  <a:srgbClr val="7030A0"/>
                </a:solidFill>
                <a:latin typeface="Times New Roman" panose="02020603050405020304" pitchFamily="18" charset="0"/>
                <a:ea typeface="楷体_GB2312"/>
                <a:cs typeface="Times New Roman" panose="02020603050405020304" pitchFamily="18" charset="0"/>
              </a:rPr>
              <a:t>SELECT </a:t>
            </a:r>
            <a:r>
              <a:rPr kumimoji="1" lang="en-US" altLang="zh-CN" sz="2000" b="1" dirty="0">
                <a:solidFill>
                  <a:srgbClr val="7030A0"/>
                </a:solidFill>
                <a:latin typeface="Times New Roman" panose="02020603050405020304" pitchFamily="18" charset="0"/>
                <a:ea typeface="楷体_GB2312"/>
                <a:cs typeface="Times New Roman" panose="02020603050405020304" pitchFamily="18" charset="0"/>
              </a:rPr>
              <a:t>(6)</a:t>
            </a:r>
            <a:r>
              <a:rPr kumimoji="1" lang="en-US" altLang="zh-CN" sz="2000" b="1" dirty="0">
                <a:latin typeface="Times New Roman" panose="02020603050405020304" pitchFamily="18" charset="0"/>
                <a:ea typeface="楷体_GB2312"/>
                <a:cs typeface="Times New Roman" panose="02020603050405020304" pitchFamily="18" charset="0"/>
              </a:rPr>
              <a:t>= { </a:t>
            </a:r>
            <a:r>
              <a:rPr lang="en-US" altLang="zh-CN" sz="2000" b="1" dirty="0">
                <a:solidFill>
                  <a:schemeClr val="hlink"/>
                </a:solidFill>
                <a:latin typeface="Times New Roman" panose="02020603050405020304" pitchFamily="18" charset="0"/>
                <a:ea typeface="楷体_GB2312"/>
                <a:cs typeface="Times New Roman" panose="02020603050405020304" pitchFamily="18" charset="0"/>
              </a:rPr>
              <a:t>+</a:t>
            </a:r>
            <a:r>
              <a:rPr lang="zh-CN" altLang="en-US" sz="2000" b="1" dirty="0">
                <a:solidFill>
                  <a:schemeClr val="hlink"/>
                </a:solidFill>
                <a:latin typeface="Times New Roman" panose="02020603050405020304" pitchFamily="18" charset="0"/>
                <a:ea typeface="楷体_GB2312"/>
                <a:cs typeface="Times New Roman" panose="02020603050405020304" pitchFamily="18" charset="0"/>
              </a:rPr>
              <a:t>，</a:t>
            </a:r>
            <a:r>
              <a:rPr lang="en-US" altLang="zh-CN" sz="2000" b="1" dirty="0">
                <a:solidFill>
                  <a:schemeClr val="hlink"/>
                </a:solidFill>
                <a:latin typeface="Times New Roman" panose="02020603050405020304" pitchFamily="18" charset="0"/>
                <a:ea typeface="楷体_GB2312"/>
                <a:cs typeface="Times New Roman" panose="02020603050405020304" pitchFamily="18" charset="0"/>
              </a:rPr>
              <a:t>)</a:t>
            </a:r>
            <a:r>
              <a:rPr lang="zh-CN" altLang="en-US" sz="2000" b="1" dirty="0">
                <a:solidFill>
                  <a:schemeClr val="hlink"/>
                </a:solidFill>
                <a:latin typeface="Times New Roman" panose="02020603050405020304" pitchFamily="18" charset="0"/>
                <a:ea typeface="楷体_GB2312"/>
                <a:cs typeface="Times New Roman" panose="02020603050405020304" pitchFamily="18" charset="0"/>
              </a:rPr>
              <a:t>，</a:t>
            </a:r>
            <a:r>
              <a:rPr lang="en-US" altLang="zh-CN" sz="2000" b="1" dirty="0">
                <a:solidFill>
                  <a:schemeClr val="hlink"/>
                </a:solidFill>
                <a:latin typeface="Times New Roman" panose="02020603050405020304" pitchFamily="18" charset="0"/>
                <a:ea typeface="楷体_GB2312"/>
                <a:cs typeface="Times New Roman" panose="02020603050405020304" pitchFamily="18" charset="0"/>
              </a:rPr>
              <a:t> </a:t>
            </a:r>
            <a:r>
              <a:rPr lang="en-US" altLang="zh-CN" sz="2000" b="1" dirty="0">
                <a:solidFill>
                  <a:schemeClr val="tx2">
                    <a:lumMod val="60000"/>
                    <a:lumOff val="40000"/>
                  </a:schemeClr>
                </a:solidFill>
                <a:latin typeface="Times New Roman" panose="02020603050405020304" pitchFamily="18" charset="0"/>
                <a:ea typeface="楷体_GB2312"/>
                <a:cs typeface="Times New Roman" panose="02020603050405020304" pitchFamily="18" charset="0"/>
              </a:rPr>
              <a:t>$</a:t>
            </a:r>
            <a:r>
              <a:rPr lang="en-US" altLang="zh-CN" sz="2000" b="1" dirty="0">
                <a:latin typeface="Times New Roman" panose="02020603050405020304" pitchFamily="18" charset="0"/>
                <a:ea typeface="楷体_GB2312"/>
                <a:cs typeface="Times New Roman" panose="02020603050405020304" pitchFamily="18" charset="0"/>
              </a:rPr>
              <a:t> </a:t>
            </a:r>
            <a:r>
              <a:rPr kumimoji="1" lang="en-US" altLang="zh-CN" sz="2000" b="1" dirty="0">
                <a:latin typeface="Times New Roman" panose="02020603050405020304" pitchFamily="18" charset="0"/>
                <a:ea typeface="楷体_GB2312"/>
                <a:cs typeface="Times New Roman" panose="02020603050405020304" pitchFamily="18" charset="0"/>
              </a:rPr>
              <a:t>}</a:t>
            </a:r>
          </a:p>
          <a:p>
            <a:pPr>
              <a:spcBef>
                <a:spcPts val="0"/>
              </a:spcBef>
              <a:buClr>
                <a:schemeClr val="tx2"/>
              </a:buClr>
              <a:buSzPct val="75000"/>
              <a:buFont typeface="Monotype Sorts"/>
              <a:buNone/>
              <a:defRPr/>
            </a:pPr>
            <a:r>
              <a:rPr lang="en-US" altLang="zh-CN" sz="2000" b="1" i="1" dirty="0">
                <a:solidFill>
                  <a:schemeClr val="accent3">
                    <a:lumMod val="50000"/>
                  </a:schemeClr>
                </a:solidFill>
                <a:latin typeface="Times New Roman" panose="02020603050405020304" pitchFamily="18" charset="0"/>
                <a:ea typeface="楷体_GB2312"/>
                <a:cs typeface="Times New Roman" panose="02020603050405020304" pitchFamily="18" charset="0"/>
              </a:rPr>
              <a:t>SELECT </a:t>
            </a:r>
            <a:r>
              <a:rPr kumimoji="1" lang="en-US" altLang="zh-CN" sz="2000" b="1" dirty="0">
                <a:solidFill>
                  <a:schemeClr val="accent3">
                    <a:lumMod val="50000"/>
                  </a:schemeClr>
                </a:solidFill>
                <a:latin typeface="Times New Roman" panose="02020603050405020304" pitchFamily="18" charset="0"/>
                <a:ea typeface="楷体_GB2312"/>
                <a:cs typeface="Times New Roman" panose="02020603050405020304" pitchFamily="18" charset="0"/>
              </a:rPr>
              <a:t>(7)</a:t>
            </a:r>
            <a:r>
              <a:rPr kumimoji="1" lang="en-US" altLang="zh-CN" sz="2000" b="1" dirty="0">
                <a:latin typeface="Times New Roman" panose="02020603050405020304" pitchFamily="18" charset="0"/>
                <a:ea typeface="楷体_GB2312"/>
                <a:cs typeface="Times New Roman" panose="02020603050405020304" pitchFamily="18" charset="0"/>
              </a:rPr>
              <a:t>= {   </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a:t>
            </a:r>
            <a:r>
              <a:rPr kumimoji="1" lang="en-US" altLang="zh-CN" sz="2000" b="1" dirty="0">
                <a:latin typeface="Times New Roman" panose="02020603050405020304" pitchFamily="18" charset="0"/>
                <a:ea typeface="楷体_GB2312"/>
                <a:cs typeface="Times New Roman" panose="02020603050405020304" pitchFamily="18" charset="0"/>
              </a:rPr>
              <a:t>     }</a:t>
            </a:r>
          </a:p>
          <a:p>
            <a:pPr>
              <a:spcBef>
                <a:spcPts val="0"/>
              </a:spcBef>
              <a:buClr>
                <a:schemeClr val="tx2"/>
              </a:buClr>
              <a:buSzPct val="75000"/>
              <a:buFont typeface="Monotype Sorts"/>
              <a:buNone/>
              <a:defRPr/>
            </a:pPr>
            <a:r>
              <a:rPr lang="en-US" altLang="zh-CN" sz="2000" b="1" i="1" dirty="0">
                <a:solidFill>
                  <a:schemeClr val="accent3">
                    <a:lumMod val="50000"/>
                  </a:schemeClr>
                </a:solidFill>
                <a:latin typeface="Times New Roman" panose="02020603050405020304" pitchFamily="18" charset="0"/>
                <a:ea typeface="楷体_GB2312"/>
                <a:cs typeface="Times New Roman" panose="02020603050405020304" pitchFamily="18" charset="0"/>
              </a:rPr>
              <a:t>SELECT </a:t>
            </a:r>
            <a:r>
              <a:rPr kumimoji="1" lang="en-US" altLang="zh-CN" sz="2000" b="1" dirty="0">
                <a:solidFill>
                  <a:schemeClr val="accent3">
                    <a:lumMod val="50000"/>
                  </a:schemeClr>
                </a:solidFill>
                <a:latin typeface="Times New Roman" panose="02020603050405020304" pitchFamily="18" charset="0"/>
                <a:ea typeface="楷体_GB2312"/>
                <a:cs typeface="Times New Roman" panose="02020603050405020304" pitchFamily="18" charset="0"/>
              </a:rPr>
              <a:t>(8)</a:t>
            </a:r>
            <a:r>
              <a:rPr kumimoji="1" lang="en-US" altLang="zh-CN" sz="2000" b="1" dirty="0">
                <a:latin typeface="Times New Roman" panose="02020603050405020304" pitchFamily="18" charset="0"/>
                <a:ea typeface="楷体_GB2312"/>
                <a:cs typeface="Times New Roman" panose="02020603050405020304" pitchFamily="18" charset="0"/>
              </a:rPr>
              <a:t>= {   </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id </a:t>
            </a:r>
            <a:r>
              <a:rPr kumimoji="1" lang="en-US" altLang="zh-CN" sz="2000" b="1" dirty="0">
                <a:latin typeface="Times New Roman" panose="02020603050405020304" pitchFamily="18" charset="0"/>
                <a:ea typeface="楷体_GB2312"/>
                <a:cs typeface="Times New Roman" panose="02020603050405020304" pitchFamily="18" charset="0"/>
              </a:rPr>
              <a:t>  }</a:t>
            </a:r>
          </a:p>
        </p:txBody>
      </p:sp>
      <p:sp>
        <p:nvSpPr>
          <p:cNvPr id="3" name="圆角矩形标注 2"/>
          <p:cNvSpPr/>
          <p:nvPr/>
        </p:nvSpPr>
        <p:spPr>
          <a:xfrm>
            <a:off x="186641" y="3223245"/>
            <a:ext cx="3214687" cy="428625"/>
          </a:xfrm>
          <a:prstGeom prst="wedgeRoundRectCallout">
            <a:avLst>
              <a:gd name="adj1" fmla="val 56459"/>
              <a:gd name="adj2" fmla="val -17070"/>
              <a:gd name="adj3" fmla="val 16667"/>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20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表达式文法是 </a:t>
            </a:r>
            <a:r>
              <a:rPr lang="en-US" altLang="zh-CN" sz="20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LL</a:t>
            </a:r>
            <a:r>
              <a:rPr lang="en-US" altLang="zh-CN" sz="20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20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文法</a:t>
            </a:r>
          </a:p>
        </p:txBody>
      </p:sp>
      <p:graphicFrame>
        <p:nvGraphicFramePr>
          <p:cNvPr id="10" name="Group 18"/>
          <p:cNvGraphicFramePr>
            <a:graphicFrameLocks noGrp="1"/>
          </p:cNvGraphicFramePr>
          <p:nvPr/>
        </p:nvGraphicFramePr>
        <p:xfrm>
          <a:off x="179512" y="915566"/>
          <a:ext cx="3422154" cy="2071689"/>
        </p:xfrm>
        <a:graphic>
          <a:graphicData uri="http://schemas.openxmlformats.org/drawingml/2006/table">
            <a:tbl>
              <a:tblPr/>
              <a:tblGrid>
                <a:gridCol w="592296">
                  <a:extLst>
                    <a:ext uri="{9D8B030D-6E8A-4147-A177-3AD203B41FA5}">
                      <a16:colId xmlns:a16="http://schemas.microsoft.com/office/drawing/2014/main" val="20000"/>
                    </a:ext>
                  </a:extLst>
                </a:gridCol>
                <a:gridCol w="1245681">
                  <a:extLst>
                    <a:ext uri="{9D8B030D-6E8A-4147-A177-3AD203B41FA5}">
                      <a16:colId xmlns:a16="http://schemas.microsoft.com/office/drawing/2014/main" val="20001"/>
                    </a:ext>
                  </a:extLst>
                </a:gridCol>
                <a:gridCol w="1584177">
                  <a:extLst>
                    <a:ext uri="{9D8B030D-6E8A-4147-A177-3AD203B41FA5}">
                      <a16:colId xmlns:a16="http://schemas.microsoft.com/office/drawing/2014/main" val="20002"/>
                    </a:ext>
                  </a:extLst>
                </a:gridCol>
              </a:tblGrid>
              <a:tr h="35713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X</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FIRST</a:t>
                      </a:r>
                      <a:r>
                        <a:rPr kumimoji="1"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1" lang="en-US" altLang="zh-CN" sz="16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X </a:t>
                      </a:r>
                      <a:r>
                        <a:rPr kumimoji="1"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16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X </a:t>
                      </a: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a:t>
                      </a:r>
                      <a:endParaRPr kumimoji="0" lang="zh-CN" altLang="en-US"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0"/>
                  </a:ext>
                </a:extLst>
              </a:tr>
              <a:tr h="34291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E</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id</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91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E </a:t>
                      </a:r>
                      <a:r>
                        <a:rPr kumimoji="1"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r>
                        <a:rPr kumimoji="1"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ε</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91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T</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id</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291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T </a:t>
                      </a:r>
                      <a:r>
                        <a:rPr kumimoji="1"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r>
                        <a:rPr kumimoji="1" lang="en-US" altLang="zh-CN" sz="18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ε</a:t>
                      </a:r>
                      <a:r>
                        <a:rPr kumimoji="1"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91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F</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id</a:t>
                      </a:r>
                      <a:endParaRPr kumimoji="1"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 name="文本框 3"/>
          <p:cNvSpPr txBox="1"/>
          <p:nvPr/>
        </p:nvSpPr>
        <p:spPr>
          <a:xfrm>
            <a:off x="179512" y="3939902"/>
            <a:ext cx="3672408" cy="1169551"/>
          </a:xfrm>
          <a:prstGeom prst="rect">
            <a:avLst/>
          </a:prstGeom>
          <a:solidFill>
            <a:schemeClr val="accent4">
              <a:lumMod val="20000"/>
              <a:lumOff val="80000"/>
            </a:schemeClr>
          </a:solidFill>
          <a:ln>
            <a:solidFill>
              <a:schemeClr val="tx1"/>
            </a:solidFill>
          </a:ln>
        </p:spPr>
        <p:txBody>
          <a:bodyPr wrap="square" rtlCol="0">
            <a:spAutoFit/>
          </a:bodyPr>
          <a:lstStyle/>
          <a:p>
            <a:pPr marL="0" lvl="1" indent="0" algn="ctr" eaLnBrk="1" hangingPunct="1">
              <a:lnSpc>
                <a:spcPts val="2800"/>
              </a:lnSpc>
              <a:buNone/>
              <a:defRPr/>
            </a:pPr>
            <a:r>
              <a:rPr lang="en-US" altLang="zh-CN" sz="2000" b="1" i="1" dirty="0">
                <a:solidFill>
                  <a:srgbClr val="C00000"/>
                </a:solidFill>
                <a:latin typeface="Times New Roman" panose="02020603050405020304" pitchFamily="18" charset="0"/>
                <a:cs typeface="Times New Roman" panose="02020603050405020304" pitchFamily="18" charset="0"/>
              </a:rPr>
              <a:t>SELECT</a:t>
            </a:r>
            <a:r>
              <a:rPr lang="en-US" altLang="zh-CN" sz="2000" b="1" dirty="0">
                <a:solidFill>
                  <a:srgbClr val="C00000"/>
                </a:solidFill>
                <a:latin typeface="Times New Roman" panose="02020603050405020304" pitchFamily="18" charset="0"/>
                <a:cs typeface="Times New Roman" panose="02020603050405020304" pitchFamily="18" charset="0"/>
              </a:rPr>
              <a:t>(2)</a:t>
            </a:r>
            <a:r>
              <a:rPr lang="en-US" altLang="zh-CN" sz="2000" b="1" i="1" dirty="0">
                <a:solidFill>
                  <a:srgbClr val="C00000"/>
                </a:solidFill>
                <a:latin typeface="Times New Roman" panose="02020603050405020304" pitchFamily="18" charset="0"/>
                <a:cs typeface="Times New Roman" panose="02020603050405020304" pitchFamily="18" charset="0"/>
              </a:rPr>
              <a:t> </a:t>
            </a:r>
            <a:r>
              <a:rPr lang="en-US" altLang="zh-CN" sz="2000" b="1" dirty="0">
                <a:solidFill>
                  <a:srgbClr val="C00000"/>
                </a:solidFill>
                <a:latin typeface="Times New Roman" panose="02020603050405020304" pitchFamily="18" charset="0"/>
                <a:cs typeface="Times New Roman" panose="02020603050405020304" pitchFamily="18" charset="0"/>
              </a:rPr>
              <a:t>∩ </a:t>
            </a:r>
            <a:r>
              <a:rPr lang="en-US" altLang="zh-CN" sz="2000" b="1" i="1" dirty="0">
                <a:solidFill>
                  <a:srgbClr val="C00000"/>
                </a:solidFill>
                <a:latin typeface="Times New Roman" panose="02020603050405020304" pitchFamily="18" charset="0"/>
                <a:cs typeface="Times New Roman" panose="02020603050405020304" pitchFamily="18" charset="0"/>
              </a:rPr>
              <a:t>SELECT</a:t>
            </a:r>
            <a:r>
              <a:rPr lang="en-US" altLang="zh-CN" sz="2000" b="1" dirty="0">
                <a:solidFill>
                  <a:srgbClr val="C00000"/>
                </a:solidFill>
                <a:latin typeface="Times New Roman" panose="02020603050405020304" pitchFamily="18" charset="0"/>
                <a:cs typeface="Times New Roman" panose="02020603050405020304" pitchFamily="18" charset="0"/>
              </a:rPr>
              <a:t>(3)</a:t>
            </a:r>
            <a:r>
              <a:rPr lang="en-US" altLang="zh-CN" sz="2000" b="1" i="1" dirty="0">
                <a:solidFill>
                  <a:srgbClr val="C00000"/>
                </a:solidFill>
                <a:latin typeface="Times New Roman" panose="02020603050405020304" pitchFamily="18" charset="0"/>
                <a:cs typeface="Times New Roman" panose="02020603050405020304" pitchFamily="18" charset="0"/>
              </a:rPr>
              <a:t> </a:t>
            </a:r>
            <a:r>
              <a:rPr lang="en-US" altLang="zh-CN" sz="2000" b="1" dirty="0">
                <a:solidFill>
                  <a:srgbClr val="C00000"/>
                </a:solidFill>
                <a:latin typeface="Times New Roman" panose="02020603050405020304" pitchFamily="18" charset="0"/>
                <a:cs typeface="Times New Roman" panose="02020603050405020304" pitchFamily="18" charset="0"/>
              </a:rPr>
              <a:t>= </a:t>
            </a:r>
            <a:r>
              <a:rPr lang="el-GR" altLang="zh-CN" sz="2000" b="1" dirty="0">
                <a:solidFill>
                  <a:srgbClr val="C00000"/>
                </a:solidFill>
                <a:latin typeface="Times New Roman" panose="02020603050405020304" pitchFamily="18" charset="0"/>
                <a:cs typeface="Times New Roman" panose="02020603050405020304" pitchFamily="18" charset="0"/>
              </a:rPr>
              <a:t>Φ</a:t>
            </a:r>
            <a:endParaRPr lang="en-US" altLang="zh-CN" sz="2000" b="1" dirty="0">
              <a:solidFill>
                <a:srgbClr val="C00000"/>
              </a:solidFill>
              <a:latin typeface="Times New Roman" panose="02020603050405020304" pitchFamily="18" charset="0"/>
              <a:cs typeface="Times New Roman" panose="02020603050405020304" pitchFamily="18" charset="0"/>
            </a:endParaRPr>
          </a:p>
          <a:p>
            <a:pPr marL="0" lvl="1" algn="ctr" eaLnBrk="1" hangingPunct="1">
              <a:lnSpc>
                <a:spcPts val="2800"/>
              </a:lnSpc>
              <a:defRPr/>
            </a:pPr>
            <a:r>
              <a:rPr lang="en-US" altLang="zh-CN" sz="2000" b="1" i="1" dirty="0">
                <a:solidFill>
                  <a:srgbClr val="C00000"/>
                </a:solidFill>
                <a:latin typeface="Times New Roman" panose="02020603050405020304" pitchFamily="18" charset="0"/>
                <a:cs typeface="Times New Roman" panose="02020603050405020304" pitchFamily="18" charset="0"/>
              </a:rPr>
              <a:t>SELECT</a:t>
            </a:r>
            <a:r>
              <a:rPr lang="en-US" altLang="zh-CN" sz="2000" b="1" dirty="0">
                <a:solidFill>
                  <a:srgbClr val="C00000"/>
                </a:solidFill>
                <a:latin typeface="Times New Roman" panose="02020603050405020304" pitchFamily="18" charset="0"/>
                <a:cs typeface="Times New Roman" panose="02020603050405020304" pitchFamily="18" charset="0"/>
              </a:rPr>
              <a:t>(5)</a:t>
            </a:r>
            <a:r>
              <a:rPr lang="en-US" altLang="zh-CN" sz="2000" b="1" i="1" dirty="0">
                <a:solidFill>
                  <a:srgbClr val="C00000"/>
                </a:solidFill>
                <a:latin typeface="Times New Roman" panose="02020603050405020304" pitchFamily="18" charset="0"/>
                <a:cs typeface="Times New Roman" panose="02020603050405020304" pitchFamily="18" charset="0"/>
              </a:rPr>
              <a:t> </a:t>
            </a:r>
            <a:r>
              <a:rPr lang="en-US" altLang="zh-CN" sz="2000" b="1" dirty="0">
                <a:solidFill>
                  <a:srgbClr val="C00000"/>
                </a:solidFill>
                <a:latin typeface="Times New Roman" panose="02020603050405020304" pitchFamily="18" charset="0"/>
                <a:cs typeface="Times New Roman" panose="02020603050405020304" pitchFamily="18" charset="0"/>
              </a:rPr>
              <a:t>∩ </a:t>
            </a:r>
            <a:r>
              <a:rPr lang="en-US" altLang="zh-CN" sz="2000" b="1" i="1" dirty="0">
                <a:solidFill>
                  <a:srgbClr val="C00000"/>
                </a:solidFill>
                <a:latin typeface="Times New Roman" panose="02020603050405020304" pitchFamily="18" charset="0"/>
                <a:cs typeface="Times New Roman" panose="02020603050405020304" pitchFamily="18" charset="0"/>
              </a:rPr>
              <a:t>SELECT</a:t>
            </a:r>
            <a:r>
              <a:rPr lang="en-US" altLang="zh-CN" sz="2000" b="1" dirty="0">
                <a:solidFill>
                  <a:srgbClr val="C00000"/>
                </a:solidFill>
                <a:latin typeface="Times New Roman" panose="02020603050405020304" pitchFamily="18" charset="0"/>
                <a:cs typeface="Times New Roman" panose="02020603050405020304" pitchFamily="18" charset="0"/>
              </a:rPr>
              <a:t>(6)</a:t>
            </a:r>
            <a:r>
              <a:rPr lang="en-US" altLang="zh-CN" sz="2000" b="1" i="1" dirty="0">
                <a:solidFill>
                  <a:srgbClr val="C00000"/>
                </a:solidFill>
                <a:latin typeface="Times New Roman" panose="02020603050405020304" pitchFamily="18" charset="0"/>
                <a:cs typeface="Times New Roman" panose="02020603050405020304" pitchFamily="18" charset="0"/>
              </a:rPr>
              <a:t> </a:t>
            </a:r>
            <a:r>
              <a:rPr lang="en-US" altLang="zh-CN" sz="2000" b="1" dirty="0">
                <a:solidFill>
                  <a:srgbClr val="C00000"/>
                </a:solidFill>
                <a:latin typeface="Times New Roman" panose="02020603050405020304" pitchFamily="18" charset="0"/>
                <a:cs typeface="Times New Roman" panose="02020603050405020304" pitchFamily="18" charset="0"/>
              </a:rPr>
              <a:t>= </a:t>
            </a:r>
            <a:r>
              <a:rPr lang="el-GR" altLang="zh-CN" sz="2000" b="1" dirty="0">
                <a:solidFill>
                  <a:srgbClr val="C00000"/>
                </a:solidFill>
                <a:latin typeface="Times New Roman" panose="02020603050405020304" pitchFamily="18" charset="0"/>
                <a:cs typeface="Times New Roman" panose="02020603050405020304" pitchFamily="18" charset="0"/>
              </a:rPr>
              <a:t>Φ</a:t>
            </a:r>
            <a:endParaRPr lang="en-US" altLang="zh-CN" sz="20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a:p>
            <a:pPr marL="0" lvl="1" algn="ctr" eaLnBrk="1" hangingPunct="1">
              <a:lnSpc>
                <a:spcPts val="2800"/>
              </a:lnSpc>
              <a:defRPr/>
            </a:pPr>
            <a:r>
              <a:rPr lang="en-US" altLang="zh-CN" sz="2000" b="1" i="1" dirty="0">
                <a:solidFill>
                  <a:srgbClr val="C00000"/>
                </a:solidFill>
                <a:latin typeface="Times New Roman" panose="02020603050405020304" pitchFamily="18" charset="0"/>
                <a:cs typeface="Times New Roman" panose="02020603050405020304" pitchFamily="18" charset="0"/>
              </a:rPr>
              <a:t>SELECT</a:t>
            </a:r>
            <a:r>
              <a:rPr lang="en-US" altLang="zh-CN" sz="2000" b="1" dirty="0">
                <a:solidFill>
                  <a:srgbClr val="C00000"/>
                </a:solidFill>
                <a:latin typeface="Times New Roman" panose="02020603050405020304" pitchFamily="18" charset="0"/>
                <a:cs typeface="Times New Roman" panose="02020603050405020304" pitchFamily="18" charset="0"/>
              </a:rPr>
              <a:t>(7)</a:t>
            </a:r>
            <a:r>
              <a:rPr lang="en-US" altLang="zh-CN" sz="2000" b="1" i="1" dirty="0">
                <a:solidFill>
                  <a:srgbClr val="C00000"/>
                </a:solidFill>
                <a:latin typeface="Times New Roman" panose="02020603050405020304" pitchFamily="18" charset="0"/>
                <a:cs typeface="Times New Roman" panose="02020603050405020304" pitchFamily="18" charset="0"/>
              </a:rPr>
              <a:t> </a:t>
            </a:r>
            <a:r>
              <a:rPr lang="en-US" altLang="zh-CN" sz="2000" b="1" dirty="0">
                <a:solidFill>
                  <a:srgbClr val="C00000"/>
                </a:solidFill>
                <a:latin typeface="Times New Roman" panose="02020603050405020304" pitchFamily="18" charset="0"/>
                <a:cs typeface="Times New Roman" panose="02020603050405020304" pitchFamily="18" charset="0"/>
              </a:rPr>
              <a:t>∩ </a:t>
            </a:r>
            <a:r>
              <a:rPr lang="en-US" altLang="zh-CN" sz="2000" b="1" i="1" dirty="0">
                <a:solidFill>
                  <a:srgbClr val="C00000"/>
                </a:solidFill>
                <a:latin typeface="Times New Roman" panose="02020603050405020304" pitchFamily="18" charset="0"/>
                <a:cs typeface="Times New Roman" panose="02020603050405020304" pitchFamily="18" charset="0"/>
              </a:rPr>
              <a:t>SELECT</a:t>
            </a:r>
            <a:r>
              <a:rPr lang="en-US" altLang="zh-CN" sz="2000" b="1" dirty="0">
                <a:solidFill>
                  <a:srgbClr val="C00000"/>
                </a:solidFill>
                <a:latin typeface="Times New Roman" panose="02020603050405020304" pitchFamily="18" charset="0"/>
                <a:cs typeface="Times New Roman" panose="02020603050405020304" pitchFamily="18" charset="0"/>
              </a:rPr>
              <a:t>(8)</a:t>
            </a:r>
            <a:r>
              <a:rPr lang="en-US" altLang="zh-CN" sz="2000" b="1" i="1" dirty="0">
                <a:solidFill>
                  <a:srgbClr val="C00000"/>
                </a:solidFill>
                <a:latin typeface="Times New Roman" panose="02020603050405020304" pitchFamily="18" charset="0"/>
                <a:cs typeface="Times New Roman" panose="02020603050405020304" pitchFamily="18" charset="0"/>
              </a:rPr>
              <a:t> </a:t>
            </a:r>
            <a:r>
              <a:rPr lang="en-US" altLang="zh-CN" sz="2000" b="1" dirty="0">
                <a:solidFill>
                  <a:srgbClr val="C00000"/>
                </a:solidFill>
                <a:latin typeface="Times New Roman" panose="02020603050405020304" pitchFamily="18" charset="0"/>
                <a:cs typeface="Times New Roman" panose="02020603050405020304" pitchFamily="18" charset="0"/>
              </a:rPr>
              <a:t>= </a:t>
            </a:r>
            <a:r>
              <a:rPr lang="el-GR" altLang="zh-CN" sz="2000" b="1" dirty="0">
                <a:solidFill>
                  <a:srgbClr val="C00000"/>
                </a:solidFill>
                <a:latin typeface="Times New Roman" panose="02020603050405020304" pitchFamily="18" charset="0"/>
                <a:cs typeface="Times New Roman" panose="02020603050405020304" pitchFamily="18" charset="0"/>
              </a:rPr>
              <a:t>Φ</a:t>
            </a:r>
            <a:endParaRPr lang="en-US" altLang="zh-CN" sz="20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矩形 4"/>
          <p:cNvSpPr/>
          <p:nvPr/>
        </p:nvSpPr>
        <p:spPr>
          <a:xfrm>
            <a:off x="7087320" y="781278"/>
            <a:ext cx="1770036" cy="400110"/>
          </a:xfrm>
          <a:prstGeom prst="rect">
            <a:avLst/>
          </a:prstGeom>
        </p:spPr>
        <p:txBody>
          <a:bodyPr wrap="none">
            <a:spAutoFit/>
          </a:bodyPr>
          <a:lstStyle/>
          <a:p>
            <a:r>
              <a:rPr lang="en-US" altLang="zh-CN" sz="2000" b="1" dirty="0">
                <a:latin typeface="Times New Roman" panose="02020603050405020304" pitchFamily="18" charset="0"/>
                <a:ea typeface="楷体_GB2312"/>
                <a:cs typeface="Times New Roman" panose="02020603050405020304" pitchFamily="18" charset="0"/>
              </a:rPr>
              <a:t>=</a:t>
            </a:r>
            <a:r>
              <a:rPr kumimoji="1" lang="en-US" altLang="zh-CN" sz="2000" b="1" dirty="0">
                <a:latin typeface="Times New Roman" panose="02020603050405020304" pitchFamily="18" charset="0"/>
                <a:ea typeface="楷体_GB2312"/>
                <a:cs typeface="Times New Roman" panose="02020603050405020304" pitchFamily="18" charset="0"/>
              </a:rPr>
              <a:t> </a:t>
            </a:r>
            <a:r>
              <a:rPr kumimoji="1" lang="en-US" altLang="zh-CN" sz="2000" b="1" i="1" dirty="0">
                <a:latin typeface="Times New Roman" panose="02020603050405020304" pitchFamily="18" charset="0"/>
                <a:ea typeface="楷体_GB2312"/>
                <a:cs typeface="Times New Roman" panose="02020603050405020304" pitchFamily="18" charset="0"/>
              </a:rPr>
              <a:t>FIRST</a:t>
            </a:r>
            <a:r>
              <a:rPr kumimoji="1" lang="en-US" altLang="zh-CN" sz="2000" b="1" dirty="0">
                <a:latin typeface="Times New Roman" panose="02020603050405020304" pitchFamily="18" charset="0"/>
                <a:ea typeface="楷体_GB2312"/>
                <a:cs typeface="Times New Roman" panose="02020603050405020304" pitchFamily="18" charset="0"/>
              </a:rPr>
              <a:t>(</a:t>
            </a:r>
            <a:r>
              <a:rPr kumimoji="1" lang="en-US" altLang="zh-CN" sz="2000" b="1" i="1" dirty="0">
                <a:latin typeface="Times New Roman" panose="02020603050405020304" pitchFamily="18" charset="0"/>
                <a:ea typeface="楷体_GB2312"/>
                <a:cs typeface="Times New Roman" panose="02020603050405020304" pitchFamily="18" charset="0"/>
              </a:rPr>
              <a:t>TE</a:t>
            </a:r>
            <a:r>
              <a:rPr kumimoji="1" lang="en-US" altLang="zh-CN" sz="2000" b="1" dirty="0">
                <a:latin typeface="Times New Roman" panose="02020603050405020304" pitchFamily="18" charset="0"/>
                <a:cs typeface="Times New Roman" panose="02020603050405020304" pitchFamily="18" charset="0"/>
              </a:rPr>
              <a:t>') </a:t>
            </a:r>
            <a:endParaRPr lang="zh-CN" altLang="en-US" sz="2000" dirty="0"/>
          </a:p>
        </p:txBody>
      </p:sp>
      <p:sp>
        <p:nvSpPr>
          <p:cNvPr id="6" name="矩形 5"/>
          <p:cNvSpPr/>
          <p:nvPr/>
        </p:nvSpPr>
        <p:spPr>
          <a:xfrm>
            <a:off x="7093064" y="2019815"/>
            <a:ext cx="1955985" cy="400110"/>
          </a:xfrm>
          <a:prstGeom prst="rect">
            <a:avLst/>
          </a:prstGeom>
        </p:spPr>
        <p:txBody>
          <a:bodyPr wrap="none">
            <a:spAutoFit/>
          </a:bodyPr>
          <a:lstStyle/>
          <a:p>
            <a:r>
              <a:rPr kumimoji="1" lang="en-US" altLang="zh-CN" sz="2000" b="1" dirty="0">
                <a:latin typeface="Times New Roman" panose="02020603050405020304" pitchFamily="18" charset="0"/>
                <a:ea typeface="楷体_GB2312"/>
                <a:cs typeface="Times New Roman" panose="02020603050405020304" pitchFamily="18" charset="0"/>
              </a:rPr>
              <a:t>= </a:t>
            </a:r>
            <a:r>
              <a:rPr kumimoji="1" lang="en-US" altLang="zh-CN" sz="2000" b="1" i="1" dirty="0">
                <a:latin typeface="Times New Roman" panose="02020603050405020304" pitchFamily="18" charset="0"/>
                <a:ea typeface="楷体_GB2312"/>
                <a:cs typeface="Times New Roman" panose="02020603050405020304" pitchFamily="18" charset="0"/>
              </a:rPr>
              <a:t>FOLLOW</a:t>
            </a:r>
            <a:r>
              <a:rPr kumimoji="1" lang="en-US" altLang="zh-CN" sz="2000" b="1" dirty="0">
                <a:latin typeface="Times New Roman" panose="02020603050405020304" pitchFamily="18" charset="0"/>
                <a:ea typeface="楷体_GB2312"/>
                <a:cs typeface="Times New Roman" panose="02020603050405020304" pitchFamily="18" charset="0"/>
              </a:rPr>
              <a:t>(</a:t>
            </a:r>
            <a:r>
              <a:rPr kumimoji="1" lang="en-US" altLang="zh-CN" sz="2000" b="1" i="1" dirty="0">
                <a:latin typeface="Times New Roman" panose="02020603050405020304" pitchFamily="18" charset="0"/>
                <a:ea typeface="楷体_GB2312"/>
                <a:cs typeface="Times New Roman" panose="02020603050405020304" pitchFamily="18" charset="0"/>
              </a:rPr>
              <a:t>E</a:t>
            </a:r>
            <a:r>
              <a:rPr kumimoji="1" lang="en-US" altLang="zh-CN" sz="2000" b="1" dirty="0">
                <a:latin typeface="Times New Roman" panose="02020603050405020304" pitchFamily="18" charset="0"/>
                <a:cs typeface="Times New Roman" panose="02020603050405020304" pitchFamily="18" charset="0"/>
              </a:rPr>
              <a:t> ')</a:t>
            </a:r>
            <a:endParaRPr lang="zh-CN" altLang="en-US" sz="2000" dirty="0"/>
          </a:p>
        </p:txBody>
      </p:sp>
      <p:sp>
        <p:nvSpPr>
          <p:cNvPr id="8" name="灯片编号占位符 7"/>
          <p:cNvSpPr>
            <a:spLocks noGrp="1"/>
          </p:cNvSpPr>
          <p:nvPr>
            <p:ph type="sldNum" sz="quarter" idx="12"/>
          </p:nvPr>
        </p:nvSpPr>
        <p:spPr/>
        <p:txBody>
          <a:bodyPr/>
          <a:lstStyle/>
          <a:p>
            <a:pPr>
              <a:defRPr/>
            </a:pPr>
            <a:fld id="{EA567855-7F13-4FC5-AD61-2B82F6443E16}" type="slidenum">
              <a:rPr lang="zh-CN" altLang="en-US" smtClean="0"/>
              <a:t>43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4211"/>
                                        </p:tgtEl>
                                        <p:attrNameLst>
                                          <p:attrName>style.visibility</p:attrName>
                                        </p:attrNameLst>
                                      </p:cBhvr>
                                      <p:to>
                                        <p:strVal val="visible"/>
                                      </p:to>
                                    </p:set>
                                    <p:anim calcmode="lin" valueType="num">
                                      <p:cBhvr>
                                        <p:cTn id="7" dur="500" fill="hold"/>
                                        <p:tgtEl>
                                          <p:spTgt spid="94211"/>
                                        </p:tgtEl>
                                        <p:attrNameLst>
                                          <p:attrName>ppt_w</p:attrName>
                                        </p:attrNameLst>
                                      </p:cBhvr>
                                      <p:tavLst>
                                        <p:tav tm="0">
                                          <p:val>
                                            <p:fltVal val="0"/>
                                          </p:val>
                                        </p:tav>
                                        <p:tav tm="100000">
                                          <p:val>
                                            <p:strVal val="#ppt_w"/>
                                          </p:val>
                                        </p:tav>
                                      </p:tavLst>
                                    </p:anim>
                                    <p:anim calcmode="lin" valueType="num">
                                      <p:cBhvr>
                                        <p:cTn id="8" dur="500" fill="hold"/>
                                        <p:tgtEl>
                                          <p:spTgt spid="94211"/>
                                        </p:tgtEl>
                                        <p:attrNameLst>
                                          <p:attrName>ppt_h</p:attrName>
                                        </p:attrNameLst>
                                      </p:cBhvr>
                                      <p:tavLst>
                                        <p:tav tm="0">
                                          <p:val>
                                            <p:fltVal val="0"/>
                                          </p:val>
                                        </p:tav>
                                        <p:tav tm="100000">
                                          <p:val>
                                            <p:strVal val="#ppt_h"/>
                                          </p:val>
                                        </p:tav>
                                      </p:tavLst>
                                    </p:anim>
                                    <p:animEffect transition="in" filter="fade">
                                      <p:cBhvr>
                                        <p:cTn id="9" dur="500"/>
                                        <p:tgtEl>
                                          <p:spTgt spid="94211"/>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ppt_w</p:attrName>
                                        </p:attrNameLst>
                                      </p:cBhvr>
                                      <p:tavLst>
                                        <p:tav tm="0">
                                          <p:val>
                                            <p:fltVal val="0"/>
                                          </p:val>
                                        </p:tav>
                                        <p:tav tm="100000">
                                          <p:val>
                                            <p:strVal val="#ppt_w"/>
                                          </p:val>
                                        </p:tav>
                                      </p:tavLst>
                                    </p:anim>
                                    <p:anim calcmode="lin" valueType="num">
                                      <p:cBhvr>
                                        <p:cTn id="15" dur="500" fill="hold"/>
                                        <p:tgtEl>
                                          <p:spTgt spid="10"/>
                                        </p:tgtEl>
                                        <p:attrNameLst>
                                          <p:attrName>ppt_h</p:attrName>
                                        </p:attrNameLst>
                                      </p:cBhvr>
                                      <p:tavLst>
                                        <p:tav tm="0">
                                          <p:val>
                                            <p:fltVal val="0"/>
                                          </p:val>
                                        </p:tav>
                                        <p:tav tm="100000">
                                          <p:val>
                                            <p:strVal val="#ppt_h"/>
                                          </p:val>
                                        </p:tav>
                                      </p:tavLst>
                                    </p:anim>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731180">
                                            <p:bg/>
                                          </p:spTgt>
                                        </p:tgtEl>
                                        <p:attrNameLst>
                                          <p:attrName>style.visibility</p:attrName>
                                        </p:attrNameLst>
                                      </p:cBhvr>
                                      <p:to>
                                        <p:strVal val="visible"/>
                                      </p:to>
                                    </p:set>
                                    <p:animEffect transition="in" filter="wipe(down)">
                                      <p:cBhvr>
                                        <p:cTn id="21" dur="500"/>
                                        <p:tgtEl>
                                          <p:spTgt spid="731180">
                                            <p:bg/>
                                          </p:spTgt>
                                        </p:tgtEl>
                                      </p:cBhvr>
                                    </p:animEffect>
                                  </p:childTnLst>
                                </p:cTn>
                              </p:par>
                              <p:par>
                                <p:cTn id="22" presetID="53" presetClass="entr" presetSubtype="16" fill="hold" nodeType="withEffect">
                                  <p:stCondLst>
                                    <p:cond delay="0"/>
                                  </p:stCondLst>
                                  <p:childTnLst>
                                    <p:set>
                                      <p:cBhvr>
                                        <p:cTn id="23" dur="1" fill="hold">
                                          <p:stCondLst>
                                            <p:cond delay="0"/>
                                          </p:stCondLst>
                                        </p:cTn>
                                        <p:tgtEl>
                                          <p:spTgt spid="731180">
                                            <p:txEl>
                                              <p:pRg st="0" end="0"/>
                                            </p:txEl>
                                          </p:spTgt>
                                        </p:tgtEl>
                                        <p:attrNameLst>
                                          <p:attrName>style.visibility</p:attrName>
                                        </p:attrNameLst>
                                      </p:cBhvr>
                                      <p:to>
                                        <p:strVal val="visible"/>
                                      </p:to>
                                    </p:set>
                                    <p:anim calcmode="lin" valueType="num">
                                      <p:cBhvr>
                                        <p:cTn id="24" dur="500" fill="hold"/>
                                        <p:tgtEl>
                                          <p:spTgt spid="731180">
                                            <p:txEl>
                                              <p:pRg st="0" end="0"/>
                                            </p:txEl>
                                          </p:spTgt>
                                        </p:tgtEl>
                                        <p:attrNameLst>
                                          <p:attrName>ppt_w</p:attrName>
                                        </p:attrNameLst>
                                      </p:cBhvr>
                                      <p:tavLst>
                                        <p:tav tm="0">
                                          <p:val>
                                            <p:fltVal val="0"/>
                                          </p:val>
                                        </p:tav>
                                        <p:tav tm="100000">
                                          <p:val>
                                            <p:strVal val="#ppt_w"/>
                                          </p:val>
                                        </p:tav>
                                      </p:tavLst>
                                    </p:anim>
                                    <p:anim calcmode="lin" valueType="num">
                                      <p:cBhvr>
                                        <p:cTn id="25" dur="500" fill="hold"/>
                                        <p:tgtEl>
                                          <p:spTgt spid="731180">
                                            <p:txEl>
                                              <p:pRg st="0" end="0"/>
                                            </p:txEl>
                                          </p:spTgt>
                                        </p:tgtEl>
                                        <p:attrNameLst>
                                          <p:attrName>ppt_h</p:attrName>
                                        </p:attrNameLst>
                                      </p:cBhvr>
                                      <p:tavLst>
                                        <p:tav tm="0">
                                          <p:val>
                                            <p:fltVal val="0"/>
                                          </p:val>
                                        </p:tav>
                                        <p:tav tm="100000">
                                          <p:val>
                                            <p:strVal val="#ppt_h"/>
                                          </p:val>
                                        </p:tav>
                                      </p:tavLst>
                                    </p:anim>
                                    <p:animEffect transition="in" filter="fade">
                                      <p:cBhvr>
                                        <p:cTn id="26" dur="500"/>
                                        <p:tgtEl>
                                          <p:spTgt spid="731180">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down)">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nodeType="clickEffect">
                                  <p:stCondLst>
                                    <p:cond delay="0"/>
                                  </p:stCondLst>
                                  <p:childTnLst>
                                    <p:set>
                                      <p:cBhvr>
                                        <p:cTn id="35" dur="1" fill="hold">
                                          <p:stCondLst>
                                            <p:cond delay="0"/>
                                          </p:stCondLst>
                                        </p:cTn>
                                        <p:tgtEl>
                                          <p:spTgt spid="731180">
                                            <p:txEl>
                                              <p:pRg st="1" end="1"/>
                                            </p:txEl>
                                          </p:spTgt>
                                        </p:tgtEl>
                                        <p:attrNameLst>
                                          <p:attrName>style.visibility</p:attrName>
                                        </p:attrNameLst>
                                      </p:cBhvr>
                                      <p:to>
                                        <p:strVal val="visible"/>
                                      </p:to>
                                    </p:set>
                                    <p:anim calcmode="lin" valueType="num">
                                      <p:cBhvr>
                                        <p:cTn id="36" dur="500" fill="hold"/>
                                        <p:tgtEl>
                                          <p:spTgt spid="731180">
                                            <p:txEl>
                                              <p:pRg st="1" end="1"/>
                                            </p:txEl>
                                          </p:spTgt>
                                        </p:tgtEl>
                                        <p:attrNameLst>
                                          <p:attrName>ppt_w</p:attrName>
                                        </p:attrNameLst>
                                      </p:cBhvr>
                                      <p:tavLst>
                                        <p:tav tm="0">
                                          <p:val>
                                            <p:fltVal val="0"/>
                                          </p:val>
                                        </p:tav>
                                        <p:tav tm="100000">
                                          <p:val>
                                            <p:strVal val="#ppt_w"/>
                                          </p:val>
                                        </p:tav>
                                      </p:tavLst>
                                    </p:anim>
                                    <p:anim calcmode="lin" valueType="num">
                                      <p:cBhvr>
                                        <p:cTn id="37" dur="500" fill="hold"/>
                                        <p:tgtEl>
                                          <p:spTgt spid="731180">
                                            <p:txEl>
                                              <p:pRg st="1" end="1"/>
                                            </p:txEl>
                                          </p:spTgt>
                                        </p:tgtEl>
                                        <p:attrNameLst>
                                          <p:attrName>ppt_h</p:attrName>
                                        </p:attrNameLst>
                                      </p:cBhvr>
                                      <p:tavLst>
                                        <p:tav tm="0">
                                          <p:val>
                                            <p:fltVal val="0"/>
                                          </p:val>
                                        </p:tav>
                                        <p:tav tm="100000">
                                          <p:val>
                                            <p:strVal val="#ppt_h"/>
                                          </p:val>
                                        </p:tav>
                                      </p:tavLst>
                                    </p:anim>
                                    <p:animEffect transition="in" filter="fade">
                                      <p:cBhvr>
                                        <p:cTn id="38" dur="500"/>
                                        <p:tgtEl>
                                          <p:spTgt spid="731180">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731180">
                                            <p:txEl>
                                              <p:pRg st="2" end="2"/>
                                            </p:txEl>
                                          </p:spTgt>
                                        </p:tgtEl>
                                        <p:attrNameLst>
                                          <p:attrName>style.visibility</p:attrName>
                                        </p:attrNameLst>
                                      </p:cBhvr>
                                      <p:to>
                                        <p:strVal val="visible"/>
                                      </p:to>
                                    </p:set>
                                    <p:anim calcmode="lin" valueType="num">
                                      <p:cBhvr>
                                        <p:cTn id="43" dur="500" fill="hold"/>
                                        <p:tgtEl>
                                          <p:spTgt spid="731180">
                                            <p:txEl>
                                              <p:pRg st="2" end="2"/>
                                            </p:txEl>
                                          </p:spTgt>
                                        </p:tgtEl>
                                        <p:attrNameLst>
                                          <p:attrName>ppt_w</p:attrName>
                                        </p:attrNameLst>
                                      </p:cBhvr>
                                      <p:tavLst>
                                        <p:tav tm="0">
                                          <p:val>
                                            <p:fltVal val="0"/>
                                          </p:val>
                                        </p:tav>
                                        <p:tav tm="100000">
                                          <p:val>
                                            <p:strVal val="#ppt_w"/>
                                          </p:val>
                                        </p:tav>
                                      </p:tavLst>
                                    </p:anim>
                                    <p:anim calcmode="lin" valueType="num">
                                      <p:cBhvr>
                                        <p:cTn id="44" dur="500" fill="hold"/>
                                        <p:tgtEl>
                                          <p:spTgt spid="731180">
                                            <p:txEl>
                                              <p:pRg st="2" end="2"/>
                                            </p:txEl>
                                          </p:spTgt>
                                        </p:tgtEl>
                                        <p:attrNameLst>
                                          <p:attrName>ppt_h</p:attrName>
                                        </p:attrNameLst>
                                      </p:cBhvr>
                                      <p:tavLst>
                                        <p:tav tm="0">
                                          <p:val>
                                            <p:fltVal val="0"/>
                                          </p:val>
                                        </p:tav>
                                        <p:tav tm="100000">
                                          <p:val>
                                            <p:strVal val="#ppt_h"/>
                                          </p:val>
                                        </p:tav>
                                      </p:tavLst>
                                    </p:anim>
                                    <p:animEffect transition="in" filter="fade">
                                      <p:cBhvr>
                                        <p:cTn id="45" dur="500"/>
                                        <p:tgtEl>
                                          <p:spTgt spid="731180">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731180">
                                            <p:txEl>
                                              <p:pRg st="3" end="3"/>
                                            </p:txEl>
                                          </p:spTgt>
                                        </p:tgtEl>
                                        <p:attrNameLst>
                                          <p:attrName>style.visibility</p:attrName>
                                        </p:attrNameLst>
                                      </p:cBhvr>
                                      <p:to>
                                        <p:strVal val="visible"/>
                                      </p:to>
                                    </p:set>
                                    <p:anim calcmode="lin" valueType="num">
                                      <p:cBhvr>
                                        <p:cTn id="50" dur="500" fill="hold"/>
                                        <p:tgtEl>
                                          <p:spTgt spid="731180">
                                            <p:txEl>
                                              <p:pRg st="3" end="3"/>
                                            </p:txEl>
                                          </p:spTgt>
                                        </p:tgtEl>
                                        <p:attrNameLst>
                                          <p:attrName>ppt_w</p:attrName>
                                        </p:attrNameLst>
                                      </p:cBhvr>
                                      <p:tavLst>
                                        <p:tav tm="0">
                                          <p:val>
                                            <p:fltVal val="0"/>
                                          </p:val>
                                        </p:tav>
                                        <p:tav tm="100000">
                                          <p:val>
                                            <p:strVal val="#ppt_w"/>
                                          </p:val>
                                        </p:tav>
                                      </p:tavLst>
                                    </p:anim>
                                    <p:anim calcmode="lin" valueType="num">
                                      <p:cBhvr>
                                        <p:cTn id="51" dur="500" fill="hold"/>
                                        <p:tgtEl>
                                          <p:spTgt spid="731180">
                                            <p:txEl>
                                              <p:pRg st="3" end="3"/>
                                            </p:txEl>
                                          </p:spTgt>
                                        </p:tgtEl>
                                        <p:attrNameLst>
                                          <p:attrName>ppt_h</p:attrName>
                                        </p:attrNameLst>
                                      </p:cBhvr>
                                      <p:tavLst>
                                        <p:tav tm="0">
                                          <p:val>
                                            <p:fltVal val="0"/>
                                          </p:val>
                                        </p:tav>
                                        <p:tav tm="100000">
                                          <p:val>
                                            <p:strVal val="#ppt_h"/>
                                          </p:val>
                                        </p:tav>
                                      </p:tavLst>
                                    </p:anim>
                                    <p:animEffect transition="in" filter="fade">
                                      <p:cBhvr>
                                        <p:cTn id="52" dur="500"/>
                                        <p:tgtEl>
                                          <p:spTgt spid="731180">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731180">
                                            <p:txEl>
                                              <p:pRg st="4" end="4"/>
                                            </p:txEl>
                                          </p:spTgt>
                                        </p:tgtEl>
                                        <p:attrNameLst>
                                          <p:attrName>style.visibility</p:attrName>
                                        </p:attrNameLst>
                                      </p:cBhvr>
                                      <p:to>
                                        <p:strVal val="visible"/>
                                      </p:to>
                                    </p:set>
                                    <p:anim calcmode="lin" valueType="num">
                                      <p:cBhvr>
                                        <p:cTn id="57" dur="500" fill="hold"/>
                                        <p:tgtEl>
                                          <p:spTgt spid="731180">
                                            <p:txEl>
                                              <p:pRg st="4" end="4"/>
                                            </p:txEl>
                                          </p:spTgt>
                                        </p:tgtEl>
                                        <p:attrNameLst>
                                          <p:attrName>ppt_w</p:attrName>
                                        </p:attrNameLst>
                                      </p:cBhvr>
                                      <p:tavLst>
                                        <p:tav tm="0">
                                          <p:val>
                                            <p:fltVal val="0"/>
                                          </p:val>
                                        </p:tav>
                                        <p:tav tm="100000">
                                          <p:val>
                                            <p:strVal val="#ppt_w"/>
                                          </p:val>
                                        </p:tav>
                                      </p:tavLst>
                                    </p:anim>
                                    <p:anim calcmode="lin" valueType="num">
                                      <p:cBhvr>
                                        <p:cTn id="58" dur="500" fill="hold"/>
                                        <p:tgtEl>
                                          <p:spTgt spid="731180">
                                            <p:txEl>
                                              <p:pRg st="4" end="4"/>
                                            </p:txEl>
                                          </p:spTgt>
                                        </p:tgtEl>
                                        <p:attrNameLst>
                                          <p:attrName>ppt_h</p:attrName>
                                        </p:attrNameLst>
                                      </p:cBhvr>
                                      <p:tavLst>
                                        <p:tav tm="0">
                                          <p:val>
                                            <p:fltVal val="0"/>
                                          </p:val>
                                        </p:tav>
                                        <p:tav tm="100000">
                                          <p:val>
                                            <p:strVal val="#ppt_h"/>
                                          </p:val>
                                        </p:tav>
                                      </p:tavLst>
                                    </p:anim>
                                    <p:animEffect transition="in" filter="fade">
                                      <p:cBhvr>
                                        <p:cTn id="59" dur="500"/>
                                        <p:tgtEl>
                                          <p:spTgt spid="731180">
                                            <p:txEl>
                                              <p:pRg st="4" end="4"/>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wipe(down)">
                                      <p:cBhvr>
                                        <p:cTn id="64" dur="500"/>
                                        <p:tgtEl>
                                          <p:spTgt spid="6"/>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nodeType="clickEffect">
                                  <p:stCondLst>
                                    <p:cond delay="0"/>
                                  </p:stCondLst>
                                  <p:childTnLst>
                                    <p:set>
                                      <p:cBhvr>
                                        <p:cTn id="68" dur="1" fill="hold">
                                          <p:stCondLst>
                                            <p:cond delay="0"/>
                                          </p:stCondLst>
                                        </p:cTn>
                                        <p:tgtEl>
                                          <p:spTgt spid="731180">
                                            <p:txEl>
                                              <p:pRg st="5" end="5"/>
                                            </p:txEl>
                                          </p:spTgt>
                                        </p:tgtEl>
                                        <p:attrNameLst>
                                          <p:attrName>style.visibility</p:attrName>
                                        </p:attrNameLst>
                                      </p:cBhvr>
                                      <p:to>
                                        <p:strVal val="visible"/>
                                      </p:to>
                                    </p:set>
                                    <p:anim calcmode="lin" valueType="num">
                                      <p:cBhvr>
                                        <p:cTn id="69" dur="500" fill="hold"/>
                                        <p:tgtEl>
                                          <p:spTgt spid="731180">
                                            <p:txEl>
                                              <p:pRg st="5" end="5"/>
                                            </p:txEl>
                                          </p:spTgt>
                                        </p:tgtEl>
                                        <p:attrNameLst>
                                          <p:attrName>ppt_w</p:attrName>
                                        </p:attrNameLst>
                                      </p:cBhvr>
                                      <p:tavLst>
                                        <p:tav tm="0">
                                          <p:val>
                                            <p:fltVal val="0"/>
                                          </p:val>
                                        </p:tav>
                                        <p:tav tm="100000">
                                          <p:val>
                                            <p:strVal val="#ppt_w"/>
                                          </p:val>
                                        </p:tav>
                                      </p:tavLst>
                                    </p:anim>
                                    <p:anim calcmode="lin" valueType="num">
                                      <p:cBhvr>
                                        <p:cTn id="70" dur="500" fill="hold"/>
                                        <p:tgtEl>
                                          <p:spTgt spid="731180">
                                            <p:txEl>
                                              <p:pRg st="5" end="5"/>
                                            </p:txEl>
                                          </p:spTgt>
                                        </p:tgtEl>
                                        <p:attrNameLst>
                                          <p:attrName>ppt_h</p:attrName>
                                        </p:attrNameLst>
                                      </p:cBhvr>
                                      <p:tavLst>
                                        <p:tav tm="0">
                                          <p:val>
                                            <p:fltVal val="0"/>
                                          </p:val>
                                        </p:tav>
                                        <p:tav tm="100000">
                                          <p:val>
                                            <p:strVal val="#ppt_h"/>
                                          </p:val>
                                        </p:tav>
                                      </p:tavLst>
                                    </p:anim>
                                    <p:animEffect transition="in" filter="fade">
                                      <p:cBhvr>
                                        <p:cTn id="71" dur="500"/>
                                        <p:tgtEl>
                                          <p:spTgt spid="731180">
                                            <p:txEl>
                                              <p:pRg st="5" end="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nodeType="clickEffect">
                                  <p:stCondLst>
                                    <p:cond delay="0"/>
                                  </p:stCondLst>
                                  <p:childTnLst>
                                    <p:set>
                                      <p:cBhvr>
                                        <p:cTn id="75" dur="1" fill="hold">
                                          <p:stCondLst>
                                            <p:cond delay="0"/>
                                          </p:stCondLst>
                                        </p:cTn>
                                        <p:tgtEl>
                                          <p:spTgt spid="731180">
                                            <p:txEl>
                                              <p:pRg st="6" end="6"/>
                                            </p:txEl>
                                          </p:spTgt>
                                        </p:tgtEl>
                                        <p:attrNameLst>
                                          <p:attrName>style.visibility</p:attrName>
                                        </p:attrNameLst>
                                      </p:cBhvr>
                                      <p:to>
                                        <p:strVal val="visible"/>
                                      </p:to>
                                    </p:set>
                                    <p:anim calcmode="lin" valueType="num">
                                      <p:cBhvr>
                                        <p:cTn id="76" dur="500" fill="hold"/>
                                        <p:tgtEl>
                                          <p:spTgt spid="731180">
                                            <p:txEl>
                                              <p:pRg st="6" end="6"/>
                                            </p:txEl>
                                          </p:spTgt>
                                        </p:tgtEl>
                                        <p:attrNameLst>
                                          <p:attrName>ppt_w</p:attrName>
                                        </p:attrNameLst>
                                      </p:cBhvr>
                                      <p:tavLst>
                                        <p:tav tm="0">
                                          <p:val>
                                            <p:fltVal val="0"/>
                                          </p:val>
                                        </p:tav>
                                        <p:tav tm="100000">
                                          <p:val>
                                            <p:strVal val="#ppt_w"/>
                                          </p:val>
                                        </p:tav>
                                      </p:tavLst>
                                    </p:anim>
                                    <p:anim calcmode="lin" valueType="num">
                                      <p:cBhvr>
                                        <p:cTn id="77" dur="500" fill="hold"/>
                                        <p:tgtEl>
                                          <p:spTgt spid="731180">
                                            <p:txEl>
                                              <p:pRg st="6" end="6"/>
                                            </p:txEl>
                                          </p:spTgt>
                                        </p:tgtEl>
                                        <p:attrNameLst>
                                          <p:attrName>ppt_h</p:attrName>
                                        </p:attrNameLst>
                                      </p:cBhvr>
                                      <p:tavLst>
                                        <p:tav tm="0">
                                          <p:val>
                                            <p:fltVal val="0"/>
                                          </p:val>
                                        </p:tav>
                                        <p:tav tm="100000">
                                          <p:val>
                                            <p:strVal val="#ppt_h"/>
                                          </p:val>
                                        </p:tav>
                                      </p:tavLst>
                                    </p:anim>
                                    <p:animEffect transition="in" filter="fade">
                                      <p:cBhvr>
                                        <p:cTn id="78" dur="500"/>
                                        <p:tgtEl>
                                          <p:spTgt spid="731180">
                                            <p:txEl>
                                              <p:pRg st="6" end="6"/>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nodeType="clickEffect">
                                  <p:stCondLst>
                                    <p:cond delay="0"/>
                                  </p:stCondLst>
                                  <p:childTnLst>
                                    <p:set>
                                      <p:cBhvr>
                                        <p:cTn id="82" dur="1" fill="hold">
                                          <p:stCondLst>
                                            <p:cond delay="0"/>
                                          </p:stCondLst>
                                        </p:cTn>
                                        <p:tgtEl>
                                          <p:spTgt spid="731180">
                                            <p:txEl>
                                              <p:pRg st="7" end="7"/>
                                            </p:txEl>
                                          </p:spTgt>
                                        </p:tgtEl>
                                        <p:attrNameLst>
                                          <p:attrName>style.visibility</p:attrName>
                                        </p:attrNameLst>
                                      </p:cBhvr>
                                      <p:to>
                                        <p:strVal val="visible"/>
                                      </p:to>
                                    </p:set>
                                    <p:anim calcmode="lin" valueType="num">
                                      <p:cBhvr>
                                        <p:cTn id="83" dur="500" fill="hold"/>
                                        <p:tgtEl>
                                          <p:spTgt spid="731180">
                                            <p:txEl>
                                              <p:pRg st="7" end="7"/>
                                            </p:txEl>
                                          </p:spTgt>
                                        </p:tgtEl>
                                        <p:attrNameLst>
                                          <p:attrName>ppt_w</p:attrName>
                                        </p:attrNameLst>
                                      </p:cBhvr>
                                      <p:tavLst>
                                        <p:tav tm="0">
                                          <p:val>
                                            <p:fltVal val="0"/>
                                          </p:val>
                                        </p:tav>
                                        <p:tav tm="100000">
                                          <p:val>
                                            <p:strVal val="#ppt_w"/>
                                          </p:val>
                                        </p:tav>
                                      </p:tavLst>
                                    </p:anim>
                                    <p:anim calcmode="lin" valueType="num">
                                      <p:cBhvr>
                                        <p:cTn id="84" dur="500" fill="hold"/>
                                        <p:tgtEl>
                                          <p:spTgt spid="731180">
                                            <p:txEl>
                                              <p:pRg st="7" end="7"/>
                                            </p:txEl>
                                          </p:spTgt>
                                        </p:tgtEl>
                                        <p:attrNameLst>
                                          <p:attrName>ppt_h</p:attrName>
                                        </p:attrNameLst>
                                      </p:cBhvr>
                                      <p:tavLst>
                                        <p:tav tm="0">
                                          <p:val>
                                            <p:fltVal val="0"/>
                                          </p:val>
                                        </p:tav>
                                        <p:tav tm="100000">
                                          <p:val>
                                            <p:strVal val="#ppt_h"/>
                                          </p:val>
                                        </p:tav>
                                      </p:tavLst>
                                    </p:anim>
                                    <p:animEffect transition="in" filter="fade">
                                      <p:cBhvr>
                                        <p:cTn id="85" dur="500"/>
                                        <p:tgtEl>
                                          <p:spTgt spid="731180">
                                            <p:txEl>
                                              <p:pRg st="7" end="7"/>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53" presetClass="entr" presetSubtype="16" fill="hold" nodeType="clickEffect">
                                  <p:stCondLst>
                                    <p:cond delay="0"/>
                                  </p:stCondLst>
                                  <p:childTnLst>
                                    <p:set>
                                      <p:cBhvr>
                                        <p:cTn id="89" dur="1" fill="hold">
                                          <p:stCondLst>
                                            <p:cond delay="0"/>
                                          </p:stCondLst>
                                        </p:cTn>
                                        <p:tgtEl>
                                          <p:spTgt spid="731180">
                                            <p:txEl>
                                              <p:pRg st="8" end="8"/>
                                            </p:txEl>
                                          </p:spTgt>
                                        </p:tgtEl>
                                        <p:attrNameLst>
                                          <p:attrName>style.visibility</p:attrName>
                                        </p:attrNameLst>
                                      </p:cBhvr>
                                      <p:to>
                                        <p:strVal val="visible"/>
                                      </p:to>
                                    </p:set>
                                    <p:anim calcmode="lin" valueType="num">
                                      <p:cBhvr>
                                        <p:cTn id="90" dur="500" fill="hold"/>
                                        <p:tgtEl>
                                          <p:spTgt spid="731180">
                                            <p:txEl>
                                              <p:pRg st="8" end="8"/>
                                            </p:txEl>
                                          </p:spTgt>
                                        </p:tgtEl>
                                        <p:attrNameLst>
                                          <p:attrName>ppt_w</p:attrName>
                                        </p:attrNameLst>
                                      </p:cBhvr>
                                      <p:tavLst>
                                        <p:tav tm="0">
                                          <p:val>
                                            <p:fltVal val="0"/>
                                          </p:val>
                                        </p:tav>
                                        <p:tav tm="100000">
                                          <p:val>
                                            <p:strVal val="#ppt_w"/>
                                          </p:val>
                                        </p:tav>
                                      </p:tavLst>
                                    </p:anim>
                                    <p:anim calcmode="lin" valueType="num">
                                      <p:cBhvr>
                                        <p:cTn id="91" dur="500" fill="hold"/>
                                        <p:tgtEl>
                                          <p:spTgt spid="731180">
                                            <p:txEl>
                                              <p:pRg st="8" end="8"/>
                                            </p:txEl>
                                          </p:spTgt>
                                        </p:tgtEl>
                                        <p:attrNameLst>
                                          <p:attrName>ppt_h</p:attrName>
                                        </p:attrNameLst>
                                      </p:cBhvr>
                                      <p:tavLst>
                                        <p:tav tm="0">
                                          <p:val>
                                            <p:fltVal val="0"/>
                                          </p:val>
                                        </p:tav>
                                        <p:tav tm="100000">
                                          <p:val>
                                            <p:strVal val="#ppt_h"/>
                                          </p:val>
                                        </p:tav>
                                      </p:tavLst>
                                    </p:anim>
                                    <p:animEffect transition="in" filter="fade">
                                      <p:cBhvr>
                                        <p:cTn id="92" dur="500"/>
                                        <p:tgtEl>
                                          <p:spTgt spid="731180">
                                            <p:txEl>
                                              <p:pRg st="8" end="8"/>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53" presetClass="entr" presetSubtype="16" fill="hold" nodeType="clickEffect">
                                  <p:stCondLst>
                                    <p:cond delay="0"/>
                                  </p:stCondLst>
                                  <p:childTnLst>
                                    <p:set>
                                      <p:cBhvr>
                                        <p:cTn id="96" dur="1" fill="hold">
                                          <p:stCondLst>
                                            <p:cond delay="0"/>
                                          </p:stCondLst>
                                        </p:cTn>
                                        <p:tgtEl>
                                          <p:spTgt spid="731180">
                                            <p:txEl>
                                              <p:pRg st="9" end="9"/>
                                            </p:txEl>
                                          </p:spTgt>
                                        </p:tgtEl>
                                        <p:attrNameLst>
                                          <p:attrName>style.visibility</p:attrName>
                                        </p:attrNameLst>
                                      </p:cBhvr>
                                      <p:to>
                                        <p:strVal val="visible"/>
                                      </p:to>
                                    </p:set>
                                    <p:anim calcmode="lin" valueType="num">
                                      <p:cBhvr>
                                        <p:cTn id="97" dur="500" fill="hold"/>
                                        <p:tgtEl>
                                          <p:spTgt spid="731180">
                                            <p:txEl>
                                              <p:pRg st="9" end="9"/>
                                            </p:txEl>
                                          </p:spTgt>
                                        </p:tgtEl>
                                        <p:attrNameLst>
                                          <p:attrName>ppt_w</p:attrName>
                                        </p:attrNameLst>
                                      </p:cBhvr>
                                      <p:tavLst>
                                        <p:tav tm="0">
                                          <p:val>
                                            <p:fltVal val="0"/>
                                          </p:val>
                                        </p:tav>
                                        <p:tav tm="100000">
                                          <p:val>
                                            <p:strVal val="#ppt_w"/>
                                          </p:val>
                                        </p:tav>
                                      </p:tavLst>
                                    </p:anim>
                                    <p:anim calcmode="lin" valueType="num">
                                      <p:cBhvr>
                                        <p:cTn id="98" dur="500" fill="hold"/>
                                        <p:tgtEl>
                                          <p:spTgt spid="731180">
                                            <p:txEl>
                                              <p:pRg st="9" end="9"/>
                                            </p:txEl>
                                          </p:spTgt>
                                        </p:tgtEl>
                                        <p:attrNameLst>
                                          <p:attrName>ppt_h</p:attrName>
                                        </p:attrNameLst>
                                      </p:cBhvr>
                                      <p:tavLst>
                                        <p:tav tm="0">
                                          <p:val>
                                            <p:fltVal val="0"/>
                                          </p:val>
                                        </p:tav>
                                        <p:tav tm="100000">
                                          <p:val>
                                            <p:strVal val="#ppt_h"/>
                                          </p:val>
                                        </p:tav>
                                      </p:tavLst>
                                    </p:anim>
                                    <p:animEffect transition="in" filter="fade">
                                      <p:cBhvr>
                                        <p:cTn id="99" dur="500"/>
                                        <p:tgtEl>
                                          <p:spTgt spid="731180">
                                            <p:txEl>
                                              <p:pRg st="9" end="9"/>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nodeType="clickEffect">
                                  <p:stCondLst>
                                    <p:cond delay="0"/>
                                  </p:stCondLst>
                                  <p:childTnLst>
                                    <p:set>
                                      <p:cBhvr>
                                        <p:cTn id="103" dur="1" fill="hold">
                                          <p:stCondLst>
                                            <p:cond delay="0"/>
                                          </p:stCondLst>
                                        </p:cTn>
                                        <p:tgtEl>
                                          <p:spTgt spid="731180">
                                            <p:txEl>
                                              <p:pRg st="10" end="10"/>
                                            </p:txEl>
                                          </p:spTgt>
                                        </p:tgtEl>
                                        <p:attrNameLst>
                                          <p:attrName>style.visibility</p:attrName>
                                        </p:attrNameLst>
                                      </p:cBhvr>
                                      <p:to>
                                        <p:strVal val="visible"/>
                                      </p:to>
                                    </p:set>
                                    <p:anim calcmode="lin" valueType="num">
                                      <p:cBhvr>
                                        <p:cTn id="104" dur="500" fill="hold"/>
                                        <p:tgtEl>
                                          <p:spTgt spid="731180">
                                            <p:txEl>
                                              <p:pRg st="10" end="10"/>
                                            </p:txEl>
                                          </p:spTgt>
                                        </p:tgtEl>
                                        <p:attrNameLst>
                                          <p:attrName>ppt_w</p:attrName>
                                        </p:attrNameLst>
                                      </p:cBhvr>
                                      <p:tavLst>
                                        <p:tav tm="0">
                                          <p:val>
                                            <p:fltVal val="0"/>
                                          </p:val>
                                        </p:tav>
                                        <p:tav tm="100000">
                                          <p:val>
                                            <p:strVal val="#ppt_w"/>
                                          </p:val>
                                        </p:tav>
                                      </p:tavLst>
                                    </p:anim>
                                    <p:anim calcmode="lin" valueType="num">
                                      <p:cBhvr>
                                        <p:cTn id="105" dur="500" fill="hold"/>
                                        <p:tgtEl>
                                          <p:spTgt spid="731180">
                                            <p:txEl>
                                              <p:pRg st="10" end="10"/>
                                            </p:txEl>
                                          </p:spTgt>
                                        </p:tgtEl>
                                        <p:attrNameLst>
                                          <p:attrName>ppt_h</p:attrName>
                                        </p:attrNameLst>
                                      </p:cBhvr>
                                      <p:tavLst>
                                        <p:tav tm="0">
                                          <p:val>
                                            <p:fltVal val="0"/>
                                          </p:val>
                                        </p:tav>
                                        <p:tav tm="100000">
                                          <p:val>
                                            <p:strVal val="#ppt_h"/>
                                          </p:val>
                                        </p:tav>
                                      </p:tavLst>
                                    </p:anim>
                                    <p:animEffect transition="in" filter="fade">
                                      <p:cBhvr>
                                        <p:cTn id="106" dur="500"/>
                                        <p:tgtEl>
                                          <p:spTgt spid="731180">
                                            <p:txEl>
                                              <p:pRg st="10" end="10"/>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53" presetClass="entr" presetSubtype="16" fill="hold" nodeType="clickEffect">
                                  <p:stCondLst>
                                    <p:cond delay="0"/>
                                  </p:stCondLst>
                                  <p:childTnLst>
                                    <p:set>
                                      <p:cBhvr>
                                        <p:cTn id="110" dur="1" fill="hold">
                                          <p:stCondLst>
                                            <p:cond delay="0"/>
                                          </p:stCondLst>
                                        </p:cTn>
                                        <p:tgtEl>
                                          <p:spTgt spid="731180">
                                            <p:txEl>
                                              <p:pRg st="11" end="11"/>
                                            </p:txEl>
                                          </p:spTgt>
                                        </p:tgtEl>
                                        <p:attrNameLst>
                                          <p:attrName>style.visibility</p:attrName>
                                        </p:attrNameLst>
                                      </p:cBhvr>
                                      <p:to>
                                        <p:strVal val="visible"/>
                                      </p:to>
                                    </p:set>
                                    <p:anim calcmode="lin" valueType="num">
                                      <p:cBhvr>
                                        <p:cTn id="111" dur="500" fill="hold"/>
                                        <p:tgtEl>
                                          <p:spTgt spid="731180">
                                            <p:txEl>
                                              <p:pRg st="11" end="11"/>
                                            </p:txEl>
                                          </p:spTgt>
                                        </p:tgtEl>
                                        <p:attrNameLst>
                                          <p:attrName>ppt_w</p:attrName>
                                        </p:attrNameLst>
                                      </p:cBhvr>
                                      <p:tavLst>
                                        <p:tav tm="0">
                                          <p:val>
                                            <p:fltVal val="0"/>
                                          </p:val>
                                        </p:tav>
                                        <p:tav tm="100000">
                                          <p:val>
                                            <p:strVal val="#ppt_w"/>
                                          </p:val>
                                        </p:tav>
                                      </p:tavLst>
                                    </p:anim>
                                    <p:anim calcmode="lin" valueType="num">
                                      <p:cBhvr>
                                        <p:cTn id="112" dur="500" fill="hold"/>
                                        <p:tgtEl>
                                          <p:spTgt spid="731180">
                                            <p:txEl>
                                              <p:pRg st="11" end="11"/>
                                            </p:txEl>
                                          </p:spTgt>
                                        </p:tgtEl>
                                        <p:attrNameLst>
                                          <p:attrName>ppt_h</p:attrName>
                                        </p:attrNameLst>
                                      </p:cBhvr>
                                      <p:tavLst>
                                        <p:tav tm="0">
                                          <p:val>
                                            <p:fltVal val="0"/>
                                          </p:val>
                                        </p:tav>
                                        <p:tav tm="100000">
                                          <p:val>
                                            <p:strVal val="#ppt_h"/>
                                          </p:val>
                                        </p:tav>
                                      </p:tavLst>
                                    </p:anim>
                                    <p:animEffect transition="in" filter="fade">
                                      <p:cBhvr>
                                        <p:cTn id="113" dur="500"/>
                                        <p:tgtEl>
                                          <p:spTgt spid="731180">
                                            <p:txEl>
                                              <p:pRg st="11" end="11"/>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53" presetClass="entr" presetSubtype="16" fill="hold" nodeType="clickEffect">
                                  <p:stCondLst>
                                    <p:cond delay="0"/>
                                  </p:stCondLst>
                                  <p:childTnLst>
                                    <p:set>
                                      <p:cBhvr>
                                        <p:cTn id="117" dur="1" fill="hold">
                                          <p:stCondLst>
                                            <p:cond delay="0"/>
                                          </p:stCondLst>
                                        </p:cTn>
                                        <p:tgtEl>
                                          <p:spTgt spid="731180">
                                            <p:txEl>
                                              <p:pRg st="12" end="12"/>
                                            </p:txEl>
                                          </p:spTgt>
                                        </p:tgtEl>
                                        <p:attrNameLst>
                                          <p:attrName>style.visibility</p:attrName>
                                        </p:attrNameLst>
                                      </p:cBhvr>
                                      <p:to>
                                        <p:strVal val="visible"/>
                                      </p:to>
                                    </p:set>
                                    <p:anim calcmode="lin" valueType="num">
                                      <p:cBhvr>
                                        <p:cTn id="118" dur="500" fill="hold"/>
                                        <p:tgtEl>
                                          <p:spTgt spid="731180">
                                            <p:txEl>
                                              <p:pRg st="12" end="12"/>
                                            </p:txEl>
                                          </p:spTgt>
                                        </p:tgtEl>
                                        <p:attrNameLst>
                                          <p:attrName>ppt_w</p:attrName>
                                        </p:attrNameLst>
                                      </p:cBhvr>
                                      <p:tavLst>
                                        <p:tav tm="0">
                                          <p:val>
                                            <p:fltVal val="0"/>
                                          </p:val>
                                        </p:tav>
                                        <p:tav tm="100000">
                                          <p:val>
                                            <p:strVal val="#ppt_w"/>
                                          </p:val>
                                        </p:tav>
                                      </p:tavLst>
                                    </p:anim>
                                    <p:anim calcmode="lin" valueType="num">
                                      <p:cBhvr>
                                        <p:cTn id="119" dur="500" fill="hold"/>
                                        <p:tgtEl>
                                          <p:spTgt spid="731180">
                                            <p:txEl>
                                              <p:pRg st="12" end="12"/>
                                            </p:txEl>
                                          </p:spTgt>
                                        </p:tgtEl>
                                        <p:attrNameLst>
                                          <p:attrName>ppt_h</p:attrName>
                                        </p:attrNameLst>
                                      </p:cBhvr>
                                      <p:tavLst>
                                        <p:tav tm="0">
                                          <p:val>
                                            <p:fltVal val="0"/>
                                          </p:val>
                                        </p:tav>
                                        <p:tav tm="100000">
                                          <p:val>
                                            <p:strVal val="#ppt_h"/>
                                          </p:val>
                                        </p:tav>
                                      </p:tavLst>
                                    </p:anim>
                                    <p:animEffect transition="in" filter="fade">
                                      <p:cBhvr>
                                        <p:cTn id="120" dur="500"/>
                                        <p:tgtEl>
                                          <p:spTgt spid="731180">
                                            <p:txEl>
                                              <p:pRg st="12" end="12"/>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4" fill="hold" grpId="0" nodeType="clickEffect">
                                  <p:stCondLst>
                                    <p:cond delay="0"/>
                                  </p:stCondLst>
                                  <p:childTnLst>
                                    <p:set>
                                      <p:cBhvr>
                                        <p:cTn id="124" dur="1" fill="hold">
                                          <p:stCondLst>
                                            <p:cond delay="0"/>
                                          </p:stCondLst>
                                        </p:cTn>
                                        <p:tgtEl>
                                          <p:spTgt spid="4"/>
                                        </p:tgtEl>
                                        <p:attrNameLst>
                                          <p:attrName>style.visibility</p:attrName>
                                        </p:attrNameLst>
                                      </p:cBhvr>
                                      <p:to>
                                        <p:strVal val="visible"/>
                                      </p:to>
                                    </p:set>
                                    <p:animEffect transition="in" filter="wipe(down)">
                                      <p:cBhvr>
                                        <p:cTn id="125" dur="500"/>
                                        <p:tgtEl>
                                          <p:spTgt spid="4"/>
                                        </p:tgtEl>
                                      </p:cBhvr>
                                    </p:animEffect>
                                  </p:childTnLst>
                                </p:cTn>
                              </p:par>
                            </p:childTnLst>
                          </p:cTn>
                        </p:par>
                      </p:childTnLst>
                    </p:cTn>
                  </p:par>
                  <p:par>
                    <p:cTn id="126" fill="hold">
                      <p:stCondLst>
                        <p:cond delay="indefinite"/>
                      </p:stCondLst>
                      <p:childTnLst>
                        <p:par>
                          <p:cTn id="127" fill="hold">
                            <p:stCondLst>
                              <p:cond delay="0"/>
                            </p:stCondLst>
                            <p:childTnLst>
                              <p:par>
                                <p:cTn id="128" presetID="53" presetClass="entr" presetSubtype="16" fill="hold" grpId="0" nodeType="clickEffect">
                                  <p:stCondLst>
                                    <p:cond delay="0"/>
                                  </p:stCondLst>
                                  <p:childTnLst>
                                    <p:set>
                                      <p:cBhvr>
                                        <p:cTn id="129" dur="1" fill="hold">
                                          <p:stCondLst>
                                            <p:cond delay="0"/>
                                          </p:stCondLst>
                                        </p:cTn>
                                        <p:tgtEl>
                                          <p:spTgt spid="3"/>
                                        </p:tgtEl>
                                        <p:attrNameLst>
                                          <p:attrName>style.visibility</p:attrName>
                                        </p:attrNameLst>
                                      </p:cBhvr>
                                      <p:to>
                                        <p:strVal val="visible"/>
                                      </p:to>
                                    </p:set>
                                    <p:anim calcmode="lin" valueType="num">
                                      <p:cBhvr>
                                        <p:cTn id="130" dur="500" fill="hold"/>
                                        <p:tgtEl>
                                          <p:spTgt spid="3"/>
                                        </p:tgtEl>
                                        <p:attrNameLst>
                                          <p:attrName>ppt_w</p:attrName>
                                        </p:attrNameLst>
                                      </p:cBhvr>
                                      <p:tavLst>
                                        <p:tav tm="0">
                                          <p:val>
                                            <p:fltVal val="0"/>
                                          </p:val>
                                        </p:tav>
                                        <p:tav tm="100000">
                                          <p:val>
                                            <p:strVal val="#ppt_w"/>
                                          </p:val>
                                        </p:tav>
                                      </p:tavLst>
                                    </p:anim>
                                    <p:anim calcmode="lin" valueType="num">
                                      <p:cBhvr>
                                        <p:cTn id="131" dur="500" fill="hold"/>
                                        <p:tgtEl>
                                          <p:spTgt spid="3"/>
                                        </p:tgtEl>
                                        <p:attrNameLst>
                                          <p:attrName>ppt_h</p:attrName>
                                        </p:attrNameLst>
                                      </p:cBhvr>
                                      <p:tavLst>
                                        <p:tav tm="0">
                                          <p:val>
                                            <p:fltVal val="0"/>
                                          </p:val>
                                        </p:tav>
                                        <p:tav tm="100000">
                                          <p:val>
                                            <p:strVal val="#ppt_h"/>
                                          </p:val>
                                        </p:tav>
                                      </p:tavLst>
                                    </p:anim>
                                    <p:animEffect transition="in" filter="fade">
                                      <p:cBhvr>
                                        <p:cTn id="1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animBg="1"/>
      <p:bldP spid="731180" grpId="0" uiExpand="1" build="allAtOnce" animBg="1"/>
      <p:bldP spid="3" grpId="0" animBg="1"/>
      <p:bldP spid="4" grpId="0" animBg="1"/>
      <p:bldP spid="5" grpId="0"/>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63" name="Rectangle 2"/>
          <p:cNvSpPr>
            <a:spLocks noGrp="1" noChangeArrowheads="1"/>
          </p:cNvSpPr>
          <p:nvPr>
            <p:ph type="title"/>
          </p:nvPr>
        </p:nvSpPr>
        <p:spPr>
          <a:xfrm>
            <a:off x="755650" y="268288"/>
            <a:ext cx="7931150" cy="358775"/>
          </a:xfrm>
        </p:spPr>
        <p:txBody>
          <a:bodyPr lIns="92075" tIns="46038" rIns="92075" bIns="46038"/>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为文法构造预测分析表</a:t>
            </a:r>
          </a:p>
        </p:txBody>
      </p:sp>
      <p:graphicFrame>
        <p:nvGraphicFramePr>
          <p:cNvPr id="6" name="Group 18"/>
          <p:cNvGraphicFramePr>
            <a:graphicFrameLocks noGrp="1"/>
          </p:cNvGraphicFramePr>
          <p:nvPr/>
        </p:nvGraphicFramePr>
        <p:xfrm>
          <a:off x="5364088" y="34052"/>
          <a:ext cx="3214687" cy="2842512"/>
        </p:xfrm>
        <a:graphic>
          <a:graphicData uri="http://schemas.openxmlformats.org/drawingml/2006/table">
            <a:tbl>
              <a:tblPr/>
              <a:tblGrid>
                <a:gridCol w="642937">
                  <a:extLst>
                    <a:ext uri="{9D8B030D-6E8A-4147-A177-3AD203B41FA5}">
                      <a16:colId xmlns:a16="http://schemas.microsoft.com/office/drawing/2014/main" val="20000"/>
                    </a:ext>
                  </a:extLst>
                </a:gridCol>
                <a:gridCol w="1285875">
                  <a:extLst>
                    <a:ext uri="{9D8B030D-6E8A-4147-A177-3AD203B41FA5}">
                      <a16:colId xmlns:a16="http://schemas.microsoft.com/office/drawing/2014/main" val="20001"/>
                    </a:ext>
                  </a:extLst>
                </a:gridCol>
                <a:gridCol w="1285875">
                  <a:extLst>
                    <a:ext uri="{9D8B030D-6E8A-4147-A177-3AD203B41FA5}">
                      <a16:colId xmlns:a16="http://schemas.microsoft.com/office/drawing/2014/main" val="20002"/>
                    </a:ext>
                  </a:extLst>
                </a:gridCol>
              </a:tblGrid>
              <a:tr h="210216">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800" b="1" i="1" u="none" strike="noStrike" cap="none" normalizeH="0" baseline="0">
                        <a:ln>
                          <a:noFill/>
                        </a:ln>
                        <a:solidFill>
                          <a:schemeClr val="tx1"/>
                        </a:solidFill>
                        <a:effectLst/>
                        <a:latin typeface="楷体_GB2312"/>
                        <a:ea typeface="楷体_GB2312"/>
                        <a:cs typeface="楷体_GB231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产生式</a:t>
                      </a: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SELECT</a:t>
                      </a:r>
                      <a:endParaRPr kumimoji="0" lang="zh-CN" altLang="en-US" sz="18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191532">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E</a:t>
                      </a:r>
                      <a:endParaRPr kumimoji="0"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E</a:t>
                      </a: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→TE'</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rPr>
                        <a:t>  (  id</a:t>
                      </a:r>
                      <a:endParaRPr kumimoji="1" lang="zh-CN" altLang="en-US"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1532">
                <a:tc rowSpan="2">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E'→+TE'</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rPr>
                        <a:t> +</a:t>
                      </a:r>
                      <a:endParaRPr kumimoji="1" lang="zh-CN" altLang="en-US"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1532">
                <a:tc vMerge="1">
                  <a:txBody>
                    <a:bodyPr/>
                    <a:lstStyle/>
                    <a:p>
                      <a:endParaRPr lang="zh-CN"/>
                    </a:p>
                  </a:txBody>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E'→ε</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rPr>
                        <a:t> $</a:t>
                      </a:r>
                      <a:r>
                        <a:rPr kumimoji="1" lang="en-US" altLang="zh-CN"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rPr>
                        <a:t>  )</a:t>
                      </a:r>
                      <a:endParaRPr kumimoji="1" lang="zh-CN" altLang="en-US"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91532">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T→FT' </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rPr>
                        <a:t>  (  id</a:t>
                      </a:r>
                      <a:endParaRPr kumimoji="1" lang="zh-CN" altLang="en-US"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91532">
                <a:tc rowSpan="2">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T'</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T'→*FT'</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rPr>
                        <a:t> *</a:t>
                      </a:r>
                      <a:endParaRPr kumimoji="1" lang="zh-CN" altLang="en-US"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91532">
                <a:tc vMerge="1">
                  <a:txBody>
                    <a:bodyPr/>
                    <a:lstStyle/>
                    <a:p>
                      <a:endParaRPr lang="zh-CN"/>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T'→ε</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lang="en-US" altLang="zh-CN" sz="1600" b="1" dirty="0">
                          <a:solidFill>
                            <a:schemeClr val="hlink"/>
                          </a:solidFill>
                          <a:latin typeface="Times New Roman" panose="02020603050405020304" pitchFamily="18" charset="0"/>
                          <a:ea typeface="楷体_GB2312"/>
                          <a:cs typeface="Times New Roman" panose="02020603050405020304" pitchFamily="18" charset="0"/>
                        </a:rPr>
                        <a:t>+</a:t>
                      </a:r>
                      <a:r>
                        <a:rPr lang="zh-CN" altLang="en-US" sz="1600" b="1" dirty="0">
                          <a:solidFill>
                            <a:schemeClr val="hlink"/>
                          </a:solidFill>
                          <a:latin typeface="Times New Roman" panose="02020603050405020304" pitchFamily="18" charset="0"/>
                          <a:ea typeface="楷体_GB2312"/>
                          <a:cs typeface="Times New Roman" panose="02020603050405020304" pitchFamily="18" charset="0"/>
                        </a:rPr>
                        <a:t>  </a:t>
                      </a:r>
                      <a:r>
                        <a:rPr lang="en-US" altLang="zh-CN" sz="1600" b="1" dirty="0">
                          <a:solidFill>
                            <a:schemeClr val="hlink"/>
                          </a:solidFill>
                          <a:latin typeface="Times New Roman" panose="02020603050405020304" pitchFamily="18" charset="0"/>
                          <a:ea typeface="楷体_GB2312"/>
                          <a:cs typeface="Times New Roman" panose="02020603050405020304" pitchFamily="18" charset="0"/>
                        </a:rPr>
                        <a:t>)  </a:t>
                      </a:r>
                      <a:r>
                        <a:rPr lang="en-US" altLang="zh-CN" sz="1600" b="1" dirty="0">
                          <a:solidFill>
                            <a:schemeClr val="tx2">
                              <a:lumMod val="60000"/>
                              <a:lumOff val="40000"/>
                            </a:schemeClr>
                          </a:solidFill>
                          <a:latin typeface="Times New Roman" panose="02020603050405020304" pitchFamily="18" charset="0"/>
                          <a:ea typeface="楷体_GB2312"/>
                          <a:cs typeface="Times New Roman" panose="02020603050405020304" pitchFamily="18" charset="0"/>
                        </a:rPr>
                        <a:t>$</a:t>
                      </a:r>
                      <a:endParaRPr kumimoji="1" lang="zh-CN" altLang="en-US"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91532">
                <a:tc rowSpan="2">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F→</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E </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rPr>
                        <a:t> (</a:t>
                      </a:r>
                      <a:endParaRPr kumimoji="1" lang="zh-CN" altLang="en-US"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91532">
                <a:tc vMerge="1">
                  <a:txBody>
                    <a:bodyPr/>
                    <a:lstStyle/>
                    <a:p>
                      <a:endParaRPr lang="zh-CN"/>
                    </a:p>
                  </a:txBody>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rPr>
                        <a:t>  id</a:t>
                      </a:r>
                      <a:endParaRPr kumimoji="1" lang="zh-CN" altLang="en-US"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8" name="Group 18"/>
          <p:cNvGraphicFramePr>
            <a:graphicFrameLocks noGrp="1"/>
          </p:cNvGraphicFramePr>
          <p:nvPr/>
        </p:nvGraphicFramePr>
        <p:xfrm>
          <a:off x="571500" y="2890095"/>
          <a:ext cx="8001000" cy="2247816"/>
        </p:xfrm>
        <a:graphic>
          <a:graphicData uri="http://schemas.openxmlformats.org/drawingml/2006/table">
            <a:tbl>
              <a:tblPr/>
              <a:tblGrid>
                <a:gridCol w="1336204">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1154981">
                  <a:extLst>
                    <a:ext uri="{9D8B030D-6E8A-4147-A177-3AD203B41FA5}">
                      <a16:colId xmlns:a16="http://schemas.microsoft.com/office/drawing/2014/main" val="20002"/>
                    </a:ext>
                  </a:extLst>
                </a:gridCol>
                <a:gridCol w="1214437">
                  <a:extLst>
                    <a:ext uri="{9D8B030D-6E8A-4147-A177-3AD203B41FA5}">
                      <a16:colId xmlns:a16="http://schemas.microsoft.com/office/drawing/2014/main" val="20003"/>
                    </a:ext>
                  </a:extLst>
                </a:gridCol>
                <a:gridCol w="1214438">
                  <a:extLst>
                    <a:ext uri="{9D8B030D-6E8A-4147-A177-3AD203B41FA5}">
                      <a16:colId xmlns:a16="http://schemas.microsoft.com/office/drawing/2014/main" val="20004"/>
                    </a:ext>
                  </a:extLst>
                </a:gridCol>
                <a:gridCol w="1000125">
                  <a:extLst>
                    <a:ext uri="{9D8B030D-6E8A-4147-A177-3AD203B41FA5}">
                      <a16:colId xmlns:a16="http://schemas.microsoft.com/office/drawing/2014/main" val="20005"/>
                    </a:ext>
                  </a:extLst>
                </a:gridCol>
                <a:gridCol w="928687">
                  <a:extLst>
                    <a:ext uri="{9D8B030D-6E8A-4147-A177-3AD203B41FA5}">
                      <a16:colId xmlns:a16="http://schemas.microsoft.com/office/drawing/2014/main" val="20006"/>
                    </a:ext>
                  </a:extLst>
                </a:gridCol>
              </a:tblGrid>
              <a:tr h="191282">
                <a:tc rowSpan="2">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70C0"/>
                          </a:solidFill>
                          <a:effectLst/>
                          <a:latin typeface="华文楷体" panose="02010600040101010101" pitchFamily="2" charset="-122"/>
                          <a:ea typeface="华文楷体" panose="02010600040101010101" pitchFamily="2" charset="-122"/>
                        </a:rPr>
                        <a:t>非终结符</a:t>
                      </a:r>
                    </a:p>
                  </a:txBody>
                  <a:tcPr marL="183558" marR="183558"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gridSpan="6">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70C0"/>
                          </a:solidFill>
                          <a:effectLst/>
                          <a:latin typeface="楷体" panose="02010609060101010101" pitchFamily="49" charset="-122"/>
                          <a:ea typeface="楷体" panose="02010609060101010101" pitchFamily="49" charset="-122"/>
                          <a:cs typeface="Times New Roman" panose="02020603050405020304" pitchFamily="18" charset="0"/>
                        </a:rPr>
                        <a:t>输入符号</a:t>
                      </a: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191282">
                <a:tc vMerge="1">
                  <a:txBody>
                    <a:bodyPr/>
                    <a:lstStyle/>
                    <a:p>
                      <a:endParaRPr lang="zh-CN"/>
                    </a:p>
                  </a:txBody>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0070C0"/>
                          </a:solidFill>
                          <a:effectLst/>
                          <a:latin typeface="Times New Roman" panose="02020603050405020304" pitchFamily="18" charset="0"/>
                          <a:ea typeface="宋体" panose="02010600030101010101" pitchFamily="2" charset="-122"/>
                        </a:rPr>
                        <a:t>id</a:t>
                      </a:r>
                      <a:endParaRPr kumimoji="0" lang="zh-CN" altLang="en-US" sz="1800" b="1" i="0" u="none" strike="noStrike" cap="none" normalizeH="0" baseline="0" dirty="0">
                        <a:ln>
                          <a:noFill/>
                        </a:ln>
                        <a:solidFill>
                          <a:srgbClr val="0070C0"/>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70C0"/>
                          </a:solidFill>
                          <a:effectLst/>
                          <a:latin typeface="Times New Roman" panose="02020603050405020304" pitchFamily="18" charset="0"/>
                          <a:ea typeface="宋体" panose="02010600030101010101" pitchFamily="2" charset="-122"/>
                        </a:rPr>
                        <a:t>+</a:t>
                      </a:r>
                      <a:endParaRPr kumimoji="1" lang="zh-CN" altLang="en-US" sz="1800" b="1" i="0" u="none" strike="noStrike" cap="none" normalizeH="0" baseline="0" dirty="0">
                        <a:ln>
                          <a:noFill/>
                        </a:ln>
                        <a:solidFill>
                          <a:srgbClr val="0070C0"/>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1" u="none" strike="noStrike" cap="none" normalizeH="0" baseline="0" dirty="0">
                          <a:ln>
                            <a:noFill/>
                          </a:ln>
                          <a:solidFill>
                            <a:srgbClr val="0070C0"/>
                          </a:solidFill>
                          <a:effectLst/>
                          <a:latin typeface="Times New Roman" panose="02020603050405020304" pitchFamily="18" charset="0"/>
                          <a:ea typeface="宋体" panose="02010600030101010101" pitchFamily="2" charset="-122"/>
                        </a:rPr>
                        <a:t>*</a:t>
                      </a:r>
                      <a:endParaRPr kumimoji="0" lang="zh-CN" altLang="en-US" sz="1800" b="1" i="0" u="none" strike="noStrike" cap="none" normalizeH="0" baseline="0" dirty="0">
                        <a:ln>
                          <a:noFill/>
                        </a:ln>
                        <a:solidFill>
                          <a:srgbClr val="0070C0"/>
                        </a:solidFill>
                        <a:effectLst/>
                        <a:latin typeface="Candara" panose="020E0502030303020204" pitchFamily="34" charset="0"/>
                        <a:ea typeface="华文楷体" panose="02010600040101010101" pitchFamily="2" charset="-122"/>
                      </a:endParaRPr>
                    </a:p>
                  </a:txBody>
                  <a:tcPr marL="183558" marR="183558"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0070C0"/>
                          </a:solidFill>
                          <a:effectLst/>
                          <a:latin typeface="Times New Roman" panose="02020603050405020304" pitchFamily="18" charset="0"/>
                          <a:ea typeface="宋体" panose="02010600030101010101" pitchFamily="2" charset="-122"/>
                        </a:rPr>
                        <a:t>( </a:t>
                      </a:r>
                      <a:endParaRPr kumimoji="0" lang="zh-CN" altLang="en-US" sz="1800" b="1" i="0" u="none" strike="noStrike" cap="none" normalizeH="0" baseline="0" dirty="0">
                        <a:ln>
                          <a:noFill/>
                        </a:ln>
                        <a:solidFill>
                          <a:srgbClr val="0070C0"/>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0070C0"/>
                          </a:solidFill>
                          <a:effectLst/>
                          <a:latin typeface="Times New Roman" panose="02020603050405020304" pitchFamily="18" charset="0"/>
                          <a:ea typeface="宋体" panose="02010600030101010101" pitchFamily="2" charset="-122"/>
                        </a:rPr>
                        <a:t>)</a:t>
                      </a:r>
                      <a:endParaRPr kumimoji="0" lang="zh-CN" altLang="en-US" sz="1800" b="1" i="0" u="none" strike="noStrike" cap="none" normalizeH="0" baseline="0" dirty="0">
                        <a:ln>
                          <a:noFill/>
                        </a:ln>
                        <a:solidFill>
                          <a:srgbClr val="0070C0"/>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a:t>
                      </a: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800" b="1"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17427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1" u="none" strike="noStrike" cap="none" normalizeH="0" baseline="0" dirty="0">
                          <a:ln>
                            <a:noFill/>
                          </a:ln>
                          <a:solidFill>
                            <a:srgbClr val="0070C0"/>
                          </a:solidFill>
                          <a:effectLst/>
                          <a:latin typeface="Times New Roman" panose="02020603050405020304" pitchFamily="18" charset="0"/>
                          <a:ea typeface="宋体" panose="02010600030101010101" pitchFamily="2" charset="-122"/>
                        </a:rPr>
                        <a:t>E</a:t>
                      </a:r>
                      <a:endParaRPr kumimoji="0" lang="zh-CN" altLang="en-US" sz="1600" b="1" i="1" u="none" strike="noStrike" cap="none" normalizeH="0" baseline="0" dirty="0">
                        <a:ln>
                          <a:noFill/>
                        </a:ln>
                        <a:solidFill>
                          <a:srgbClr val="0070C0"/>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E</a:t>
                      </a: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→TE'</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E</a:t>
                      </a: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→TE'</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7427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0070C0"/>
                          </a:solidFill>
                          <a:effectLst/>
                          <a:latin typeface="Times New Roman" panose="02020603050405020304" pitchFamily="18" charset="0"/>
                          <a:ea typeface="宋体" panose="02010600030101010101" pitchFamily="2" charset="-122"/>
                        </a:rPr>
                        <a:t>E'</a:t>
                      </a:r>
                      <a:endParaRPr kumimoji="1" lang="zh-CN" altLang="en-US" sz="1600" b="1" i="1" u="none" strike="noStrike" cap="none" normalizeH="0" baseline="0" dirty="0">
                        <a:ln>
                          <a:noFill/>
                        </a:ln>
                        <a:solidFill>
                          <a:srgbClr val="0070C0"/>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E'→+TE’</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E'→ε</a:t>
                      </a:r>
                      <a:endParaRPr kumimoji="0" lang="zh-CN" altLang="en-US" sz="1600" b="1"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E'→ε</a:t>
                      </a:r>
                      <a:endParaRPr kumimoji="0" lang="zh-CN" altLang="en-US" sz="1600" b="1"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7427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0070C0"/>
                          </a:solidFill>
                          <a:effectLst/>
                          <a:latin typeface="Times New Roman" panose="02020603050405020304" pitchFamily="18" charset="0"/>
                          <a:ea typeface="宋体" panose="02010600030101010101" pitchFamily="2" charset="-122"/>
                        </a:rPr>
                        <a:t>T</a:t>
                      </a:r>
                      <a:endParaRPr kumimoji="1" lang="zh-CN" altLang="en-US" sz="1600" b="1" i="1" u="none" strike="noStrike" cap="none" normalizeH="0" baseline="0" dirty="0">
                        <a:ln>
                          <a:noFill/>
                        </a:ln>
                        <a:solidFill>
                          <a:srgbClr val="0070C0"/>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T→FT' </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T→FT' </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7427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0070C0"/>
                          </a:solidFill>
                          <a:effectLst/>
                          <a:latin typeface="Times New Roman" panose="02020603050405020304" pitchFamily="18" charset="0"/>
                          <a:ea typeface="宋体" panose="02010600030101010101" pitchFamily="2" charset="-122"/>
                        </a:rPr>
                        <a:t>T'</a:t>
                      </a:r>
                      <a:endParaRPr kumimoji="1" lang="zh-CN" altLang="en-US" sz="1600" b="1" i="1" u="none" strike="noStrike" cap="none" normalizeH="0" baseline="0" dirty="0">
                        <a:ln>
                          <a:noFill/>
                        </a:ln>
                        <a:solidFill>
                          <a:srgbClr val="0070C0"/>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T'→ε</a:t>
                      </a: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T'→*FT’</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T'→ε</a:t>
                      </a: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T'→ε</a:t>
                      </a:r>
                      <a:endParaRPr kumimoji="1" lang="zh-CN" altLang="en-US"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7427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0070C0"/>
                          </a:solidFill>
                          <a:effectLst/>
                          <a:latin typeface="Times New Roman" panose="02020603050405020304" pitchFamily="18" charset="0"/>
                          <a:ea typeface="宋体" panose="02010600030101010101" pitchFamily="2" charset="-122"/>
                        </a:rPr>
                        <a:t>F</a:t>
                      </a:r>
                      <a:endParaRPr kumimoji="1" lang="zh-CN" altLang="en-US" sz="1600" b="1" i="1" u="none" strike="noStrike" cap="none" normalizeH="0" baseline="0" dirty="0">
                        <a:ln>
                          <a:noFill/>
                        </a:ln>
                        <a:solidFill>
                          <a:srgbClr val="0070C0"/>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 </a:t>
                      </a: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 name="矩形 1"/>
          <p:cNvSpPr/>
          <p:nvPr/>
        </p:nvSpPr>
        <p:spPr>
          <a:xfrm>
            <a:off x="539552" y="843558"/>
            <a:ext cx="4680520" cy="172819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500"/>
              </a:lnSpc>
            </a:pPr>
            <a:r>
              <a:rPr lang="zh-CN" altLang="en-US" sz="2200" b="1" dirty="0">
                <a:solidFill>
                  <a:srgbClr val="0070C0"/>
                </a:solidFill>
                <a:latin typeface="Times New Roman" panose="02020603050405020304" pitchFamily="18" charset="0"/>
                <a:cs typeface="Times New Roman" panose="02020603050405020304" pitchFamily="18" charset="0"/>
              </a:rPr>
              <a:t>可以证明：</a:t>
            </a:r>
            <a:r>
              <a:rPr lang="zh-CN" altLang="en-US" sz="2200" b="1" dirty="0">
                <a:solidFill>
                  <a:srgbClr val="FF0000"/>
                </a:solidFill>
                <a:latin typeface="Times New Roman" panose="02020603050405020304" pitchFamily="18" charset="0"/>
                <a:cs typeface="Times New Roman" panose="02020603050405020304" pitchFamily="18" charset="0"/>
              </a:rPr>
              <a:t>文法</a:t>
            </a:r>
            <a:r>
              <a:rPr lang="en-US" altLang="zh-CN" sz="2200" b="1" dirty="0">
                <a:solidFill>
                  <a:srgbClr val="FF0000"/>
                </a:solidFill>
                <a:latin typeface="Times New Roman" panose="02020603050405020304" pitchFamily="18" charset="0"/>
                <a:cs typeface="Times New Roman" panose="02020603050405020304" pitchFamily="18" charset="0"/>
              </a:rPr>
              <a:t>G</a:t>
            </a:r>
            <a:r>
              <a:rPr lang="zh-CN" altLang="en-US" sz="2200" b="1" dirty="0">
                <a:solidFill>
                  <a:srgbClr val="FF0000"/>
                </a:solidFill>
                <a:latin typeface="Times New Roman" panose="02020603050405020304" pitchFamily="18" charset="0"/>
                <a:cs typeface="Times New Roman" panose="02020603050405020304" pitchFamily="18" charset="0"/>
              </a:rPr>
              <a:t>是</a:t>
            </a:r>
            <a:r>
              <a:rPr lang="en-US" altLang="zh-CN" sz="2200" b="1" dirty="0">
                <a:solidFill>
                  <a:srgbClr val="FF0000"/>
                </a:solidFill>
                <a:latin typeface="Times New Roman" panose="02020603050405020304" pitchFamily="18" charset="0"/>
                <a:cs typeface="Times New Roman" panose="02020603050405020304" pitchFamily="18" charset="0"/>
              </a:rPr>
              <a:t>LL(1)</a:t>
            </a:r>
            <a:r>
              <a:rPr lang="zh-CN" altLang="en-US" sz="2200" b="1" dirty="0">
                <a:solidFill>
                  <a:srgbClr val="FF0000"/>
                </a:solidFill>
                <a:latin typeface="Times New Roman" panose="02020603050405020304" pitchFamily="18" charset="0"/>
                <a:cs typeface="Times New Roman" panose="02020603050405020304" pitchFamily="18" charset="0"/>
              </a:rPr>
              <a:t>文法</a:t>
            </a:r>
            <a:r>
              <a:rPr lang="zh-CN" altLang="en-US" sz="2200" b="1" dirty="0">
                <a:solidFill>
                  <a:srgbClr val="0070C0"/>
                </a:solidFill>
                <a:latin typeface="Times New Roman" panose="02020603050405020304" pitchFamily="18" charset="0"/>
                <a:cs typeface="Times New Roman" panose="02020603050405020304" pitchFamily="18" charset="0"/>
              </a:rPr>
              <a:t>，</a:t>
            </a:r>
            <a:r>
              <a:rPr lang="zh-CN" altLang="en-US" sz="2200" b="1" dirty="0">
                <a:solidFill>
                  <a:srgbClr val="FF0000"/>
                </a:solidFill>
                <a:latin typeface="Times New Roman" panose="02020603050405020304" pitchFamily="18" charset="0"/>
                <a:cs typeface="Times New Roman" panose="02020603050405020304" pitchFamily="18" charset="0"/>
              </a:rPr>
              <a:t>当且仅当</a:t>
            </a:r>
            <a:r>
              <a:rPr lang="zh-CN" altLang="en-US" sz="2200" b="1" dirty="0">
                <a:solidFill>
                  <a:schemeClr val="tx1"/>
                </a:solidFill>
                <a:latin typeface="Times New Roman" panose="02020603050405020304" pitchFamily="18" charset="0"/>
                <a:cs typeface="Times New Roman" panose="02020603050405020304" pitchFamily="18" charset="0"/>
              </a:rPr>
              <a:t>文法</a:t>
            </a:r>
            <a:r>
              <a:rPr lang="en-US" altLang="zh-CN" sz="2200" b="1" dirty="0">
                <a:solidFill>
                  <a:schemeClr val="tx1"/>
                </a:solidFill>
                <a:latin typeface="Times New Roman" panose="02020603050405020304" pitchFamily="18" charset="0"/>
                <a:cs typeface="Times New Roman" panose="02020603050405020304" pitchFamily="18" charset="0"/>
              </a:rPr>
              <a:t>G</a:t>
            </a:r>
            <a:r>
              <a:rPr lang="zh-CN" altLang="en-US" sz="2200" b="1" dirty="0">
                <a:solidFill>
                  <a:schemeClr val="tx1"/>
                </a:solidFill>
                <a:latin typeface="Times New Roman" panose="02020603050405020304" pitchFamily="18" charset="0"/>
                <a:cs typeface="Times New Roman" panose="02020603050405020304" pitchFamily="18" charset="0"/>
              </a:rPr>
              <a:t>的</a:t>
            </a:r>
            <a:r>
              <a:rPr lang="zh-CN" altLang="en-US" sz="2200" b="1" dirty="0">
                <a:solidFill>
                  <a:srgbClr val="0070C0"/>
                </a:solidFill>
                <a:latin typeface="Times New Roman" panose="02020603050405020304" pitchFamily="18" charset="0"/>
                <a:cs typeface="Times New Roman" panose="02020603050405020304" pitchFamily="18" charset="0"/>
              </a:rPr>
              <a:t>预测分析表</a:t>
            </a:r>
            <a:r>
              <a:rPr lang="zh-CN" altLang="en-US" sz="2200" b="1" dirty="0">
                <a:solidFill>
                  <a:schemeClr val="tx1"/>
                </a:solidFill>
                <a:latin typeface="Times New Roman" panose="02020603050405020304" pitchFamily="18" charset="0"/>
                <a:cs typeface="Times New Roman" panose="02020603050405020304" pitchFamily="18" charset="0"/>
              </a:rPr>
              <a:t>中，任何表项都</a:t>
            </a:r>
            <a:r>
              <a:rPr lang="zh-CN" altLang="en-US" sz="2200" b="1" dirty="0">
                <a:solidFill>
                  <a:srgbClr val="FF0000"/>
                </a:solidFill>
                <a:latin typeface="Times New Roman" panose="02020603050405020304" pitchFamily="18" charset="0"/>
                <a:cs typeface="Times New Roman" panose="02020603050405020304" pitchFamily="18" charset="0"/>
              </a:rPr>
              <a:t>不包含多重定义的冲突条目</a:t>
            </a:r>
            <a:r>
              <a:rPr lang="zh-CN" altLang="en-US" sz="2200" b="1" dirty="0">
                <a:solidFill>
                  <a:schemeClr val="tx1"/>
                </a:solidFill>
                <a:latin typeface="Times New Roman" panose="02020603050405020304" pitchFamily="18" charset="0"/>
                <a:cs typeface="Times New Roman" panose="02020603050405020304" pitchFamily="18" charset="0"/>
              </a:rPr>
              <a:t>，即不包含两条以上的产生式。</a:t>
            </a:r>
          </a:p>
        </p:txBody>
      </p:sp>
      <p:sp>
        <p:nvSpPr>
          <p:cNvPr id="4" name="灯片编号占位符 3"/>
          <p:cNvSpPr>
            <a:spLocks noGrp="1"/>
          </p:cNvSpPr>
          <p:nvPr>
            <p:ph type="sldNum" sz="quarter" idx="12"/>
          </p:nvPr>
        </p:nvSpPr>
        <p:spPr/>
        <p:txBody>
          <a:bodyPr/>
          <a:lstStyle/>
          <a:p>
            <a:pPr>
              <a:defRPr/>
            </a:pPr>
            <a:fld id="{EA567855-7F13-4FC5-AD61-2B82F6443E16}" type="slidenum">
              <a:rPr lang="zh-CN" altLang="en-US" smtClean="0"/>
              <a:t>44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down)">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55576" y="958850"/>
            <a:ext cx="7560840" cy="3701132"/>
          </a:xfrm>
        </p:spPr>
        <p:txBody>
          <a:bodyPr/>
          <a:lstStyle/>
          <a:p>
            <a:pPr eaLnBrk="1" hangingPunct="1">
              <a:lnSpc>
                <a:spcPct val="90000"/>
              </a:lnSpc>
              <a:buNone/>
            </a:pPr>
            <a:r>
              <a:rPr lang="zh-CN" altLang="en-US" dirty="0">
                <a:cs typeface="Times New Roman" panose="02020603050405020304" pitchFamily="18" charset="0"/>
              </a:rPr>
              <a:t>算法</a:t>
            </a:r>
            <a:r>
              <a:rPr lang="en-US" altLang="zh-CN" dirty="0">
                <a:cs typeface="Times New Roman" panose="02020603050405020304" pitchFamily="18" charset="0"/>
              </a:rPr>
              <a:t>4.6 </a:t>
            </a:r>
            <a:r>
              <a:rPr lang="zh-CN" altLang="en-US" dirty="0">
                <a:cs typeface="Times New Roman" panose="02020603050405020304" pitchFamily="18" charset="0"/>
              </a:rPr>
              <a:t>预测分析表</a:t>
            </a:r>
            <a:r>
              <a:rPr lang="en-US" altLang="zh-CN" dirty="0">
                <a:cs typeface="Times New Roman" panose="02020603050405020304" pitchFamily="18" charset="0"/>
              </a:rPr>
              <a:t>(</a:t>
            </a:r>
            <a:r>
              <a:rPr lang="en-US" altLang="zh-CN" i="1" dirty="0">
                <a:cs typeface="Times New Roman" panose="02020603050405020304" pitchFamily="18" charset="0"/>
              </a:rPr>
              <a:t>LL</a:t>
            </a:r>
            <a:r>
              <a:rPr lang="en-US" altLang="zh-CN" dirty="0">
                <a:cs typeface="Times New Roman" panose="02020603050405020304" pitchFamily="18" charset="0"/>
              </a:rPr>
              <a:t>(1)</a:t>
            </a:r>
            <a:r>
              <a:rPr lang="zh-CN" altLang="en-US" dirty="0">
                <a:cs typeface="Times New Roman" panose="02020603050405020304" pitchFamily="18" charset="0"/>
              </a:rPr>
              <a:t>分析表</a:t>
            </a:r>
            <a:r>
              <a:rPr lang="en-US" altLang="zh-CN" dirty="0">
                <a:cs typeface="Times New Roman" panose="02020603050405020304" pitchFamily="18" charset="0"/>
              </a:rPr>
              <a:t>)</a:t>
            </a:r>
            <a:r>
              <a:rPr lang="zh-CN" altLang="en-US" dirty="0">
                <a:cs typeface="Times New Roman" panose="02020603050405020304" pitchFamily="18" charset="0"/>
              </a:rPr>
              <a:t>的构造算法。</a:t>
            </a:r>
          </a:p>
          <a:p>
            <a:pPr eaLnBrk="1" hangingPunct="1">
              <a:lnSpc>
                <a:spcPct val="90000"/>
              </a:lnSpc>
              <a:buNone/>
            </a:pPr>
            <a:r>
              <a:rPr lang="zh-CN" altLang="en-US" dirty="0">
                <a:cs typeface="Times New Roman" panose="02020603050405020304" pitchFamily="18" charset="0"/>
              </a:rPr>
              <a:t>输入：文法</a:t>
            </a:r>
            <a:r>
              <a:rPr lang="en-US" altLang="zh-CN" i="1" dirty="0">
                <a:cs typeface="Times New Roman" panose="02020603050405020304" pitchFamily="18" charset="0"/>
              </a:rPr>
              <a:t>G</a:t>
            </a:r>
            <a:r>
              <a:rPr lang="en-US" altLang="zh-CN" dirty="0">
                <a:cs typeface="Times New Roman" panose="02020603050405020304" pitchFamily="18" charset="0"/>
              </a:rPr>
              <a:t>;</a:t>
            </a:r>
          </a:p>
          <a:p>
            <a:pPr eaLnBrk="1" hangingPunct="1">
              <a:lnSpc>
                <a:spcPct val="90000"/>
              </a:lnSpc>
              <a:buNone/>
            </a:pPr>
            <a:r>
              <a:rPr lang="zh-CN" altLang="en-US" dirty="0">
                <a:cs typeface="Times New Roman" panose="02020603050405020304" pitchFamily="18" charset="0"/>
              </a:rPr>
              <a:t>输出：分析表</a:t>
            </a:r>
            <a:r>
              <a:rPr lang="en-US" altLang="zh-CN" i="1" dirty="0">
                <a:cs typeface="Times New Roman" panose="02020603050405020304" pitchFamily="18" charset="0"/>
              </a:rPr>
              <a:t>M</a:t>
            </a:r>
            <a:r>
              <a:rPr lang="en-US" altLang="zh-CN" dirty="0">
                <a:cs typeface="Times New Roman" panose="02020603050405020304" pitchFamily="18" charset="0"/>
              </a:rPr>
              <a:t>;</a:t>
            </a:r>
          </a:p>
          <a:p>
            <a:pPr eaLnBrk="1" hangingPunct="1">
              <a:lnSpc>
                <a:spcPct val="90000"/>
              </a:lnSpc>
              <a:buNone/>
            </a:pPr>
            <a:r>
              <a:rPr lang="zh-CN" altLang="en-US" dirty="0">
                <a:cs typeface="Times New Roman" panose="02020603050405020304" pitchFamily="18" charset="0"/>
              </a:rPr>
              <a:t>步骤：</a:t>
            </a:r>
          </a:p>
          <a:p>
            <a:pPr eaLnBrk="1" hangingPunct="1">
              <a:lnSpc>
                <a:spcPct val="90000"/>
              </a:lnSpc>
              <a:buNone/>
            </a:pPr>
            <a:r>
              <a:rPr lang="en-US" altLang="zh-CN" dirty="0">
                <a:cs typeface="Times New Roman" panose="02020603050405020304" pitchFamily="18" charset="0"/>
              </a:rPr>
              <a:t>1. </a:t>
            </a:r>
            <a:r>
              <a:rPr lang="zh-CN" altLang="en-US" dirty="0">
                <a:cs typeface="Times New Roman" panose="02020603050405020304" pitchFamily="18" charset="0"/>
              </a:rPr>
              <a:t>对</a:t>
            </a:r>
            <a:r>
              <a:rPr lang="en-US" altLang="zh-CN" i="1" dirty="0">
                <a:cs typeface="Times New Roman" panose="02020603050405020304" pitchFamily="18" charset="0"/>
              </a:rPr>
              <a:t>G</a:t>
            </a:r>
            <a:r>
              <a:rPr lang="zh-CN" altLang="en-US" dirty="0">
                <a:cs typeface="Times New Roman" panose="02020603050405020304" pitchFamily="18" charset="0"/>
              </a:rPr>
              <a:t>中的任意一个产生式</a:t>
            </a:r>
            <a:r>
              <a:rPr lang="en-US" altLang="zh-CN" i="1" dirty="0">
                <a:cs typeface="Times New Roman" panose="02020603050405020304" pitchFamily="18" charset="0"/>
              </a:rPr>
              <a:t>A</a:t>
            </a:r>
            <a:r>
              <a:rPr lang="en-US" altLang="zh-CN" dirty="0">
                <a:cs typeface="Times New Roman" panose="02020603050405020304" pitchFamily="18" charset="0"/>
              </a:rPr>
              <a:t>→</a:t>
            </a:r>
            <a:r>
              <a:rPr lang="en-US" altLang="zh-CN" i="1" dirty="0">
                <a:cs typeface="Times New Roman" panose="02020603050405020304" pitchFamily="18" charset="0"/>
              </a:rPr>
              <a:t>α</a:t>
            </a:r>
            <a:r>
              <a:rPr lang="en-US" altLang="zh-CN" dirty="0">
                <a:cs typeface="Times New Roman" panose="02020603050405020304" pitchFamily="18" charset="0"/>
              </a:rPr>
              <a:t>, </a:t>
            </a:r>
            <a:r>
              <a:rPr lang="zh-CN" altLang="en-US" dirty="0">
                <a:cs typeface="Times New Roman" panose="02020603050405020304" pitchFamily="18" charset="0"/>
              </a:rPr>
              <a:t>执行第</a:t>
            </a:r>
            <a:r>
              <a:rPr lang="en-US" altLang="zh-CN" dirty="0">
                <a:cs typeface="Times New Roman" panose="02020603050405020304" pitchFamily="18" charset="0"/>
              </a:rPr>
              <a:t>2</a:t>
            </a:r>
            <a:r>
              <a:rPr lang="zh-CN" altLang="en-US" dirty="0">
                <a:cs typeface="Times New Roman" panose="02020603050405020304" pitchFamily="18" charset="0"/>
              </a:rPr>
              <a:t>步和第</a:t>
            </a:r>
            <a:r>
              <a:rPr lang="en-US" altLang="zh-CN" dirty="0">
                <a:cs typeface="Times New Roman" panose="02020603050405020304" pitchFamily="18" charset="0"/>
              </a:rPr>
              <a:t>3</a:t>
            </a:r>
            <a:r>
              <a:rPr lang="zh-CN" altLang="en-US" dirty="0">
                <a:cs typeface="Times New Roman" panose="02020603050405020304" pitchFamily="18" charset="0"/>
              </a:rPr>
              <a:t>步</a:t>
            </a:r>
            <a:r>
              <a:rPr lang="en-US" altLang="zh-CN" dirty="0">
                <a:cs typeface="Times New Roman" panose="02020603050405020304" pitchFamily="18" charset="0"/>
              </a:rPr>
              <a:t>;</a:t>
            </a:r>
          </a:p>
          <a:p>
            <a:pPr eaLnBrk="1" hangingPunct="1">
              <a:lnSpc>
                <a:spcPct val="90000"/>
              </a:lnSpc>
              <a:buNone/>
            </a:pPr>
            <a:r>
              <a:rPr lang="en-US" altLang="zh-CN" dirty="0">
                <a:cs typeface="Times New Roman" panose="02020603050405020304" pitchFamily="18" charset="0"/>
              </a:rPr>
              <a:t>2.</a:t>
            </a:r>
            <a:r>
              <a:rPr lang="zh-CN" altLang="en-US" dirty="0">
                <a:cs typeface="Times New Roman" panose="02020603050405020304" pitchFamily="18" charset="0"/>
              </a:rPr>
              <a:t> </a:t>
            </a:r>
            <a:r>
              <a:rPr lang="en-US" altLang="zh-CN" dirty="0">
                <a:cs typeface="Times New Roman" panose="02020603050405020304" pitchFamily="18" charset="0"/>
              </a:rPr>
              <a:t>for </a:t>
            </a:r>
            <a:r>
              <a:rPr lang="en-US" altLang="zh-CN" dirty="0">
                <a:cs typeface="Times New Roman" panose="02020603050405020304" pitchFamily="18" charset="0"/>
                <a:sym typeface="Symbol" panose="05050102010706020507" pitchFamily="18" charset="2"/>
              </a:rPr>
              <a:t></a:t>
            </a:r>
            <a:r>
              <a:rPr lang="en-US" altLang="zh-CN" i="1" dirty="0" err="1">
                <a:solidFill>
                  <a:srgbClr val="0000FF"/>
                </a:solidFill>
                <a:cs typeface="Times New Roman" panose="02020603050405020304" pitchFamily="18" charset="0"/>
              </a:rPr>
              <a:t>a</a:t>
            </a:r>
            <a:r>
              <a:rPr lang="en-US" altLang="zh-CN" dirty="0" err="1">
                <a:solidFill>
                  <a:srgbClr val="0000FF"/>
                </a:solidFill>
                <a:cs typeface="Times New Roman" panose="02020603050405020304" pitchFamily="18" charset="0"/>
                <a:sym typeface="Symbol" panose="05050102010706020507" pitchFamily="18" charset="2"/>
              </a:rPr>
              <a:t></a:t>
            </a:r>
            <a:r>
              <a:rPr lang="en-US" altLang="zh-CN" i="1" dirty="0" err="1">
                <a:solidFill>
                  <a:srgbClr val="0000FF"/>
                </a:solidFill>
                <a:cs typeface="Times New Roman" panose="02020603050405020304" pitchFamily="18" charset="0"/>
              </a:rPr>
              <a:t>FIRST</a:t>
            </a:r>
            <a:r>
              <a:rPr lang="en-US" altLang="zh-CN" dirty="0">
                <a:solidFill>
                  <a:srgbClr val="0000FF"/>
                </a:solidFill>
                <a:cs typeface="Times New Roman" panose="02020603050405020304" pitchFamily="18" charset="0"/>
              </a:rPr>
              <a:t>(</a:t>
            </a:r>
            <a:r>
              <a:rPr lang="en-US" altLang="zh-CN" i="1" dirty="0">
                <a:solidFill>
                  <a:srgbClr val="0000FF"/>
                </a:solidFill>
                <a:cs typeface="Times New Roman" panose="02020603050405020304" pitchFamily="18" charset="0"/>
              </a:rPr>
              <a:t>α</a:t>
            </a:r>
            <a:r>
              <a:rPr lang="en-US" altLang="zh-CN" dirty="0">
                <a:solidFill>
                  <a:srgbClr val="0000FF"/>
                </a:solidFill>
                <a:cs typeface="Times New Roman" panose="02020603050405020304" pitchFamily="18" charset="0"/>
              </a:rPr>
              <a:t>)</a:t>
            </a:r>
            <a:r>
              <a:rPr lang="en-US" altLang="zh-CN" dirty="0">
                <a:cs typeface="Times New Roman" panose="02020603050405020304" pitchFamily="18" charset="0"/>
              </a:rPr>
              <a:t>, </a:t>
            </a:r>
            <a:r>
              <a:rPr lang="zh-CN" altLang="en-US" dirty="0">
                <a:cs typeface="Times New Roman" panose="02020603050405020304" pitchFamily="18" charset="0"/>
              </a:rPr>
              <a:t>将</a:t>
            </a:r>
            <a:r>
              <a:rPr lang="en-US" altLang="zh-CN" i="1" dirty="0">
                <a:solidFill>
                  <a:srgbClr val="0000FF"/>
                </a:solidFill>
                <a:cs typeface="Times New Roman" panose="02020603050405020304" pitchFamily="18" charset="0"/>
              </a:rPr>
              <a:t>A</a:t>
            </a:r>
            <a:r>
              <a:rPr lang="en-US" altLang="zh-CN" dirty="0">
                <a:solidFill>
                  <a:srgbClr val="0000FF"/>
                </a:solidFill>
                <a:cs typeface="Times New Roman" panose="02020603050405020304" pitchFamily="18" charset="0"/>
              </a:rPr>
              <a:t>→</a:t>
            </a:r>
            <a:r>
              <a:rPr lang="en-US" altLang="zh-CN" i="1" dirty="0">
                <a:solidFill>
                  <a:srgbClr val="0000FF"/>
                </a:solidFill>
                <a:cs typeface="Times New Roman" panose="02020603050405020304" pitchFamily="18" charset="0"/>
              </a:rPr>
              <a:t>α</a:t>
            </a:r>
            <a:r>
              <a:rPr lang="zh-CN" altLang="en-US" dirty="0">
                <a:cs typeface="Times New Roman" panose="02020603050405020304" pitchFamily="18" charset="0"/>
              </a:rPr>
              <a:t>填入</a:t>
            </a:r>
            <a:r>
              <a:rPr lang="en-US" altLang="zh-CN" i="1" dirty="0">
                <a:solidFill>
                  <a:srgbClr val="0000FF"/>
                </a:solidFill>
                <a:cs typeface="Times New Roman" panose="02020603050405020304" pitchFamily="18" charset="0"/>
              </a:rPr>
              <a:t>M</a:t>
            </a:r>
            <a:r>
              <a:rPr lang="en-US" altLang="zh-CN" dirty="0">
                <a:solidFill>
                  <a:srgbClr val="0000FF"/>
                </a:solidFill>
                <a:cs typeface="Times New Roman" panose="02020603050405020304" pitchFamily="18" charset="0"/>
              </a:rPr>
              <a:t>[</a:t>
            </a:r>
            <a:r>
              <a:rPr lang="en-US" altLang="zh-CN" i="1" dirty="0">
                <a:solidFill>
                  <a:srgbClr val="0000FF"/>
                </a:solidFill>
                <a:cs typeface="Times New Roman" panose="02020603050405020304" pitchFamily="18" charset="0"/>
              </a:rPr>
              <a:t>A</a:t>
            </a:r>
            <a:r>
              <a:rPr lang="en-US" altLang="zh-CN" dirty="0">
                <a:solidFill>
                  <a:srgbClr val="0000FF"/>
                </a:solidFill>
                <a:cs typeface="Times New Roman" panose="02020603050405020304" pitchFamily="18" charset="0"/>
              </a:rPr>
              <a:t>, </a:t>
            </a:r>
            <a:r>
              <a:rPr lang="en-US" altLang="zh-CN" i="1" dirty="0">
                <a:solidFill>
                  <a:srgbClr val="0000FF"/>
                </a:solidFill>
                <a:cs typeface="Times New Roman" panose="02020603050405020304" pitchFamily="18" charset="0"/>
              </a:rPr>
              <a:t>a</a:t>
            </a:r>
            <a:r>
              <a:rPr lang="en-US" altLang="zh-CN" dirty="0">
                <a:solidFill>
                  <a:srgbClr val="0000FF"/>
                </a:solidFill>
                <a:cs typeface="Times New Roman" panose="02020603050405020304" pitchFamily="18" charset="0"/>
              </a:rPr>
              <a:t>]</a:t>
            </a:r>
            <a:r>
              <a:rPr lang="en-US" altLang="zh-CN" dirty="0">
                <a:cs typeface="Times New Roman" panose="02020603050405020304" pitchFamily="18" charset="0"/>
              </a:rPr>
              <a:t>;</a:t>
            </a:r>
          </a:p>
          <a:p>
            <a:pPr eaLnBrk="1" hangingPunct="1">
              <a:lnSpc>
                <a:spcPct val="90000"/>
              </a:lnSpc>
              <a:buNone/>
            </a:pPr>
            <a:r>
              <a:rPr lang="en-US" altLang="zh-CN" dirty="0">
                <a:cs typeface="Times New Roman" panose="02020603050405020304" pitchFamily="18" charset="0"/>
              </a:rPr>
              <a:t>3. if </a:t>
            </a:r>
            <a:r>
              <a:rPr lang="en-US" altLang="zh-CN" i="1" dirty="0" err="1">
                <a:solidFill>
                  <a:srgbClr val="0000FF"/>
                </a:solidFill>
                <a:cs typeface="Times New Roman" panose="02020603050405020304" pitchFamily="18" charset="0"/>
              </a:rPr>
              <a:t>ε</a:t>
            </a:r>
            <a:r>
              <a:rPr lang="en-US" altLang="zh-CN" dirty="0" err="1">
                <a:solidFill>
                  <a:srgbClr val="0000FF"/>
                </a:solidFill>
                <a:cs typeface="Times New Roman" panose="02020603050405020304" pitchFamily="18" charset="0"/>
                <a:sym typeface="Symbol" panose="05050102010706020507" pitchFamily="18" charset="2"/>
              </a:rPr>
              <a:t></a:t>
            </a:r>
            <a:r>
              <a:rPr lang="en-US" altLang="zh-CN" i="1" dirty="0" err="1">
                <a:solidFill>
                  <a:srgbClr val="0000FF"/>
                </a:solidFill>
                <a:cs typeface="Times New Roman" panose="02020603050405020304" pitchFamily="18" charset="0"/>
              </a:rPr>
              <a:t>FIRST</a:t>
            </a:r>
            <a:r>
              <a:rPr lang="en-US" altLang="zh-CN" dirty="0">
                <a:solidFill>
                  <a:srgbClr val="0000FF"/>
                </a:solidFill>
                <a:cs typeface="Times New Roman" panose="02020603050405020304" pitchFamily="18" charset="0"/>
              </a:rPr>
              <a:t>(</a:t>
            </a:r>
            <a:r>
              <a:rPr lang="en-US" altLang="zh-CN" i="1" dirty="0">
                <a:solidFill>
                  <a:srgbClr val="0000FF"/>
                </a:solidFill>
                <a:cs typeface="Times New Roman" panose="02020603050405020304" pitchFamily="18" charset="0"/>
              </a:rPr>
              <a:t>α</a:t>
            </a:r>
            <a:r>
              <a:rPr lang="en-US" altLang="zh-CN" dirty="0">
                <a:solidFill>
                  <a:srgbClr val="0000FF"/>
                </a:solidFill>
                <a:cs typeface="Times New Roman" panose="02020603050405020304" pitchFamily="18" charset="0"/>
              </a:rPr>
              <a:t>)</a:t>
            </a:r>
            <a:r>
              <a:rPr lang="en-US" altLang="zh-CN" dirty="0">
                <a:cs typeface="Times New Roman" panose="02020603050405020304" pitchFamily="18" charset="0"/>
              </a:rPr>
              <a:t> then </a:t>
            </a:r>
            <a:r>
              <a:rPr lang="en-US" altLang="zh-CN" dirty="0">
                <a:cs typeface="Times New Roman" panose="02020603050405020304" pitchFamily="18" charset="0"/>
                <a:sym typeface="Symbol" panose="05050102010706020507" pitchFamily="18" charset="2"/>
              </a:rPr>
              <a:t></a:t>
            </a:r>
            <a:r>
              <a:rPr lang="en-US" altLang="zh-CN" i="1" dirty="0" err="1">
                <a:solidFill>
                  <a:srgbClr val="0000FF"/>
                </a:solidFill>
                <a:cs typeface="Times New Roman" panose="02020603050405020304" pitchFamily="18" charset="0"/>
              </a:rPr>
              <a:t>a</a:t>
            </a:r>
            <a:r>
              <a:rPr lang="en-US" altLang="zh-CN" dirty="0" err="1">
                <a:solidFill>
                  <a:srgbClr val="0000FF"/>
                </a:solidFill>
                <a:cs typeface="Times New Roman" panose="02020603050405020304" pitchFamily="18" charset="0"/>
                <a:sym typeface="Symbol" panose="05050102010706020507" pitchFamily="18" charset="2"/>
              </a:rPr>
              <a:t></a:t>
            </a:r>
            <a:r>
              <a:rPr lang="en-US" altLang="zh-CN" i="1" dirty="0" err="1">
                <a:solidFill>
                  <a:srgbClr val="0000FF"/>
                </a:solidFill>
                <a:cs typeface="Times New Roman" panose="02020603050405020304" pitchFamily="18" charset="0"/>
              </a:rPr>
              <a:t>FOLLOW</a:t>
            </a:r>
            <a:r>
              <a:rPr lang="en-US" altLang="zh-CN" dirty="0">
                <a:solidFill>
                  <a:srgbClr val="0000FF"/>
                </a:solidFill>
                <a:cs typeface="Times New Roman" panose="02020603050405020304" pitchFamily="18" charset="0"/>
              </a:rPr>
              <a:t>(</a:t>
            </a:r>
            <a:r>
              <a:rPr lang="en-US" altLang="zh-CN" i="1" dirty="0">
                <a:solidFill>
                  <a:srgbClr val="0000FF"/>
                </a:solidFill>
                <a:cs typeface="Times New Roman" panose="02020603050405020304" pitchFamily="18" charset="0"/>
              </a:rPr>
              <a:t>A</a:t>
            </a:r>
            <a:r>
              <a:rPr lang="en-US" altLang="zh-CN" dirty="0">
                <a:solidFill>
                  <a:srgbClr val="0000FF"/>
                </a:solidFill>
                <a:cs typeface="Times New Roman" panose="02020603050405020304" pitchFamily="18" charset="0"/>
              </a:rPr>
              <a:t>)</a:t>
            </a:r>
            <a:r>
              <a:rPr lang="en-US" altLang="zh-CN" dirty="0">
                <a:cs typeface="Times New Roman" panose="02020603050405020304" pitchFamily="18" charset="0"/>
              </a:rPr>
              <a:t>, </a:t>
            </a:r>
            <a:r>
              <a:rPr lang="zh-CN" altLang="en-US" dirty="0">
                <a:cs typeface="Times New Roman" panose="02020603050405020304" pitchFamily="18" charset="0"/>
              </a:rPr>
              <a:t>将</a:t>
            </a:r>
            <a:r>
              <a:rPr lang="en-US" altLang="zh-CN" i="1" dirty="0">
                <a:solidFill>
                  <a:srgbClr val="0000FF"/>
                </a:solidFill>
                <a:cs typeface="Times New Roman" panose="02020603050405020304" pitchFamily="18" charset="0"/>
              </a:rPr>
              <a:t>A</a:t>
            </a:r>
            <a:r>
              <a:rPr lang="en-US" altLang="zh-CN" dirty="0">
                <a:solidFill>
                  <a:srgbClr val="0000FF"/>
                </a:solidFill>
                <a:cs typeface="Times New Roman" panose="02020603050405020304" pitchFamily="18" charset="0"/>
              </a:rPr>
              <a:t>→</a:t>
            </a:r>
            <a:r>
              <a:rPr lang="en-US" altLang="zh-CN" i="1" dirty="0">
                <a:solidFill>
                  <a:srgbClr val="0000FF"/>
                </a:solidFill>
                <a:cs typeface="Times New Roman" panose="02020603050405020304" pitchFamily="18" charset="0"/>
              </a:rPr>
              <a:t>α</a:t>
            </a:r>
            <a:r>
              <a:rPr lang="zh-CN" altLang="en-US" dirty="0">
                <a:cs typeface="Times New Roman" panose="02020603050405020304" pitchFamily="18" charset="0"/>
              </a:rPr>
              <a:t>填入</a:t>
            </a:r>
            <a:r>
              <a:rPr lang="en-US" altLang="zh-CN" i="1" dirty="0">
                <a:solidFill>
                  <a:srgbClr val="0000FF"/>
                </a:solidFill>
                <a:cs typeface="Times New Roman" panose="02020603050405020304" pitchFamily="18" charset="0"/>
              </a:rPr>
              <a:t>M</a:t>
            </a:r>
            <a:r>
              <a:rPr lang="en-US" altLang="zh-CN" dirty="0">
                <a:solidFill>
                  <a:srgbClr val="0000FF"/>
                </a:solidFill>
                <a:cs typeface="Times New Roman" panose="02020603050405020304" pitchFamily="18" charset="0"/>
              </a:rPr>
              <a:t>[</a:t>
            </a:r>
            <a:r>
              <a:rPr lang="en-US" altLang="zh-CN" i="1" dirty="0">
                <a:solidFill>
                  <a:srgbClr val="0000FF"/>
                </a:solidFill>
                <a:cs typeface="Times New Roman" panose="02020603050405020304" pitchFamily="18" charset="0"/>
              </a:rPr>
              <a:t>A</a:t>
            </a:r>
            <a:r>
              <a:rPr lang="en-US" altLang="zh-CN" dirty="0">
                <a:solidFill>
                  <a:srgbClr val="0000FF"/>
                </a:solidFill>
                <a:cs typeface="Times New Roman" panose="02020603050405020304" pitchFamily="18" charset="0"/>
              </a:rPr>
              <a:t>, </a:t>
            </a:r>
            <a:r>
              <a:rPr lang="en-US" altLang="zh-CN" i="1" dirty="0">
                <a:solidFill>
                  <a:srgbClr val="0000FF"/>
                </a:solidFill>
                <a:cs typeface="Times New Roman" panose="02020603050405020304" pitchFamily="18" charset="0"/>
              </a:rPr>
              <a:t>a</a:t>
            </a:r>
            <a:r>
              <a:rPr lang="en-US" altLang="zh-CN" dirty="0">
                <a:solidFill>
                  <a:srgbClr val="0000FF"/>
                </a:solidFill>
                <a:cs typeface="Times New Roman" panose="02020603050405020304" pitchFamily="18" charset="0"/>
              </a:rPr>
              <a:t>]</a:t>
            </a:r>
            <a:r>
              <a:rPr lang="en-US" altLang="zh-CN" dirty="0">
                <a:cs typeface="Times New Roman" panose="02020603050405020304" pitchFamily="18" charset="0"/>
              </a:rPr>
              <a:t>;</a:t>
            </a:r>
          </a:p>
          <a:p>
            <a:pPr eaLnBrk="1" hangingPunct="1">
              <a:lnSpc>
                <a:spcPct val="90000"/>
              </a:lnSpc>
              <a:buNone/>
            </a:pPr>
            <a:r>
              <a:rPr lang="en-US" altLang="zh-CN" dirty="0">
                <a:cs typeface="Times New Roman" panose="02020603050405020304" pitchFamily="18" charset="0"/>
              </a:rPr>
              <a:t>4. </a:t>
            </a:r>
            <a:r>
              <a:rPr lang="zh-CN" altLang="en-US" dirty="0">
                <a:cs typeface="Times New Roman" panose="02020603050405020304" pitchFamily="18" charset="0"/>
              </a:rPr>
              <a:t>将所有无定义的</a:t>
            </a:r>
            <a:r>
              <a:rPr lang="en-US" altLang="zh-CN" i="1" dirty="0">
                <a:cs typeface="Times New Roman" panose="02020603050405020304" pitchFamily="18" charset="0"/>
              </a:rPr>
              <a:t>M</a:t>
            </a:r>
            <a:r>
              <a:rPr lang="en-US" altLang="zh-CN" dirty="0">
                <a:cs typeface="Times New Roman" panose="02020603050405020304" pitchFamily="18" charset="0"/>
              </a:rPr>
              <a:t>[</a:t>
            </a:r>
            <a:r>
              <a:rPr lang="en-US" altLang="zh-CN" i="1" dirty="0">
                <a:cs typeface="Times New Roman" panose="02020603050405020304" pitchFamily="18" charset="0"/>
              </a:rPr>
              <a:t>A</a:t>
            </a:r>
            <a:r>
              <a:rPr lang="en-US" altLang="zh-CN" dirty="0">
                <a:cs typeface="Times New Roman" panose="02020603050405020304" pitchFamily="18" charset="0"/>
              </a:rPr>
              <a:t>, </a:t>
            </a:r>
            <a:r>
              <a:rPr lang="en-US" altLang="zh-CN" i="1" dirty="0">
                <a:cs typeface="Times New Roman" panose="02020603050405020304" pitchFamily="18" charset="0"/>
              </a:rPr>
              <a:t>b</a:t>
            </a:r>
            <a:r>
              <a:rPr lang="en-US" altLang="zh-CN" dirty="0">
                <a:cs typeface="Times New Roman" panose="02020603050405020304" pitchFamily="18" charset="0"/>
              </a:rPr>
              <a:t>]</a:t>
            </a:r>
            <a:r>
              <a:rPr lang="zh-CN" altLang="en-US" dirty="0">
                <a:cs typeface="Times New Roman" panose="02020603050405020304" pitchFamily="18" charset="0"/>
              </a:rPr>
              <a:t>标上</a:t>
            </a:r>
            <a:r>
              <a:rPr lang="zh-CN" altLang="en-US" dirty="0">
                <a:solidFill>
                  <a:srgbClr val="0000FF"/>
                </a:solidFill>
                <a:cs typeface="Times New Roman" panose="02020603050405020304" pitchFamily="18" charset="0"/>
              </a:rPr>
              <a:t>出错标志</a:t>
            </a:r>
            <a:r>
              <a:rPr lang="zh-CN" altLang="en-US" dirty="0">
                <a:cs typeface="Times New Roman" panose="02020603050405020304" pitchFamily="18" charset="0"/>
              </a:rPr>
              <a:t>。</a:t>
            </a:r>
          </a:p>
        </p:txBody>
      </p:sp>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预测分析表的构造算法</a:t>
            </a:r>
          </a:p>
        </p:txBody>
      </p:sp>
      <p:sp>
        <p:nvSpPr>
          <p:cNvPr id="5" name="灯片编号占位符 4"/>
          <p:cNvSpPr>
            <a:spLocks noGrp="1"/>
          </p:cNvSpPr>
          <p:nvPr>
            <p:ph type="sldNum" sz="quarter" idx="12"/>
          </p:nvPr>
        </p:nvSpPr>
        <p:spPr/>
        <p:txBody>
          <a:bodyPr/>
          <a:lstStyle/>
          <a:p>
            <a:pPr>
              <a:defRPr/>
            </a:pPr>
            <a:fld id="{EA567855-7F13-4FC5-AD61-2B82F6443E16}" type="slidenum">
              <a:rPr lang="zh-CN" altLang="en-US" smtClean="0"/>
              <a:t>45</a:t>
            </a:fld>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68375" y="732607"/>
            <a:ext cx="6858000" cy="970006"/>
          </a:xfrm>
          <a:prstGeom prst="rect">
            <a:avLst/>
          </a:prstGeom>
          <a:noFill/>
        </p:spPr>
        <p:txBody>
          <a:bodyPr vert="horz" wrap="square" rtlCol="0" anchor="ctr" anchorCtr="0">
            <a:noAutofit/>
          </a:bodyPr>
          <a:lstStyle/>
          <a:p>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LL(1) </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分析法中“</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”的含义是（        ）。</a:t>
            </a:r>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4" name="文本框 3"/>
          <p:cNvSpPr txBox="1"/>
          <p:nvPr>
            <p:custDataLst>
              <p:tags r:id="rId3"/>
            </p:custDataLst>
          </p:nvPr>
        </p:nvSpPr>
        <p:spPr>
          <a:xfrm>
            <a:off x="2514600" y="1851630"/>
            <a:ext cx="6233864" cy="482204"/>
          </a:xfrm>
          <a:prstGeom prst="rect">
            <a:avLst/>
          </a:prstGeom>
          <a:noFill/>
        </p:spPr>
        <p:txBody>
          <a:bodyPr vert="horz" rtlCol="0" anchor="ctr" anchorCtr="0">
            <a:noAutofit/>
          </a:bodyPr>
          <a:lstStyle/>
          <a:p>
            <a:r>
              <a:rPr lang="zh-CN" altLang="en-US" sz="2400" b="1" dirty="0">
                <a:latin typeface="华文楷体" panose="02010600040101010101" pitchFamily="2" charset="-122"/>
                <a:ea typeface="华文楷体" panose="02010600040101010101" pitchFamily="2" charset="-122"/>
                <a:cs typeface="Times New Roman" panose="02020603050405020304" pitchFamily="18" charset="0"/>
              </a:rPr>
              <a:t>向前查看输入串中的</a:t>
            </a:r>
            <a:r>
              <a:rPr lang="en-US" altLang="zh-CN" sz="2400" b="1" dirty="0">
                <a:latin typeface="华文楷体" panose="02010600040101010101" pitchFamily="2" charset="-122"/>
                <a:ea typeface="华文楷体" panose="02010600040101010101" pitchFamily="2" charset="-122"/>
                <a:cs typeface="Times New Roman" panose="02020603050405020304" pitchFamily="18" charset="0"/>
              </a:rPr>
              <a:t>1</a:t>
            </a:r>
            <a:r>
              <a:rPr lang="zh-CN" altLang="en-US" sz="2400" b="1" dirty="0">
                <a:latin typeface="华文楷体" panose="02010600040101010101" pitchFamily="2" charset="-122"/>
                <a:ea typeface="华文楷体" panose="02010600040101010101" pitchFamily="2" charset="-122"/>
                <a:cs typeface="Times New Roman" panose="02020603050405020304" pitchFamily="18" charset="0"/>
              </a:rPr>
              <a:t>个输入符号，来指导选择哪个产生式进行推导</a:t>
            </a:r>
            <a:endParaRPr lang="zh-CN" altLang="en-US" sz="2400" b="1" dirty="0">
              <a:solidFill>
                <a:srgbClr val="000000"/>
              </a:solidFill>
              <a:latin typeface="华文楷体" panose="02010600040101010101" pitchFamily="2" charset="-122"/>
              <a:ea typeface="华文楷体" panose="02010600040101010101" pitchFamily="2" charset="-122"/>
              <a:sym typeface="微软雅黑" panose="020B0503020204020204" pitchFamily="34" charset="-122"/>
            </a:endParaRPr>
          </a:p>
        </p:txBody>
      </p:sp>
      <p:sp>
        <p:nvSpPr>
          <p:cNvPr id="5" name="文本框 4"/>
          <p:cNvSpPr txBox="1"/>
          <p:nvPr>
            <p:custDataLst>
              <p:tags r:id="rId4"/>
            </p:custDataLst>
          </p:nvPr>
        </p:nvSpPr>
        <p:spPr>
          <a:xfrm>
            <a:off x="2514600" y="2494568"/>
            <a:ext cx="4800600" cy="482204"/>
          </a:xfrm>
          <a:prstGeom prst="rect">
            <a:avLst/>
          </a:prstGeom>
          <a:noFill/>
        </p:spPr>
        <p:txBody>
          <a:bodyPr vert="horz" rtlCol="0" anchor="ctr" anchorCtr="0">
            <a:noAutofit/>
          </a:bodyPr>
          <a:lstStyle/>
          <a:p>
            <a:r>
              <a:rPr lang="zh-CN" altLang="en-US" sz="2400" b="1" dirty="0">
                <a:solidFill>
                  <a:srgbClr val="000000"/>
                </a:solidFill>
                <a:latin typeface="+mn-ea"/>
                <a:ea typeface="+mn-ea"/>
                <a:sym typeface="微软雅黑" panose="020B0503020204020204" pitchFamily="34" charset="-122"/>
              </a:rPr>
              <a:t>表示读入指针后移</a:t>
            </a:r>
            <a:r>
              <a:rPr lang="en-US" altLang="zh-CN" sz="2400" b="1" dirty="0">
                <a:solidFill>
                  <a:srgbClr val="000000"/>
                </a:solidFill>
                <a:latin typeface="+mn-ea"/>
                <a:ea typeface="+mn-ea"/>
                <a:sym typeface="微软雅黑" panose="020B0503020204020204" pitchFamily="34" charset="-122"/>
              </a:rPr>
              <a:t>1</a:t>
            </a:r>
            <a:r>
              <a:rPr lang="zh-CN" altLang="en-US" sz="2400" b="1" dirty="0">
                <a:solidFill>
                  <a:srgbClr val="000000"/>
                </a:solidFill>
                <a:latin typeface="+mn-ea"/>
                <a:ea typeface="+mn-ea"/>
                <a:sym typeface="微软雅黑" panose="020B0503020204020204" pitchFamily="34" charset="-122"/>
              </a:rPr>
              <a:t>位</a:t>
            </a:r>
          </a:p>
        </p:txBody>
      </p:sp>
      <p:sp>
        <p:nvSpPr>
          <p:cNvPr id="6" name="文本框 5"/>
          <p:cNvSpPr txBox="1"/>
          <p:nvPr>
            <p:custDataLst>
              <p:tags r:id="rId5"/>
            </p:custDataLst>
          </p:nvPr>
        </p:nvSpPr>
        <p:spPr>
          <a:xfrm>
            <a:off x="2514599" y="3137505"/>
            <a:ext cx="5311775" cy="482204"/>
          </a:xfrm>
          <a:prstGeom prst="rect">
            <a:avLst/>
          </a:prstGeom>
          <a:noFill/>
        </p:spPr>
        <p:txBody>
          <a:bodyPr vert="horz" rtlCol="0" anchor="ctr" anchorCtr="0">
            <a:noAutofit/>
          </a:bodyPr>
          <a:lstStyle/>
          <a:p>
            <a:r>
              <a:rPr lang="zh-CN" altLang="en-US" sz="2400" b="1" dirty="0">
                <a:latin typeface="+mn-ea"/>
                <a:ea typeface="+mn-ea"/>
              </a:rPr>
              <a:t>表示每次只使用</a:t>
            </a:r>
            <a:r>
              <a:rPr lang="en-US" altLang="zh-CN" sz="2400" b="1" dirty="0">
                <a:latin typeface="+mn-ea"/>
                <a:ea typeface="+mn-ea"/>
              </a:rPr>
              <a:t>1</a:t>
            </a:r>
            <a:r>
              <a:rPr lang="zh-CN" altLang="en-US" sz="2400" b="1" dirty="0">
                <a:latin typeface="+mn-ea"/>
                <a:ea typeface="+mn-ea"/>
              </a:rPr>
              <a:t>个产生式进行推导</a:t>
            </a:r>
            <a:endParaRPr lang="zh-CN" altLang="en-US" sz="2400" b="1" dirty="0">
              <a:solidFill>
                <a:srgbClr val="000000"/>
              </a:solidFill>
              <a:latin typeface="+mn-ea"/>
              <a:ea typeface="+mn-ea"/>
              <a:sym typeface="微软雅黑" panose="020B0503020204020204" pitchFamily="34" charset="-122"/>
            </a:endParaRPr>
          </a:p>
        </p:txBody>
      </p:sp>
      <p:sp>
        <p:nvSpPr>
          <p:cNvPr id="7" name="文本框 6"/>
          <p:cNvSpPr txBox="1"/>
          <p:nvPr>
            <p:custDataLst>
              <p:tags r:id="rId6"/>
            </p:custDataLst>
          </p:nvPr>
        </p:nvSpPr>
        <p:spPr>
          <a:xfrm>
            <a:off x="2514600" y="3780443"/>
            <a:ext cx="5585792" cy="482204"/>
          </a:xfrm>
          <a:prstGeom prst="rect">
            <a:avLst/>
          </a:prstGeom>
          <a:noFill/>
        </p:spPr>
        <p:txBody>
          <a:bodyPr vert="horz" rtlCol="0" anchor="ctr" anchorCtr="0">
            <a:noAutofit/>
          </a:bodyPr>
          <a:lstStyle/>
          <a:p>
            <a:r>
              <a:rPr lang="zh-CN" altLang="en-US" sz="2400" b="1" dirty="0">
                <a:latin typeface="+mn-ea"/>
                <a:ea typeface="+mn-ea"/>
              </a:rPr>
              <a:t>表示每次只选择</a:t>
            </a:r>
            <a:r>
              <a:rPr lang="en-US" altLang="zh-CN" sz="2400" b="1" dirty="0">
                <a:latin typeface="+mn-ea"/>
                <a:ea typeface="+mn-ea"/>
              </a:rPr>
              <a:t>1</a:t>
            </a:r>
            <a:r>
              <a:rPr lang="zh-CN" altLang="en-US" sz="2400" b="1" dirty="0">
                <a:latin typeface="+mn-ea"/>
                <a:ea typeface="+mn-ea"/>
              </a:rPr>
              <a:t>个非终结符进行推导</a:t>
            </a:r>
            <a:endParaRPr lang="zh-CN" altLang="en-US" sz="2400" b="1" dirty="0">
              <a:solidFill>
                <a:srgbClr val="000000"/>
              </a:solidFill>
              <a:latin typeface="+mn-ea"/>
              <a:ea typeface="+mn-ea"/>
              <a:sym typeface="微软雅黑" panose="020B0503020204020204" pitchFamily="34" charset="-122"/>
            </a:endParaRPr>
          </a:p>
        </p:txBody>
      </p:sp>
      <p:sp>
        <p:nvSpPr>
          <p:cNvPr id="8" name="椭圆 7"/>
          <p:cNvSpPr>
            <a:spLocks noChangeAspect="1"/>
          </p:cNvSpPr>
          <p:nvPr>
            <p:custDataLst>
              <p:tags r:id="rId7"/>
            </p:custDataLst>
          </p:nvPr>
        </p:nvSpPr>
        <p:spPr bwMode="auto">
          <a:xfrm>
            <a:off x="1978819" y="1899850"/>
            <a:ext cx="385763" cy="385763"/>
          </a:xfrm>
          <a:prstGeom prst="ellipse">
            <a:avLst/>
          </a:prstGeom>
          <a:solidFill>
            <a:srgbClr val="00FF00"/>
          </a:solidFill>
          <a:ln w="25400" cap="flat" cmpd="sng" algn="ctr">
            <a:solidFill>
              <a:srgbClr val="000000"/>
            </a:solidFill>
            <a:prstDash val="solid"/>
            <a:round/>
            <a:headEnd type="none" w="med" len="med"/>
            <a:tailEnd type="none" w="med" len="med"/>
          </a:ln>
          <a:effectLst>
            <a:outerShdw dist="17961" dir="2700000" algn="ctr" rotWithShape="0">
              <a:schemeClr val="bg2"/>
            </a:outerShdw>
          </a:effectLst>
        </p:spPr>
        <p:txBody>
          <a:bodyPr vert="horz" wrap="square" lIns="68580" tIns="34290" rIns="68580" bIns="34290" numCol="1" rtlCol="0" anchor="ctr" anchorCtr="1" compatLnSpc="1"/>
          <a:lstStyle/>
          <a:p>
            <a:pPr defTabSz="685800" eaLnBrk="1" hangingPunct="1"/>
            <a:r>
              <a:rPr lang="en-US" altLang="zh-CN"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8"/>
            </p:custDataLst>
          </p:nvPr>
        </p:nvSpPr>
        <p:spPr bwMode="auto">
          <a:xfrm>
            <a:off x="1978819" y="2542787"/>
            <a:ext cx="385763" cy="385763"/>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bg2"/>
            </a:outerShdw>
          </a:effectLst>
        </p:spPr>
        <p:txBody>
          <a:bodyPr vert="horz" wrap="square" lIns="68580" tIns="34290" rIns="68580" bIns="34290" numCol="1" rtlCol="0" anchor="ctr" anchorCtr="1" compatLnSpc="1"/>
          <a:lstStyle/>
          <a:p>
            <a:pPr defTabSz="685800" eaLnBrk="1" hangingPunct="1"/>
            <a:r>
              <a:rPr lang="en-US" altLang="zh-CN"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9"/>
            </p:custDataLst>
          </p:nvPr>
        </p:nvSpPr>
        <p:spPr bwMode="auto">
          <a:xfrm>
            <a:off x="1978819" y="3185725"/>
            <a:ext cx="385763" cy="385763"/>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bg2"/>
            </a:outerShdw>
          </a:effectLst>
        </p:spPr>
        <p:txBody>
          <a:bodyPr vert="horz" wrap="square" lIns="68580" tIns="34290" rIns="68580" bIns="34290" numCol="1" rtlCol="0" anchor="ctr" anchorCtr="1" compatLnSpc="1"/>
          <a:lstStyle/>
          <a:p>
            <a:pPr defTabSz="685800" eaLnBrk="1" hangingPunct="1"/>
            <a:r>
              <a:rPr lang="en-US" altLang="zh-CN"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10"/>
            </p:custDataLst>
          </p:nvPr>
        </p:nvSpPr>
        <p:spPr bwMode="auto">
          <a:xfrm>
            <a:off x="1978819" y="3828662"/>
            <a:ext cx="385763" cy="385763"/>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bg2"/>
            </a:outerShdw>
          </a:effectLst>
        </p:spPr>
        <p:txBody>
          <a:bodyPr vert="horz" wrap="square" lIns="68580" tIns="34290" rIns="68580" bIns="34290" numCol="1" rtlCol="0" anchor="ctr" anchorCtr="1" compatLnSpc="1"/>
          <a:lstStyle/>
          <a:p>
            <a:pPr defTabSz="685800" eaLnBrk="1" hangingPunct="1"/>
            <a:r>
              <a:rPr lang="en-US" altLang="zh-CN"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11"/>
            </p:custDataLst>
          </p:nvPr>
        </p:nvSpPr>
        <p:spPr bwMode="auto">
          <a:xfrm>
            <a:off x="5772150" y="4423380"/>
            <a:ext cx="1157288" cy="308610"/>
          </a:xfrm>
          <a:prstGeom prst="roundRect">
            <a:avLst/>
          </a:prstGeom>
          <a:solidFill>
            <a:srgbClr val="808080"/>
          </a:solidFill>
          <a:ln w="38100" cap="flat" cmpd="sng" algn="ctr">
            <a:solidFill>
              <a:srgbClr val="000000"/>
            </a:solidFill>
            <a:prstDash val="solid"/>
            <a:round/>
            <a:headEnd type="none" w="med" len="med"/>
            <a:tailEnd type="none" w="med" len="med"/>
          </a:ln>
          <a:effectLst>
            <a:outerShdw dist="17961" dir="2700000" algn="ctr" rotWithShape="0">
              <a:schemeClr val="bg2"/>
            </a:outerShdw>
          </a:effectLst>
        </p:spPr>
        <p:txBody>
          <a:bodyPr vert="horz" wrap="square" lIns="68580" tIns="34290" rIns="68580" bIns="34290" numCol="1" rtlCol="0" anchor="ctr" anchorCtr="1" compatLnSpc="1"/>
          <a:lstStyle/>
          <a:p>
            <a:pPr defTabSz="685800" eaLnBrk="1" hangingPunct="1"/>
            <a:r>
              <a:rPr lang="zh-CN" altLang="en-US"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1" name="灯片编号占位符 20"/>
          <p:cNvSpPr>
            <a:spLocks noGrp="1"/>
          </p:cNvSpPr>
          <p:nvPr>
            <p:ph type="sldNum" sz="quarter" idx="12"/>
          </p:nvPr>
        </p:nvSpPr>
        <p:spPr>
          <a:xfrm>
            <a:off x="3990975" y="4687888"/>
            <a:ext cx="1162050" cy="273050"/>
          </a:xfrm>
        </p:spPr>
        <p:txBody>
          <a:bodyPr/>
          <a:lstStyle/>
          <a:p>
            <a:pPr>
              <a:defRPr/>
            </a:pPr>
            <a:fld id="{C803C068-57FF-465D-8480-AC7264A8A534}" type="slidenum">
              <a:rPr lang="zh-CN" altLang="en-US" smtClean="0"/>
              <a:t>46</a:t>
            </a:fld>
            <a:endParaRPr lang="en-US" altLang="zh-CN"/>
          </a:p>
        </p:txBody>
      </p:sp>
      <p:grpSp>
        <p:nvGrpSpPr>
          <p:cNvPr id="17" name="组合 16"/>
          <p:cNvGrpSpPr/>
          <p:nvPr>
            <p:custDataLst>
              <p:tags r:id="rId12"/>
            </p:custDataLst>
          </p:nvPr>
        </p:nvGrpSpPr>
        <p:grpSpPr>
          <a:xfrm>
            <a:off x="0" y="0"/>
            <a:ext cx="6858000" cy="490220"/>
            <a:chOff x="-1524000" y="0"/>
            <a:chExt cx="9144000" cy="653627"/>
          </a:xfrm>
        </p:grpSpPr>
        <p:sp>
          <p:nvSpPr>
            <p:cNvPr id="13" name="TitleBackground"/>
            <p:cNvSpPr/>
            <p:nvPr>
              <p:custDataLst>
                <p:tags r:id="rId14"/>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outerShdw dist="17961" dir="2700000" algn="ctr" rotWithShape="0">
                <a:schemeClr val="bg2"/>
              </a:outerShdw>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square" lIns="68580" tIns="34290" rIns="68580" bIns="34290" numCol="1" rtlCol="0" anchor="t" anchorCtr="0" compatLnSpc="1"/>
            <a:lstStyle/>
            <a:p>
              <a:pPr defTabSz="685800" eaLnBrk="1" hangingPunct="1"/>
              <a:endParaRPr lang="zh-CN" altLang="en-US" sz="1950"/>
            </a:p>
          </p:txBody>
        </p:sp>
        <p:sp>
          <p:nvSpPr>
            <p:cNvPr id="14" name="ColorBlock"/>
            <p:cNvSpPr/>
            <p:nvPr>
              <p:custDataLst>
                <p:tags r:id="rId15"/>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outerShdw dist="17961" dir="2700000" algn="ctr" rotWithShape="0">
                <a:schemeClr val="bg2"/>
              </a:outerShdw>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square" lIns="68580" tIns="34290" rIns="68580" bIns="34290" numCol="1" rtlCol="0" anchor="t" anchorCtr="0" compatLnSpc="1"/>
            <a:lstStyle/>
            <a:p>
              <a:pPr defTabSz="685800" eaLnBrk="1" hangingPunct="1"/>
              <a:endParaRPr lang="zh-CN" altLang="en-US" sz="1950"/>
            </a:p>
          </p:txBody>
        </p:sp>
        <p:sp>
          <p:nvSpPr>
            <p:cNvPr id="15" name="TypeText"/>
            <p:cNvSpPr txBox="1"/>
            <p:nvPr>
              <p:custDataLst>
                <p:tags r:id="rId16"/>
              </p:custDataLst>
            </p:nvPr>
          </p:nvSpPr>
          <p:spPr>
            <a:xfrm>
              <a:off x="-1185333"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6" name="TipText"/>
            <p:cNvSpPr txBox="1"/>
            <p:nvPr>
              <p:custDataLst>
                <p:tags r:id="rId17"/>
              </p:custDataLst>
            </p:nvPr>
          </p:nvSpPr>
          <p:spPr>
            <a:xfrm>
              <a:off x="63924"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15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19" name="图片 18"/>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3"/>
          <p:cNvSpPr>
            <a:spLocks noGrp="1" noChangeArrowheads="1"/>
          </p:cNvSpPr>
          <p:nvPr>
            <p:ph idx="1"/>
          </p:nvPr>
        </p:nvSpPr>
        <p:spPr>
          <a:xfrm>
            <a:off x="715963" y="1000125"/>
            <a:ext cx="5927725" cy="3225800"/>
          </a:xfrm>
        </p:spPr>
        <p:txBody>
          <a:bodyPr/>
          <a:lstStyle/>
          <a:p>
            <a:pPr eaLnBrk="1" hangingPunct="1">
              <a:lnSpc>
                <a:spcPts val="4500"/>
              </a:lnSpc>
              <a:buClrTx/>
              <a:buFont typeface="Wingdings" panose="05000000000000000000" pitchFamily="2" charset="2"/>
              <a:buChar char="Ø"/>
            </a:pPr>
            <a:r>
              <a:rPr lang="zh-CN" altLang="en-US" sz="3000" b="1">
                <a:solidFill>
                  <a:schemeClr val="tx1"/>
                </a:solidFill>
                <a:cs typeface="Times New Roman" panose="02020603050405020304" pitchFamily="18" charset="0"/>
              </a:rPr>
              <a:t>递归的预测分析法</a:t>
            </a:r>
            <a:endParaRPr lang="en-US" altLang="zh-CN" sz="3000" b="1">
              <a:solidFill>
                <a:schemeClr val="tx1"/>
              </a:solidFill>
              <a:cs typeface="Times New Roman" panose="02020603050405020304" pitchFamily="18" charset="0"/>
            </a:endParaRPr>
          </a:p>
          <a:p>
            <a:pPr eaLnBrk="1" hangingPunct="1">
              <a:lnSpc>
                <a:spcPts val="4500"/>
              </a:lnSpc>
              <a:buClrTx/>
              <a:buFont typeface="Wingdings" panose="05000000000000000000" pitchFamily="2" charset="2"/>
              <a:buChar char="Ø"/>
            </a:pPr>
            <a:r>
              <a:rPr lang="zh-CN" altLang="en-US" sz="3000" b="1">
                <a:solidFill>
                  <a:schemeClr val="tx1"/>
                </a:solidFill>
                <a:cs typeface="Times New Roman" panose="02020603050405020304" pitchFamily="18" charset="0"/>
              </a:rPr>
              <a:t>非递归的预测分析法</a:t>
            </a:r>
          </a:p>
        </p:txBody>
      </p:sp>
      <p:sp>
        <p:nvSpPr>
          <p:cNvPr id="53251" name="标题 1"/>
          <p:cNvSpPr>
            <a:spLocks noGrp="1"/>
          </p:cNvSpPr>
          <p:nvPr>
            <p:ph type="title"/>
          </p:nvPr>
        </p:nvSpPr>
        <p:spPr>
          <a:xfrm>
            <a:off x="755650" y="268288"/>
            <a:ext cx="7931150" cy="358775"/>
          </a:xfrm>
        </p:spPr>
        <p:txBody>
          <a:bodyPr/>
          <a:lstStyle/>
          <a:p>
            <a:pPr>
              <a:defRPr/>
            </a:pPr>
            <a:r>
              <a:rPr lang="en-US" altLang="zh-CN" sz="3000" i="1" dirty="0">
                <a:solidFill>
                  <a:schemeClr val="tx1"/>
                </a:solidFill>
                <a:ea typeface="微软雅黑" panose="020B0503020204020204" pitchFamily="34" charset="-122"/>
                <a:cs typeface="Times New Roman" panose="02020603050405020304" pitchFamily="18" charset="0"/>
              </a:rPr>
              <a:t>LL</a:t>
            </a:r>
            <a:r>
              <a:rPr lang="en-US" altLang="zh-CN" sz="3000" spc="300" dirty="0">
                <a:solidFill>
                  <a:schemeClr val="tx1"/>
                </a:solidFill>
                <a:latin typeface="微软雅黑" panose="020B0503020204020204" pitchFamily="34" charset="-122"/>
                <a:ea typeface="微软雅黑" panose="020B0503020204020204" pitchFamily="34" charset="-122"/>
              </a:rPr>
              <a:t>(1)</a:t>
            </a:r>
            <a:r>
              <a:rPr lang="zh-CN" altLang="en-US" sz="3000" spc="300" dirty="0">
                <a:solidFill>
                  <a:schemeClr val="tx1"/>
                </a:solidFill>
                <a:latin typeface="微软雅黑" panose="020B0503020204020204" pitchFamily="34" charset="-122"/>
                <a:ea typeface="微软雅黑" panose="020B0503020204020204" pitchFamily="34" charset="-122"/>
              </a:rPr>
              <a:t>文法的分析方法</a:t>
            </a: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47</a:t>
            </a:fld>
            <a:endParaRPr lang="en-US" altLang="zh-C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714" name="组合 5"/>
          <p:cNvGrpSpPr/>
          <p:nvPr/>
        </p:nvGrpSpPr>
        <p:grpSpPr bwMode="auto">
          <a:xfrm>
            <a:off x="0" y="195263"/>
            <a:ext cx="755650" cy="431800"/>
            <a:chOff x="-786" y="195486"/>
            <a:chExt cx="756363" cy="432048"/>
          </a:xfrm>
        </p:grpSpPr>
        <p:sp>
          <p:nvSpPr>
            <p:cNvPr id="6" name="五边形 5"/>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115719" name="五边形 8"/>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grpSp>
      <p:sp>
        <p:nvSpPr>
          <p:cNvPr id="8" name="标题 1"/>
          <p:cNvSpPr>
            <a:spLocks noGrp="1"/>
          </p:cNvSpPr>
          <p:nvPr>
            <p:ph type="title"/>
          </p:nvPr>
        </p:nvSpPr>
        <p:spPr>
          <a:xfrm>
            <a:off x="755650" y="268288"/>
            <a:ext cx="7931150" cy="358775"/>
          </a:xfrm>
        </p:spPr>
        <p:txBody>
          <a:bodyPr/>
          <a:lstStyle/>
          <a:p>
            <a:pPr eaLnBrk="1" hangingPunct="1">
              <a:defRPr/>
            </a:pPr>
            <a:r>
              <a:rPr lang="en-US" altLang="zh-CN" sz="3000" spc="300" dirty="0">
                <a:solidFill>
                  <a:schemeClr val="tx1"/>
                </a:solidFill>
                <a:latin typeface="微软雅黑" panose="020B0503020204020204" pitchFamily="34" charset="-122"/>
                <a:ea typeface="微软雅黑" panose="020B0503020204020204" pitchFamily="34" charset="-122"/>
              </a:rPr>
              <a:t>4.2.2 </a:t>
            </a:r>
            <a:r>
              <a:rPr lang="zh-CN" altLang="en-US" sz="3000" spc="300" dirty="0">
                <a:solidFill>
                  <a:schemeClr val="tx1"/>
                </a:solidFill>
                <a:latin typeface="微软雅黑" panose="020B0503020204020204" pitchFamily="34" charset="-122"/>
                <a:ea typeface="微软雅黑" panose="020B0503020204020204" pitchFamily="34" charset="-122"/>
              </a:rPr>
              <a:t>递归的预测分析法</a:t>
            </a:r>
          </a:p>
        </p:txBody>
      </p:sp>
      <p:sp>
        <p:nvSpPr>
          <p:cNvPr id="9" name="Rectangle 3"/>
          <p:cNvSpPr>
            <a:spLocks noGrp="1" noChangeArrowheads="1"/>
          </p:cNvSpPr>
          <p:nvPr>
            <p:ph idx="1"/>
          </p:nvPr>
        </p:nvSpPr>
        <p:spPr>
          <a:xfrm>
            <a:off x="428625" y="642938"/>
            <a:ext cx="8135938" cy="4449762"/>
          </a:xfrm>
        </p:spPr>
        <p:txBody>
          <a:bodyPr/>
          <a:lstStyle/>
          <a:p>
            <a:pPr eaLnBrk="1" hangingPunct="1">
              <a:lnSpc>
                <a:spcPts val="2600"/>
              </a:lnSpc>
              <a:spcBef>
                <a:spcPts val="0"/>
              </a:spcBef>
              <a:buClrTx/>
              <a:buFont typeface="Wingdings" panose="05000000000000000000" pitchFamily="2" charset="2"/>
              <a:buChar char="Ø"/>
              <a:defRPr/>
            </a:pPr>
            <a:r>
              <a:rPr lang="zh-CN" altLang="en-US" b="1" dirty="0">
                <a:solidFill>
                  <a:schemeClr val="tx1"/>
                </a:solidFill>
                <a:cs typeface="Times New Roman" panose="02020603050405020304" pitchFamily="18" charset="0"/>
              </a:rPr>
              <a:t> </a:t>
            </a:r>
            <a:r>
              <a:rPr lang="zh-CN" altLang="en-US" b="1" dirty="0">
                <a:solidFill>
                  <a:srgbClr val="FF0000"/>
                </a:solidFill>
                <a:cs typeface="Times New Roman" panose="02020603050405020304" pitchFamily="18" charset="0"/>
              </a:rPr>
              <a:t>递归的预测分析法</a:t>
            </a:r>
            <a:r>
              <a:rPr lang="zh-CN" altLang="en-US" b="1" dirty="0">
                <a:solidFill>
                  <a:schemeClr val="tx1"/>
                </a:solidFill>
                <a:cs typeface="Times New Roman" panose="02020603050405020304" pitchFamily="18" charset="0"/>
              </a:rPr>
              <a:t>是指：在</a:t>
            </a:r>
            <a:r>
              <a:rPr lang="zh-CN" altLang="en-US" b="1" dirty="0">
                <a:solidFill>
                  <a:schemeClr val="tx2">
                    <a:lumMod val="60000"/>
                    <a:lumOff val="40000"/>
                  </a:schemeClr>
                </a:solidFill>
                <a:cs typeface="Times New Roman" panose="02020603050405020304" pitchFamily="18" charset="0"/>
              </a:rPr>
              <a:t>递归下降分析</a:t>
            </a:r>
            <a:r>
              <a:rPr lang="zh-CN" altLang="en-US" b="1" dirty="0">
                <a:solidFill>
                  <a:schemeClr val="tx1"/>
                </a:solidFill>
                <a:cs typeface="Times New Roman" panose="02020603050405020304" pitchFamily="18" charset="0"/>
              </a:rPr>
              <a:t>中，根据</a:t>
            </a:r>
            <a:r>
              <a:rPr lang="zh-CN" altLang="en-US" b="1" dirty="0">
                <a:solidFill>
                  <a:schemeClr val="tx2">
                    <a:lumMod val="60000"/>
                    <a:lumOff val="40000"/>
                  </a:schemeClr>
                </a:solidFill>
                <a:cs typeface="Times New Roman" panose="02020603050405020304" pitchFamily="18" charset="0"/>
              </a:rPr>
              <a:t>预测分析表</a:t>
            </a:r>
            <a:r>
              <a:rPr lang="zh-CN" altLang="en-US" b="1" dirty="0">
                <a:solidFill>
                  <a:schemeClr val="tx1"/>
                </a:solidFill>
                <a:cs typeface="Times New Roman" panose="02020603050405020304" pitchFamily="18" charset="0"/>
              </a:rPr>
              <a:t>进行产生式的选择</a:t>
            </a:r>
            <a:endParaRPr lang="en-US" altLang="zh-CN" b="1" dirty="0">
              <a:solidFill>
                <a:schemeClr val="tx1"/>
              </a:solidFill>
              <a:cs typeface="Times New Roman" panose="02020603050405020304" pitchFamily="18" charset="0"/>
            </a:endParaRPr>
          </a:p>
          <a:p>
            <a:pPr lvl="1" eaLnBrk="1" hangingPunct="1">
              <a:lnSpc>
                <a:spcPts val="2600"/>
              </a:lnSpc>
              <a:spcBef>
                <a:spcPts val="0"/>
              </a:spcBef>
              <a:buClrTx/>
              <a:buFont typeface="Wingdings" panose="05000000000000000000" pitchFamily="2" charset="2"/>
              <a:buChar char="Ø"/>
              <a:defRPr/>
            </a:pPr>
            <a:r>
              <a:rPr lang="zh-CN" altLang="en-US" b="1" dirty="0">
                <a:solidFill>
                  <a:schemeClr val="tx1"/>
                </a:solidFill>
                <a:cs typeface="Times New Roman" panose="02020603050405020304" pitchFamily="18" charset="0"/>
              </a:rPr>
              <a:t>根据每个非终结符的</a:t>
            </a:r>
            <a:r>
              <a:rPr lang="zh-CN" altLang="en-US" b="1" dirty="0">
                <a:solidFill>
                  <a:schemeClr val="tx2">
                    <a:lumMod val="60000"/>
                    <a:lumOff val="40000"/>
                  </a:schemeClr>
                </a:solidFill>
                <a:cs typeface="Times New Roman" panose="02020603050405020304" pitchFamily="18" charset="0"/>
              </a:rPr>
              <a:t>产生式</a:t>
            </a:r>
            <a:r>
              <a:rPr lang="zh-CN" altLang="en-US" b="1" dirty="0">
                <a:solidFill>
                  <a:schemeClr val="tx1"/>
                </a:solidFill>
                <a:cs typeface="Times New Roman" panose="02020603050405020304" pitchFamily="18" charset="0"/>
              </a:rPr>
              <a:t>和</a:t>
            </a:r>
            <a:r>
              <a:rPr lang="en-US" altLang="zh-CN" b="1" i="1" dirty="0">
                <a:solidFill>
                  <a:schemeClr val="tx1"/>
                </a:solidFill>
                <a:cs typeface="Times New Roman" panose="02020603050405020304" pitchFamily="18" charset="0"/>
              </a:rPr>
              <a:t>LL</a:t>
            </a:r>
            <a:r>
              <a:rPr lang="en-US" altLang="zh-CN" b="1" dirty="0">
                <a:solidFill>
                  <a:schemeClr val="tx1"/>
                </a:solidFill>
                <a:cs typeface="Times New Roman" panose="02020603050405020304" pitchFamily="18" charset="0"/>
              </a:rPr>
              <a:t>(1)</a:t>
            </a:r>
            <a:r>
              <a:rPr lang="zh-CN" altLang="en-US" b="1" dirty="0">
                <a:solidFill>
                  <a:schemeClr val="tx1"/>
                </a:solidFill>
                <a:cs typeface="Times New Roman" panose="02020603050405020304" pitchFamily="18" charset="0"/>
              </a:rPr>
              <a:t>文法的</a:t>
            </a:r>
            <a:r>
              <a:rPr lang="zh-CN" altLang="en-US" b="1" dirty="0">
                <a:solidFill>
                  <a:schemeClr val="tx2">
                    <a:lumMod val="60000"/>
                    <a:lumOff val="40000"/>
                  </a:schemeClr>
                </a:solidFill>
                <a:cs typeface="Times New Roman" panose="02020603050405020304" pitchFamily="18" charset="0"/>
              </a:rPr>
              <a:t>预测分析表</a:t>
            </a:r>
            <a:r>
              <a:rPr lang="zh-CN" altLang="en-US" b="1" dirty="0">
                <a:solidFill>
                  <a:schemeClr val="tx1"/>
                </a:solidFill>
                <a:cs typeface="Times New Roman" panose="02020603050405020304" pitchFamily="18" charset="0"/>
              </a:rPr>
              <a:t>，为每个非终结符编写对应的过程</a:t>
            </a:r>
          </a:p>
        </p:txBody>
      </p:sp>
      <p:sp>
        <p:nvSpPr>
          <p:cNvPr id="104452" name="内容占位符 1"/>
          <p:cNvSpPr txBox="1"/>
          <p:nvPr/>
        </p:nvSpPr>
        <p:spPr bwMode="auto">
          <a:xfrm>
            <a:off x="539552" y="2067694"/>
            <a:ext cx="5328592" cy="3003798"/>
          </a:xfrm>
          <a:prstGeom prst="rect">
            <a:avLst/>
          </a:prstGeom>
          <a:solidFill>
            <a:schemeClr val="accent2">
              <a:lumMod val="40000"/>
              <a:lumOff val="60000"/>
            </a:schemeClr>
          </a:solidFill>
          <a:ln w="12700">
            <a:solidFill>
              <a:schemeClr val="tx1"/>
            </a:solidFill>
            <a:miter lim="800000"/>
          </a:ln>
        </p:spPr>
        <p:txBody>
          <a:bodyPr anchor="ctr"/>
          <a:lstStyle>
            <a:lvl1pPr marL="273050" indent="-27305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300"/>
              </a:lnSpc>
              <a:spcBef>
                <a:spcPts val="0"/>
              </a:spcBef>
              <a:buSzPct val="100000"/>
              <a:buFont typeface="Symbol" panose="05050102010706020507" pitchFamily="18" charset="2"/>
              <a:buNone/>
              <a:defRPr/>
            </a:pPr>
            <a:r>
              <a:rPr lang="en-US" altLang="zh-CN" sz="2000" b="1" dirty="0">
                <a:latin typeface="Times New Roman" panose="02020603050405020304" pitchFamily="18" charset="0"/>
                <a:ea typeface="华文楷体" panose="02010600040101010101" pitchFamily="2" charset="-122"/>
              </a:rPr>
              <a:t>      void </a:t>
            </a:r>
            <a:r>
              <a:rPr lang="en-US" altLang="zh-CN" sz="2000" b="1" i="1" dirty="0">
                <a:latin typeface="Times New Roman" panose="02020603050405020304" pitchFamily="18" charset="0"/>
                <a:ea typeface="华文楷体" panose="02010600040101010101" pitchFamily="2" charset="-122"/>
              </a:rPr>
              <a:t>A</a:t>
            </a:r>
            <a:r>
              <a:rPr lang="en-US" altLang="zh-CN" sz="2000" b="1" dirty="0">
                <a:latin typeface="Times New Roman" panose="02020603050405020304" pitchFamily="18" charset="0"/>
                <a:ea typeface="楷体" panose="02010609060101010101" pitchFamily="49" charset="-122"/>
              </a:rPr>
              <a:t>( </a:t>
            </a:r>
            <a:r>
              <a:rPr lang="en-US" altLang="zh-CN" sz="2000" b="1" dirty="0">
                <a:solidFill>
                  <a:srgbClr val="FF0000"/>
                </a:solidFill>
                <a:latin typeface="Times New Roman" panose="02020603050405020304" pitchFamily="18" charset="0"/>
                <a:ea typeface="楷体" panose="02010609060101010101" pitchFamily="49" charset="-122"/>
              </a:rPr>
              <a:t>TOKEN</a:t>
            </a:r>
            <a:r>
              <a:rPr lang="en-US" altLang="zh-CN" sz="2000" b="1" dirty="0">
                <a:latin typeface="Times New Roman" panose="02020603050405020304" pitchFamily="18" charset="0"/>
                <a:ea typeface="楷体" panose="02010609060101010101" pitchFamily="49" charset="-122"/>
              </a:rPr>
              <a:t> ) {</a:t>
            </a:r>
            <a:endParaRPr lang="en-US" altLang="zh-CN" sz="2000" b="1" dirty="0">
              <a:latin typeface="Times New Roman" panose="02020603050405020304" pitchFamily="18" charset="0"/>
              <a:ea typeface="华文楷体" panose="02010600040101010101" pitchFamily="2" charset="-122"/>
            </a:endParaRPr>
          </a:p>
          <a:p>
            <a:pPr eaLnBrk="1" hangingPunct="1">
              <a:lnSpc>
                <a:spcPts val="2300"/>
              </a:lnSpc>
              <a:spcBef>
                <a:spcPts val="0"/>
              </a:spcBef>
              <a:buSzPct val="100000"/>
              <a:buFontTx/>
              <a:buAutoNum type="arabicParenR"/>
              <a:defRPr/>
            </a:pPr>
            <a:r>
              <a:rPr lang="zh-CN" altLang="en-US" sz="2000" b="1" dirty="0">
                <a:latin typeface="Times New Roman" panose="02020603050405020304" pitchFamily="18" charset="0"/>
                <a:ea typeface="楷体" panose="02010609060101010101" pitchFamily="49" charset="-122"/>
              </a:rPr>
              <a:t>     </a:t>
            </a:r>
            <a:r>
              <a:rPr lang="zh-CN" altLang="en-US" sz="2000" b="1" u="sng" dirty="0">
                <a:solidFill>
                  <a:srgbClr val="FF0000"/>
                </a:solidFill>
                <a:latin typeface="Times New Roman" panose="02020603050405020304" pitchFamily="18" charset="0"/>
                <a:ea typeface="楷体" panose="02010609060101010101" pitchFamily="49" charset="-122"/>
              </a:rPr>
              <a:t>选择一个</a:t>
            </a:r>
            <a:r>
              <a:rPr lang="en-US" altLang="zh-CN" sz="2000" b="1" i="1" u="sng" dirty="0">
                <a:solidFill>
                  <a:srgbClr val="FF0000"/>
                </a:solidFill>
                <a:latin typeface="Times New Roman" panose="02020603050405020304" pitchFamily="18" charset="0"/>
              </a:rPr>
              <a:t>A</a:t>
            </a:r>
            <a:r>
              <a:rPr lang="zh-CN" altLang="en-US" sz="2000" b="1" u="sng" dirty="0">
                <a:solidFill>
                  <a:srgbClr val="FF0000"/>
                </a:solidFill>
                <a:latin typeface="华文楷体" panose="02010600040101010101" pitchFamily="2" charset="-122"/>
                <a:ea typeface="华文楷体" panose="02010600040101010101" pitchFamily="2" charset="-122"/>
              </a:rPr>
              <a:t>产生式</a:t>
            </a:r>
            <a:r>
              <a:rPr lang="zh-CN" altLang="en-US" sz="2000" b="1" u="sng" dirty="0">
                <a:latin typeface="华文楷体" panose="02010600040101010101" pitchFamily="2" charset="-122"/>
                <a:ea typeface="华文楷体" panose="02010600040101010101" pitchFamily="2" charset="-122"/>
              </a:rPr>
              <a:t>，</a:t>
            </a:r>
            <a:r>
              <a:rPr lang="en-US" altLang="zh-CN" sz="2000" b="1" i="1" u="sng" dirty="0">
                <a:latin typeface="Times New Roman" panose="02020603050405020304" pitchFamily="18" charset="0"/>
              </a:rPr>
              <a:t> A →X</a:t>
            </a:r>
            <a:r>
              <a:rPr lang="en-US" altLang="zh-CN" sz="2000" b="1" u="sng" baseline="-25000" dirty="0">
                <a:latin typeface="Times New Roman" panose="02020603050405020304" pitchFamily="18" charset="0"/>
              </a:rPr>
              <a:t>1</a:t>
            </a:r>
            <a:r>
              <a:rPr lang="en-US" altLang="zh-CN" sz="2000" b="1" i="1" u="sng" dirty="0">
                <a:latin typeface="Times New Roman" panose="02020603050405020304" pitchFamily="18" charset="0"/>
              </a:rPr>
              <a:t> X</a:t>
            </a:r>
            <a:r>
              <a:rPr lang="en-US" altLang="zh-CN" sz="2000" b="1" u="sng" baseline="-25000" dirty="0">
                <a:latin typeface="Times New Roman" panose="02020603050405020304" pitchFamily="18" charset="0"/>
              </a:rPr>
              <a:t>2</a:t>
            </a:r>
            <a:r>
              <a:rPr lang="en-US" altLang="zh-CN" sz="2000" b="1" i="1" u="sng" dirty="0">
                <a:latin typeface="Times New Roman" panose="02020603050405020304" pitchFamily="18" charset="0"/>
              </a:rPr>
              <a:t>  … </a:t>
            </a:r>
            <a:r>
              <a:rPr lang="en-US" altLang="zh-CN" sz="2000" b="1" i="1" u="sng" dirty="0" err="1">
                <a:latin typeface="Times New Roman" panose="02020603050405020304" pitchFamily="18" charset="0"/>
              </a:rPr>
              <a:t>X</a:t>
            </a:r>
            <a:r>
              <a:rPr lang="en-US" altLang="zh-CN" sz="2000" b="1" i="1" u="sng" baseline="-25000" dirty="0" err="1">
                <a:latin typeface="Times New Roman" panose="02020603050405020304" pitchFamily="18" charset="0"/>
              </a:rPr>
              <a:t>k</a:t>
            </a:r>
            <a:r>
              <a:rPr lang="en-US" altLang="zh-CN" sz="2000" b="1" i="1" u="sng" dirty="0">
                <a:latin typeface="Times New Roman" panose="02020603050405020304" pitchFamily="18" charset="0"/>
              </a:rPr>
              <a:t>  </a:t>
            </a:r>
            <a:r>
              <a:rPr lang="zh-CN" altLang="en-US" sz="2000" b="1" u="sng" dirty="0">
                <a:latin typeface="华文楷体" panose="02010600040101010101" pitchFamily="2" charset="-122"/>
                <a:ea typeface="华文楷体" panose="02010600040101010101" pitchFamily="2" charset="-122"/>
              </a:rPr>
              <a:t>；</a:t>
            </a:r>
            <a:endParaRPr lang="en-US" altLang="zh-CN" sz="2000" b="1" u="sng" dirty="0">
              <a:latin typeface="华文楷体" panose="02010600040101010101" pitchFamily="2" charset="-122"/>
              <a:ea typeface="华文楷体" panose="02010600040101010101" pitchFamily="2" charset="-122"/>
            </a:endParaRPr>
          </a:p>
          <a:p>
            <a:pPr eaLnBrk="1" hangingPunct="1">
              <a:lnSpc>
                <a:spcPts val="2300"/>
              </a:lnSpc>
              <a:spcBef>
                <a:spcPts val="0"/>
              </a:spcBef>
              <a:buSzPct val="100000"/>
              <a:buFontTx/>
              <a:buAutoNum type="arabicParenR"/>
              <a:defRPr/>
            </a:pPr>
            <a:r>
              <a:rPr lang="en-US" altLang="zh-CN" sz="2000" b="1" dirty="0">
                <a:latin typeface="Times New Roman" panose="02020603050405020304" pitchFamily="18" charset="0"/>
                <a:ea typeface="楷体" panose="02010609060101010101" pitchFamily="49" charset="-122"/>
              </a:rPr>
              <a:t>     for</a:t>
            </a:r>
            <a:r>
              <a:rPr lang="en-US" altLang="zh-CN" sz="2000" b="1" i="1" dirty="0">
                <a:latin typeface="Times New Roman" panose="02020603050405020304" pitchFamily="18" charset="0"/>
                <a:ea typeface="楷体" panose="02010609060101010101" pitchFamily="49" charset="-122"/>
              </a:rPr>
              <a:t> </a:t>
            </a:r>
            <a:r>
              <a:rPr lang="en-US" altLang="zh-CN" sz="2000" b="1" dirty="0">
                <a:latin typeface="Times New Roman" panose="02020603050405020304" pitchFamily="18" charset="0"/>
                <a:ea typeface="楷体" panose="02010609060101010101" pitchFamily="49" charset="-122"/>
              </a:rPr>
              <a:t>( </a:t>
            </a:r>
            <a:r>
              <a:rPr lang="en-US" altLang="zh-CN" sz="2000" b="1" i="1" dirty="0" err="1">
                <a:latin typeface="Times New Roman" panose="02020603050405020304" pitchFamily="18" charset="0"/>
                <a:ea typeface="楷体" panose="02010609060101010101" pitchFamily="49" charset="-122"/>
              </a:rPr>
              <a:t>i</a:t>
            </a:r>
            <a:r>
              <a:rPr lang="en-US" altLang="zh-CN" sz="2000" b="1" i="1" dirty="0">
                <a:latin typeface="Times New Roman" panose="02020603050405020304" pitchFamily="18" charset="0"/>
                <a:ea typeface="楷体" panose="02010609060101010101" pitchFamily="49" charset="-122"/>
              </a:rPr>
              <a:t> </a:t>
            </a:r>
            <a:r>
              <a:rPr lang="en-US" altLang="zh-CN" sz="2000" b="1" dirty="0">
                <a:latin typeface="Times New Roman" panose="02020603050405020304" pitchFamily="18" charset="0"/>
                <a:ea typeface="楷体" panose="02010609060101010101" pitchFamily="49" charset="-122"/>
              </a:rPr>
              <a:t>= 1 to </a:t>
            </a:r>
            <a:r>
              <a:rPr lang="en-US" altLang="zh-CN" sz="2000" b="1" i="1" dirty="0">
                <a:latin typeface="Times New Roman" panose="02020603050405020304" pitchFamily="18" charset="0"/>
                <a:ea typeface="楷体" panose="02010609060101010101" pitchFamily="49" charset="-122"/>
              </a:rPr>
              <a:t>k</a:t>
            </a:r>
            <a:r>
              <a:rPr lang="en-US" altLang="zh-CN" sz="2000" b="1" dirty="0">
                <a:latin typeface="Times New Roman" panose="02020603050405020304" pitchFamily="18" charset="0"/>
                <a:ea typeface="楷体" panose="02010609060101010101" pitchFamily="49" charset="-122"/>
              </a:rPr>
              <a:t> ) {</a:t>
            </a:r>
          </a:p>
          <a:p>
            <a:pPr eaLnBrk="1" hangingPunct="1">
              <a:lnSpc>
                <a:spcPts val="2300"/>
              </a:lnSpc>
              <a:spcBef>
                <a:spcPts val="0"/>
              </a:spcBef>
              <a:buSzPct val="100000"/>
              <a:buFontTx/>
              <a:buAutoNum type="arabicParenR" startAt="3"/>
              <a:defRPr/>
            </a:pPr>
            <a:r>
              <a:rPr lang="en-US" altLang="zh-CN" sz="2000" b="1" dirty="0">
                <a:latin typeface="Times New Roman" panose="02020603050405020304" pitchFamily="18" charset="0"/>
                <a:ea typeface="楷体" panose="02010609060101010101" pitchFamily="49" charset="-122"/>
              </a:rPr>
              <a:t>             if</a:t>
            </a:r>
            <a:r>
              <a:rPr lang="en-US" altLang="zh-CN" sz="2000" b="1" i="1" dirty="0">
                <a:latin typeface="Times New Roman" panose="02020603050405020304" pitchFamily="18" charset="0"/>
                <a:ea typeface="楷体" panose="02010609060101010101" pitchFamily="49" charset="-122"/>
              </a:rPr>
              <a:t> </a:t>
            </a:r>
            <a:r>
              <a:rPr lang="en-US" altLang="zh-CN" sz="2000" b="1" dirty="0">
                <a:latin typeface="Times New Roman" panose="02020603050405020304" pitchFamily="18" charset="0"/>
                <a:ea typeface="楷体" panose="02010609060101010101" pitchFamily="49" charset="-122"/>
              </a:rPr>
              <a:t>( </a:t>
            </a:r>
            <a:r>
              <a:rPr lang="en-US" altLang="zh-CN" sz="2000" b="1" i="1" dirty="0">
                <a:solidFill>
                  <a:srgbClr val="0000FF"/>
                </a:solidFill>
                <a:latin typeface="Times New Roman" panose="02020603050405020304" pitchFamily="18" charset="0"/>
                <a:ea typeface="楷体" panose="02010609060101010101" pitchFamily="49" charset="-122"/>
              </a:rPr>
              <a:t>X</a:t>
            </a:r>
            <a:r>
              <a:rPr lang="en-US" altLang="zh-CN" sz="2000" b="1" i="1" baseline="-25000" dirty="0">
                <a:solidFill>
                  <a:srgbClr val="0000FF"/>
                </a:solidFill>
                <a:latin typeface="Times New Roman" panose="02020603050405020304" pitchFamily="18" charset="0"/>
              </a:rPr>
              <a:t>i</a:t>
            </a:r>
            <a:r>
              <a:rPr lang="zh-CN" altLang="en-US" sz="2000" b="1" dirty="0">
                <a:latin typeface="Times New Roman" panose="02020603050405020304" pitchFamily="18" charset="0"/>
                <a:ea typeface="楷体" panose="02010609060101010101" pitchFamily="49" charset="-122"/>
              </a:rPr>
              <a:t>是一个</a:t>
            </a:r>
            <a:r>
              <a:rPr lang="zh-CN" altLang="en-US" sz="2000" b="1" dirty="0">
                <a:solidFill>
                  <a:srgbClr val="0000FF"/>
                </a:solidFill>
                <a:latin typeface="Times New Roman" panose="02020603050405020304" pitchFamily="18" charset="0"/>
                <a:ea typeface="楷体" panose="02010609060101010101" pitchFamily="49" charset="-122"/>
              </a:rPr>
              <a:t>非终结符号</a:t>
            </a:r>
            <a:r>
              <a:rPr lang="en-US" altLang="zh-CN" sz="2000" b="1" dirty="0">
                <a:latin typeface="Times New Roman" panose="02020603050405020304" pitchFamily="18" charset="0"/>
                <a:ea typeface="楷体" panose="02010609060101010101" pitchFamily="49" charset="-122"/>
              </a:rPr>
              <a:t>)</a:t>
            </a:r>
          </a:p>
          <a:p>
            <a:pPr eaLnBrk="1" hangingPunct="1">
              <a:lnSpc>
                <a:spcPts val="2300"/>
              </a:lnSpc>
              <a:spcBef>
                <a:spcPts val="0"/>
              </a:spcBef>
              <a:buSzPct val="100000"/>
              <a:buFontTx/>
              <a:buAutoNum type="arabicParenR" startAt="3"/>
              <a:defRPr/>
            </a:pPr>
            <a:r>
              <a:rPr lang="en-US" altLang="zh-CN" sz="2000" b="1" dirty="0">
                <a:latin typeface="Times New Roman" panose="02020603050405020304" pitchFamily="18" charset="0"/>
                <a:ea typeface="楷体" panose="02010609060101010101" pitchFamily="49" charset="-122"/>
              </a:rPr>
              <a:t>                       </a:t>
            </a:r>
            <a:r>
              <a:rPr lang="zh-CN" altLang="en-US" sz="2000" b="1" dirty="0">
                <a:latin typeface="Times New Roman" panose="02020603050405020304" pitchFamily="18" charset="0"/>
                <a:ea typeface="楷体" panose="02010609060101010101" pitchFamily="49" charset="-122"/>
              </a:rPr>
              <a:t>调用过程 </a:t>
            </a:r>
            <a:r>
              <a:rPr lang="en-US" altLang="zh-CN" sz="2000" b="1" i="1" dirty="0">
                <a:solidFill>
                  <a:srgbClr val="0000FF"/>
                </a:solidFill>
                <a:latin typeface="Times New Roman" panose="02020603050405020304" pitchFamily="18" charset="0"/>
                <a:ea typeface="楷体" panose="02010609060101010101" pitchFamily="49" charset="-122"/>
              </a:rPr>
              <a:t>X</a:t>
            </a:r>
            <a:r>
              <a:rPr lang="en-US" altLang="zh-CN" sz="2000" b="1" i="1" baseline="-25000" dirty="0">
                <a:solidFill>
                  <a:srgbClr val="0000FF"/>
                </a:solidFill>
                <a:latin typeface="Times New Roman" panose="02020603050405020304" pitchFamily="18" charset="0"/>
              </a:rPr>
              <a:t>i </a:t>
            </a:r>
            <a:r>
              <a:rPr lang="en-US" altLang="zh-CN" sz="2000" b="1" dirty="0">
                <a:solidFill>
                  <a:srgbClr val="0000FF"/>
                </a:solidFill>
                <a:latin typeface="Times New Roman" panose="02020603050405020304" pitchFamily="18" charset="0"/>
                <a:ea typeface="楷体" panose="02010609060101010101" pitchFamily="49" charset="-122"/>
              </a:rPr>
              <a:t>( TOKEN ) </a:t>
            </a:r>
            <a:r>
              <a:rPr lang="en-US" altLang="zh-CN" sz="2000" b="1" dirty="0">
                <a:latin typeface="Times New Roman" panose="02020603050405020304" pitchFamily="18" charset="0"/>
                <a:ea typeface="楷体" panose="02010609060101010101" pitchFamily="49" charset="-122"/>
              </a:rPr>
              <a:t>; </a:t>
            </a:r>
            <a:endParaRPr lang="en-US" altLang="zh-CN" sz="2000" b="1" i="1" dirty="0">
              <a:latin typeface="Times New Roman" panose="02020603050405020304" pitchFamily="18" charset="0"/>
              <a:ea typeface="楷体" panose="02010609060101010101" pitchFamily="49" charset="-122"/>
            </a:endParaRPr>
          </a:p>
          <a:p>
            <a:pPr eaLnBrk="1" hangingPunct="1">
              <a:lnSpc>
                <a:spcPts val="2300"/>
              </a:lnSpc>
              <a:spcBef>
                <a:spcPts val="0"/>
              </a:spcBef>
              <a:buSzPct val="100000"/>
              <a:buFontTx/>
              <a:buAutoNum type="arabicParenR" startAt="3"/>
              <a:defRPr/>
            </a:pPr>
            <a:r>
              <a:rPr lang="en-US" altLang="zh-CN" sz="2000" b="1" dirty="0">
                <a:latin typeface="Times New Roman" panose="02020603050405020304" pitchFamily="18" charset="0"/>
                <a:ea typeface="楷体" panose="02010609060101010101" pitchFamily="49" charset="-122"/>
              </a:rPr>
              <a:t>             else  if ( </a:t>
            </a:r>
            <a:r>
              <a:rPr lang="en-US" altLang="zh-CN" sz="2000" b="1" i="1" dirty="0">
                <a:latin typeface="Times New Roman" panose="02020603050405020304" pitchFamily="18" charset="0"/>
                <a:ea typeface="楷体" panose="02010609060101010101" pitchFamily="49" charset="-122"/>
              </a:rPr>
              <a:t>X</a:t>
            </a:r>
            <a:r>
              <a:rPr lang="en-US" altLang="zh-CN" sz="2000" b="1" i="1" baseline="-25000" dirty="0">
                <a:latin typeface="Times New Roman" panose="02020603050405020304" pitchFamily="18" charset="0"/>
              </a:rPr>
              <a:t>i</a:t>
            </a:r>
            <a:r>
              <a:rPr lang="en-US" altLang="zh-CN" sz="2000" b="1" dirty="0">
                <a:latin typeface="Times New Roman" panose="02020603050405020304" pitchFamily="18" charset="0"/>
                <a:ea typeface="楷体" panose="02010609060101010101" pitchFamily="49" charset="-122"/>
              </a:rPr>
              <a:t> </a:t>
            </a:r>
            <a:r>
              <a:rPr lang="zh-CN" altLang="en-US" sz="2000" b="1" dirty="0">
                <a:latin typeface="Times New Roman" panose="02020603050405020304" pitchFamily="18" charset="0"/>
                <a:ea typeface="楷体" panose="02010609060101010101" pitchFamily="49" charset="-122"/>
              </a:rPr>
              <a:t>等于当前的</a:t>
            </a:r>
            <a:r>
              <a:rPr lang="zh-CN" altLang="en-US" sz="2000" b="1" dirty="0">
                <a:solidFill>
                  <a:srgbClr val="0000FF"/>
                </a:solidFill>
                <a:latin typeface="Times New Roman" panose="02020603050405020304" pitchFamily="18" charset="0"/>
                <a:ea typeface="楷体" panose="02010609060101010101" pitchFamily="49" charset="-122"/>
              </a:rPr>
              <a:t>输入符号</a:t>
            </a:r>
            <a:r>
              <a:rPr lang="en-US" altLang="zh-CN" sz="2000" b="1" i="1" dirty="0">
                <a:solidFill>
                  <a:srgbClr val="0000FF"/>
                </a:solidFill>
                <a:latin typeface="Times New Roman" panose="02020603050405020304" pitchFamily="18" charset="0"/>
                <a:ea typeface="楷体" panose="02010609060101010101" pitchFamily="49" charset="-122"/>
              </a:rPr>
              <a:t>a</a:t>
            </a:r>
            <a:r>
              <a:rPr lang="en-US" altLang="zh-CN" sz="2000" b="1" dirty="0">
                <a:latin typeface="Times New Roman" panose="02020603050405020304" pitchFamily="18" charset="0"/>
                <a:ea typeface="楷体" panose="02010609060101010101" pitchFamily="49" charset="-122"/>
              </a:rPr>
              <a:t>)       </a:t>
            </a:r>
          </a:p>
          <a:p>
            <a:pPr eaLnBrk="1" hangingPunct="1">
              <a:lnSpc>
                <a:spcPts val="2300"/>
              </a:lnSpc>
              <a:spcBef>
                <a:spcPts val="0"/>
              </a:spcBef>
              <a:buSzPct val="100000"/>
              <a:buFontTx/>
              <a:buAutoNum type="arabicParenR" startAt="3"/>
              <a:defRPr/>
            </a:pPr>
            <a:r>
              <a:rPr lang="en-US" altLang="zh-CN" sz="2000" b="1" dirty="0">
                <a:latin typeface="Times New Roman" panose="02020603050405020304" pitchFamily="18" charset="0"/>
                <a:ea typeface="楷体" panose="02010609060101010101" pitchFamily="49" charset="-122"/>
              </a:rPr>
              <a:t>                        </a:t>
            </a:r>
            <a:r>
              <a:rPr lang="zh-CN" altLang="en-US" sz="2000" b="1" dirty="0">
                <a:latin typeface="Times New Roman" panose="02020603050405020304" pitchFamily="18" charset="0"/>
                <a:ea typeface="楷体" panose="02010609060101010101" pitchFamily="49" charset="-122"/>
              </a:rPr>
              <a:t>读入下一个输入符号</a:t>
            </a:r>
            <a:r>
              <a:rPr lang="en-US" altLang="zh-CN" sz="2000" b="1" dirty="0">
                <a:latin typeface="Times New Roman" panose="02020603050405020304" pitchFamily="18" charset="0"/>
                <a:ea typeface="楷体" panose="02010609060101010101" pitchFamily="49" charset="-122"/>
              </a:rPr>
              <a:t>;</a:t>
            </a:r>
          </a:p>
          <a:p>
            <a:pPr eaLnBrk="1" hangingPunct="1">
              <a:lnSpc>
                <a:spcPts val="2300"/>
              </a:lnSpc>
              <a:spcBef>
                <a:spcPts val="0"/>
              </a:spcBef>
              <a:buSzPct val="100000"/>
              <a:buFontTx/>
              <a:buAutoNum type="arabicParenR" startAt="3"/>
              <a:defRPr/>
            </a:pPr>
            <a:r>
              <a:rPr lang="en-US" altLang="zh-CN" sz="2000" b="1" dirty="0">
                <a:latin typeface="Times New Roman" panose="02020603050405020304" pitchFamily="18" charset="0"/>
                <a:ea typeface="楷体" panose="02010609060101010101" pitchFamily="49" charset="-122"/>
              </a:rPr>
              <a:t>             else /* </a:t>
            </a:r>
            <a:r>
              <a:rPr lang="zh-CN" altLang="en-US" sz="2000" b="1" dirty="0">
                <a:latin typeface="Times New Roman" panose="02020603050405020304" pitchFamily="18" charset="0"/>
                <a:ea typeface="楷体" panose="02010609060101010101" pitchFamily="49" charset="-122"/>
              </a:rPr>
              <a:t>发生了一个错误 </a:t>
            </a:r>
            <a:r>
              <a:rPr lang="en-US" altLang="zh-CN" sz="2000" b="1" dirty="0">
                <a:latin typeface="Times New Roman" panose="02020603050405020304" pitchFamily="18" charset="0"/>
                <a:ea typeface="楷体" panose="02010609060101010101" pitchFamily="49" charset="-122"/>
              </a:rPr>
              <a:t>*/ ;</a:t>
            </a:r>
          </a:p>
          <a:p>
            <a:pPr eaLnBrk="1" hangingPunct="1">
              <a:lnSpc>
                <a:spcPts val="2300"/>
              </a:lnSpc>
              <a:spcBef>
                <a:spcPts val="0"/>
              </a:spcBef>
              <a:buSzPct val="100000"/>
              <a:buFont typeface="Symbol" panose="05050102010706020507" pitchFamily="18" charset="2"/>
              <a:buNone/>
              <a:defRPr/>
            </a:pPr>
            <a:r>
              <a:rPr lang="en-US" altLang="zh-CN" sz="2000" b="1" dirty="0">
                <a:latin typeface="Times New Roman" panose="02020603050405020304" pitchFamily="18" charset="0"/>
                <a:ea typeface="楷体" panose="02010609060101010101" pitchFamily="49" charset="-122"/>
              </a:rPr>
              <a:t>              }</a:t>
            </a:r>
          </a:p>
          <a:p>
            <a:pPr eaLnBrk="1" hangingPunct="1">
              <a:lnSpc>
                <a:spcPts val="2300"/>
              </a:lnSpc>
              <a:spcBef>
                <a:spcPts val="0"/>
              </a:spcBef>
              <a:buSzPct val="100000"/>
              <a:buFont typeface="Symbol" panose="05050102010706020507" pitchFamily="18" charset="2"/>
              <a:buNone/>
              <a:defRPr/>
            </a:pPr>
            <a:r>
              <a:rPr lang="en-US" altLang="zh-CN" sz="2000" b="1" dirty="0">
                <a:latin typeface="Times New Roman" panose="02020603050405020304" pitchFamily="18" charset="0"/>
                <a:ea typeface="楷体" panose="02010609060101010101" pitchFamily="49" charset="-122"/>
              </a:rPr>
              <a:t>       }</a:t>
            </a:r>
          </a:p>
        </p:txBody>
      </p:sp>
      <p:sp>
        <p:nvSpPr>
          <p:cNvPr id="2" name="文本框 1"/>
          <p:cNvSpPr txBox="1"/>
          <p:nvPr/>
        </p:nvSpPr>
        <p:spPr>
          <a:xfrm>
            <a:off x="5979071" y="2355726"/>
            <a:ext cx="2985417" cy="1938992"/>
          </a:xfrm>
          <a:prstGeom prst="rect">
            <a:avLst/>
          </a:prstGeom>
          <a:solidFill>
            <a:schemeClr val="accent5">
              <a:lumMod val="20000"/>
              <a:lumOff val="80000"/>
            </a:schemeClr>
          </a:solidFill>
          <a:ln>
            <a:solidFill>
              <a:schemeClr val="tx1"/>
            </a:solidFill>
          </a:ln>
        </p:spPr>
        <p:txBody>
          <a:bodyPr wrap="square" rtlCol="0">
            <a:spAutoFit/>
          </a:bodyPr>
          <a:lstStyle/>
          <a:p>
            <a:r>
              <a:rPr lang="en-US" altLang="zh-CN" sz="2000" b="1" dirty="0">
                <a:solidFill>
                  <a:srgbClr val="FF0000"/>
                </a:solidFill>
                <a:latin typeface="Times New Roman" panose="02020603050405020304" pitchFamily="18" charset="0"/>
                <a:ea typeface="+mn-ea"/>
                <a:cs typeface="Times New Roman" panose="02020603050405020304" pitchFamily="18" charset="0"/>
              </a:rPr>
              <a:t>TOKEN</a:t>
            </a:r>
            <a:r>
              <a:rPr lang="zh-CN" altLang="en-US" sz="2000" b="1" dirty="0">
                <a:latin typeface="Times New Roman" panose="02020603050405020304" pitchFamily="18" charset="0"/>
                <a:ea typeface="+mn-ea"/>
                <a:cs typeface="Times New Roman" panose="02020603050405020304" pitchFamily="18" charset="0"/>
              </a:rPr>
              <a:t>：当前输入符号</a:t>
            </a:r>
            <a:endParaRPr lang="en-US" altLang="zh-CN" sz="2000" b="1" dirty="0">
              <a:latin typeface="Times New Roman" panose="02020603050405020304" pitchFamily="18" charset="0"/>
              <a:ea typeface="+mn-ea"/>
              <a:cs typeface="Times New Roman" panose="02020603050405020304" pitchFamily="18" charset="0"/>
            </a:endParaRPr>
          </a:p>
          <a:p>
            <a:r>
              <a:rPr lang="zh-CN" altLang="en-US" sz="2000" b="1" dirty="0">
                <a:solidFill>
                  <a:srgbClr val="FF0000"/>
                </a:solidFill>
                <a:latin typeface="Times New Roman" panose="02020603050405020304" pitchFamily="18" charset="0"/>
                <a:ea typeface="+mn-ea"/>
                <a:cs typeface="Times New Roman" panose="02020603050405020304" pitchFamily="18" charset="0"/>
              </a:rPr>
              <a:t>产生式的选择</a:t>
            </a:r>
            <a:r>
              <a:rPr lang="zh-CN" altLang="en-US" sz="2000" b="1" dirty="0">
                <a:latin typeface="Times New Roman" panose="02020603050405020304" pitchFamily="18" charset="0"/>
                <a:ea typeface="+mn-ea"/>
                <a:cs typeface="Times New Roman" panose="02020603050405020304" pitchFamily="18" charset="0"/>
              </a:rPr>
              <a:t>：根据</a:t>
            </a:r>
            <a:r>
              <a:rPr lang="en-US" altLang="zh-CN" sz="2000" b="1" dirty="0">
                <a:latin typeface="Times New Roman" panose="02020603050405020304" pitchFamily="18" charset="0"/>
                <a:ea typeface="+mn-ea"/>
                <a:cs typeface="Times New Roman" panose="02020603050405020304" pitchFamily="18" charset="0"/>
              </a:rPr>
              <a:t>TOKEN</a:t>
            </a:r>
            <a:r>
              <a:rPr lang="zh-CN" altLang="en-US" sz="2000" b="1" dirty="0">
                <a:latin typeface="Times New Roman" panose="02020603050405020304" pitchFamily="18" charset="0"/>
                <a:ea typeface="+mn-ea"/>
                <a:cs typeface="Times New Roman" panose="02020603050405020304" pitchFamily="18" charset="0"/>
              </a:rPr>
              <a:t>，选择表项</a:t>
            </a:r>
            <a:r>
              <a:rPr lang="en-US" altLang="zh-CN" sz="2000" b="1" dirty="0">
                <a:solidFill>
                  <a:srgbClr val="0070C0"/>
                </a:solidFill>
                <a:latin typeface="Times New Roman" panose="02020603050405020304" pitchFamily="18" charset="0"/>
                <a:ea typeface="+mn-ea"/>
                <a:cs typeface="Times New Roman" panose="02020603050405020304" pitchFamily="18" charset="0"/>
              </a:rPr>
              <a:t>M(</a:t>
            </a:r>
            <a:r>
              <a:rPr lang="en-US" altLang="zh-CN" sz="2000" b="1" i="1" dirty="0">
                <a:solidFill>
                  <a:srgbClr val="0070C0"/>
                </a:solidFill>
                <a:latin typeface="Times New Roman" panose="02020603050405020304" pitchFamily="18" charset="0"/>
                <a:ea typeface="+mn-ea"/>
                <a:cs typeface="Times New Roman" panose="02020603050405020304" pitchFamily="18" charset="0"/>
              </a:rPr>
              <a:t>A</a:t>
            </a:r>
            <a:r>
              <a:rPr lang="en-US" altLang="zh-CN" sz="2000" b="1" dirty="0">
                <a:solidFill>
                  <a:srgbClr val="0070C0"/>
                </a:solidFill>
                <a:latin typeface="Times New Roman" panose="02020603050405020304" pitchFamily="18" charset="0"/>
                <a:ea typeface="+mn-ea"/>
                <a:cs typeface="Times New Roman" panose="02020603050405020304" pitchFamily="18" charset="0"/>
              </a:rPr>
              <a:t>, </a:t>
            </a:r>
            <a:r>
              <a:rPr lang="en-US" altLang="zh-CN" sz="2000" b="1" i="1" dirty="0">
                <a:solidFill>
                  <a:srgbClr val="0070C0"/>
                </a:solidFill>
                <a:latin typeface="Times New Roman" panose="02020603050405020304" pitchFamily="18" charset="0"/>
                <a:ea typeface="+mn-ea"/>
                <a:cs typeface="Times New Roman" panose="02020603050405020304" pitchFamily="18" charset="0"/>
              </a:rPr>
              <a:t>TOKEN</a:t>
            </a:r>
            <a:r>
              <a:rPr lang="en-US" altLang="zh-CN" sz="2000" b="1" dirty="0">
                <a:solidFill>
                  <a:srgbClr val="0070C0"/>
                </a:solidFill>
                <a:latin typeface="Times New Roman" panose="02020603050405020304" pitchFamily="18" charset="0"/>
                <a:ea typeface="+mn-ea"/>
                <a:cs typeface="Times New Roman" panose="02020603050405020304" pitchFamily="18" charset="0"/>
              </a:rPr>
              <a:t>)</a:t>
            </a:r>
          </a:p>
          <a:p>
            <a:r>
              <a:rPr lang="zh-CN" altLang="en-US" sz="2000" b="1" dirty="0">
                <a:latin typeface="Times New Roman" panose="02020603050405020304" pitchFamily="18" charset="0"/>
                <a:ea typeface="+mn-ea"/>
                <a:cs typeface="Times New Roman" panose="02020603050405020304" pitchFamily="18" charset="0"/>
              </a:rPr>
              <a:t>中对应的产生式进行推导，如表项为空，错误。</a:t>
            </a:r>
          </a:p>
        </p:txBody>
      </p:sp>
      <p:sp>
        <p:nvSpPr>
          <p:cNvPr id="4" name="灯片编号占位符 3"/>
          <p:cNvSpPr>
            <a:spLocks noGrp="1"/>
          </p:cNvSpPr>
          <p:nvPr>
            <p:ph type="sldNum" sz="quarter" idx="12"/>
          </p:nvPr>
        </p:nvSpPr>
        <p:spPr/>
        <p:txBody>
          <a:bodyPr/>
          <a:lstStyle/>
          <a:p>
            <a:pPr>
              <a:defRPr/>
            </a:pPr>
            <a:fld id="{EA567855-7F13-4FC5-AD61-2B82F6443E16}" type="slidenum">
              <a:rPr lang="zh-CN" altLang="en-US" smtClean="0"/>
              <a:t>48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 calcmode="lin" valueType="num">
                                      <p:cBhvr>
                                        <p:cTn id="7" dur="500" fill="hold"/>
                                        <p:tgtEl>
                                          <p:spTgt spid="9">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9">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9">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2"/>
          <p:cNvSpPr>
            <a:spLocks noGrp="1" noChangeArrowheads="1"/>
          </p:cNvSpPr>
          <p:nvPr>
            <p:ph type="title"/>
          </p:nvPr>
        </p:nvSpPr>
        <p:spPr>
          <a:xfrm>
            <a:off x="755650" y="268288"/>
            <a:ext cx="79311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例：假设已构建了预测分析表</a:t>
            </a:r>
          </a:p>
        </p:txBody>
      </p:sp>
      <p:sp>
        <p:nvSpPr>
          <p:cNvPr id="117764" name="Text Box 4"/>
          <p:cNvSpPr txBox="1">
            <a:spLocks noChangeArrowheads="1"/>
          </p:cNvSpPr>
          <p:nvPr/>
        </p:nvSpPr>
        <p:spPr bwMode="auto">
          <a:xfrm>
            <a:off x="214313" y="681038"/>
            <a:ext cx="87153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800"/>
              </a:lnSpc>
              <a:spcBef>
                <a:spcPct val="20000"/>
              </a:spcBef>
              <a:buClr>
                <a:schemeClr val="tx2"/>
              </a:buClr>
              <a:buSzPct val="75000"/>
            </a:pPr>
            <a:r>
              <a:rPr kumimoji="1" lang="en-US" altLang="zh-CN" b="1" dirty="0">
                <a:latin typeface="Times New Roman" panose="02020603050405020304" pitchFamily="18" charset="0"/>
                <a:ea typeface="楷体_GB2312"/>
                <a:cs typeface="楷体_GB2312"/>
              </a:rPr>
              <a:t>(1) </a:t>
            </a:r>
            <a:r>
              <a:rPr lang="en-US" altLang="zh-CN" b="1" dirty="0">
                <a:latin typeface="Times New Roman" panose="02020603050405020304" pitchFamily="18" charset="0"/>
                <a:ea typeface="楷体_GB2312"/>
                <a:cs typeface="楷体_GB2312"/>
              </a:rPr>
              <a:t>&lt;PROGRAM&gt; </a:t>
            </a:r>
            <a:r>
              <a:rPr kumimoji="1" lang="en-US" altLang="zh-CN" b="1" dirty="0">
                <a:latin typeface="Times New Roman" panose="02020603050405020304" pitchFamily="18" charset="0"/>
                <a:ea typeface="楷体_GB2312"/>
                <a:cs typeface="楷体_GB2312"/>
              </a:rPr>
              <a:t>→ program &lt;DECLIST&gt; :&lt;TYPE&gt; ; &lt;STLIST&gt; end</a:t>
            </a:r>
          </a:p>
          <a:p>
            <a:pPr>
              <a:lnSpc>
                <a:spcPts val="2800"/>
              </a:lnSpc>
              <a:spcBef>
                <a:spcPct val="20000"/>
              </a:spcBef>
              <a:buClr>
                <a:schemeClr val="tx2"/>
              </a:buClr>
              <a:buSzPct val="75000"/>
              <a:buFont typeface="Monotype Sorts"/>
              <a:buNone/>
            </a:pPr>
            <a:r>
              <a:rPr kumimoji="1" lang="en-US" altLang="zh-CN" b="1" dirty="0">
                <a:latin typeface="Times New Roman" panose="02020603050405020304" pitchFamily="18" charset="0"/>
                <a:ea typeface="楷体_GB2312"/>
                <a:cs typeface="楷体_GB2312"/>
              </a:rPr>
              <a:t>(2) </a:t>
            </a:r>
            <a:r>
              <a:rPr lang="en-US" altLang="zh-CN" b="1" dirty="0">
                <a:latin typeface="Times New Roman" panose="02020603050405020304" pitchFamily="18" charset="0"/>
                <a:ea typeface="楷体_GB2312"/>
                <a:cs typeface="楷体_GB2312"/>
              </a:rPr>
              <a:t>&lt;DECLIST&gt; → id &lt;DECLISTN&gt;</a:t>
            </a:r>
          </a:p>
          <a:p>
            <a:pPr eaLnBrk="1" hangingPunct="1">
              <a:lnSpc>
                <a:spcPts val="2800"/>
              </a:lnSpc>
              <a:spcBef>
                <a:spcPct val="20000"/>
              </a:spcBef>
            </a:pPr>
            <a:r>
              <a:rPr kumimoji="1" lang="en-US" altLang="zh-CN" b="1" dirty="0">
                <a:solidFill>
                  <a:srgbClr val="7030A0"/>
                </a:solidFill>
                <a:latin typeface="Times New Roman" panose="02020603050405020304" pitchFamily="18" charset="0"/>
                <a:ea typeface="楷体_GB2312"/>
                <a:cs typeface="楷体_GB2312"/>
              </a:rPr>
              <a:t>(3) </a:t>
            </a:r>
            <a:r>
              <a:rPr lang="en-US" altLang="zh-CN" b="1" dirty="0">
                <a:solidFill>
                  <a:srgbClr val="7030A0"/>
                </a:solidFill>
                <a:latin typeface="Times New Roman" panose="02020603050405020304" pitchFamily="18" charset="0"/>
                <a:ea typeface="楷体_GB2312"/>
                <a:cs typeface="楷体_GB2312"/>
              </a:rPr>
              <a:t>&lt;DECLISTN&gt; → , id &lt;DECLISTN&gt;</a:t>
            </a:r>
          </a:p>
          <a:p>
            <a:pPr eaLnBrk="1" hangingPunct="1">
              <a:lnSpc>
                <a:spcPts val="2800"/>
              </a:lnSpc>
              <a:spcBef>
                <a:spcPct val="20000"/>
              </a:spcBef>
            </a:pPr>
            <a:r>
              <a:rPr lang="en-US" altLang="zh-CN" b="1" dirty="0">
                <a:solidFill>
                  <a:srgbClr val="7030A0"/>
                </a:solidFill>
                <a:latin typeface="Times New Roman" panose="02020603050405020304" pitchFamily="18" charset="0"/>
                <a:ea typeface="楷体_GB2312"/>
                <a:cs typeface="楷体_GB2312"/>
              </a:rPr>
              <a:t>(4) </a:t>
            </a:r>
            <a:r>
              <a:rPr lang="en-US" altLang="zh-CN" b="1" dirty="0">
                <a:solidFill>
                  <a:srgbClr val="7030A0"/>
                </a:solidFill>
                <a:latin typeface="Times New Roman" panose="02020603050405020304" pitchFamily="18" charset="0"/>
              </a:rPr>
              <a:t>&lt;DECLISTN&gt; → </a:t>
            </a:r>
            <a:r>
              <a:rPr lang="en-US" altLang="zh-CN" b="1" i="1" dirty="0">
                <a:solidFill>
                  <a:srgbClr val="7030A0"/>
                </a:solidFill>
                <a:latin typeface="Times New Roman" panose="02020603050405020304" pitchFamily="18" charset="0"/>
              </a:rPr>
              <a:t>ε</a:t>
            </a:r>
          </a:p>
          <a:p>
            <a:pPr eaLnBrk="1" hangingPunct="1">
              <a:lnSpc>
                <a:spcPts val="2800"/>
              </a:lnSpc>
              <a:spcBef>
                <a:spcPct val="20000"/>
              </a:spcBef>
            </a:pPr>
            <a:r>
              <a:rPr lang="en-US" altLang="zh-CN" b="1" dirty="0">
                <a:latin typeface="Times New Roman" panose="02020603050405020304" pitchFamily="18" charset="0"/>
                <a:ea typeface="楷体_GB2312"/>
                <a:cs typeface="楷体_GB2312"/>
              </a:rPr>
              <a:t>(5) &lt;STLIST&gt; → s &lt;STLISTN&gt;</a:t>
            </a:r>
          </a:p>
          <a:p>
            <a:pPr eaLnBrk="1" hangingPunct="1">
              <a:lnSpc>
                <a:spcPts val="2800"/>
              </a:lnSpc>
              <a:spcBef>
                <a:spcPct val="20000"/>
              </a:spcBef>
            </a:pPr>
            <a:r>
              <a:rPr lang="en-US" altLang="zh-CN" b="1" dirty="0">
                <a:solidFill>
                  <a:srgbClr val="0000FF"/>
                </a:solidFill>
                <a:latin typeface="Times New Roman" panose="02020603050405020304" pitchFamily="18" charset="0"/>
                <a:ea typeface="楷体_GB2312"/>
                <a:cs typeface="楷体_GB2312"/>
              </a:rPr>
              <a:t>(6) &lt;STLISTN&gt; → ; s &lt;STLISTN&gt;</a:t>
            </a:r>
          </a:p>
          <a:p>
            <a:pPr eaLnBrk="1" hangingPunct="1">
              <a:lnSpc>
                <a:spcPts val="2800"/>
              </a:lnSpc>
            </a:pPr>
            <a:r>
              <a:rPr lang="en-US" altLang="zh-CN" b="1" dirty="0">
                <a:solidFill>
                  <a:srgbClr val="0000FF"/>
                </a:solidFill>
                <a:latin typeface="Times New Roman" panose="02020603050405020304" pitchFamily="18" charset="0"/>
                <a:ea typeface="楷体_GB2312"/>
                <a:cs typeface="楷体_GB2312"/>
              </a:rPr>
              <a:t>(7)</a:t>
            </a:r>
            <a:r>
              <a:rPr lang="en-US" altLang="zh-CN" b="1" dirty="0">
                <a:solidFill>
                  <a:srgbClr val="0000FF"/>
                </a:solidFill>
                <a:latin typeface="Times New Roman" panose="02020603050405020304" pitchFamily="18" charset="0"/>
              </a:rPr>
              <a:t> &lt;STLISTN&gt; → </a:t>
            </a:r>
            <a:r>
              <a:rPr lang="en-US" altLang="zh-CN" b="1" i="1" dirty="0">
                <a:solidFill>
                  <a:srgbClr val="0000FF"/>
                </a:solidFill>
                <a:latin typeface="Times New Roman" panose="02020603050405020304" pitchFamily="18" charset="0"/>
              </a:rPr>
              <a:t>ε</a:t>
            </a:r>
          </a:p>
          <a:p>
            <a:pPr eaLnBrk="1" hangingPunct="1">
              <a:lnSpc>
                <a:spcPts val="2800"/>
              </a:lnSpc>
            </a:pPr>
            <a:r>
              <a:rPr lang="en-US" altLang="zh-CN" b="1" dirty="0">
                <a:solidFill>
                  <a:srgbClr val="008000"/>
                </a:solidFill>
                <a:latin typeface="Times New Roman" panose="02020603050405020304" pitchFamily="18" charset="0"/>
              </a:rPr>
              <a:t>(8)</a:t>
            </a:r>
            <a:r>
              <a:rPr lang="en-US" altLang="zh-CN" b="1" dirty="0">
                <a:solidFill>
                  <a:srgbClr val="008000"/>
                </a:solidFill>
                <a:latin typeface="Times New Roman" panose="02020603050405020304" pitchFamily="18" charset="0"/>
                <a:ea typeface="楷体_GB2312"/>
                <a:cs typeface="楷体_GB2312"/>
              </a:rPr>
              <a:t> &lt;TYPE&gt; → real</a:t>
            </a:r>
          </a:p>
          <a:p>
            <a:pPr eaLnBrk="1" hangingPunct="1">
              <a:lnSpc>
                <a:spcPts val="2800"/>
              </a:lnSpc>
            </a:pPr>
            <a:r>
              <a:rPr lang="en-US" altLang="zh-CN" b="1" dirty="0">
                <a:solidFill>
                  <a:srgbClr val="008000"/>
                </a:solidFill>
                <a:latin typeface="Times New Roman" panose="02020603050405020304" pitchFamily="18" charset="0"/>
              </a:rPr>
              <a:t>(9) &lt;TYPE&gt; → int</a:t>
            </a:r>
          </a:p>
        </p:txBody>
      </p:sp>
      <p:sp>
        <p:nvSpPr>
          <p:cNvPr id="774149" name="Rectangle 5"/>
          <p:cNvSpPr>
            <a:spLocks noChangeArrowheads="1"/>
          </p:cNvSpPr>
          <p:nvPr/>
        </p:nvSpPr>
        <p:spPr bwMode="auto">
          <a:xfrm>
            <a:off x="4500563" y="1203325"/>
            <a:ext cx="4357687" cy="2868478"/>
          </a:xfrm>
          <a:prstGeom prst="rect">
            <a:avLst/>
          </a:prstGeom>
          <a:solidFill>
            <a:schemeClr val="accent2">
              <a:lumMod val="40000"/>
              <a:lumOff val="60000"/>
            </a:schemeClr>
          </a:solidFill>
          <a:ln w="12700" algn="ctr">
            <a:solidFill>
              <a:schemeClr val="tx1"/>
            </a:solidFill>
            <a:miter lim="800000"/>
          </a:ln>
        </p:spPr>
        <p:txBody>
          <a:bodyPr>
            <a:spAutoFit/>
          </a:bodyPr>
          <a:lstStyle/>
          <a:p>
            <a:pPr marL="342900" indent="-342900" eaLnBrk="1" hangingPunct="1">
              <a:spcBef>
                <a:spcPct val="20000"/>
              </a:spcBef>
              <a:defRPr/>
            </a:pPr>
            <a:r>
              <a:rPr lang="en-US" altLang="zh-CN" sz="2200" b="1" dirty="0">
                <a:latin typeface="Times New Roman" panose="02020603050405020304" pitchFamily="18" charset="0"/>
                <a:ea typeface="楷体_GB2312"/>
                <a:cs typeface="楷体_GB2312"/>
              </a:rPr>
              <a:t>program DESCENT;</a:t>
            </a:r>
          </a:p>
          <a:p>
            <a:pPr marL="342900" indent="-342900" eaLnBrk="1" hangingPunct="1">
              <a:spcBef>
                <a:spcPct val="20000"/>
              </a:spcBef>
              <a:defRPr/>
            </a:pPr>
            <a:r>
              <a:rPr lang="en-US" altLang="zh-CN" sz="2200" b="1" dirty="0">
                <a:latin typeface="Times New Roman" panose="02020603050405020304" pitchFamily="18" charset="0"/>
                <a:ea typeface="楷体_GB2312"/>
                <a:cs typeface="楷体_GB2312"/>
              </a:rPr>
              <a:t>	begin</a:t>
            </a:r>
          </a:p>
          <a:p>
            <a:pPr marL="342900" indent="-342900" eaLnBrk="1" hangingPunct="1">
              <a:spcBef>
                <a:spcPct val="20000"/>
              </a:spcBef>
              <a:defRPr/>
            </a:pPr>
            <a:r>
              <a:rPr lang="en-US" altLang="zh-CN" sz="2200" b="1" dirty="0">
                <a:latin typeface="Times New Roman" panose="02020603050405020304" pitchFamily="18" charset="0"/>
                <a:ea typeface="楷体_GB2312"/>
                <a:cs typeface="楷体_GB2312"/>
              </a:rPr>
              <a:t>	     GETNEXT(TOKEN);</a:t>
            </a:r>
          </a:p>
          <a:p>
            <a:pPr marL="342900" indent="-342900" eaLnBrk="1" hangingPunct="1">
              <a:spcBef>
                <a:spcPct val="20000"/>
              </a:spcBef>
              <a:defRPr/>
            </a:pPr>
            <a:r>
              <a:rPr lang="en-US" altLang="zh-CN" sz="2200" b="1" dirty="0">
                <a:latin typeface="Times New Roman" panose="02020603050405020304" pitchFamily="18" charset="0"/>
                <a:ea typeface="楷体_GB2312"/>
                <a:cs typeface="楷体_GB2312"/>
              </a:rPr>
              <a:t>	     </a:t>
            </a:r>
            <a:r>
              <a:rPr lang="en-US" altLang="zh-CN" sz="2200" b="1" dirty="0">
                <a:solidFill>
                  <a:srgbClr val="FF0000"/>
                </a:solidFill>
                <a:latin typeface="Times New Roman" panose="02020603050405020304" pitchFamily="18" charset="0"/>
                <a:ea typeface="楷体_GB2312"/>
                <a:cs typeface="楷体_GB2312"/>
              </a:rPr>
              <a:t>PROGRAM</a:t>
            </a:r>
            <a:r>
              <a:rPr lang="en-US" altLang="zh-CN" sz="2200" b="1" dirty="0">
                <a:latin typeface="Times New Roman" panose="02020603050405020304" pitchFamily="18" charset="0"/>
                <a:ea typeface="楷体_GB2312"/>
                <a:cs typeface="楷体_GB2312"/>
              </a:rPr>
              <a:t>(TOKEN);</a:t>
            </a:r>
          </a:p>
          <a:p>
            <a:pPr marL="342900" indent="-342900" eaLnBrk="1" hangingPunct="1">
              <a:spcBef>
                <a:spcPct val="20000"/>
              </a:spcBef>
              <a:defRPr/>
            </a:pPr>
            <a:r>
              <a:rPr lang="en-US" altLang="zh-CN" sz="2200" b="1" dirty="0">
                <a:latin typeface="Times New Roman" panose="02020603050405020304" pitchFamily="18" charset="0"/>
                <a:ea typeface="楷体_GB2312"/>
                <a:cs typeface="楷体_GB2312"/>
              </a:rPr>
              <a:t>	     </a:t>
            </a:r>
            <a:r>
              <a:rPr lang="en-US" altLang="zh-CN" sz="2200" b="1" dirty="0">
                <a:solidFill>
                  <a:srgbClr val="3333FF"/>
                </a:solidFill>
                <a:latin typeface="Times New Roman" panose="02020603050405020304" pitchFamily="18" charset="0"/>
                <a:ea typeface="楷体_GB2312"/>
                <a:cs typeface="楷体_GB2312"/>
              </a:rPr>
              <a:t>if</a:t>
            </a:r>
            <a:r>
              <a:rPr lang="en-US" altLang="zh-CN" sz="2200" b="1" dirty="0">
                <a:solidFill>
                  <a:schemeClr val="bg2">
                    <a:lumMod val="50000"/>
                  </a:schemeClr>
                </a:solidFill>
                <a:latin typeface="Times New Roman" panose="02020603050405020304" pitchFamily="18" charset="0"/>
                <a:ea typeface="楷体_GB2312"/>
                <a:cs typeface="楷体_GB2312"/>
              </a:rPr>
              <a:t> </a:t>
            </a:r>
            <a:r>
              <a:rPr lang="en-US" altLang="zh-CN" sz="2200" b="1" dirty="0">
                <a:latin typeface="Times New Roman" panose="02020603050405020304" pitchFamily="18" charset="0"/>
                <a:ea typeface="楷体_GB2312"/>
                <a:cs typeface="楷体_GB2312"/>
              </a:rPr>
              <a:t>TOKEN≠’$’ </a:t>
            </a:r>
            <a:r>
              <a:rPr lang="en-US" altLang="zh-CN" sz="2200" b="1" dirty="0">
                <a:solidFill>
                  <a:srgbClr val="3333FF"/>
                </a:solidFill>
                <a:latin typeface="Times New Roman" panose="02020603050405020304" pitchFamily="18" charset="0"/>
                <a:ea typeface="楷体_GB2312"/>
                <a:cs typeface="楷体_GB2312"/>
              </a:rPr>
              <a:t> then </a:t>
            </a:r>
            <a:r>
              <a:rPr lang="en-US" altLang="zh-CN" sz="2200" b="1" dirty="0">
                <a:latin typeface="Times New Roman" panose="02020603050405020304" pitchFamily="18" charset="0"/>
                <a:ea typeface="楷体_GB2312"/>
                <a:cs typeface="楷体_GB2312"/>
              </a:rPr>
              <a:t>ERROR;</a:t>
            </a:r>
          </a:p>
          <a:p>
            <a:pPr marL="342900" indent="-342900" eaLnBrk="1" hangingPunct="1">
              <a:spcBef>
                <a:spcPct val="20000"/>
              </a:spcBef>
              <a:defRPr/>
            </a:pPr>
            <a:r>
              <a:rPr lang="en-US" altLang="zh-CN" sz="2200" b="1" dirty="0">
                <a:latin typeface="Times New Roman" panose="02020603050405020304" pitchFamily="18" charset="0"/>
                <a:ea typeface="楷体_GB2312"/>
                <a:cs typeface="楷体_GB2312"/>
              </a:rPr>
              <a:t>         write(‘success!’);</a:t>
            </a:r>
          </a:p>
          <a:p>
            <a:pPr marL="342900" indent="-342900" eaLnBrk="1" hangingPunct="1">
              <a:spcBef>
                <a:spcPct val="20000"/>
              </a:spcBef>
              <a:defRPr/>
            </a:pPr>
            <a:r>
              <a:rPr lang="en-US" altLang="zh-CN" sz="2200" b="1" dirty="0">
                <a:latin typeface="Times New Roman" panose="02020603050405020304" pitchFamily="18" charset="0"/>
                <a:ea typeface="楷体_GB2312"/>
                <a:cs typeface="楷体_GB2312"/>
              </a:rPr>
              <a:t>	end</a:t>
            </a: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49</a:t>
            </a:fld>
            <a:endParaRPr lang="en-US" altLang="zh-CN"/>
          </a:p>
        </p:txBody>
      </p:sp>
      <p:sp>
        <p:nvSpPr>
          <p:cNvPr id="6" name="Rectangle 7"/>
          <p:cNvSpPr>
            <a:spLocks noChangeArrowheads="1"/>
          </p:cNvSpPr>
          <p:nvPr/>
        </p:nvSpPr>
        <p:spPr bwMode="auto">
          <a:xfrm>
            <a:off x="323528" y="4286250"/>
            <a:ext cx="2459037" cy="733772"/>
          </a:xfrm>
          <a:prstGeom prst="rect">
            <a:avLst/>
          </a:prstGeom>
          <a:solidFill>
            <a:schemeClr val="accent5">
              <a:lumMod val="60000"/>
              <a:lumOff val="40000"/>
            </a:schemeClr>
          </a:solidFill>
          <a:ln w="12700">
            <a:solidFill>
              <a:schemeClr val="tx1"/>
            </a:solidFill>
            <a:miter lim="800000"/>
          </a:ln>
        </p:spPr>
        <p:txBody>
          <a:bodyPr wrap="none" anchor="ctr"/>
          <a:lstStyle/>
          <a:p>
            <a:pPr eaLnBrk="1" hangingPunct="1">
              <a:defRPr/>
            </a:pPr>
            <a:r>
              <a:rPr lang="en-US" altLang="zh-CN" b="1" dirty="0">
                <a:latin typeface="Times New Roman" panose="02020603050405020304" pitchFamily="18" charset="0"/>
              </a:rPr>
              <a:t>SELECT(4)={:}</a:t>
            </a:r>
          </a:p>
          <a:p>
            <a:pPr eaLnBrk="1" hangingPunct="1">
              <a:defRPr/>
            </a:pPr>
            <a:r>
              <a:rPr lang="en-US" altLang="zh-CN" b="1" dirty="0">
                <a:latin typeface="Times New Roman" panose="02020603050405020304" pitchFamily="18" charset="0"/>
              </a:rPr>
              <a:t>SELECT(7)={end}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774149"/>
                                        </p:tgtEl>
                                        <p:attrNameLst>
                                          <p:attrName>style.visibility</p:attrName>
                                        </p:attrNameLst>
                                      </p:cBhvr>
                                      <p:to>
                                        <p:strVal val="visible"/>
                                      </p:to>
                                    </p:set>
                                    <p:anim calcmode="lin" valueType="num">
                                      <p:cBhvr>
                                        <p:cTn id="12" dur="500" fill="hold"/>
                                        <p:tgtEl>
                                          <p:spTgt spid="774149"/>
                                        </p:tgtEl>
                                        <p:attrNameLst>
                                          <p:attrName>ppt_w</p:attrName>
                                        </p:attrNameLst>
                                      </p:cBhvr>
                                      <p:tavLst>
                                        <p:tav tm="0">
                                          <p:val>
                                            <p:fltVal val="0"/>
                                          </p:val>
                                        </p:tav>
                                        <p:tav tm="100000">
                                          <p:val>
                                            <p:strVal val="#ppt_w"/>
                                          </p:val>
                                        </p:tav>
                                      </p:tavLst>
                                    </p:anim>
                                    <p:anim calcmode="lin" valueType="num">
                                      <p:cBhvr>
                                        <p:cTn id="13" dur="500" fill="hold"/>
                                        <p:tgtEl>
                                          <p:spTgt spid="774149"/>
                                        </p:tgtEl>
                                        <p:attrNameLst>
                                          <p:attrName>ppt_h</p:attrName>
                                        </p:attrNameLst>
                                      </p:cBhvr>
                                      <p:tavLst>
                                        <p:tav tm="0">
                                          <p:val>
                                            <p:fltVal val="0"/>
                                          </p:val>
                                        </p:tav>
                                        <p:tav tm="100000">
                                          <p:val>
                                            <p:strVal val="#ppt_h"/>
                                          </p:val>
                                        </p:tav>
                                      </p:tavLst>
                                    </p:anim>
                                    <p:animEffect transition="in" filter="fade">
                                      <p:cBhvr>
                                        <p:cTn id="14" dur="500"/>
                                        <p:tgtEl>
                                          <p:spTgt spid="774149"/>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xit" presetSubtype="16" fill="hold" grpId="1" nodeType="clickEffect">
                                  <p:stCondLst>
                                    <p:cond delay="0"/>
                                  </p:stCondLst>
                                  <p:childTnLst>
                                    <p:anim calcmode="lin" valueType="num">
                                      <p:cBhvr>
                                        <p:cTn id="18" dur="500"/>
                                        <p:tgtEl>
                                          <p:spTgt spid="774149"/>
                                        </p:tgtEl>
                                        <p:attrNameLst>
                                          <p:attrName>ppt_w</p:attrName>
                                        </p:attrNameLst>
                                      </p:cBhvr>
                                      <p:tavLst>
                                        <p:tav tm="0">
                                          <p:val>
                                            <p:strVal val="ppt_w"/>
                                          </p:val>
                                        </p:tav>
                                        <p:tav tm="100000">
                                          <p:val>
                                            <p:fltVal val="0"/>
                                          </p:val>
                                        </p:tav>
                                      </p:tavLst>
                                    </p:anim>
                                    <p:anim calcmode="lin" valueType="num">
                                      <p:cBhvr>
                                        <p:cTn id="19" dur="500"/>
                                        <p:tgtEl>
                                          <p:spTgt spid="774149"/>
                                        </p:tgtEl>
                                        <p:attrNameLst>
                                          <p:attrName>ppt_h</p:attrName>
                                        </p:attrNameLst>
                                      </p:cBhvr>
                                      <p:tavLst>
                                        <p:tav tm="0">
                                          <p:val>
                                            <p:strVal val="ppt_h"/>
                                          </p:val>
                                        </p:tav>
                                        <p:tav tm="100000">
                                          <p:val>
                                            <p:fltVal val="0"/>
                                          </p:val>
                                        </p:tav>
                                      </p:tavLst>
                                    </p:anim>
                                    <p:animEffect transition="out" filter="fade">
                                      <p:cBhvr>
                                        <p:cTn id="20" dur="500"/>
                                        <p:tgtEl>
                                          <p:spTgt spid="774149"/>
                                        </p:tgtEl>
                                      </p:cBhvr>
                                    </p:animEffect>
                                    <p:set>
                                      <p:cBhvr>
                                        <p:cTn id="21" dur="1" fill="hold">
                                          <p:stCondLst>
                                            <p:cond delay="499"/>
                                          </p:stCondLst>
                                        </p:cTn>
                                        <p:tgtEl>
                                          <p:spTgt spid="7741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4149" grpId="0" animBg="1"/>
      <p:bldP spid="774149" grpId="1" animBg="1"/>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2" name="Text Box 4"/>
          <p:cNvSpPr txBox="1">
            <a:spLocks noChangeArrowheads="1"/>
          </p:cNvSpPr>
          <p:nvPr/>
        </p:nvSpPr>
        <p:spPr bwMode="auto">
          <a:xfrm>
            <a:off x="214313" y="681038"/>
            <a:ext cx="87153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800"/>
              </a:lnSpc>
              <a:spcBef>
                <a:spcPct val="20000"/>
              </a:spcBef>
              <a:buClr>
                <a:srgbClr val="073E87"/>
              </a:buClr>
              <a:buSzPct val="75000"/>
            </a:pPr>
            <a:r>
              <a:rPr kumimoji="1" lang="en-US" altLang="zh-CN" b="1">
                <a:solidFill>
                  <a:srgbClr val="2D83F4"/>
                </a:solidFill>
                <a:latin typeface="Times New Roman" panose="02020603050405020304" pitchFamily="18" charset="0"/>
                <a:ea typeface="楷体_GB2312"/>
                <a:cs typeface="楷体_GB2312"/>
              </a:rPr>
              <a:t>(1) </a:t>
            </a:r>
            <a:r>
              <a:rPr lang="en-US" altLang="zh-CN" b="1">
                <a:solidFill>
                  <a:srgbClr val="2D83F4"/>
                </a:solidFill>
                <a:latin typeface="Times New Roman" panose="02020603050405020304" pitchFamily="18" charset="0"/>
                <a:ea typeface="楷体_GB2312"/>
                <a:cs typeface="楷体_GB2312"/>
              </a:rPr>
              <a:t>&lt;PROGRAM&gt; </a:t>
            </a:r>
            <a:r>
              <a:rPr kumimoji="1" lang="en-US" altLang="zh-CN" b="1">
                <a:solidFill>
                  <a:srgbClr val="2D83F4"/>
                </a:solidFill>
                <a:latin typeface="Times New Roman" panose="02020603050405020304" pitchFamily="18" charset="0"/>
                <a:ea typeface="楷体_GB2312"/>
                <a:cs typeface="楷体_GB2312"/>
              </a:rPr>
              <a:t>→ program &lt;DECLIST&gt; :&lt;TYPE&gt; ; &lt;STLIST&gt; end</a:t>
            </a:r>
          </a:p>
          <a:p>
            <a:pPr>
              <a:lnSpc>
                <a:spcPts val="2800"/>
              </a:lnSpc>
              <a:spcBef>
                <a:spcPct val="20000"/>
              </a:spcBef>
              <a:buClr>
                <a:srgbClr val="073E87"/>
              </a:buClr>
              <a:buSzPct val="75000"/>
              <a:buFont typeface="Monotype Sorts"/>
              <a:buNone/>
            </a:pPr>
            <a:r>
              <a:rPr kumimoji="1" lang="en-US" altLang="zh-CN" b="1">
                <a:solidFill>
                  <a:srgbClr val="000000"/>
                </a:solidFill>
                <a:latin typeface="Times New Roman" panose="02020603050405020304" pitchFamily="18" charset="0"/>
                <a:ea typeface="楷体_GB2312"/>
                <a:cs typeface="楷体_GB2312"/>
              </a:rPr>
              <a:t>(2) </a:t>
            </a:r>
            <a:r>
              <a:rPr lang="en-US" altLang="zh-CN" b="1">
                <a:solidFill>
                  <a:srgbClr val="000000"/>
                </a:solidFill>
                <a:latin typeface="Times New Roman" panose="02020603050405020304" pitchFamily="18" charset="0"/>
                <a:ea typeface="楷体_GB2312"/>
                <a:cs typeface="楷体_GB2312"/>
              </a:rPr>
              <a:t>&lt;DECLIST&gt; → id &lt;DECLISTN&gt;</a:t>
            </a:r>
          </a:p>
          <a:p>
            <a:pPr eaLnBrk="1" hangingPunct="1">
              <a:lnSpc>
                <a:spcPts val="2800"/>
              </a:lnSpc>
              <a:spcBef>
                <a:spcPct val="20000"/>
              </a:spcBef>
            </a:pPr>
            <a:r>
              <a:rPr kumimoji="1" lang="en-US" altLang="zh-CN" b="1">
                <a:solidFill>
                  <a:srgbClr val="000000"/>
                </a:solidFill>
                <a:latin typeface="Times New Roman" panose="02020603050405020304" pitchFamily="18" charset="0"/>
                <a:ea typeface="楷体_GB2312"/>
                <a:cs typeface="楷体_GB2312"/>
              </a:rPr>
              <a:t>(3) </a:t>
            </a:r>
            <a:r>
              <a:rPr lang="en-US" altLang="zh-CN" b="1">
                <a:solidFill>
                  <a:srgbClr val="000000"/>
                </a:solidFill>
                <a:latin typeface="Times New Roman" panose="02020603050405020304" pitchFamily="18" charset="0"/>
                <a:ea typeface="楷体_GB2312"/>
                <a:cs typeface="楷体_GB2312"/>
              </a:rPr>
              <a:t>&lt;DECLISTN&gt; → , id &lt;DECLISTN&gt;</a:t>
            </a:r>
          </a:p>
          <a:p>
            <a:pPr eaLnBrk="1" hangingPunct="1">
              <a:lnSpc>
                <a:spcPts val="2800"/>
              </a:lnSpc>
              <a:spcBef>
                <a:spcPct val="20000"/>
              </a:spcBef>
            </a:pPr>
            <a:r>
              <a:rPr lang="en-US" altLang="zh-CN" b="1">
                <a:solidFill>
                  <a:srgbClr val="000000"/>
                </a:solidFill>
                <a:latin typeface="Times New Roman" panose="02020603050405020304" pitchFamily="18" charset="0"/>
                <a:ea typeface="楷体_GB2312"/>
                <a:cs typeface="楷体_GB2312"/>
              </a:rPr>
              <a:t>(4) </a:t>
            </a:r>
            <a:r>
              <a:rPr lang="en-US" altLang="zh-CN" b="1">
                <a:solidFill>
                  <a:srgbClr val="000000"/>
                </a:solidFill>
                <a:latin typeface="Times New Roman" panose="02020603050405020304" pitchFamily="18" charset="0"/>
              </a:rPr>
              <a:t>&lt;DECLISTN&gt; → </a:t>
            </a:r>
            <a:r>
              <a:rPr lang="en-US" altLang="zh-CN" b="1" i="1">
                <a:solidFill>
                  <a:srgbClr val="000000"/>
                </a:solidFill>
                <a:latin typeface="Times New Roman" panose="02020603050405020304" pitchFamily="18" charset="0"/>
              </a:rPr>
              <a:t>ε</a:t>
            </a:r>
          </a:p>
          <a:p>
            <a:pPr eaLnBrk="1" hangingPunct="1">
              <a:lnSpc>
                <a:spcPts val="2800"/>
              </a:lnSpc>
              <a:spcBef>
                <a:spcPct val="20000"/>
              </a:spcBef>
            </a:pPr>
            <a:r>
              <a:rPr lang="en-US" altLang="zh-CN" b="1">
                <a:solidFill>
                  <a:srgbClr val="000000"/>
                </a:solidFill>
                <a:latin typeface="Times New Roman" panose="02020603050405020304" pitchFamily="18" charset="0"/>
                <a:ea typeface="楷体_GB2312"/>
                <a:cs typeface="楷体_GB2312"/>
              </a:rPr>
              <a:t>(5) &lt;STLIST&gt; → s &lt;STLISTN&gt;</a:t>
            </a:r>
          </a:p>
          <a:p>
            <a:pPr eaLnBrk="1" hangingPunct="1">
              <a:lnSpc>
                <a:spcPts val="2800"/>
              </a:lnSpc>
              <a:spcBef>
                <a:spcPct val="20000"/>
              </a:spcBef>
            </a:pPr>
            <a:r>
              <a:rPr lang="en-US" altLang="zh-CN" b="1">
                <a:solidFill>
                  <a:srgbClr val="000000"/>
                </a:solidFill>
                <a:latin typeface="Times New Roman" panose="02020603050405020304" pitchFamily="18" charset="0"/>
                <a:ea typeface="楷体_GB2312"/>
                <a:cs typeface="楷体_GB2312"/>
              </a:rPr>
              <a:t>(6) &lt;STLISTN&gt; → ; s &lt;STLISTN&gt;</a:t>
            </a:r>
          </a:p>
          <a:p>
            <a:pPr eaLnBrk="1" hangingPunct="1">
              <a:lnSpc>
                <a:spcPts val="2800"/>
              </a:lnSpc>
            </a:pPr>
            <a:r>
              <a:rPr lang="en-US" altLang="zh-CN" b="1">
                <a:solidFill>
                  <a:srgbClr val="000000"/>
                </a:solidFill>
                <a:latin typeface="Times New Roman" panose="02020603050405020304" pitchFamily="18" charset="0"/>
                <a:ea typeface="楷体_GB2312"/>
                <a:cs typeface="楷体_GB2312"/>
              </a:rPr>
              <a:t>(7)</a:t>
            </a:r>
            <a:r>
              <a:rPr lang="en-US" altLang="zh-CN" b="1">
                <a:solidFill>
                  <a:srgbClr val="000000"/>
                </a:solidFill>
                <a:latin typeface="Times New Roman" panose="02020603050405020304" pitchFamily="18" charset="0"/>
              </a:rPr>
              <a:t> &lt;STLISTN&gt; → </a:t>
            </a:r>
            <a:r>
              <a:rPr lang="en-US" altLang="zh-CN" b="1" i="1">
                <a:solidFill>
                  <a:srgbClr val="000000"/>
                </a:solidFill>
                <a:latin typeface="Times New Roman" panose="02020603050405020304" pitchFamily="18" charset="0"/>
              </a:rPr>
              <a:t>ε</a:t>
            </a:r>
          </a:p>
          <a:p>
            <a:pPr eaLnBrk="1" hangingPunct="1">
              <a:lnSpc>
                <a:spcPts val="2800"/>
              </a:lnSpc>
            </a:pPr>
            <a:r>
              <a:rPr lang="en-US" altLang="zh-CN" b="1">
                <a:solidFill>
                  <a:srgbClr val="000000"/>
                </a:solidFill>
                <a:latin typeface="Times New Roman" panose="02020603050405020304" pitchFamily="18" charset="0"/>
              </a:rPr>
              <a:t>(8)</a:t>
            </a:r>
            <a:r>
              <a:rPr lang="en-US" altLang="zh-CN" b="1">
                <a:solidFill>
                  <a:srgbClr val="000000"/>
                </a:solidFill>
                <a:latin typeface="Times New Roman" panose="02020603050405020304" pitchFamily="18" charset="0"/>
                <a:ea typeface="楷体_GB2312"/>
                <a:cs typeface="楷体_GB2312"/>
              </a:rPr>
              <a:t> &lt;TYPE&gt; → real</a:t>
            </a:r>
          </a:p>
          <a:p>
            <a:pPr eaLnBrk="1" hangingPunct="1">
              <a:lnSpc>
                <a:spcPts val="2800"/>
              </a:lnSpc>
            </a:pPr>
            <a:r>
              <a:rPr lang="en-US" altLang="zh-CN" b="1">
                <a:solidFill>
                  <a:srgbClr val="000000"/>
                </a:solidFill>
                <a:latin typeface="Times New Roman" panose="02020603050405020304" pitchFamily="18" charset="0"/>
              </a:rPr>
              <a:t>(9) &lt;TYPE&gt; → int</a:t>
            </a:r>
          </a:p>
        </p:txBody>
      </p:sp>
      <p:sp>
        <p:nvSpPr>
          <p:cNvPr id="776198" name="Rectangle 6"/>
          <p:cNvSpPr>
            <a:spLocks noChangeArrowheads="1"/>
          </p:cNvSpPr>
          <p:nvPr/>
        </p:nvSpPr>
        <p:spPr bwMode="auto">
          <a:xfrm>
            <a:off x="4499610" y="1058863"/>
            <a:ext cx="3930650" cy="4013200"/>
          </a:xfrm>
          <a:prstGeom prst="rect">
            <a:avLst/>
          </a:prstGeom>
          <a:solidFill>
            <a:schemeClr val="accent2">
              <a:lumMod val="40000"/>
              <a:lumOff val="60000"/>
            </a:schemeClr>
          </a:solidFill>
          <a:ln w="12700">
            <a:solidFill>
              <a:schemeClr val="tx1"/>
            </a:solidFill>
            <a:miter lim="800000"/>
          </a:ln>
        </p:spPr>
        <p:txBody>
          <a:bodyPr/>
          <a:lstStyle/>
          <a:p>
            <a:pPr marL="533400" indent="-533400" eaLnBrk="1" hangingPunct="1">
              <a:lnSpc>
                <a:spcPts val="1300"/>
              </a:lnSpc>
              <a:spcBef>
                <a:spcPct val="20000"/>
              </a:spcBef>
              <a:buClr>
                <a:srgbClr val="5EAEFF"/>
              </a:buClr>
              <a:buSzPct val="60000"/>
              <a:buFont typeface="Wingdings" panose="05000000000000000000" pitchFamily="2" charset="2"/>
              <a:buNone/>
              <a:defRPr/>
            </a:pPr>
            <a:r>
              <a:rPr lang="en-US" altLang="zh-CN" sz="1400" b="1" dirty="0">
                <a:solidFill>
                  <a:prstClr val="black"/>
                </a:solidFill>
                <a:latin typeface="Times New Roman" panose="02020603050405020304" pitchFamily="18" charset="0"/>
                <a:ea typeface="楷体_GB2312"/>
                <a:cs typeface="楷体_GB2312"/>
              </a:rPr>
              <a:t> procedure PROGRAM( </a:t>
            </a:r>
            <a:r>
              <a:rPr lang="en-US" altLang="zh-CN" sz="1400" b="1" dirty="0">
                <a:solidFill>
                  <a:srgbClr val="0000FF"/>
                </a:solidFill>
                <a:latin typeface="Times New Roman" panose="02020603050405020304" pitchFamily="18" charset="0"/>
                <a:ea typeface="楷体_GB2312"/>
                <a:cs typeface="楷体_GB2312"/>
              </a:rPr>
              <a:t>TOKEN </a:t>
            </a:r>
            <a:r>
              <a:rPr lang="en-US" altLang="zh-CN" sz="1400" b="1" dirty="0">
                <a:solidFill>
                  <a:prstClr val="black"/>
                </a:solidFill>
                <a:latin typeface="Times New Roman" panose="02020603050405020304" pitchFamily="18" charset="0"/>
                <a:ea typeface="楷体_GB2312"/>
                <a:cs typeface="楷体_GB2312"/>
              </a:rPr>
              <a:t>);</a:t>
            </a:r>
          </a:p>
          <a:p>
            <a:pPr marL="533400" indent="-533400" eaLnBrk="1" hangingPunct="1">
              <a:lnSpc>
                <a:spcPts val="1300"/>
              </a:lnSpc>
              <a:spcBef>
                <a:spcPct val="20000"/>
              </a:spcBef>
              <a:buClr>
                <a:srgbClr val="5EAEFF"/>
              </a:buClr>
              <a:buSzPct val="60000"/>
              <a:buFont typeface="Wingdings" panose="05000000000000000000" pitchFamily="2" charset="2"/>
              <a:buNone/>
              <a:defRPr/>
            </a:pPr>
            <a:r>
              <a:rPr lang="en-US" altLang="zh-CN" sz="1400" b="1" dirty="0">
                <a:solidFill>
                  <a:prstClr val="black"/>
                </a:solidFill>
                <a:latin typeface="Times New Roman" panose="02020603050405020304" pitchFamily="18" charset="0"/>
                <a:ea typeface="楷体_GB2312"/>
                <a:cs typeface="楷体_GB2312"/>
              </a:rPr>
              <a:t>	begin</a:t>
            </a:r>
          </a:p>
          <a:p>
            <a:pPr marL="533400" indent="-533400" eaLnBrk="1" hangingPunct="1">
              <a:lnSpc>
                <a:spcPts val="1300"/>
              </a:lnSpc>
              <a:spcBef>
                <a:spcPct val="20000"/>
              </a:spcBef>
              <a:buClr>
                <a:srgbClr val="5EAEFF"/>
              </a:buClr>
              <a:buSzPct val="60000"/>
              <a:buFont typeface="Wingdings" panose="05000000000000000000" pitchFamily="2" charset="2"/>
              <a:buNone/>
              <a:defRPr/>
            </a:pPr>
            <a:r>
              <a:rPr lang="en-US" altLang="zh-CN" sz="1400" b="1" dirty="0">
                <a:solidFill>
                  <a:prstClr val="black"/>
                </a:solidFill>
                <a:latin typeface="Times New Roman" panose="02020603050405020304" pitchFamily="18" charset="0"/>
                <a:ea typeface="楷体_GB2312"/>
                <a:cs typeface="楷体_GB2312"/>
              </a:rPr>
              <a:t> 	    </a:t>
            </a:r>
            <a:r>
              <a:rPr lang="en-US" altLang="zh-CN" sz="1400" b="1" dirty="0">
                <a:solidFill>
                  <a:srgbClr val="3333FF"/>
                </a:solidFill>
                <a:latin typeface="Times New Roman" panose="02020603050405020304" pitchFamily="18" charset="0"/>
                <a:ea typeface="楷体_GB2312"/>
                <a:cs typeface="楷体_GB2312"/>
              </a:rPr>
              <a:t> if </a:t>
            </a:r>
            <a:r>
              <a:rPr lang="en-US" altLang="zh-CN" sz="1400" b="1" dirty="0" err="1">
                <a:solidFill>
                  <a:prstClr val="black"/>
                </a:solidFill>
                <a:latin typeface="Times New Roman" panose="02020603050405020304" pitchFamily="18" charset="0"/>
                <a:ea typeface="楷体_GB2312"/>
                <a:cs typeface="楷体_GB2312"/>
              </a:rPr>
              <a:t>TOKEN≠’program</a:t>
            </a:r>
            <a:r>
              <a:rPr lang="en-US" altLang="zh-CN" sz="1400" b="1" dirty="0">
                <a:solidFill>
                  <a:prstClr val="black"/>
                </a:solidFill>
                <a:latin typeface="Times New Roman" panose="02020603050405020304" pitchFamily="18" charset="0"/>
                <a:ea typeface="楷体_GB2312"/>
                <a:cs typeface="楷体_GB2312"/>
              </a:rPr>
              <a:t>’ </a:t>
            </a:r>
            <a:r>
              <a:rPr lang="en-US" altLang="zh-CN" sz="1400" b="1" dirty="0">
                <a:solidFill>
                  <a:srgbClr val="3333FF"/>
                </a:solidFill>
                <a:latin typeface="Times New Roman" panose="02020603050405020304" pitchFamily="18" charset="0"/>
                <a:ea typeface="楷体_GB2312"/>
                <a:cs typeface="楷体_GB2312"/>
              </a:rPr>
              <a:t> then </a:t>
            </a:r>
            <a:r>
              <a:rPr lang="en-US" altLang="zh-CN" sz="1400" b="1" dirty="0">
                <a:solidFill>
                  <a:prstClr val="black"/>
                </a:solidFill>
                <a:latin typeface="Times New Roman" panose="02020603050405020304" pitchFamily="18" charset="0"/>
                <a:ea typeface="楷体_GB2312"/>
                <a:cs typeface="楷体_GB2312"/>
              </a:rPr>
              <a:t>ERROR;</a:t>
            </a:r>
          </a:p>
          <a:p>
            <a:pPr marL="533400" indent="-533400" eaLnBrk="1" hangingPunct="1">
              <a:lnSpc>
                <a:spcPts val="1300"/>
              </a:lnSpc>
              <a:spcBef>
                <a:spcPct val="20000"/>
              </a:spcBef>
              <a:buClr>
                <a:srgbClr val="5EAEFF"/>
              </a:buClr>
              <a:buSzPct val="60000"/>
              <a:buFont typeface="Wingdings" panose="05000000000000000000" pitchFamily="2" charset="2"/>
              <a:buNone/>
              <a:defRPr/>
            </a:pPr>
            <a:r>
              <a:rPr lang="en-US" altLang="zh-CN" sz="1400" b="1" dirty="0">
                <a:solidFill>
                  <a:prstClr val="black"/>
                </a:solidFill>
                <a:latin typeface="Times New Roman" panose="02020603050405020304" pitchFamily="18" charset="0"/>
                <a:ea typeface="楷体_GB2312"/>
                <a:cs typeface="楷体_GB2312"/>
              </a:rPr>
              <a:t>	     </a:t>
            </a:r>
            <a:r>
              <a:rPr lang="en-US" altLang="zh-CN" sz="400" b="1" dirty="0">
                <a:solidFill>
                  <a:prstClr val="black"/>
                </a:solidFill>
                <a:latin typeface="Times New Roman" panose="02020603050405020304" pitchFamily="18" charset="0"/>
                <a:ea typeface="楷体_GB2312"/>
                <a:cs typeface="楷体_GB2312"/>
              </a:rPr>
              <a:t> </a:t>
            </a:r>
            <a:r>
              <a:rPr lang="en-US" altLang="zh-CN" sz="1400" b="1" dirty="0">
                <a:solidFill>
                  <a:prstClr val="black"/>
                </a:solidFill>
                <a:latin typeface="Times New Roman" panose="02020603050405020304" pitchFamily="18" charset="0"/>
                <a:ea typeface="楷体_GB2312"/>
                <a:cs typeface="楷体_GB2312"/>
              </a:rPr>
              <a:t>GETNEXT(TOKEN);</a:t>
            </a:r>
          </a:p>
          <a:p>
            <a:pPr marL="533400" indent="-533400" eaLnBrk="1" hangingPunct="1">
              <a:lnSpc>
                <a:spcPts val="1300"/>
              </a:lnSpc>
              <a:spcBef>
                <a:spcPct val="20000"/>
              </a:spcBef>
              <a:buClr>
                <a:srgbClr val="5EAEFF"/>
              </a:buClr>
              <a:buSzPct val="60000"/>
              <a:defRPr/>
            </a:pPr>
            <a:r>
              <a:rPr lang="en-US" altLang="zh-CN" sz="400" b="1" dirty="0">
                <a:solidFill>
                  <a:srgbClr val="CC0000"/>
                </a:solidFill>
                <a:latin typeface="Times New Roman" panose="02020603050405020304" pitchFamily="18" charset="0"/>
                <a:ea typeface="楷体_GB2312"/>
                <a:cs typeface="楷体_GB2312"/>
              </a:rPr>
              <a:t>	     </a:t>
            </a:r>
            <a:endParaRPr lang="en-US" altLang="zh-CN" sz="400" b="1" dirty="0">
              <a:solidFill>
                <a:prstClr val="black"/>
              </a:solidFill>
              <a:latin typeface="Times New Roman" panose="02020603050405020304" pitchFamily="18" charset="0"/>
              <a:ea typeface="楷体_GB2312"/>
              <a:cs typeface="楷体_GB2312"/>
            </a:endParaRPr>
          </a:p>
          <a:p>
            <a:pPr marL="533400" indent="-533400" eaLnBrk="1" hangingPunct="1">
              <a:lnSpc>
                <a:spcPts val="1300"/>
              </a:lnSpc>
              <a:spcBef>
                <a:spcPct val="20000"/>
              </a:spcBef>
              <a:buClr>
                <a:srgbClr val="5EAEFF"/>
              </a:buClr>
              <a:buSzPct val="60000"/>
              <a:buFont typeface="Wingdings" panose="05000000000000000000" pitchFamily="2" charset="2"/>
              <a:buNone/>
              <a:defRPr/>
            </a:pPr>
            <a:r>
              <a:rPr lang="en-US" altLang="zh-CN" sz="1400" b="1" dirty="0">
                <a:solidFill>
                  <a:srgbClr val="CC0000"/>
                </a:solidFill>
                <a:latin typeface="Times New Roman" panose="02020603050405020304" pitchFamily="18" charset="0"/>
                <a:ea typeface="楷体_GB2312"/>
                <a:cs typeface="楷体_GB2312"/>
              </a:rPr>
              <a:t>	    DECLIST</a:t>
            </a:r>
            <a:r>
              <a:rPr lang="en-US" altLang="zh-CN" sz="1400" b="1" dirty="0">
                <a:solidFill>
                  <a:prstClr val="black"/>
                </a:solidFill>
                <a:latin typeface="Times New Roman" panose="02020603050405020304" pitchFamily="18" charset="0"/>
                <a:ea typeface="楷体_GB2312"/>
                <a:cs typeface="楷体_GB2312"/>
              </a:rPr>
              <a:t>(TOKEN);</a:t>
            </a:r>
          </a:p>
          <a:p>
            <a:pPr marL="533400" indent="-533400" eaLnBrk="1" hangingPunct="1">
              <a:lnSpc>
                <a:spcPts val="1300"/>
              </a:lnSpc>
              <a:spcBef>
                <a:spcPct val="20000"/>
              </a:spcBef>
              <a:buClr>
                <a:srgbClr val="3333CC"/>
              </a:buClr>
              <a:buSzPct val="60000"/>
              <a:defRPr/>
            </a:pPr>
            <a:r>
              <a:rPr lang="en-US" altLang="zh-CN" sz="400" b="1" dirty="0">
                <a:solidFill>
                  <a:srgbClr val="000000"/>
                </a:solidFill>
                <a:latin typeface="Times New Roman" panose="02020603050405020304" pitchFamily="18" charset="0"/>
                <a:ea typeface="楷体_GB2312"/>
                <a:cs typeface="楷体_GB2312"/>
              </a:rPr>
              <a:t>	     </a:t>
            </a:r>
          </a:p>
          <a:p>
            <a:pPr marL="533400" indent="-533400" eaLnBrk="1" hangingPunct="1">
              <a:lnSpc>
                <a:spcPts val="1300"/>
              </a:lnSpc>
              <a:spcBef>
                <a:spcPct val="20000"/>
              </a:spcBef>
              <a:buClr>
                <a:srgbClr val="5EAEFF"/>
              </a:buClr>
              <a:buSzPct val="60000"/>
              <a:buFont typeface="Wingdings" panose="05000000000000000000" pitchFamily="2" charset="2"/>
              <a:buNone/>
              <a:defRPr/>
            </a:pPr>
            <a:r>
              <a:rPr lang="en-US" altLang="zh-CN" sz="1400" b="1" dirty="0">
                <a:solidFill>
                  <a:srgbClr val="5EAEFF"/>
                </a:solidFill>
                <a:latin typeface="Times New Roman" panose="02020603050405020304" pitchFamily="18" charset="0"/>
                <a:ea typeface="楷体_GB2312"/>
                <a:cs typeface="楷体_GB2312"/>
              </a:rPr>
              <a:t>	</a:t>
            </a:r>
            <a:r>
              <a:rPr lang="en-US" altLang="zh-CN" sz="1400" b="1" dirty="0">
                <a:solidFill>
                  <a:srgbClr val="3333FF"/>
                </a:solidFill>
                <a:latin typeface="Times New Roman" panose="02020603050405020304" pitchFamily="18" charset="0"/>
                <a:ea typeface="楷体_GB2312"/>
                <a:cs typeface="楷体_GB2312"/>
              </a:rPr>
              <a:t>     if </a:t>
            </a:r>
            <a:r>
              <a:rPr lang="en-US" altLang="zh-CN" sz="1400" b="1" dirty="0">
                <a:solidFill>
                  <a:prstClr val="black"/>
                </a:solidFill>
                <a:latin typeface="Times New Roman" panose="02020603050405020304" pitchFamily="18" charset="0"/>
                <a:ea typeface="楷体_GB2312"/>
                <a:cs typeface="楷体_GB2312"/>
              </a:rPr>
              <a:t>TOKEN≠’:’  </a:t>
            </a:r>
            <a:r>
              <a:rPr lang="en-US" altLang="zh-CN" sz="1400" b="1" dirty="0">
                <a:solidFill>
                  <a:srgbClr val="3333FF"/>
                </a:solidFill>
                <a:latin typeface="Times New Roman" panose="02020603050405020304" pitchFamily="18" charset="0"/>
                <a:ea typeface="楷体_GB2312"/>
                <a:cs typeface="楷体_GB2312"/>
              </a:rPr>
              <a:t>then </a:t>
            </a:r>
            <a:r>
              <a:rPr lang="en-US" altLang="zh-CN" sz="1400" b="1" dirty="0">
                <a:solidFill>
                  <a:prstClr val="black"/>
                </a:solidFill>
                <a:latin typeface="Times New Roman" panose="02020603050405020304" pitchFamily="18" charset="0"/>
                <a:ea typeface="楷体_GB2312"/>
                <a:cs typeface="楷体_GB2312"/>
              </a:rPr>
              <a:t>ERROR;</a:t>
            </a:r>
          </a:p>
          <a:p>
            <a:pPr marL="533400" indent="-533400" eaLnBrk="1" hangingPunct="1">
              <a:lnSpc>
                <a:spcPts val="1300"/>
              </a:lnSpc>
              <a:spcBef>
                <a:spcPct val="20000"/>
              </a:spcBef>
              <a:buClr>
                <a:srgbClr val="5EAEFF"/>
              </a:buClr>
              <a:buSzPct val="60000"/>
              <a:defRPr/>
            </a:pPr>
            <a:r>
              <a:rPr lang="en-US" altLang="zh-CN" sz="400" b="1" dirty="0">
                <a:solidFill>
                  <a:prstClr val="black"/>
                </a:solidFill>
                <a:latin typeface="Times New Roman" panose="02020603050405020304" pitchFamily="18" charset="0"/>
                <a:ea typeface="楷体_GB2312"/>
                <a:cs typeface="楷体_GB2312"/>
              </a:rPr>
              <a:t>	                 </a:t>
            </a:r>
            <a:r>
              <a:rPr lang="en-US" altLang="zh-CN" sz="1400" b="1" dirty="0">
                <a:solidFill>
                  <a:prstClr val="black"/>
                </a:solidFill>
                <a:latin typeface="Times New Roman" panose="02020603050405020304" pitchFamily="18" charset="0"/>
                <a:ea typeface="楷体_GB2312"/>
                <a:cs typeface="楷体_GB2312"/>
              </a:rPr>
              <a:t>GETNEXT(TOKEN);</a:t>
            </a:r>
          </a:p>
          <a:p>
            <a:pPr marL="533400" indent="-533400" eaLnBrk="1" hangingPunct="1">
              <a:lnSpc>
                <a:spcPts val="1300"/>
              </a:lnSpc>
              <a:spcBef>
                <a:spcPct val="20000"/>
              </a:spcBef>
              <a:buClr>
                <a:srgbClr val="5EAEFF"/>
              </a:buClr>
              <a:buSzPct val="60000"/>
              <a:buFont typeface="Wingdings" panose="05000000000000000000" pitchFamily="2" charset="2"/>
              <a:buNone/>
              <a:defRPr/>
            </a:pPr>
            <a:r>
              <a:rPr lang="en-US" altLang="zh-CN" sz="400" b="1" dirty="0">
                <a:solidFill>
                  <a:srgbClr val="CC0000"/>
                </a:solidFill>
                <a:latin typeface="Times New Roman" panose="02020603050405020304" pitchFamily="18" charset="0"/>
                <a:ea typeface="楷体_GB2312"/>
                <a:cs typeface="楷体_GB2312"/>
              </a:rPr>
              <a:t>	     </a:t>
            </a:r>
          </a:p>
          <a:p>
            <a:pPr marL="533400" indent="-533400" eaLnBrk="1" hangingPunct="1">
              <a:lnSpc>
                <a:spcPts val="1300"/>
              </a:lnSpc>
              <a:spcBef>
                <a:spcPct val="20000"/>
              </a:spcBef>
              <a:buClr>
                <a:srgbClr val="5EAEFF"/>
              </a:buClr>
              <a:buSzPct val="60000"/>
              <a:buFont typeface="Wingdings" panose="05000000000000000000" pitchFamily="2" charset="2"/>
              <a:buNone/>
              <a:defRPr/>
            </a:pPr>
            <a:r>
              <a:rPr lang="en-US" altLang="zh-CN" sz="1400" b="1" dirty="0">
                <a:solidFill>
                  <a:srgbClr val="CC0000"/>
                </a:solidFill>
                <a:latin typeface="Times New Roman" panose="02020603050405020304" pitchFamily="18" charset="0"/>
                <a:ea typeface="楷体_GB2312"/>
                <a:cs typeface="楷体_GB2312"/>
              </a:rPr>
              <a:t>	     TYPE</a:t>
            </a:r>
            <a:r>
              <a:rPr lang="en-US" altLang="zh-CN" sz="1400" b="1" dirty="0">
                <a:solidFill>
                  <a:prstClr val="black"/>
                </a:solidFill>
                <a:latin typeface="Times New Roman" panose="02020603050405020304" pitchFamily="18" charset="0"/>
                <a:ea typeface="楷体_GB2312"/>
                <a:cs typeface="楷体_GB2312"/>
              </a:rPr>
              <a:t>(TOKEN)</a:t>
            </a:r>
          </a:p>
          <a:p>
            <a:pPr marL="533400" indent="-533400" eaLnBrk="1" hangingPunct="1">
              <a:lnSpc>
                <a:spcPts val="1300"/>
              </a:lnSpc>
              <a:spcBef>
                <a:spcPct val="20000"/>
              </a:spcBef>
              <a:buClr>
                <a:srgbClr val="5EAEFF"/>
              </a:buClr>
              <a:buSzPct val="60000"/>
              <a:buFont typeface="Wingdings" panose="05000000000000000000" pitchFamily="2" charset="2"/>
              <a:buNone/>
              <a:defRPr/>
            </a:pPr>
            <a:endParaRPr lang="en-US" altLang="zh-CN" sz="400" b="1" dirty="0">
              <a:solidFill>
                <a:srgbClr val="3333FF"/>
              </a:solidFill>
              <a:latin typeface="Times New Roman" panose="02020603050405020304" pitchFamily="18" charset="0"/>
              <a:ea typeface="楷体_GB2312"/>
              <a:cs typeface="楷体_GB2312"/>
            </a:endParaRPr>
          </a:p>
          <a:p>
            <a:pPr marL="533400" indent="-533400" eaLnBrk="1" hangingPunct="1">
              <a:lnSpc>
                <a:spcPts val="1300"/>
              </a:lnSpc>
              <a:spcBef>
                <a:spcPct val="20000"/>
              </a:spcBef>
              <a:buClr>
                <a:srgbClr val="5EAEFF"/>
              </a:buClr>
              <a:buSzPct val="60000"/>
              <a:buFont typeface="Wingdings" panose="05000000000000000000" pitchFamily="2" charset="2"/>
              <a:buNone/>
              <a:defRPr/>
            </a:pPr>
            <a:r>
              <a:rPr lang="en-US" altLang="zh-CN" sz="1400" b="1" dirty="0">
                <a:solidFill>
                  <a:srgbClr val="3333FF"/>
                </a:solidFill>
                <a:latin typeface="Times New Roman" panose="02020603050405020304" pitchFamily="18" charset="0"/>
                <a:ea typeface="楷体_GB2312"/>
                <a:cs typeface="楷体_GB2312"/>
              </a:rPr>
              <a:t>	     if </a:t>
            </a:r>
            <a:r>
              <a:rPr lang="en-US" altLang="zh-CN" sz="1400" b="1" dirty="0">
                <a:solidFill>
                  <a:prstClr val="black"/>
                </a:solidFill>
                <a:latin typeface="Times New Roman" panose="02020603050405020304" pitchFamily="18" charset="0"/>
                <a:ea typeface="楷体_GB2312"/>
                <a:cs typeface="楷体_GB2312"/>
              </a:rPr>
              <a:t>TOKEN≠’;’  </a:t>
            </a:r>
            <a:r>
              <a:rPr lang="en-US" altLang="zh-CN" sz="1400" b="1" dirty="0">
                <a:solidFill>
                  <a:srgbClr val="3333FF"/>
                </a:solidFill>
                <a:latin typeface="Times New Roman" panose="02020603050405020304" pitchFamily="18" charset="0"/>
                <a:ea typeface="楷体_GB2312"/>
                <a:cs typeface="楷体_GB2312"/>
              </a:rPr>
              <a:t>then </a:t>
            </a:r>
            <a:r>
              <a:rPr lang="en-US" altLang="zh-CN" sz="1400" b="1" dirty="0">
                <a:solidFill>
                  <a:prstClr val="black"/>
                </a:solidFill>
                <a:latin typeface="Times New Roman" panose="02020603050405020304" pitchFamily="18" charset="0"/>
                <a:ea typeface="楷体_GB2312"/>
                <a:cs typeface="楷体_GB2312"/>
              </a:rPr>
              <a:t>ERROR;</a:t>
            </a:r>
            <a:endParaRPr lang="en-US" altLang="zh-CN" sz="400" b="1" dirty="0">
              <a:solidFill>
                <a:prstClr val="black"/>
              </a:solidFill>
              <a:latin typeface="Times New Roman" panose="02020603050405020304" pitchFamily="18" charset="0"/>
              <a:ea typeface="楷体_GB2312"/>
              <a:cs typeface="楷体_GB2312"/>
            </a:endParaRPr>
          </a:p>
          <a:p>
            <a:pPr marL="533400" indent="-533400" eaLnBrk="1" hangingPunct="1">
              <a:lnSpc>
                <a:spcPts val="1300"/>
              </a:lnSpc>
              <a:spcBef>
                <a:spcPct val="20000"/>
              </a:spcBef>
              <a:buClr>
                <a:srgbClr val="5EAEFF"/>
              </a:buClr>
              <a:buSzPct val="60000"/>
              <a:buFont typeface="Wingdings" panose="05000000000000000000" pitchFamily="2" charset="2"/>
              <a:buNone/>
              <a:defRPr/>
            </a:pPr>
            <a:r>
              <a:rPr lang="en-US" altLang="zh-CN" sz="1400" b="1" dirty="0">
                <a:solidFill>
                  <a:prstClr val="black"/>
                </a:solidFill>
                <a:latin typeface="Times New Roman" panose="02020603050405020304" pitchFamily="18" charset="0"/>
                <a:ea typeface="楷体_GB2312"/>
                <a:cs typeface="楷体_GB2312"/>
              </a:rPr>
              <a:t>	     GETNEXT(TOKEN);</a:t>
            </a:r>
          </a:p>
          <a:p>
            <a:pPr marL="533400" indent="-533400" eaLnBrk="1" hangingPunct="1">
              <a:lnSpc>
                <a:spcPts val="1300"/>
              </a:lnSpc>
              <a:spcBef>
                <a:spcPct val="20000"/>
              </a:spcBef>
              <a:buClr>
                <a:srgbClr val="5EAEFF"/>
              </a:buClr>
              <a:buSzPct val="60000"/>
              <a:buFont typeface="Wingdings" panose="05000000000000000000" pitchFamily="2" charset="2"/>
              <a:buNone/>
              <a:defRPr/>
            </a:pPr>
            <a:endParaRPr lang="en-US" altLang="zh-CN" sz="400" b="1" dirty="0">
              <a:solidFill>
                <a:srgbClr val="CC0000"/>
              </a:solidFill>
              <a:latin typeface="Times New Roman" panose="02020603050405020304" pitchFamily="18" charset="0"/>
              <a:ea typeface="楷体_GB2312"/>
              <a:cs typeface="楷体_GB2312"/>
            </a:endParaRPr>
          </a:p>
          <a:p>
            <a:pPr marL="533400" indent="-533400" eaLnBrk="1" hangingPunct="1">
              <a:lnSpc>
                <a:spcPts val="1300"/>
              </a:lnSpc>
              <a:spcBef>
                <a:spcPct val="20000"/>
              </a:spcBef>
              <a:buClr>
                <a:srgbClr val="5EAEFF"/>
              </a:buClr>
              <a:buSzPct val="60000"/>
              <a:buFont typeface="Wingdings" panose="05000000000000000000" pitchFamily="2" charset="2"/>
              <a:buNone/>
              <a:defRPr/>
            </a:pPr>
            <a:r>
              <a:rPr lang="en-US" altLang="zh-CN" sz="1400" b="1" dirty="0">
                <a:solidFill>
                  <a:srgbClr val="CC0000"/>
                </a:solidFill>
                <a:latin typeface="Times New Roman" panose="02020603050405020304" pitchFamily="18" charset="0"/>
                <a:ea typeface="楷体_GB2312"/>
                <a:cs typeface="楷体_GB2312"/>
              </a:rPr>
              <a:t>	     STLIST</a:t>
            </a:r>
            <a:r>
              <a:rPr lang="en-US" altLang="zh-CN" sz="1400" b="1" dirty="0">
                <a:solidFill>
                  <a:prstClr val="black"/>
                </a:solidFill>
                <a:latin typeface="Times New Roman" panose="02020603050405020304" pitchFamily="18" charset="0"/>
                <a:ea typeface="楷体_GB2312"/>
                <a:cs typeface="楷体_GB2312"/>
              </a:rPr>
              <a:t>(TOKEN);</a:t>
            </a:r>
          </a:p>
          <a:p>
            <a:pPr marL="533400" indent="-533400" eaLnBrk="1" hangingPunct="1">
              <a:lnSpc>
                <a:spcPts val="1300"/>
              </a:lnSpc>
              <a:spcBef>
                <a:spcPct val="20000"/>
              </a:spcBef>
              <a:buClr>
                <a:srgbClr val="5EAEFF"/>
              </a:buClr>
              <a:buSzPct val="60000"/>
              <a:defRPr/>
            </a:pPr>
            <a:r>
              <a:rPr lang="en-US" altLang="zh-CN" sz="400" b="1" dirty="0">
                <a:solidFill>
                  <a:prstClr val="black"/>
                </a:solidFill>
                <a:latin typeface="Times New Roman" panose="02020603050405020304" pitchFamily="18" charset="0"/>
                <a:ea typeface="楷体_GB2312"/>
                <a:cs typeface="楷体_GB2312"/>
              </a:rPr>
              <a:t>	     </a:t>
            </a:r>
          </a:p>
          <a:p>
            <a:pPr marL="533400" indent="-533400" eaLnBrk="1" hangingPunct="1">
              <a:lnSpc>
                <a:spcPts val="1300"/>
              </a:lnSpc>
              <a:spcBef>
                <a:spcPct val="20000"/>
              </a:spcBef>
              <a:buClr>
                <a:srgbClr val="5EAEFF"/>
              </a:buClr>
              <a:buSzPct val="60000"/>
              <a:buFont typeface="Wingdings" panose="05000000000000000000" pitchFamily="2" charset="2"/>
              <a:buNone/>
              <a:defRPr/>
            </a:pPr>
            <a:r>
              <a:rPr lang="en-US" altLang="zh-CN" sz="1400" b="1" dirty="0">
                <a:solidFill>
                  <a:prstClr val="black"/>
                </a:solidFill>
                <a:latin typeface="Times New Roman" panose="02020603050405020304" pitchFamily="18" charset="0"/>
                <a:ea typeface="楷体_GB2312"/>
                <a:cs typeface="楷体_GB2312"/>
              </a:rPr>
              <a:t>	    </a:t>
            </a:r>
            <a:r>
              <a:rPr lang="en-US" altLang="zh-CN" sz="1400" b="1" dirty="0">
                <a:solidFill>
                  <a:srgbClr val="3333FF"/>
                </a:solidFill>
                <a:latin typeface="Times New Roman" panose="02020603050405020304" pitchFamily="18" charset="0"/>
                <a:ea typeface="楷体_GB2312"/>
                <a:cs typeface="楷体_GB2312"/>
              </a:rPr>
              <a:t> if </a:t>
            </a:r>
            <a:r>
              <a:rPr lang="en-US" altLang="zh-CN" sz="1400" b="1" dirty="0" err="1">
                <a:solidFill>
                  <a:prstClr val="black"/>
                </a:solidFill>
                <a:latin typeface="Times New Roman" panose="02020603050405020304" pitchFamily="18" charset="0"/>
                <a:ea typeface="楷体_GB2312"/>
                <a:cs typeface="楷体_GB2312"/>
              </a:rPr>
              <a:t>TOKEN≠’end</a:t>
            </a:r>
            <a:r>
              <a:rPr lang="en-US" altLang="zh-CN" sz="1400" b="1" dirty="0">
                <a:solidFill>
                  <a:prstClr val="black"/>
                </a:solidFill>
                <a:latin typeface="Times New Roman" panose="02020603050405020304" pitchFamily="18" charset="0"/>
                <a:ea typeface="楷体_GB2312"/>
                <a:cs typeface="楷体_GB2312"/>
              </a:rPr>
              <a:t>’ </a:t>
            </a:r>
            <a:r>
              <a:rPr lang="en-US" altLang="zh-CN" sz="1400" b="1" dirty="0">
                <a:solidFill>
                  <a:srgbClr val="3333FF"/>
                </a:solidFill>
                <a:latin typeface="Times New Roman" panose="02020603050405020304" pitchFamily="18" charset="0"/>
                <a:ea typeface="楷体_GB2312"/>
                <a:cs typeface="楷体_GB2312"/>
              </a:rPr>
              <a:t> then </a:t>
            </a:r>
            <a:r>
              <a:rPr lang="en-US" altLang="zh-CN" sz="1400" b="1" dirty="0">
                <a:solidFill>
                  <a:prstClr val="black"/>
                </a:solidFill>
                <a:latin typeface="Times New Roman" panose="02020603050405020304" pitchFamily="18" charset="0"/>
                <a:ea typeface="楷体_GB2312"/>
                <a:cs typeface="楷体_GB2312"/>
              </a:rPr>
              <a:t>ERROR;</a:t>
            </a:r>
          </a:p>
          <a:p>
            <a:pPr marL="533400" indent="-533400" eaLnBrk="1" hangingPunct="1">
              <a:lnSpc>
                <a:spcPts val="1300"/>
              </a:lnSpc>
              <a:spcBef>
                <a:spcPct val="20000"/>
              </a:spcBef>
              <a:buClr>
                <a:srgbClr val="5EAEFF"/>
              </a:buClr>
              <a:buSzPct val="60000"/>
              <a:defRPr/>
            </a:pPr>
            <a:r>
              <a:rPr lang="en-US" altLang="zh-CN" sz="1400" b="1" dirty="0">
                <a:solidFill>
                  <a:prstClr val="black"/>
                </a:solidFill>
                <a:latin typeface="Times New Roman" panose="02020603050405020304" pitchFamily="18" charset="0"/>
                <a:ea typeface="楷体_GB2312"/>
                <a:cs typeface="楷体_GB2312"/>
              </a:rPr>
              <a:t>	     GETNEXT(TOKEN);    </a:t>
            </a:r>
            <a:r>
              <a:rPr lang="en-US" altLang="zh-CN" sz="1400" b="1" dirty="0">
                <a:solidFill>
                  <a:srgbClr val="008000"/>
                </a:solidFill>
                <a:latin typeface="Times New Roman" panose="02020603050405020304" pitchFamily="18" charset="0"/>
                <a:ea typeface="楷体_GB2312"/>
                <a:cs typeface="楷体_GB2312"/>
              </a:rPr>
              <a:t>//$</a:t>
            </a:r>
            <a:r>
              <a:rPr lang="zh-CN" altLang="en-US" sz="1400" b="1" dirty="0">
                <a:solidFill>
                  <a:srgbClr val="008000"/>
                </a:solidFill>
                <a:latin typeface="Times New Roman" panose="02020603050405020304" pitchFamily="18" charset="0"/>
                <a:ea typeface="楷体_GB2312"/>
                <a:cs typeface="楷体_GB2312"/>
              </a:rPr>
              <a:t>结束符</a:t>
            </a:r>
            <a:endParaRPr lang="en-US" altLang="zh-CN" sz="1400" b="1" dirty="0">
              <a:solidFill>
                <a:srgbClr val="008000"/>
              </a:solidFill>
              <a:latin typeface="Times New Roman" panose="02020603050405020304" pitchFamily="18" charset="0"/>
              <a:ea typeface="楷体_GB2312"/>
              <a:cs typeface="楷体_GB2312"/>
            </a:endParaRPr>
          </a:p>
          <a:p>
            <a:pPr marL="533400" indent="-533400" eaLnBrk="1" hangingPunct="1">
              <a:lnSpc>
                <a:spcPts val="1300"/>
              </a:lnSpc>
              <a:spcBef>
                <a:spcPct val="20000"/>
              </a:spcBef>
              <a:buClr>
                <a:srgbClr val="5EAEFF"/>
              </a:buClr>
              <a:buSzPct val="60000"/>
              <a:buFont typeface="Wingdings" panose="05000000000000000000" pitchFamily="2" charset="2"/>
              <a:buNone/>
              <a:defRPr/>
            </a:pPr>
            <a:r>
              <a:rPr lang="en-US" altLang="zh-CN" sz="1400" b="1" dirty="0">
                <a:solidFill>
                  <a:prstClr val="black"/>
                </a:solidFill>
                <a:latin typeface="Times New Roman" panose="02020603050405020304" pitchFamily="18" charset="0"/>
                <a:ea typeface="楷体_GB2312"/>
                <a:cs typeface="楷体_GB2312"/>
              </a:rPr>
              <a:t>	end	</a:t>
            </a:r>
            <a:r>
              <a:rPr lang="en-US" altLang="zh-CN" sz="1400" dirty="0">
                <a:solidFill>
                  <a:prstClr val="black"/>
                </a:solidFill>
                <a:latin typeface="Times New Roman" panose="02020603050405020304" pitchFamily="18" charset="0"/>
                <a:ea typeface="楷体_GB2312"/>
                <a:cs typeface="楷体_GB2312"/>
              </a:rPr>
              <a:t> 	</a:t>
            </a:r>
          </a:p>
        </p:txBody>
      </p:sp>
      <p:sp>
        <p:nvSpPr>
          <p:cNvPr id="6" name="Line 45"/>
          <p:cNvSpPr>
            <a:spLocks noChangeShapeType="1"/>
          </p:cNvSpPr>
          <p:nvPr/>
        </p:nvSpPr>
        <p:spPr bwMode="auto">
          <a:xfrm rot="10800000" flipV="1">
            <a:off x="2916238" y="546100"/>
            <a:ext cx="0" cy="26987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Line 45"/>
          <p:cNvSpPr>
            <a:spLocks noChangeShapeType="1"/>
          </p:cNvSpPr>
          <p:nvPr/>
        </p:nvSpPr>
        <p:spPr bwMode="auto">
          <a:xfrm rot="5400000" flipV="1">
            <a:off x="4856163" y="1428750"/>
            <a:ext cx="0" cy="26987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45"/>
          <p:cNvSpPr>
            <a:spLocks noChangeShapeType="1"/>
          </p:cNvSpPr>
          <p:nvPr/>
        </p:nvSpPr>
        <p:spPr bwMode="auto">
          <a:xfrm rot="10800000" flipV="1">
            <a:off x="3995738" y="555625"/>
            <a:ext cx="0" cy="26987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45"/>
          <p:cNvSpPr>
            <a:spLocks noChangeShapeType="1"/>
          </p:cNvSpPr>
          <p:nvPr/>
        </p:nvSpPr>
        <p:spPr bwMode="auto">
          <a:xfrm rot="10800000" flipV="1">
            <a:off x="4716463" y="555625"/>
            <a:ext cx="0" cy="26987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Line 45"/>
          <p:cNvSpPr>
            <a:spLocks noChangeShapeType="1"/>
          </p:cNvSpPr>
          <p:nvPr/>
        </p:nvSpPr>
        <p:spPr bwMode="auto">
          <a:xfrm rot="10800000" flipV="1">
            <a:off x="5148263" y="555625"/>
            <a:ext cx="0" cy="26987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45"/>
          <p:cNvSpPr>
            <a:spLocks noChangeShapeType="1"/>
          </p:cNvSpPr>
          <p:nvPr/>
        </p:nvSpPr>
        <p:spPr bwMode="auto">
          <a:xfrm rot="10800000" flipV="1">
            <a:off x="5724525" y="555625"/>
            <a:ext cx="0" cy="26987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Line 45"/>
          <p:cNvSpPr>
            <a:spLocks noChangeShapeType="1"/>
          </p:cNvSpPr>
          <p:nvPr/>
        </p:nvSpPr>
        <p:spPr bwMode="auto">
          <a:xfrm rot="10800000" flipV="1">
            <a:off x="6300788" y="555625"/>
            <a:ext cx="0" cy="26987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Line 45"/>
          <p:cNvSpPr>
            <a:spLocks noChangeShapeType="1"/>
          </p:cNvSpPr>
          <p:nvPr/>
        </p:nvSpPr>
        <p:spPr bwMode="auto">
          <a:xfrm rot="10800000" flipV="1">
            <a:off x="7092950" y="555625"/>
            <a:ext cx="0" cy="26987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Line 45"/>
          <p:cNvSpPr>
            <a:spLocks noChangeShapeType="1"/>
          </p:cNvSpPr>
          <p:nvPr/>
        </p:nvSpPr>
        <p:spPr bwMode="auto">
          <a:xfrm rot="5400000" flipV="1">
            <a:off x="4851401" y="2076450"/>
            <a:ext cx="0" cy="26987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45"/>
          <p:cNvSpPr>
            <a:spLocks noChangeShapeType="1"/>
          </p:cNvSpPr>
          <p:nvPr/>
        </p:nvSpPr>
        <p:spPr bwMode="auto">
          <a:xfrm rot="5400000" flipV="1">
            <a:off x="4851401" y="2436812"/>
            <a:ext cx="0" cy="26987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45"/>
          <p:cNvSpPr>
            <a:spLocks noChangeShapeType="1"/>
          </p:cNvSpPr>
          <p:nvPr/>
        </p:nvSpPr>
        <p:spPr bwMode="auto">
          <a:xfrm rot="5400000" flipV="1">
            <a:off x="4851401" y="3013075"/>
            <a:ext cx="0" cy="26987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45"/>
          <p:cNvSpPr>
            <a:spLocks noChangeShapeType="1"/>
          </p:cNvSpPr>
          <p:nvPr/>
        </p:nvSpPr>
        <p:spPr bwMode="auto">
          <a:xfrm rot="5400000" flipV="1">
            <a:off x="4851401" y="3444875"/>
            <a:ext cx="0" cy="26987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45"/>
          <p:cNvSpPr>
            <a:spLocks noChangeShapeType="1"/>
          </p:cNvSpPr>
          <p:nvPr/>
        </p:nvSpPr>
        <p:spPr bwMode="auto">
          <a:xfrm rot="5400000" flipV="1">
            <a:off x="4851401" y="4021137"/>
            <a:ext cx="0" cy="26987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45"/>
          <p:cNvSpPr>
            <a:spLocks noChangeShapeType="1"/>
          </p:cNvSpPr>
          <p:nvPr/>
        </p:nvSpPr>
        <p:spPr bwMode="auto">
          <a:xfrm rot="5400000" flipV="1">
            <a:off x="4851401" y="4381500"/>
            <a:ext cx="0" cy="26987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Rectangle 2"/>
          <p:cNvSpPr>
            <a:spLocks noGrp="1" noChangeArrowheads="1"/>
          </p:cNvSpPr>
          <p:nvPr>
            <p:ph type="title"/>
          </p:nvPr>
        </p:nvSpPr>
        <p:spPr>
          <a:xfrm>
            <a:off x="755650" y="268288"/>
            <a:ext cx="79311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例：假设已构建了预测分析表</a:t>
            </a: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50</a:t>
            </a:fld>
            <a:endParaRPr lang="en-US" altLang="zh-CN"/>
          </a:p>
        </p:txBody>
      </p:sp>
      <p:sp>
        <p:nvSpPr>
          <p:cNvPr id="21" name="Rectangle 7"/>
          <p:cNvSpPr>
            <a:spLocks noChangeArrowheads="1"/>
          </p:cNvSpPr>
          <p:nvPr/>
        </p:nvSpPr>
        <p:spPr bwMode="auto">
          <a:xfrm>
            <a:off x="323528" y="4286250"/>
            <a:ext cx="2459037" cy="733772"/>
          </a:xfrm>
          <a:prstGeom prst="rect">
            <a:avLst/>
          </a:prstGeom>
          <a:solidFill>
            <a:schemeClr val="accent5">
              <a:lumMod val="60000"/>
              <a:lumOff val="40000"/>
            </a:schemeClr>
          </a:solidFill>
          <a:ln w="12700">
            <a:solidFill>
              <a:schemeClr val="tx1"/>
            </a:solidFill>
            <a:miter lim="800000"/>
          </a:ln>
        </p:spPr>
        <p:txBody>
          <a:bodyPr wrap="none" anchor="ctr"/>
          <a:lstStyle/>
          <a:p>
            <a:pPr eaLnBrk="1" hangingPunct="1">
              <a:defRPr/>
            </a:pPr>
            <a:r>
              <a:rPr lang="en-US" altLang="zh-CN" b="1" dirty="0">
                <a:latin typeface="Times New Roman" panose="02020603050405020304" pitchFamily="18" charset="0"/>
              </a:rPr>
              <a:t>SELECT(4)={:}</a:t>
            </a:r>
          </a:p>
          <a:p>
            <a:pPr eaLnBrk="1" hangingPunct="1">
              <a:defRPr/>
            </a:pPr>
            <a:r>
              <a:rPr lang="en-US" altLang="zh-CN" b="1" dirty="0">
                <a:latin typeface="Times New Roman" panose="02020603050405020304" pitchFamily="18" charset="0"/>
              </a:rPr>
              <a:t>SELECT(7)={end}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1" nodeType="withEffect">
                                  <p:stCondLst>
                                    <p:cond delay="0"/>
                                  </p:stCondLst>
                                  <p:childTnLst>
                                    <p:set>
                                      <p:cBhvr>
                                        <p:cTn id="6" dur="1" fill="hold">
                                          <p:stCondLst>
                                            <p:cond delay="0"/>
                                          </p:stCondLst>
                                        </p:cTn>
                                        <p:tgtEl>
                                          <p:spTgt spid="776198"/>
                                        </p:tgtEl>
                                        <p:attrNameLst>
                                          <p:attrName>style.visibility</p:attrName>
                                        </p:attrNameLst>
                                      </p:cBhvr>
                                      <p:to>
                                        <p:strVal val="visible"/>
                                      </p:to>
                                    </p:set>
                                    <p:anim calcmode="lin" valueType="num">
                                      <p:cBhvr>
                                        <p:cTn id="7" dur="500" fill="hold"/>
                                        <p:tgtEl>
                                          <p:spTgt spid="776198"/>
                                        </p:tgtEl>
                                        <p:attrNameLst>
                                          <p:attrName>ppt_w</p:attrName>
                                        </p:attrNameLst>
                                      </p:cBhvr>
                                      <p:tavLst>
                                        <p:tav tm="0">
                                          <p:val>
                                            <p:fltVal val="0"/>
                                          </p:val>
                                        </p:tav>
                                        <p:tav tm="100000">
                                          <p:val>
                                            <p:strVal val="#ppt_w"/>
                                          </p:val>
                                        </p:tav>
                                      </p:tavLst>
                                    </p:anim>
                                    <p:anim calcmode="lin" valueType="num">
                                      <p:cBhvr>
                                        <p:cTn id="8" dur="500" fill="hold"/>
                                        <p:tgtEl>
                                          <p:spTgt spid="776198"/>
                                        </p:tgtEl>
                                        <p:attrNameLst>
                                          <p:attrName>ppt_h</p:attrName>
                                        </p:attrNameLst>
                                      </p:cBhvr>
                                      <p:tavLst>
                                        <p:tav tm="0">
                                          <p:val>
                                            <p:fltVal val="0"/>
                                          </p:val>
                                        </p:tav>
                                        <p:tav tm="100000">
                                          <p:val>
                                            <p:strVal val="#ppt_h"/>
                                          </p:val>
                                        </p:tav>
                                      </p:tavLst>
                                    </p:anim>
                                    <p:animEffect transition="in" filter="fade">
                                      <p:cBhvr>
                                        <p:cTn id="9" dur="500"/>
                                        <p:tgtEl>
                                          <p:spTgt spid="77619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p:cTn id="35" dur="500" fill="hold"/>
                                        <p:tgtEl>
                                          <p:spTgt spid="15"/>
                                        </p:tgtEl>
                                        <p:attrNameLst>
                                          <p:attrName>ppt_w</p:attrName>
                                        </p:attrNameLst>
                                      </p:cBhvr>
                                      <p:tavLst>
                                        <p:tav tm="0">
                                          <p:val>
                                            <p:fltVal val="0"/>
                                          </p:val>
                                        </p:tav>
                                        <p:tav tm="100000">
                                          <p:val>
                                            <p:strVal val="#ppt_w"/>
                                          </p:val>
                                        </p:tav>
                                      </p:tavLst>
                                    </p:anim>
                                    <p:anim calcmode="lin" valueType="num">
                                      <p:cBhvr>
                                        <p:cTn id="36" dur="500" fill="hold"/>
                                        <p:tgtEl>
                                          <p:spTgt spid="15"/>
                                        </p:tgtEl>
                                        <p:attrNameLst>
                                          <p:attrName>ppt_h</p:attrName>
                                        </p:attrNameLst>
                                      </p:cBhvr>
                                      <p:tavLst>
                                        <p:tav tm="0">
                                          <p:val>
                                            <p:fltVal val="0"/>
                                          </p:val>
                                        </p:tav>
                                        <p:tav tm="100000">
                                          <p:val>
                                            <p:strVal val="#ppt_h"/>
                                          </p:val>
                                        </p:tav>
                                      </p:tavLst>
                                    </p:anim>
                                    <p:animEffect transition="in" filter="fad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p:cTn id="42" dur="500" fill="hold"/>
                                        <p:tgtEl>
                                          <p:spTgt spid="9"/>
                                        </p:tgtEl>
                                        <p:attrNameLst>
                                          <p:attrName>ppt_w</p:attrName>
                                        </p:attrNameLst>
                                      </p:cBhvr>
                                      <p:tavLst>
                                        <p:tav tm="0">
                                          <p:val>
                                            <p:fltVal val="0"/>
                                          </p:val>
                                        </p:tav>
                                        <p:tav tm="100000">
                                          <p:val>
                                            <p:strVal val="#ppt_w"/>
                                          </p:val>
                                        </p:tav>
                                      </p:tavLst>
                                    </p:anim>
                                    <p:anim calcmode="lin" valueType="num">
                                      <p:cBhvr>
                                        <p:cTn id="43" dur="500" fill="hold"/>
                                        <p:tgtEl>
                                          <p:spTgt spid="9"/>
                                        </p:tgtEl>
                                        <p:attrNameLst>
                                          <p:attrName>ppt_h</p:attrName>
                                        </p:attrNameLst>
                                      </p:cBhvr>
                                      <p:tavLst>
                                        <p:tav tm="0">
                                          <p:val>
                                            <p:fltVal val="0"/>
                                          </p:val>
                                        </p:tav>
                                        <p:tav tm="100000">
                                          <p:val>
                                            <p:strVal val="#ppt_h"/>
                                          </p:val>
                                        </p:tav>
                                      </p:tavLst>
                                    </p:anim>
                                    <p:animEffect transition="in" filter="fade">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fltVal val="0"/>
                                          </p:val>
                                        </p:tav>
                                        <p:tav tm="100000">
                                          <p:val>
                                            <p:strVal val="#ppt_h"/>
                                          </p:val>
                                        </p:tav>
                                      </p:tavLst>
                                    </p:anim>
                                    <p:animEffect transition="in" filter="fade">
                                      <p:cBhvr>
                                        <p:cTn id="51" dur="5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 calcmode="lin" valueType="num">
                                      <p:cBhvr>
                                        <p:cTn id="56" dur="500" fill="hold"/>
                                        <p:tgtEl>
                                          <p:spTgt spid="11"/>
                                        </p:tgtEl>
                                        <p:attrNameLst>
                                          <p:attrName>ppt_w</p:attrName>
                                        </p:attrNameLst>
                                      </p:cBhvr>
                                      <p:tavLst>
                                        <p:tav tm="0">
                                          <p:val>
                                            <p:fltVal val="0"/>
                                          </p:val>
                                        </p:tav>
                                        <p:tav tm="100000">
                                          <p:val>
                                            <p:strVal val="#ppt_w"/>
                                          </p:val>
                                        </p:tav>
                                      </p:tavLst>
                                    </p:anim>
                                    <p:anim calcmode="lin" valueType="num">
                                      <p:cBhvr>
                                        <p:cTn id="57" dur="500" fill="hold"/>
                                        <p:tgtEl>
                                          <p:spTgt spid="11"/>
                                        </p:tgtEl>
                                        <p:attrNameLst>
                                          <p:attrName>ppt_h</p:attrName>
                                        </p:attrNameLst>
                                      </p:cBhvr>
                                      <p:tavLst>
                                        <p:tav tm="0">
                                          <p:val>
                                            <p:fltVal val="0"/>
                                          </p:val>
                                        </p:tav>
                                        <p:tav tm="100000">
                                          <p:val>
                                            <p:strVal val="#ppt_h"/>
                                          </p:val>
                                        </p:tav>
                                      </p:tavLst>
                                    </p:anim>
                                    <p:animEffect transition="in" filter="fade">
                                      <p:cBhvr>
                                        <p:cTn id="58" dur="500"/>
                                        <p:tgtEl>
                                          <p:spTgt spid="11"/>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17"/>
                                        </p:tgtEl>
                                        <p:attrNameLst>
                                          <p:attrName>style.visibility</p:attrName>
                                        </p:attrNameLst>
                                      </p:cBhvr>
                                      <p:to>
                                        <p:strVal val="visible"/>
                                      </p:to>
                                    </p:set>
                                    <p:anim calcmode="lin" valueType="num">
                                      <p:cBhvr>
                                        <p:cTn id="63" dur="500" fill="hold"/>
                                        <p:tgtEl>
                                          <p:spTgt spid="17"/>
                                        </p:tgtEl>
                                        <p:attrNameLst>
                                          <p:attrName>ppt_w</p:attrName>
                                        </p:attrNameLst>
                                      </p:cBhvr>
                                      <p:tavLst>
                                        <p:tav tm="0">
                                          <p:val>
                                            <p:fltVal val="0"/>
                                          </p:val>
                                        </p:tav>
                                        <p:tav tm="100000">
                                          <p:val>
                                            <p:strVal val="#ppt_w"/>
                                          </p:val>
                                        </p:tav>
                                      </p:tavLst>
                                    </p:anim>
                                    <p:anim calcmode="lin" valueType="num">
                                      <p:cBhvr>
                                        <p:cTn id="64" dur="500" fill="hold"/>
                                        <p:tgtEl>
                                          <p:spTgt spid="17"/>
                                        </p:tgtEl>
                                        <p:attrNameLst>
                                          <p:attrName>ppt_h</p:attrName>
                                        </p:attrNameLst>
                                      </p:cBhvr>
                                      <p:tavLst>
                                        <p:tav tm="0">
                                          <p:val>
                                            <p:fltVal val="0"/>
                                          </p:val>
                                        </p:tav>
                                        <p:tav tm="100000">
                                          <p:val>
                                            <p:strVal val="#ppt_h"/>
                                          </p:val>
                                        </p:tav>
                                      </p:tavLst>
                                    </p:anim>
                                    <p:animEffect transition="in" filter="fade">
                                      <p:cBhvr>
                                        <p:cTn id="65" dur="500"/>
                                        <p:tgtEl>
                                          <p:spTgt spid="17"/>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12"/>
                                        </p:tgtEl>
                                        <p:attrNameLst>
                                          <p:attrName>style.visibility</p:attrName>
                                        </p:attrNameLst>
                                      </p:cBhvr>
                                      <p:to>
                                        <p:strVal val="visible"/>
                                      </p:to>
                                    </p:set>
                                    <p:anim calcmode="lin" valueType="num">
                                      <p:cBhvr>
                                        <p:cTn id="70" dur="500" fill="hold"/>
                                        <p:tgtEl>
                                          <p:spTgt spid="12"/>
                                        </p:tgtEl>
                                        <p:attrNameLst>
                                          <p:attrName>ppt_w</p:attrName>
                                        </p:attrNameLst>
                                      </p:cBhvr>
                                      <p:tavLst>
                                        <p:tav tm="0">
                                          <p:val>
                                            <p:fltVal val="0"/>
                                          </p:val>
                                        </p:tav>
                                        <p:tav tm="100000">
                                          <p:val>
                                            <p:strVal val="#ppt_w"/>
                                          </p:val>
                                        </p:tav>
                                      </p:tavLst>
                                    </p:anim>
                                    <p:anim calcmode="lin" valueType="num">
                                      <p:cBhvr>
                                        <p:cTn id="71" dur="500" fill="hold"/>
                                        <p:tgtEl>
                                          <p:spTgt spid="12"/>
                                        </p:tgtEl>
                                        <p:attrNameLst>
                                          <p:attrName>ppt_h</p:attrName>
                                        </p:attrNameLst>
                                      </p:cBhvr>
                                      <p:tavLst>
                                        <p:tav tm="0">
                                          <p:val>
                                            <p:fltVal val="0"/>
                                          </p:val>
                                        </p:tav>
                                        <p:tav tm="100000">
                                          <p:val>
                                            <p:strVal val="#ppt_h"/>
                                          </p:val>
                                        </p:tav>
                                      </p:tavLst>
                                    </p:anim>
                                    <p:animEffect transition="in" filter="fade">
                                      <p:cBhvr>
                                        <p:cTn id="72" dur="500"/>
                                        <p:tgtEl>
                                          <p:spTgt spid="12"/>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nodeType="clickEffect">
                                  <p:stCondLst>
                                    <p:cond delay="0"/>
                                  </p:stCondLst>
                                  <p:childTnLst>
                                    <p:set>
                                      <p:cBhvr>
                                        <p:cTn id="76" dur="1" fill="hold">
                                          <p:stCondLst>
                                            <p:cond delay="0"/>
                                          </p:stCondLst>
                                        </p:cTn>
                                        <p:tgtEl>
                                          <p:spTgt spid="18"/>
                                        </p:tgtEl>
                                        <p:attrNameLst>
                                          <p:attrName>style.visibility</p:attrName>
                                        </p:attrNameLst>
                                      </p:cBhvr>
                                      <p:to>
                                        <p:strVal val="visible"/>
                                      </p:to>
                                    </p:set>
                                    <p:anim calcmode="lin" valueType="num">
                                      <p:cBhvr>
                                        <p:cTn id="77" dur="500" fill="hold"/>
                                        <p:tgtEl>
                                          <p:spTgt spid="18"/>
                                        </p:tgtEl>
                                        <p:attrNameLst>
                                          <p:attrName>ppt_w</p:attrName>
                                        </p:attrNameLst>
                                      </p:cBhvr>
                                      <p:tavLst>
                                        <p:tav tm="0">
                                          <p:val>
                                            <p:fltVal val="0"/>
                                          </p:val>
                                        </p:tav>
                                        <p:tav tm="100000">
                                          <p:val>
                                            <p:strVal val="#ppt_w"/>
                                          </p:val>
                                        </p:tav>
                                      </p:tavLst>
                                    </p:anim>
                                    <p:anim calcmode="lin" valueType="num">
                                      <p:cBhvr>
                                        <p:cTn id="78" dur="500" fill="hold"/>
                                        <p:tgtEl>
                                          <p:spTgt spid="18"/>
                                        </p:tgtEl>
                                        <p:attrNameLst>
                                          <p:attrName>ppt_h</p:attrName>
                                        </p:attrNameLst>
                                      </p:cBhvr>
                                      <p:tavLst>
                                        <p:tav tm="0">
                                          <p:val>
                                            <p:fltVal val="0"/>
                                          </p:val>
                                        </p:tav>
                                        <p:tav tm="100000">
                                          <p:val>
                                            <p:strVal val="#ppt_h"/>
                                          </p:val>
                                        </p:tav>
                                      </p:tavLst>
                                    </p:anim>
                                    <p:animEffect transition="in" filter="fade">
                                      <p:cBhvr>
                                        <p:cTn id="79" dur="500"/>
                                        <p:tgtEl>
                                          <p:spTgt spid="18"/>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nodeType="clickEffect">
                                  <p:stCondLst>
                                    <p:cond delay="0"/>
                                  </p:stCondLst>
                                  <p:childTnLst>
                                    <p:set>
                                      <p:cBhvr>
                                        <p:cTn id="83" dur="1" fill="hold">
                                          <p:stCondLst>
                                            <p:cond delay="0"/>
                                          </p:stCondLst>
                                        </p:cTn>
                                        <p:tgtEl>
                                          <p:spTgt spid="13"/>
                                        </p:tgtEl>
                                        <p:attrNameLst>
                                          <p:attrName>style.visibility</p:attrName>
                                        </p:attrNameLst>
                                      </p:cBhvr>
                                      <p:to>
                                        <p:strVal val="visible"/>
                                      </p:to>
                                    </p:set>
                                    <p:anim calcmode="lin" valueType="num">
                                      <p:cBhvr>
                                        <p:cTn id="84" dur="500" fill="hold"/>
                                        <p:tgtEl>
                                          <p:spTgt spid="13"/>
                                        </p:tgtEl>
                                        <p:attrNameLst>
                                          <p:attrName>ppt_w</p:attrName>
                                        </p:attrNameLst>
                                      </p:cBhvr>
                                      <p:tavLst>
                                        <p:tav tm="0">
                                          <p:val>
                                            <p:fltVal val="0"/>
                                          </p:val>
                                        </p:tav>
                                        <p:tav tm="100000">
                                          <p:val>
                                            <p:strVal val="#ppt_w"/>
                                          </p:val>
                                        </p:tav>
                                      </p:tavLst>
                                    </p:anim>
                                    <p:anim calcmode="lin" valueType="num">
                                      <p:cBhvr>
                                        <p:cTn id="85" dur="500" fill="hold"/>
                                        <p:tgtEl>
                                          <p:spTgt spid="13"/>
                                        </p:tgtEl>
                                        <p:attrNameLst>
                                          <p:attrName>ppt_h</p:attrName>
                                        </p:attrNameLst>
                                      </p:cBhvr>
                                      <p:tavLst>
                                        <p:tav tm="0">
                                          <p:val>
                                            <p:fltVal val="0"/>
                                          </p:val>
                                        </p:tav>
                                        <p:tav tm="100000">
                                          <p:val>
                                            <p:strVal val="#ppt_h"/>
                                          </p:val>
                                        </p:tav>
                                      </p:tavLst>
                                    </p:anim>
                                    <p:animEffect transition="in" filter="fade">
                                      <p:cBhvr>
                                        <p:cTn id="86" dur="500"/>
                                        <p:tgtEl>
                                          <p:spTgt spid="13"/>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nodeType="clickEffect">
                                  <p:stCondLst>
                                    <p:cond delay="0"/>
                                  </p:stCondLst>
                                  <p:childTnLst>
                                    <p:set>
                                      <p:cBhvr>
                                        <p:cTn id="90" dur="1" fill="hold">
                                          <p:stCondLst>
                                            <p:cond delay="0"/>
                                          </p:stCondLst>
                                        </p:cTn>
                                        <p:tgtEl>
                                          <p:spTgt spid="19"/>
                                        </p:tgtEl>
                                        <p:attrNameLst>
                                          <p:attrName>style.visibility</p:attrName>
                                        </p:attrNameLst>
                                      </p:cBhvr>
                                      <p:to>
                                        <p:strVal val="visible"/>
                                      </p:to>
                                    </p:set>
                                    <p:anim calcmode="lin" valueType="num">
                                      <p:cBhvr>
                                        <p:cTn id="91" dur="500" fill="hold"/>
                                        <p:tgtEl>
                                          <p:spTgt spid="19"/>
                                        </p:tgtEl>
                                        <p:attrNameLst>
                                          <p:attrName>ppt_w</p:attrName>
                                        </p:attrNameLst>
                                      </p:cBhvr>
                                      <p:tavLst>
                                        <p:tav tm="0">
                                          <p:val>
                                            <p:fltVal val="0"/>
                                          </p:val>
                                        </p:tav>
                                        <p:tav tm="100000">
                                          <p:val>
                                            <p:strVal val="#ppt_w"/>
                                          </p:val>
                                        </p:tav>
                                      </p:tavLst>
                                    </p:anim>
                                    <p:anim calcmode="lin" valueType="num">
                                      <p:cBhvr>
                                        <p:cTn id="92" dur="500" fill="hold"/>
                                        <p:tgtEl>
                                          <p:spTgt spid="19"/>
                                        </p:tgtEl>
                                        <p:attrNameLst>
                                          <p:attrName>ppt_h</p:attrName>
                                        </p:attrNameLst>
                                      </p:cBhvr>
                                      <p:tavLst>
                                        <p:tav tm="0">
                                          <p:val>
                                            <p:fltVal val="0"/>
                                          </p:val>
                                        </p:tav>
                                        <p:tav tm="100000">
                                          <p:val>
                                            <p:strVal val="#ppt_h"/>
                                          </p:val>
                                        </p:tav>
                                      </p:tavLst>
                                    </p:anim>
                                    <p:animEffect transition="in" filter="fade">
                                      <p:cBhvr>
                                        <p:cTn id="93" dur="500"/>
                                        <p:tgtEl>
                                          <p:spTgt spid="19"/>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16" fill="hold" nodeType="clickEffect">
                                  <p:stCondLst>
                                    <p:cond delay="0"/>
                                  </p:stCondLst>
                                  <p:childTnLst>
                                    <p:set>
                                      <p:cBhvr>
                                        <p:cTn id="97" dur="1" fill="hold">
                                          <p:stCondLst>
                                            <p:cond delay="0"/>
                                          </p:stCondLst>
                                        </p:cTn>
                                        <p:tgtEl>
                                          <p:spTgt spid="14"/>
                                        </p:tgtEl>
                                        <p:attrNameLst>
                                          <p:attrName>style.visibility</p:attrName>
                                        </p:attrNameLst>
                                      </p:cBhvr>
                                      <p:to>
                                        <p:strVal val="visible"/>
                                      </p:to>
                                    </p:set>
                                    <p:anim calcmode="lin" valueType="num">
                                      <p:cBhvr>
                                        <p:cTn id="98" dur="500" fill="hold"/>
                                        <p:tgtEl>
                                          <p:spTgt spid="14"/>
                                        </p:tgtEl>
                                        <p:attrNameLst>
                                          <p:attrName>ppt_w</p:attrName>
                                        </p:attrNameLst>
                                      </p:cBhvr>
                                      <p:tavLst>
                                        <p:tav tm="0">
                                          <p:val>
                                            <p:fltVal val="0"/>
                                          </p:val>
                                        </p:tav>
                                        <p:tav tm="100000">
                                          <p:val>
                                            <p:strVal val="#ppt_w"/>
                                          </p:val>
                                        </p:tav>
                                      </p:tavLst>
                                    </p:anim>
                                    <p:anim calcmode="lin" valueType="num">
                                      <p:cBhvr>
                                        <p:cTn id="99" dur="500" fill="hold"/>
                                        <p:tgtEl>
                                          <p:spTgt spid="14"/>
                                        </p:tgtEl>
                                        <p:attrNameLst>
                                          <p:attrName>ppt_h</p:attrName>
                                        </p:attrNameLst>
                                      </p:cBhvr>
                                      <p:tavLst>
                                        <p:tav tm="0">
                                          <p:val>
                                            <p:fltVal val="0"/>
                                          </p:val>
                                        </p:tav>
                                        <p:tav tm="100000">
                                          <p:val>
                                            <p:strVal val="#ppt_h"/>
                                          </p:val>
                                        </p:tav>
                                      </p:tavLst>
                                    </p:anim>
                                    <p:animEffect transition="in" filter="fade">
                                      <p:cBhvr>
                                        <p:cTn id="100" dur="500"/>
                                        <p:tgtEl>
                                          <p:spTgt spid="14"/>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nodeType="clickEffect">
                                  <p:stCondLst>
                                    <p:cond delay="0"/>
                                  </p:stCondLst>
                                  <p:childTnLst>
                                    <p:set>
                                      <p:cBhvr>
                                        <p:cTn id="104" dur="1" fill="hold">
                                          <p:stCondLst>
                                            <p:cond delay="0"/>
                                          </p:stCondLst>
                                        </p:cTn>
                                        <p:tgtEl>
                                          <p:spTgt spid="20"/>
                                        </p:tgtEl>
                                        <p:attrNameLst>
                                          <p:attrName>style.visibility</p:attrName>
                                        </p:attrNameLst>
                                      </p:cBhvr>
                                      <p:to>
                                        <p:strVal val="visible"/>
                                      </p:to>
                                    </p:set>
                                    <p:anim calcmode="lin" valueType="num">
                                      <p:cBhvr>
                                        <p:cTn id="105" dur="500" fill="hold"/>
                                        <p:tgtEl>
                                          <p:spTgt spid="20"/>
                                        </p:tgtEl>
                                        <p:attrNameLst>
                                          <p:attrName>ppt_w</p:attrName>
                                        </p:attrNameLst>
                                      </p:cBhvr>
                                      <p:tavLst>
                                        <p:tav tm="0">
                                          <p:val>
                                            <p:fltVal val="0"/>
                                          </p:val>
                                        </p:tav>
                                        <p:tav tm="100000">
                                          <p:val>
                                            <p:strVal val="#ppt_w"/>
                                          </p:val>
                                        </p:tav>
                                      </p:tavLst>
                                    </p:anim>
                                    <p:anim calcmode="lin" valueType="num">
                                      <p:cBhvr>
                                        <p:cTn id="106" dur="500" fill="hold"/>
                                        <p:tgtEl>
                                          <p:spTgt spid="20"/>
                                        </p:tgtEl>
                                        <p:attrNameLst>
                                          <p:attrName>ppt_h</p:attrName>
                                        </p:attrNameLst>
                                      </p:cBhvr>
                                      <p:tavLst>
                                        <p:tav tm="0">
                                          <p:val>
                                            <p:fltVal val="0"/>
                                          </p:val>
                                        </p:tav>
                                        <p:tav tm="100000">
                                          <p:val>
                                            <p:strVal val="#ppt_h"/>
                                          </p:val>
                                        </p:tav>
                                      </p:tavLst>
                                    </p:anim>
                                    <p:animEffect transition="in" filter="fade">
                                      <p:cBhvr>
                                        <p:cTn id="107" dur="500"/>
                                        <p:tgtEl>
                                          <p:spTgt spid="20"/>
                                        </p:tgtEl>
                                      </p:cBhvr>
                                    </p:animEffect>
                                  </p:childTnLst>
                                </p:cTn>
                              </p:par>
                            </p:childTnLst>
                          </p:cTn>
                        </p:par>
                      </p:childTnLst>
                    </p:cTn>
                  </p:par>
                  <p:par>
                    <p:cTn id="108" fill="hold">
                      <p:stCondLst>
                        <p:cond delay="indefinite"/>
                      </p:stCondLst>
                      <p:childTnLst>
                        <p:par>
                          <p:cTn id="109" fill="hold">
                            <p:stCondLst>
                              <p:cond delay="0"/>
                            </p:stCondLst>
                            <p:childTnLst>
                              <p:par>
                                <p:cTn id="110" presetID="53" presetClass="exit" presetSubtype="16" fill="hold" grpId="0" nodeType="clickEffect">
                                  <p:stCondLst>
                                    <p:cond delay="0"/>
                                  </p:stCondLst>
                                  <p:childTnLst>
                                    <p:anim calcmode="lin" valueType="num">
                                      <p:cBhvr>
                                        <p:cTn id="111" dur="500"/>
                                        <p:tgtEl>
                                          <p:spTgt spid="776198"/>
                                        </p:tgtEl>
                                        <p:attrNameLst>
                                          <p:attrName>ppt_w</p:attrName>
                                        </p:attrNameLst>
                                      </p:cBhvr>
                                      <p:tavLst>
                                        <p:tav tm="0">
                                          <p:val>
                                            <p:strVal val="ppt_w"/>
                                          </p:val>
                                        </p:tav>
                                        <p:tav tm="100000">
                                          <p:val>
                                            <p:fltVal val="0"/>
                                          </p:val>
                                        </p:tav>
                                      </p:tavLst>
                                    </p:anim>
                                    <p:anim calcmode="lin" valueType="num">
                                      <p:cBhvr>
                                        <p:cTn id="112" dur="500"/>
                                        <p:tgtEl>
                                          <p:spTgt spid="776198"/>
                                        </p:tgtEl>
                                        <p:attrNameLst>
                                          <p:attrName>ppt_h</p:attrName>
                                        </p:attrNameLst>
                                      </p:cBhvr>
                                      <p:tavLst>
                                        <p:tav tm="0">
                                          <p:val>
                                            <p:strVal val="ppt_h"/>
                                          </p:val>
                                        </p:tav>
                                        <p:tav tm="100000">
                                          <p:val>
                                            <p:fltVal val="0"/>
                                          </p:val>
                                        </p:tav>
                                      </p:tavLst>
                                    </p:anim>
                                    <p:animEffect transition="out" filter="fade">
                                      <p:cBhvr>
                                        <p:cTn id="113" dur="500"/>
                                        <p:tgtEl>
                                          <p:spTgt spid="776198"/>
                                        </p:tgtEl>
                                      </p:cBhvr>
                                    </p:animEffect>
                                    <p:set>
                                      <p:cBhvr>
                                        <p:cTn id="114" dur="1" fill="hold">
                                          <p:stCondLst>
                                            <p:cond delay="499"/>
                                          </p:stCondLst>
                                        </p:cTn>
                                        <p:tgtEl>
                                          <p:spTgt spid="776198"/>
                                        </p:tgtEl>
                                        <p:attrNameLst>
                                          <p:attrName>style.visibility</p:attrName>
                                        </p:attrNameLst>
                                      </p:cBhvr>
                                      <p:to>
                                        <p:strVal val="hidden"/>
                                      </p:to>
                                    </p:set>
                                  </p:childTnLst>
                                </p:cTn>
                              </p:par>
                              <p:par>
                                <p:cTn id="115" presetID="53" presetClass="exit" presetSubtype="32" fill="hold" nodeType="withEffect">
                                  <p:stCondLst>
                                    <p:cond delay="0"/>
                                  </p:stCondLst>
                                  <p:childTnLst>
                                    <p:anim calcmode="lin" valueType="num">
                                      <p:cBhvr>
                                        <p:cTn id="116" dur="500"/>
                                        <p:tgtEl>
                                          <p:spTgt spid="6"/>
                                        </p:tgtEl>
                                        <p:attrNameLst>
                                          <p:attrName>ppt_w</p:attrName>
                                        </p:attrNameLst>
                                      </p:cBhvr>
                                      <p:tavLst>
                                        <p:tav tm="0">
                                          <p:val>
                                            <p:strVal val="ppt_w"/>
                                          </p:val>
                                        </p:tav>
                                        <p:tav tm="100000">
                                          <p:val>
                                            <p:fltVal val="0"/>
                                          </p:val>
                                        </p:tav>
                                      </p:tavLst>
                                    </p:anim>
                                    <p:anim calcmode="lin" valueType="num">
                                      <p:cBhvr>
                                        <p:cTn id="117" dur="500"/>
                                        <p:tgtEl>
                                          <p:spTgt spid="6"/>
                                        </p:tgtEl>
                                        <p:attrNameLst>
                                          <p:attrName>ppt_h</p:attrName>
                                        </p:attrNameLst>
                                      </p:cBhvr>
                                      <p:tavLst>
                                        <p:tav tm="0">
                                          <p:val>
                                            <p:strVal val="ppt_h"/>
                                          </p:val>
                                        </p:tav>
                                        <p:tav tm="100000">
                                          <p:val>
                                            <p:fltVal val="0"/>
                                          </p:val>
                                        </p:tav>
                                      </p:tavLst>
                                    </p:anim>
                                    <p:animEffect transition="out" filter="fade">
                                      <p:cBhvr>
                                        <p:cTn id="118" dur="500"/>
                                        <p:tgtEl>
                                          <p:spTgt spid="6"/>
                                        </p:tgtEl>
                                      </p:cBhvr>
                                    </p:animEffect>
                                    <p:set>
                                      <p:cBhvr>
                                        <p:cTn id="119" dur="1" fill="hold">
                                          <p:stCondLst>
                                            <p:cond delay="499"/>
                                          </p:stCondLst>
                                        </p:cTn>
                                        <p:tgtEl>
                                          <p:spTgt spid="6"/>
                                        </p:tgtEl>
                                        <p:attrNameLst>
                                          <p:attrName>style.visibility</p:attrName>
                                        </p:attrNameLst>
                                      </p:cBhvr>
                                      <p:to>
                                        <p:strVal val="hidden"/>
                                      </p:to>
                                    </p:set>
                                  </p:childTnLst>
                                </p:cTn>
                              </p:par>
                              <p:par>
                                <p:cTn id="120" presetID="53" presetClass="exit" presetSubtype="32" fill="hold" nodeType="withEffect">
                                  <p:stCondLst>
                                    <p:cond delay="0"/>
                                  </p:stCondLst>
                                  <p:childTnLst>
                                    <p:anim calcmode="lin" valueType="num">
                                      <p:cBhvr>
                                        <p:cTn id="121" dur="500"/>
                                        <p:tgtEl>
                                          <p:spTgt spid="8"/>
                                        </p:tgtEl>
                                        <p:attrNameLst>
                                          <p:attrName>ppt_w</p:attrName>
                                        </p:attrNameLst>
                                      </p:cBhvr>
                                      <p:tavLst>
                                        <p:tav tm="0">
                                          <p:val>
                                            <p:strVal val="ppt_w"/>
                                          </p:val>
                                        </p:tav>
                                        <p:tav tm="100000">
                                          <p:val>
                                            <p:fltVal val="0"/>
                                          </p:val>
                                        </p:tav>
                                      </p:tavLst>
                                    </p:anim>
                                    <p:anim calcmode="lin" valueType="num">
                                      <p:cBhvr>
                                        <p:cTn id="122" dur="500"/>
                                        <p:tgtEl>
                                          <p:spTgt spid="8"/>
                                        </p:tgtEl>
                                        <p:attrNameLst>
                                          <p:attrName>ppt_h</p:attrName>
                                        </p:attrNameLst>
                                      </p:cBhvr>
                                      <p:tavLst>
                                        <p:tav tm="0">
                                          <p:val>
                                            <p:strVal val="ppt_h"/>
                                          </p:val>
                                        </p:tav>
                                        <p:tav tm="100000">
                                          <p:val>
                                            <p:fltVal val="0"/>
                                          </p:val>
                                        </p:tav>
                                      </p:tavLst>
                                    </p:anim>
                                    <p:animEffect transition="out" filter="fade">
                                      <p:cBhvr>
                                        <p:cTn id="123" dur="500"/>
                                        <p:tgtEl>
                                          <p:spTgt spid="8"/>
                                        </p:tgtEl>
                                      </p:cBhvr>
                                    </p:animEffect>
                                    <p:set>
                                      <p:cBhvr>
                                        <p:cTn id="124" dur="1" fill="hold">
                                          <p:stCondLst>
                                            <p:cond delay="499"/>
                                          </p:stCondLst>
                                        </p:cTn>
                                        <p:tgtEl>
                                          <p:spTgt spid="8"/>
                                        </p:tgtEl>
                                        <p:attrNameLst>
                                          <p:attrName>style.visibility</p:attrName>
                                        </p:attrNameLst>
                                      </p:cBhvr>
                                      <p:to>
                                        <p:strVal val="hidden"/>
                                      </p:to>
                                    </p:set>
                                  </p:childTnLst>
                                </p:cTn>
                              </p:par>
                              <p:par>
                                <p:cTn id="125" presetID="53" presetClass="exit" presetSubtype="32" fill="hold" nodeType="withEffect">
                                  <p:stCondLst>
                                    <p:cond delay="0"/>
                                  </p:stCondLst>
                                  <p:childTnLst>
                                    <p:anim calcmode="lin" valueType="num">
                                      <p:cBhvr>
                                        <p:cTn id="126" dur="500"/>
                                        <p:tgtEl>
                                          <p:spTgt spid="9"/>
                                        </p:tgtEl>
                                        <p:attrNameLst>
                                          <p:attrName>ppt_w</p:attrName>
                                        </p:attrNameLst>
                                      </p:cBhvr>
                                      <p:tavLst>
                                        <p:tav tm="0">
                                          <p:val>
                                            <p:strVal val="ppt_w"/>
                                          </p:val>
                                        </p:tav>
                                        <p:tav tm="100000">
                                          <p:val>
                                            <p:fltVal val="0"/>
                                          </p:val>
                                        </p:tav>
                                      </p:tavLst>
                                    </p:anim>
                                    <p:anim calcmode="lin" valueType="num">
                                      <p:cBhvr>
                                        <p:cTn id="127" dur="500"/>
                                        <p:tgtEl>
                                          <p:spTgt spid="9"/>
                                        </p:tgtEl>
                                        <p:attrNameLst>
                                          <p:attrName>ppt_h</p:attrName>
                                        </p:attrNameLst>
                                      </p:cBhvr>
                                      <p:tavLst>
                                        <p:tav tm="0">
                                          <p:val>
                                            <p:strVal val="ppt_h"/>
                                          </p:val>
                                        </p:tav>
                                        <p:tav tm="100000">
                                          <p:val>
                                            <p:fltVal val="0"/>
                                          </p:val>
                                        </p:tav>
                                      </p:tavLst>
                                    </p:anim>
                                    <p:animEffect transition="out" filter="fade">
                                      <p:cBhvr>
                                        <p:cTn id="128" dur="500"/>
                                        <p:tgtEl>
                                          <p:spTgt spid="9"/>
                                        </p:tgtEl>
                                      </p:cBhvr>
                                    </p:animEffect>
                                    <p:set>
                                      <p:cBhvr>
                                        <p:cTn id="129" dur="1" fill="hold">
                                          <p:stCondLst>
                                            <p:cond delay="499"/>
                                          </p:stCondLst>
                                        </p:cTn>
                                        <p:tgtEl>
                                          <p:spTgt spid="9"/>
                                        </p:tgtEl>
                                        <p:attrNameLst>
                                          <p:attrName>style.visibility</p:attrName>
                                        </p:attrNameLst>
                                      </p:cBhvr>
                                      <p:to>
                                        <p:strVal val="hidden"/>
                                      </p:to>
                                    </p:set>
                                  </p:childTnLst>
                                </p:cTn>
                              </p:par>
                              <p:par>
                                <p:cTn id="130" presetID="53" presetClass="exit" presetSubtype="32" fill="hold" nodeType="withEffect">
                                  <p:stCondLst>
                                    <p:cond delay="0"/>
                                  </p:stCondLst>
                                  <p:childTnLst>
                                    <p:anim calcmode="lin" valueType="num">
                                      <p:cBhvr>
                                        <p:cTn id="131" dur="500"/>
                                        <p:tgtEl>
                                          <p:spTgt spid="11"/>
                                        </p:tgtEl>
                                        <p:attrNameLst>
                                          <p:attrName>ppt_w</p:attrName>
                                        </p:attrNameLst>
                                      </p:cBhvr>
                                      <p:tavLst>
                                        <p:tav tm="0">
                                          <p:val>
                                            <p:strVal val="ppt_w"/>
                                          </p:val>
                                        </p:tav>
                                        <p:tav tm="100000">
                                          <p:val>
                                            <p:fltVal val="0"/>
                                          </p:val>
                                        </p:tav>
                                      </p:tavLst>
                                    </p:anim>
                                    <p:anim calcmode="lin" valueType="num">
                                      <p:cBhvr>
                                        <p:cTn id="132" dur="500"/>
                                        <p:tgtEl>
                                          <p:spTgt spid="11"/>
                                        </p:tgtEl>
                                        <p:attrNameLst>
                                          <p:attrName>ppt_h</p:attrName>
                                        </p:attrNameLst>
                                      </p:cBhvr>
                                      <p:tavLst>
                                        <p:tav tm="0">
                                          <p:val>
                                            <p:strVal val="ppt_h"/>
                                          </p:val>
                                        </p:tav>
                                        <p:tav tm="100000">
                                          <p:val>
                                            <p:fltVal val="0"/>
                                          </p:val>
                                        </p:tav>
                                      </p:tavLst>
                                    </p:anim>
                                    <p:animEffect transition="out" filter="fade">
                                      <p:cBhvr>
                                        <p:cTn id="133" dur="500"/>
                                        <p:tgtEl>
                                          <p:spTgt spid="11"/>
                                        </p:tgtEl>
                                      </p:cBhvr>
                                    </p:animEffect>
                                    <p:set>
                                      <p:cBhvr>
                                        <p:cTn id="134" dur="1" fill="hold">
                                          <p:stCondLst>
                                            <p:cond delay="499"/>
                                          </p:stCondLst>
                                        </p:cTn>
                                        <p:tgtEl>
                                          <p:spTgt spid="11"/>
                                        </p:tgtEl>
                                        <p:attrNameLst>
                                          <p:attrName>style.visibility</p:attrName>
                                        </p:attrNameLst>
                                      </p:cBhvr>
                                      <p:to>
                                        <p:strVal val="hidden"/>
                                      </p:to>
                                    </p:set>
                                  </p:childTnLst>
                                </p:cTn>
                              </p:par>
                              <p:par>
                                <p:cTn id="135" presetID="53" presetClass="exit" presetSubtype="32" fill="hold" nodeType="withEffect">
                                  <p:stCondLst>
                                    <p:cond delay="0"/>
                                  </p:stCondLst>
                                  <p:childTnLst>
                                    <p:anim calcmode="lin" valueType="num">
                                      <p:cBhvr>
                                        <p:cTn id="136" dur="500"/>
                                        <p:tgtEl>
                                          <p:spTgt spid="12"/>
                                        </p:tgtEl>
                                        <p:attrNameLst>
                                          <p:attrName>ppt_w</p:attrName>
                                        </p:attrNameLst>
                                      </p:cBhvr>
                                      <p:tavLst>
                                        <p:tav tm="0">
                                          <p:val>
                                            <p:strVal val="ppt_w"/>
                                          </p:val>
                                        </p:tav>
                                        <p:tav tm="100000">
                                          <p:val>
                                            <p:fltVal val="0"/>
                                          </p:val>
                                        </p:tav>
                                      </p:tavLst>
                                    </p:anim>
                                    <p:anim calcmode="lin" valueType="num">
                                      <p:cBhvr>
                                        <p:cTn id="137" dur="500"/>
                                        <p:tgtEl>
                                          <p:spTgt spid="12"/>
                                        </p:tgtEl>
                                        <p:attrNameLst>
                                          <p:attrName>ppt_h</p:attrName>
                                        </p:attrNameLst>
                                      </p:cBhvr>
                                      <p:tavLst>
                                        <p:tav tm="0">
                                          <p:val>
                                            <p:strVal val="ppt_h"/>
                                          </p:val>
                                        </p:tav>
                                        <p:tav tm="100000">
                                          <p:val>
                                            <p:fltVal val="0"/>
                                          </p:val>
                                        </p:tav>
                                      </p:tavLst>
                                    </p:anim>
                                    <p:animEffect transition="out" filter="fade">
                                      <p:cBhvr>
                                        <p:cTn id="138" dur="500"/>
                                        <p:tgtEl>
                                          <p:spTgt spid="12"/>
                                        </p:tgtEl>
                                      </p:cBhvr>
                                    </p:animEffect>
                                    <p:set>
                                      <p:cBhvr>
                                        <p:cTn id="139" dur="1" fill="hold">
                                          <p:stCondLst>
                                            <p:cond delay="499"/>
                                          </p:stCondLst>
                                        </p:cTn>
                                        <p:tgtEl>
                                          <p:spTgt spid="12"/>
                                        </p:tgtEl>
                                        <p:attrNameLst>
                                          <p:attrName>style.visibility</p:attrName>
                                        </p:attrNameLst>
                                      </p:cBhvr>
                                      <p:to>
                                        <p:strVal val="hidden"/>
                                      </p:to>
                                    </p:set>
                                  </p:childTnLst>
                                </p:cTn>
                              </p:par>
                              <p:par>
                                <p:cTn id="140" presetID="53" presetClass="exit" presetSubtype="32" fill="hold" nodeType="withEffect">
                                  <p:stCondLst>
                                    <p:cond delay="0"/>
                                  </p:stCondLst>
                                  <p:childTnLst>
                                    <p:anim calcmode="lin" valueType="num">
                                      <p:cBhvr>
                                        <p:cTn id="141" dur="500"/>
                                        <p:tgtEl>
                                          <p:spTgt spid="13"/>
                                        </p:tgtEl>
                                        <p:attrNameLst>
                                          <p:attrName>ppt_w</p:attrName>
                                        </p:attrNameLst>
                                      </p:cBhvr>
                                      <p:tavLst>
                                        <p:tav tm="0">
                                          <p:val>
                                            <p:strVal val="ppt_w"/>
                                          </p:val>
                                        </p:tav>
                                        <p:tav tm="100000">
                                          <p:val>
                                            <p:fltVal val="0"/>
                                          </p:val>
                                        </p:tav>
                                      </p:tavLst>
                                    </p:anim>
                                    <p:anim calcmode="lin" valueType="num">
                                      <p:cBhvr>
                                        <p:cTn id="142" dur="500"/>
                                        <p:tgtEl>
                                          <p:spTgt spid="13"/>
                                        </p:tgtEl>
                                        <p:attrNameLst>
                                          <p:attrName>ppt_h</p:attrName>
                                        </p:attrNameLst>
                                      </p:cBhvr>
                                      <p:tavLst>
                                        <p:tav tm="0">
                                          <p:val>
                                            <p:strVal val="ppt_h"/>
                                          </p:val>
                                        </p:tav>
                                        <p:tav tm="100000">
                                          <p:val>
                                            <p:fltVal val="0"/>
                                          </p:val>
                                        </p:tav>
                                      </p:tavLst>
                                    </p:anim>
                                    <p:animEffect transition="out" filter="fade">
                                      <p:cBhvr>
                                        <p:cTn id="143" dur="500"/>
                                        <p:tgtEl>
                                          <p:spTgt spid="13"/>
                                        </p:tgtEl>
                                      </p:cBhvr>
                                    </p:animEffect>
                                    <p:set>
                                      <p:cBhvr>
                                        <p:cTn id="144" dur="1" fill="hold">
                                          <p:stCondLst>
                                            <p:cond delay="499"/>
                                          </p:stCondLst>
                                        </p:cTn>
                                        <p:tgtEl>
                                          <p:spTgt spid="13"/>
                                        </p:tgtEl>
                                        <p:attrNameLst>
                                          <p:attrName>style.visibility</p:attrName>
                                        </p:attrNameLst>
                                      </p:cBhvr>
                                      <p:to>
                                        <p:strVal val="hidden"/>
                                      </p:to>
                                    </p:set>
                                  </p:childTnLst>
                                </p:cTn>
                              </p:par>
                              <p:par>
                                <p:cTn id="145" presetID="53" presetClass="exit" presetSubtype="32" fill="hold" nodeType="withEffect">
                                  <p:stCondLst>
                                    <p:cond delay="0"/>
                                  </p:stCondLst>
                                  <p:childTnLst>
                                    <p:anim calcmode="lin" valueType="num">
                                      <p:cBhvr>
                                        <p:cTn id="146" dur="500"/>
                                        <p:tgtEl>
                                          <p:spTgt spid="14"/>
                                        </p:tgtEl>
                                        <p:attrNameLst>
                                          <p:attrName>ppt_w</p:attrName>
                                        </p:attrNameLst>
                                      </p:cBhvr>
                                      <p:tavLst>
                                        <p:tav tm="0">
                                          <p:val>
                                            <p:strVal val="ppt_w"/>
                                          </p:val>
                                        </p:tav>
                                        <p:tav tm="100000">
                                          <p:val>
                                            <p:fltVal val="0"/>
                                          </p:val>
                                        </p:tav>
                                      </p:tavLst>
                                    </p:anim>
                                    <p:anim calcmode="lin" valueType="num">
                                      <p:cBhvr>
                                        <p:cTn id="147" dur="500"/>
                                        <p:tgtEl>
                                          <p:spTgt spid="14"/>
                                        </p:tgtEl>
                                        <p:attrNameLst>
                                          <p:attrName>ppt_h</p:attrName>
                                        </p:attrNameLst>
                                      </p:cBhvr>
                                      <p:tavLst>
                                        <p:tav tm="0">
                                          <p:val>
                                            <p:strVal val="ppt_h"/>
                                          </p:val>
                                        </p:tav>
                                        <p:tav tm="100000">
                                          <p:val>
                                            <p:fltVal val="0"/>
                                          </p:val>
                                        </p:tav>
                                      </p:tavLst>
                                    </p:anim>
                                    <p:animEffect transition="out" filter="fade">
                                      <p:cBhvr>
                                        <p:cTn id="148" dur="500"/>
                                        <p:tgtEl>
                                          <p:spTgt spid="14"/>
                                        </p:tgtEl>
                                      </p:cBhvr>
                                    </p:animEffect>
                                    <p:set>
                                      <p:cBhvr>
                                        <p:cTn id="149" dur="1" fill="hold">
                                          <p:stCondLst>
                                            <p:cond delay="499"/>
                                          </p:stCondLst>
                                        </p:cTn>
                                        <p:tgtEl>
                                          <p:spTgt spid="14"/>
                                        </p:tgtEl>
                                        <p:attrNameLst>
                                          <p:attrName>style.visibility</p:attrName>
                                        </p:attrNameLst>
                                      </p:cBhvr>
                                      <p:to>
                                        <p:strVal val="hidden"/>
                                      </p:to>
                                    </p:set>
                                  </p:childTnLst>
                                </p:cTn>
                              </p:par>
                              <p:par>
                                <p:cTn id="150" presetID="53" presetClass="exit" presetSubtype="32" fill="hold" nodeType="withEffect">
                                  <p:stCondLst>
                                    <p:cond delay="0"/>
                                  </p:stCondLst>
                                  <p:childTnLst>
                                    <p:anim calcmode="lin" valueType="num">
                                      <p:cBhvr>
                                        <p:cTn id="151" dur="500"/>
                                        <p:tgtEl>
                                          <p:spTgt spid="7"/>
                                        </p:tgtEl>
                                        <p:attrNameLst>
                                          <p:attrName>ppt_w</p:attrName>
                                        </p:attrNameLst>
                                      </p:cBhvr>
                                      <p:tavLst>
                                        <p:tav tm="0">
                                          <p:val>
                                            <p:strVal val="ppt_w"/>
                                          </p:val>
                                        </p:tav>
                                        <p:tav tm="100000">
                                          <p:val>
                                            <p:fltVal val="0"/>
                                          </p:val>
                                        </p:tav>
                                      </p:tavLst>
                                    </p:anim>
                                    <p:anim calcmode="lin" valueType="num">
                                      <p:cBhvr>
                                        <p:cTn id="152" dur="500"/>
                                        <p:tgtEl>
                                          <p:spTgt spid="7"/>
                                        </p:tgtEl>
                                        <p:attrNameLst>
                                          <p:attrName>ppt_h</p:attrName>
                                        </p:attrNameLst>
                                      </p:cBhvr>
                                      <p:tavLst>
                                        <p:tav tm="0">
                                          <p:val>
                                            <p:strVal val="ppt_h"/>
                                          </p:val>
                                        </p:tav>
                                        <p:tav tm="100000">
                                          <p:val>
                                            <p:fltVal val="0"/>
                                          </p:val>
                                        </p:tav>
                                      </p:tavLst>
                                    </p:anim>
                                    <p:animEffect transition="out" filter="fade">
                                      <p:cBhvr>
                                        <p:cTn id="153" dur="500"/>
                                        <p:tgtEl>
                                          <p:spTgt spid="7"/>
                                        </p:tgtEl>
                                      </p:cBhvr>
                                    </p:animEffect>
                                    <p:set>
                                      <p:cBhvr>
                                        <p:cTn id="154" dur="1" fill="hold">
                                          <p:stCondLst>
                                            <p:cond delay="499"/>
                                          </p:stCondLst>
                                        </p:cTn>
                                        <p:tgtEl>
                                          <p:spTgt spid="7"/>
                                        </p:tgtEl>
                                        <p:attrNameLst>
                                          <p:attrName>style.visibility</p:attrName>
                                        </p:attrNameLst>
                                      </p:cBhvr>
                                      <p:to>
                                        <p:strVal val="hidden"/>
                                      </p:to>
                                    </p:set>
                                  </p:childTnLst>
                                </p:cTn>
                              </p:par>
                              <p:par>
                                <p:cTn id="155" presetID="53" presetClass="exit" presetSubtype="32" fill="hold" nodeType="withEffect">
                                  <p:stCondLst>
                                    <p:cond delay="0"/>
                                  </p:stCondLst>
                                  <p:childTnLst>
                                    <p:anim calcmode="lin" valueType="num">
                                      <p:cBhvr>
                                        <p:cTn id="156" dur="500"/>
                                        <p:tgtEl>
                                          <p:spTgt spid="15"/>
                                        </p:tgtEl>
                                        <p:attrNameLst>
                                          <p:attrName>ppt_w</p:attrName>
                                        </p:attrNameLst>
                                      </p:cBhvr>
                                      <p:tavLst>
                                        <p:tav tm="0">
                                          <p:val>
                                            <p:strVal val="ppt_w"/>
                                          </p:val>
                                        </p:tav>
                                        <p:tav tm="100000">
                                          <p:val>
                                            <p:fltVal val="0"/>
                                          </p:val>
                                        </p:tav>
                                      </p:tavLst>
                                    </p:anim>
                                    <p:anim calcmode="lin" valueType="num">
                                      <p:cBhvr>
                                        <p:cTn id="157" dur="500"/>
                                        <p:tgtEl>
                                          <p:spTgt spid="15"/>
                                        </p:tgtEl>
                                        <p:attrNameLst>
                                          <p:attrName>ppt_h</p:attrName>
                                        </p:attrNameLst>
                                      </p:cBhvr>
                                      <p:tavLst>
                                        <p:tav tm="0">
                                          <p:val>
                                            <p:strVal val="ppt_h"/>
                                          </p:val>
                                        </p:tav>
                                        <p:tav tm="100000">
                                          <p:val>
                                            <p:fltVal val="0"/>
                                          </p:val>
                                        </p:tav>
                                      </p:tavLst>
                                    </p:anim>
                                    <p:animEffect transition="out" filter="fade">
                                      <p:cBhvr>
                                        <p:cTn id="158" dur="500"/>
                                        <p:tgtEl>
                                          <p:spTgt spid="15"/>
                                        </p:tgtEl>
                                      </p:cBhvr>
                                    </p:animEffect>
                                    <p:set>
                                      <p:cBhvr>
                                        <p:cTn id="159" dur="1" fill="hold">
                                          <p:stCondLst>
                                            <p:cond delay="499"/>
                                          </p:stCondLst>
                                        </p:cTn>
                                        <p:tgtEl>
                                          <p:spTgt spid="15"/>
                                        </p:tgtEl>
                                        <p:attrNameLst>
                                          <p:attrName>style.visibility</p:attrName>
                                        </p:attrNameLst>
                                      </p:cBhvr>
                                      <p:to>
                                        <p:strVal val="hidden"/>
                                      </p:to>
                                    </p:set>
                                  </p:childTnLst>
                                </p:cTn>
                              </p:par>
                              <p:par>
                                <p:cTn id="160" presetID="53" presetClass="exit" presetSubtype="32" fill="hold" nodeType="withEffect">
                                  <p:stCondLst>
                                    <p:cond delay="0"/>
                                  </p:stCondLst>
                                  <p:childTnLst>
                                    <p:anim calcmode="lin" valueType="num">
                                      <p:cBhvr>
                                        <p:cTn id="161" dur="500"/>
                                        <p:tgtEl>
                                          <p:spTgt spid="16"/>
                                        </p:tgtEl>
                                        <p:attrNameLst>
                                          <p:attrName>ppt_w</p:attrName>
                                        </p:attrNameLst>
                                      </p:cBhvr>
                                      <p:tavLst>
                                        <p:tav tm="0">
                                          <p:val>
                                            <p:strVal val="ppt_w"/>
                                          </p:val>
                                        </p:tav>
                                        <p:tav tm="100000">
                                          <p:val>
                                            <p:fltVal val="0"/>
                                          </p:val>
                                        </p:tav>
                                      </p:tavLst>
                                    </p:anim>
                                    <p:anim calcmode="lin" valueType="num">
                                      <p:cBhvr>
                                        <p:cTn id="162" dur="500"/>
                                        <p:tgtEl>
                                          <p:spTgt spid="16"/>
                                        </p:tgtEl>
                                        <p:attrNameLst>
                                          <p:attrName>ppt_h</p:attrName>
                                        </p:attrNameLst>
                                      </p:cBhvr>
                                      <p:tavLst>
                                        <p:tav tm="0">
                                          <p:val>
                                            <p:strVal val="ppt_h"/>
                                          </p:val>
                                        </p:tav>
                                        <p:tav tm="100000">
                                          <p:val>
                                            <p:fltVal val="0"/>
                                          </p:val>
                                        </p:tav>
                                      </p:tavLst>
                                    </p:anim>
                                    <p:animEffect transition="out" filter="fade">
                                      <p:cBhvr>
                                        <p:cTn id="163" dur="500"/>
                                        <p:tgtEl>
                                          <p:spTgt spid="16"/>
                                        </p:tgtEl>
                                      </p:cBhvr>
                                    </p:animEffect>
                                    <p:set>
                                      <p:cBhvr>
                                        <p:cTn id="164" dur="1" fill="hold">
                                          <p:stCondLst>
                                            <p:cond delay="499"/>
                                          </p:stCondLst>
                                        </p:cTn>
                                        <p:tgtEl>
                                          <p:spTgt spid="16"/>
                                        </p:tgtEl>
                                        <p:attrNameLst>
                                          <p:attrName>style.visibility</p:attrName>
                                        </p:attrNameLst>
                                      </p:cBhvr>
                                      <p:to>
                                        <p:strVal val="hidden"/>
                                      </p:to>
                                    </p:set>
                                  </p:childTnLst>
                                </p:cTn>
                              </p:par>
                              <p:par>
                                <p:cTn id="165" presetID="53" presetClass="exit" presetSubtype="32" fill="hold" nodeType="withEffect">
                                  <p:stCondLst>
                                    <p:cond delay="0"/>
                                  </p:stCondLst>
                                  <p:childTnLst>
                                    <p:anim calcmode="lin" valueType="num">
                                      <p:cBhvr>
                                        <p:cTn id="166" dur="500"/>
                                        <p:tgtEl>
                                          <p:spTgt spid="17"/>
                                        </p:tgtEl>
                                        <p:attrNameLst>
                                          <p:attrName>ppt_w</p:attrName>
                                        </p:attrNameLst>
                                      </p:cBhvr>
                                      <p:tavLst>
                                        <p:tav tm="0">
                                          <p:val>
                                            <p:strVal val="ppt_w"/>
                                          </p:val>
                                        </p:tav>
                                        <p:tav tm="100000">
                                          <p:val>
                                            <p:fltVal val="0"/>
                                          </p:val>
                                        </p:tav>
                                      </p:tavLst>
                                    </p:anim>
                                    <p:anim calcmode="lin" valueType="num">
                                      <p:cBhvr>
                                        <p:cTn id="167" dur="500"/>
                                        <p:tgtEl>
                                          <p:spTgt spid="17"/>
                                        </p:tgtEl>
                                        <p:attrNameLst>
                                          <p:attrName>ppt_h</p:attrName>
                                        </p:attrNameLst>
                                      </p:cBhvr>
                                      <p:tavLst>
                                        <p:tav tm="0">
                                          <p:val>
                                            <p:strVal val="ppt_h"/>
                                          </p:val>
                                        </p:tav>
                                        <p:tav tm="100000">
                                          <p:val>
                                            <p:fltVal val="0"/>
                                          </p:val>
                                        </p:tav>
                                      </p:tavLst>
                                    </p:anim>
                                    <p:animEffect transition="out" filter="fade">
                                      <p:cBhvr>
                                        <p:cTn id="168" dur="500"/>
                                        <p:tgtEl>
                                          <p:spTgt spid="17"/>
                                        </p:tgtEl>
                                      </p:cBhvr>
                                    </p:animEffect>
                                    <p:set>
                                      <p:cBhvr>
                                        <p:cTn id="169" dur="1" fill="hold">
                                          <p:stCondLst>
                                            <p:cond delay="499"/>
                                          </p:stCondLst>
                                        </p:cTn>
                                        <p:tgtEl>
                                          <p:spTgt spid="17"/>
                                        </p:tgtEl>
                                        <p:attrNameLst>
                                          <p:attrName>style.visibility</p:attrName>
                                        </p:attrNameLst>
                                      </p:cBhvr>
                                      <p:to>
                                        <p:strVal val="hidden"/>
                                      </p:to>
                                    </p:set>
                                  </p:childTnLst>
                                </p:cTn>
                              </p:par>
                              <p:par>
                                <p:cTn id="170" presetID="53" presetClass="exit" presetSubtype="32" fill="hold" nodeType="withEffect">
                                  <p:stCondLst>
                                    <p:cond delay="0"/>
                                  </p:stCondLst>
                                  <p:childTnLst>
                                    <p:anim calcmode="lin" valueType="num">
                                      <p:cBhvr>
                                        <p:cTn id="171" dur="500"/>
                                        <p:tgtEl>
                                          <p:spTgt spid="18"/>
                                        </p:tgtEl>
                                        <p:attrNameLst>
                                          <p:attrName>ppt_w</p:attrName>
                                        </p:attrNameLst>
                                      </p:cBhvr>
                                      <p:tavLst>
                                        <p:tav tm="0">
                                          <p:val>
                                            <p:strVal val="ppt_w"/>
                                          </p:val>
                                        </p:tav>
                                        <p:tav tm="100000">
                                          <p:val>
                                            <p:fltVal val="0"/>
                                          </p:val>
                                        </p:tav>
                                      </p:tavLst>
                                    </p:anim>
                                    <p:anim calcmode="lin" valueType="num">
                                      <p:cBhvr>
                                        <p:cTn id="172" dur="500"/>
                                        <p:tgtEl>
                                          <p:spTgt spid="18"/>
                                        </p:tgtEl>
                                        <p:attrNameLst>
                                          <p:attrName>ppt_h</p:attrName>
                                        </p:attrNameLst>
                                      </p:cBhvr>
                                      <p:tavLst>
                                        <p:tav tm="0">
                                          <p:val>
                                            <p:strVal val="ppt_h"/>
                                          </p:val>
                                        </p:tav>
                                        <p:tav tm="100000">
                                          <p:val>
                                            <p:fltVal val="0"/>
                                          </p:val>
                                        </p:tav>
                                      </p:tavLst>
                                    </p:anim>
                                    <p:animEffect transition="out" filter="fade">
                                      <p:cBhvr>
                                        <p:cTn id="173" dur="500"/>
                                        <p:tgtEl>
                                          <p:spTgt spid="18"/>
                                        </p:tgtEl>
                                      </p:cBhvr>
                                    </p:animEffect>
                                    <p:set>
                                      <p:cBhvr>
                                        <p:cTn id="174" dur="1" fill="hold">
                                          <p:stCondLst>
                                            <p:cond delay="499"/>
                                          </p:stCondLst>
                                        </p:cTn>
                                        <p:tgtEl>
                                          <p:spTgt spid="18"/>
                                        </p:tgtEl>
                                        <p:attrNameLst>
                                          <p:attrName>style.visibility</p:attrName>
                                        </p:attrNameLst>
                                      </p:cBhvr>
                                      <p:to>
                                        <p:strVal val="hidden"/>
                                      </p:to>
                                    </p:set>
                                  </p:childTnLst>
                                </p:cTn>
                              </p:par>
                              <p:par>
                                <p:cTn id="175" presetID="53" presetClass="exit" presetSubtype="32" fill="hold" nodeType="withEffect">
                                  <p:stCondLst>
                                    <p:cond delay="0"/>
                                  </p:stCondLst>
                                  <p:childTnLst>
                                    <p:anim calcmode="lin" valueType="num">
                                      <p:cBhvr>
                                        <p:cTn id="176" dur="500"/>
                                        <p:tgtEl>
                                          <p:spTgt spid="19"/>
                                        </p:tgtEl>
                                        <p:attrNameLst>
                                          <p:attrName>ppt_w</p:attrName>
                                        </p:attrNameLst>
                                      </p:cBhvr>
                                      <p:tavLst>
                                        <p:tav tm="0">
                                          <p:val>
                                            <p:strVal val="ppt_w"/>
                                          </p:val>
                                        </p:tav>
                                        <p:tav tm="100000">
                                          <p:val>
                                            <p:fltVal val="0"/>
                                          </p:val>
                                        </p:tav>
                                      </p:tavLst>
                                    </p:anim>
                                    <p:anim calcmode="lin" valueType="num">
                                      <p:cBhvr>
                                        <p:cTn id="177" dur="500"/>
                                        <p:tgtEl>
                                          <p:spTgt spid="19"/>
                                        </p:tgtEl>
                                        <p:attrNameLst>
                                          <p:attrName>ppt_h</p:attrName>
                                        </p:attrNameLst>
                                      </p:cBhvr>
                                      <p:tavLst>
                                        <p:tav tm="0">
                                          <p:val>
                                            <p:strVal val="ppt_h"/>
                                          </p:val>
                                        </p:tav>
                                        <p:tav tm="100000">
                                          <p:val>
                                            <p:fltVal val="0"/>
                                          </p:val>
                                        </p:tav>
                                      </p:tavLst>
                                    </p:anim>
                                    <p:animEffect transition="out" filter="fade">
                                      <p:cBhvr>
                                        <p:cTn id="178" dur="500"/>
                                        <p:tgtEl>
                                          <p:spTgt spid="19"/>
                                        </p:tgtEl>
                                      </p:cBhvr>
                                    </p:animEffect>
                                    <p:set>
                                      <p:cBhvr>
                                        <p:cTn id="179" dur="1" fill="hold">
                                          <p:stCondLst>
                                            <p:cond delay="499"/>
                                          </p:stCondLst>
                                        </p:cTn>
                                        <p:tgtEl>
                                          <p:spTgt spid="19"/>
                                        </p:tgtEl>
                                        <p:attrNameLst>
                                          <p:attrName>style.visibility</p:attrName>
                                        </p:attrNameLst>
                                      </p:cBhvr>
                                      <p:to>
                                        <p:strVal val="hidden"/>
                                      </p:to>
                                    </p:set>
                                  </p:childTnLst>
                                </p:cTn>
                              </p:par>
                              <p:par>
                                <p:cTn id="180" presetID="53" presetClass="exit" presetSubtype="32" fill="hold" nodeType="withEffect">
                                  <p:stCondLst>
                                    <p:cond delay="0"/>
                                  </p:stCondLst>
                                  <p:childTnLst>
                                    <p:anim calcmode="lin" valueType="num">
                                      <p:cBhvr>
                                        <p:cTn id="181" dur="500"/>
                                        <p:tgtEl>
                                          <p:spTgt spid="20"/>
                                        </p:tgtEl>
                                        <p:attrNameLst>
                                          <p:attrName>ppt_w</p:attrName>
                                        </p:attrNameLst>
                                      </p:cBhvr>
                                      <p:tavLst>
                                        <p:tav tm="0">
                                          <p:val>
                                            <p:strVal val="ppt_w"/>
                                          </p:val>
                                        </p:tav>
                                        <p:tav tm="100000">
                                          <p:val>
                                            <p:fltVal val="0"/>
                                          </p:val>
                                        </p:tav>
                                      </p:tavLst>
                                    </p:anim>
                                    <p:anim calcmode="lin" valueType="num">
                                      <p:cBhvr>
                                        <p:cTn id="182" dur="500"/>
                                        <p:tgtEl>
                                          <p:spTgt spid="20"/>
                                        </p:tgtEl>
                                        <p:attrNameLst>
                                          <p:attrName>ppt_h</p:attrName>
                                        </p:attrNameLst>
                                      </p:cBhvr>
                                      <p:tavLst>
                                        <p:tav tm="0">
                                          <p:val>
                                            <p:strVal val="ppt_h"/>
                                          </p:val>
                                        </p:tav>
                                        <p:tav tm="100000">
                                          <p:val>
                                            <p:fltVal val="0"/>
                                          </p:val>
                                        </p:tav>
                                      </p:tavLst>
                                    </p:anim>
                                    <p:animEffect transition="out" filter="fade">
                                      <p:cBhvr>
                                        <p:cTn id="183" dur="500"/>
                                        <p:tgtEl>
                                          <p:spTgt spid="20"/>
                                        </p:tgtEl>
                                      </p:cBhvr>
                                    </p:animEffect>
                                    <p:set>
                                      <p:cBhvr>
                                        <p:cTn id="184"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6198" grpId="0" bldLvl="0" animBg="1"/>
      <p:bldP spid="776198" grpId="1"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0" name="Text Box 4"/>
          <p:cNvSpPr txBox="1">
            <a:spLocks noChangeArrowheads="1"/>
          </p:cNvSpPr>
          <p:nvPr/>
        </p:nvSpPr>
        <p:spPr bwMode="auto">
          <a:xfrm>
            <a:off x="214313" y="681038"/>
            <a:ext cx="87153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800"/>
              </a:lnSpc>
              <a:spcBef>
                <a:spcPct val="20000"/>
              </a:spcBef>
              <a:buClr>
                <a:schemeClr val="tx2"/>
              </a:buClr>
              <a:buSzPct val="75000"/>
            </a:pPr>
            <a:r>
              <a:rPr kumimoji="1" lang="en-US" altLang="zh-CN" b="1">
                <a:latin typeface="Times New Roman" panose="02020603050405020304" pitchFamily="18" charset="0"/>
                <a:ea typeface="楷体_GB2312"/>
                <a:cs typeface="楷体_GB2312"/>
              </a:rPr>
              <a:t>(1) </a:t>
            </a:r>
            <a:r>
              <a:rPr lang="en-US" altLang="zh-CN" b="1">
                <a:latin typeface="Times New Roman" panose="02020603050405020304" pitchFamily="18" charset="0"/>
                <a:ea typeface="楷体_GB2312"/>
                <a:cs typeface="楷体_GB2312"/>
              </a:rPr>
              <a:t>&lt;PROGRAM&gt; </a:t>
            </a:r>
            <a:r>
              <a:rPr kumimoji="1" lang="en-US" altLang="zh-CN" b="1">
                <a:latin typeface="Times New Roman" panose="02020603050405020304" pitchFamily="18" charset="0"/>
                <a:ea typeface="楷体_GB2312"/>
                <a:cs typeface="楷体_GB2312"/>
              </a:rPr>
              <a:t>→ program &lt;DECLIST&gt; :&lt;TYPE&gt; ; &lt;STLIST&gt; end</a:t>
            </a:r>
          </a:p>
          <a:p>
            <a:pPr>
              <a:lnSpc>
                <a:spcPts val="2800"/>
              </a:lnSpc>
              <a:spcBef>
                <a:spcPct val="20000"/>
              </a:spcBef>
              <a:buClr>
                <a:schemeClr val="tx2"/>
              </a:buClr>
              <a:buSzPct val="75000"/>
              <a:buFont typeface="Monotype Sorts"/>
              <a:buNone/>
            </a:pPr>
            <a:r>
              <a:rPr kumimoji="1" lang="en-US" altLang="zh-CN" b="1">
                <a:solidFill>
                  <a:srgbClr val="2D83F4"/>
                </a:solidFill>
                <a:latin typeface="Times New Roman" panose="02020603050405020304" pitchFamily="18" charset="0"/>
                <a:ea typeface="楷体_GB2312"/>
                <a:cs typeface="楷体_GB2312"/>
              </a:rPr>
              <a:t>(2) </a:t>
            </a:r>
            <a:r>
              <a:rPr lang="en-US" altLang="zh-CN" b="1">
                <a:solidFill>
                  <a:srgbClr val="2D83F4"/>
                </a:solidFill>
                <a:latin typeface="Times New Roman" panose="02020603050405020304" pitchFamily="18" charset="0"/>
                <a:ea typeface="楷体_GB2312"/>
                <a:cs typeface="楷体_GB2312"/>
              </a:rPr>
              <a:t>&lt;DECLIST&gt; → id &lt;DECLISTN&gt;</a:t>
            </a:r>
          </a:p>
          <a:p>
            <a:pPr eaLnBrk="1" hangingPunct="1">
              <a:lnSpc>
                <a:spcPts val="2800"/>
              </a:lnSpc>
              <a:spcBef>
                <a:spcPct val="20000"/>
              </a:spcBef>
            </a:pPr>
            <a:r>
              <a:rPr kumimoji="1" lang="en-US" altLang="zh-CN" b="1">
                <a:latin typeface="Times New Roman" panose="02020603050405020304" pitchFamily="18" charset="0"/>
                <a:ea typeface="楷体_GB2312"/>
                <a:cs typeface="楷体_GB2312"/>
              </a:rPr>
              <a:t>(3) </a:t>
            </a:r>
            <a:r>
              <a:rPr lang="en-US" altLang="zh-CN" b="1">
                <a:latin typeface="Times New Roman" panose="02020603050405020304" pitchFamily="18" charset="0"/>
                <a:ea typeface="楷体_GB2312"/>
                <a:cs typeface="楷体_GB2312"/>
              </a:rPr>
              <a:t>&lt;DECLISTN&gt; → , id &lt;DECLISTN&gt;</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(4) </a:t>
            </a:r>
            <a:r>
              <a:rPr lang="en-US" altLang="zh-CN" b="1">
                <a:latin typeface="Times New Roman" panose="02020603050405020304" pitchFamily="18" charset="0"/>
              </a:rPr>
              <a:t>&lt;DECLISTN&gt; → </a:t>
            </a:r>
            <a:r>
              <a:rPr lang="en-US" altLang="zh-CN" b="1" i="1">
                <a:latin typeface="Times New Roman" panose="02020603050405020304" pitchFamily="18" charset="0"/>
              </a:rPr>
              <a:t>ε</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(5) &lt;STLIST&gt; → s &lt;STLISTN&gt;</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(6) &lt;STLISTN&gt; → ; s &lt;STLISTN&gt;</a:t>
            </a:r>
          </a:p>
          <a:p>
            <a:pPr eaLnBrk="1" hangingPunct="1">
              <a:lnSpc>
                <a:spcPts val="2800"/>
              </a:lnSpc>
            </a:pPr>
            <a:r>
              <a:rPr lang="en-US" altLang="zh-CN" b="1">
                <a:latin typeface="Times New Roman" panose="02020603050405020304" pitchFamily="18" charset="0"/>
                <a:ea typeface="楷体_GB2312"/>
                <a:cs typeface="楷体_GB2312"/>
              </a:rPr>
              <a:t>(7)</a:t>
            </a:r>
            <a:r>
              <a:rPr lang="en-US" altLang="zh-CN" b="1">
                <a:latin typeface="Times New Roman" panose="02020603050405020304" pitchFamily="18" charset="0"/>
              </a:rPr>
              <a:t> &lt;STLISTN&gt; → </a:t>
            </a:r>
            <a:r>
              <a:rPr lang="en-US" altLang="zh-CN" b="1" i="1">
                <a:latin typeface="Times New Roman" panose="02020603050405020304" pitchFamily="18" charset="0"/>
              </a:rPr>
              <a:t>ε</a:t>
            </a:r>
          </a:p>
          <a:p>
            <a:pPr eaLnBrk="1" hangingPunct="1">
              <a:lnSpc>
                <a:spcPts val="2800"/>
              </a:lnSpc>
            </a:pPr>
            <a:r>
              <a:rPr lang="en-US" altLang="zh-CN" b="1">
                <a:latin typeface="Times New Roman" panose="02020603050405020304" pitchFamily="18" charset="0"/>
              </a:rPr>
              <a:t>(8)</a:t>
            </a:r>
            <a:r>
              <a:rPr lang="en-US" altLang="zh-CN" b="1">
                <a:latin typeface="Times New Roman" panose="02020603050405020304" pitchFamily="18" charset="0"/>
                <a:ea typeface="楷体_GB2312"/>
                <a:cs typeface="楷体_GB2312"/>
              </a:rPr>
              <a:t> &lt;TYPE&gt; → real</a:t>
            </a:r>
          </a:p>
          <a:p>
            <a:pPr eaLnBrk="1" hangingPunct="1">
              <a:lnSpc>
                <a:spcPts val="2800"/>
              </a:lnSpc>
            </a:pPr>
            <a:r>
              <a:rPr lang="en-US" altLang="zh-CN" b="1">
                <a:latin typeface="Times New Roman" panose="02020603050405020304" pitchFamily="18" charset="0"/>
              </a:rPr>
              <a:t>(9) &lt;TYPE&gt; → int</a:t>
            </a:r>
          </a:p>
        </p:txBody>
      </p:sp>
      <p:sp>
        <p:nvSpPr>
          <p:cNvPr id="777222" name="Rectangle 6"/>
          <p:cNvSpPr>
            <a:spLocks noChangeArrowheads="1"/>
          </p:cNvSpPr>
          <p:nvPr/>
        </p:nvSpPr>
        <p:spPr bwMode="auto">
          <a:xfrm>
            <a:off x="4140200" y="1922463"/>
            <a:ext cx="4437063" cy="2393950"/>
          </a:xfrm>
          <a:prstGeom prst="rect">
            <a:avLst/>
          </a:prstGeom>
          <a:solidFill>
            <a:schemeClr val="accent2">
              <a:lumMod val="40000"/>
              <a:lumOff val="60000"/>
            </a:schemeClr>
          </a:solidFill>
          <a:ln w="12700" algn="ctr">
            <a:solidFill>
              <a:schemeClr val="tx1"/>
            </a:solidFill>
            <a:miter lim="800000"/>
          </a:ln>
        </p:spPr>
        <p:txBody>
          <a:bodyP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defRPr/>
            </a:pPr>
            <a:r>
              <a:rPr lang="en-US" altLang="zh-CN" sz="2000" b="1" dirty="0">
                <a:latin typeface="Times New Roman" panose="02020603050405020304" pitchFamily="18" charset="0"/>
              </a:rPr>
              <a:t> procedure DECLIST(TOKEN);</a:t>
            </a:r>
          </a:p>
          <a:p>
            <a:pPr eaLnBrk="1" hangingPunct="1">
              <a:spcBef>
                <a:spcPct val="20000"/>
              </a:spcBef>
              <a:defRPr/>
            </a:pPr>
            <a:r>
              <a:rPr lang="en-US" altLang="zh-CN" sz="2000" b="1" dirty="0">
                <a:latin typeface="Times New Roman" panose="02020603050405020304" pitchFamily="18" charset="0"/>
              </a:rPr>
              <a:t>	begin</a:t>
            </a:r>
          </a:p>
          <a:p>
            <a:pPr eaLnBrk="1" hangingPunct="1">
              <a:spcBef>
                <a:spcPct val="20000"/>
              </a:spcBef>
              <a:defRPr/>
            </a:pPr>
            <a:r>
              <a:rPr lang="en-US" altLang="zh-CN" sz="2000" b="1" dirty="0">
                <a:latin typeface="Times New Roman" panose="02020603050405020304" pitchFamily="18" charset="0"/>
              </a:rPr>
              <a:t> 	</a:t>
            </a:r>
            <a:r>
              <a:rPr lang="en-US" altLang="zh-CN" sz="2000" b="1" dirty="0">
                <a:solidFill>
                  <a:srgbClr val="3333FF"/>
                </a:solidFill>
                <a:latin typeface="Times New Roman" panose="02020603050405020304" pitchFamily="18" charset="0"/>
              </a:rPr>
              <a:t>     if </a:t>
            </a:r>
            <a:r>
              <a:rPr lang="en-US" altLang="zh-CN" sz="2000" b="1" dirty="0" err="1">
                <a:latin typeface="Times New Roman" panose="02020603050405020304" pitchFamily="18" charset="0"/>
              </a:rPr>
              <a:t>TOKEN≠’id</a:t>
            </a:r>
            <a:r>
              <a:rPr lang="en-US" altLang="zh-CN" sz="2000" b="1" dirty="0">
                <a:latin typeface="Times New Roman" panose="02020603050405020304" pitchFamily="18" charset="0"/>
              </a:rPr>
              <a:t>’ </a:t>
            </a:r>
            <a:r>
              <a:rPr lang="en-US" altLang="zh-CN" sz="2000" b="1" dirty="0">
                <a:solidFill>
                  <a:srgbClr val="3333FF"/>
                </a:solidFill>
                <a:latin typeface="Times New Roman" panose="02020603050405020304" pitchFamily="18" charset="0"/>
              </a:rPr>
              <a:t> then </a:t>
            </a:r>
            <a:r>
              <a:rPr lang="en-US" altLang="zh-CN" sz="2000" b="1" dirty="0">
                <a:latin typeface="Times New Roman" panose="02020603050405020304" pitchFamily="18" charset="0"/>
              </a:rPr>
              <a:t>ERROR;</a:t>
            </a:r>
          </a:p>
          <a:p>
            <a:pPr eaLnBrk="1" hangingPunct="1">
              <a:spcBef>
                <a:spcPct val="20000"/>
              </a:spcBef>
              <a:defRPr/>
            </a:pPr>
            <a:r>
              <a:rPr lang="en-US" altLang="zh-CN" sz="2000" b="1" dirty="0">
                <a:latin typeface="Times New Roman" panose="02020603050405020304" pitchFamily="18" charset="0"/>
              </a:rPr>
              <a:t>	     GETNEXT(TOKEN);</a:t>
            </a:r>
          </a:p>
          <a:p>
            <a:pPr eaLnBrk="1" hangingPunct="1">
              <a:spcBef>
                <a:spcPct val="20000"/>
              </a:spcBef>
              <a:defRPr/>
            </a:pPr>
            <a:r>
              <a:rPr lang="en-US" altLang="zh-CN" sz="800" b="1" dirty="0">
                <a:solidFill>
                  <a:srgbClr val="CC0000"/>
                </a:solidFill>
                <a:latin typeface="Times New Roman" panose="02020603050405020304" pitchFamily="18" charset="0"/>
              </a:rPr>
              <a:t>	     </a:t>
            </a:r>
          </a:p>
          <a:p>
            <a:pPr eaLnBrk="1" hangingPunct="1">
              <a:spcBef>
                <a:spcPct val="20000"/>
              </a:spcBef>
              <a:defRPr/>
            </a:pPr>
            <a:r>
              <a:rPr lang="en-US" altLang="zh-CN" sz="2000" b="1" dirty="0">
                <a:solidFill>
                  <a:srgbClr val="CC0000"/>
                </a:solidFill>
                <a:latin typeface="Times New Roman" panose="02020603050405020304" pitchFamily="18" charset="0"/>
              </a:rPr>
              <a:t>	     </a:t>
            </a:r>
            <a:r>
              <a:rPr lang="en-US" altLang="zh-CN" sz="2000" b="1" dirty="0">
                <a:solidFill>
                  <a:srgbClr val="FF0000"/>
                </a:solidFill>
                <a:latin typeface="Times New Roman" panose="02020603050405020304" pitchFamily="18" charset="0"/>
              </a:rPr>
              <a:t>DECLISTN</a:t>
            </a:r>
            <a:r>
              <a:rPr lang="en-US" altLang="zh-CN" sz="2000" b="1" dirty="0">
                <a:latin typeface="Times New Roman" panose="02020603050405020304" pitchFamily="18" charset="0"/>
              </a:rPr>
              <a:t>(TOKEN);</a:t>
            </a:r>
          </a:p>
          <a:p>
            <a:pPr eaLnBrk="1" hangingPunct="1">
              <a:spcBef>
                <a:spcPct val="20000"/>
              </a:spcBef>
              <a:defRPr/>
            </a:pPr>
            <a:r>
              <a:rPr lang="en-US" altLang="zh-CN" sz="2000" b="1" dirty="0">
                <a:latin typeface="Times New Roman" panose="02020603050405020304" pitchFamily="18" charset="0"/>
              </a:rPr>
              <a:t>	end</a:t>
            </a:r>
          </a:p>
        </p:txBody>
      </p:sp>
      <p:sp>
        <p:nvSpPr>
          <p:cNvPr id="6" name="Rectangle 2"/>
          <p:cNvSpPr>
            <a:spLocks noGrp="1" noChangeArrowheads="1"/>
          </p:cNvSpPr>
          <p:nvPr>
            <p:ph type="title"/>
          </p:nvPr>
        </p:nvSpPr>
        <p:spPr>
          <a:xfrm>
            <a:off x="755650" y="268288"/>
            <a:ext cx="79311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例：假设已构建了预测分析表</a:t>
            </a: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51</a:t>
            </a:fld>
            <a:endParaRPr lang="en-US" altLang="zh-CN"/>
          </a:p>
        </p:txBody>
      </p:sp>
      <p:sp>
        <p:nvSpPr>
          <p:cNvPr id="7" name="Rectangle 7"/>
          <p:cNvSpPr>
            <a:spLocks noChangeArrowheads="1"/>
          </p:cNvSpPr>
          <p:nvPr/>
        </p:nvSpPr>
        <p:spPr bwMode="auto">
          <a:xfrm>
            <a:off x="323528" y="4286250"/>
            <a:ext cx="2459037" cy="733772"/>
          </a:xfrm>
          <a:prstGeom prst="rect">
            <a:avLst/>
          </a:prstGeom>
          <a:solidFill>
            <a:schemeClr val="accent5">
              <a:lumMod val="60000"/>
              <a:lumOff val="40000"/>
            </a:schemeClr>
          </a:solidFill>
          <a:ln w="12700">
            <a:solidFill>
              <a:schemeClr val="tx1"/>
            </a:solidFill>
            <a:miter lim="800000"/>
          </a:ln>
        </p:spPr>
        <p:txBody>
          <a:bodyPr wrap="none" anchor="ctr"/>
          <a:lstStyle/>
          <a:p>
            <a:pPr eaLnBrk="1" hangingPunct="1">
              <a:defRPr/>
            </a:pPr>
            <a:r>
              <a:rPr lang="en-US" altLang="zh-CN" b="1" dirty="0">
                <a:latin typeface="Times New Roman" panose="02020603050405020304" pitchFamily="18" charset="0"/>
              </a:rPr>
              <a:t>SELECT(4)={:}</a:t>
            </a:r>
          </a:p>
          <a:p>
            <a:pPr eaLnBrk="1" hangingPunct="1">
              <a:defRPr/>
            </a:pPr>
            <a:r>
              <a:rPr lang="en-US" altLang="zh-CN" b="1" dirty="0">
                <a:latin typeface="Times New Roman" panose="02020603050405020304" pitchFamily="18" charset="0"/>
              </a:rPr>
              <a:t>SELECT(7)={end}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1" nodeType="withEffect">
                                  <p:stCondLst>
                                    <p:cond delay="0"/>
                                  </p:stCondLst>
                                  <p:childTnLst>
                                    <p:set>
                                      <p:cBhvr>
                                        <p:cTn id="6" dur="1" fill="hold">
                                          <p:stCondLst>
                                            <p:cond delay="0"/>
                                          </p:stCondLst>
                                        </p:cTn>
                                        <p:tgtEl>
                                          <p:spTgt spid="777222"/>
                                        </p:tgtEl>
                                        <p:attrNameLst>
                                          <p:attrName>style.visibility</p:attrName>
                                        </p:attrNameLst>
                                      </p:cBhvr>
                                      <p:to>
                                        <p:strVal val="visible"/>
                                      </p:to>
                                    </p:set>
                                    <p:anim calcmode="lin" valueType="num">
                                      <p:cBhvr>
                                        <p:cTn id="7" dur="500" fill="hold"/>
                                        <p:tgtEl>
                                          <p:spTgt spid="777222"/>
                                        </p:tgtEl>
                                        <p:attrNameLst>
                                          <p:attrName>ppt_w</p:attrName>
                                        </p:attrNameLst>
                                      </p:cBhvr>
                                      <p:tavLst>
                                        <p:tav tm="0">
                                          <p:val>
                                            <p:fltVal val="0"/>
                                          </p:val>
                                        </p:tav>
                                        <p:tav tm="100000">
                                          <p:val>
                                            <p:strVal val="#ppt_w"/>
                                          </p:val>
                                        </p:tav>
                                      </p:tavLst>
                                    </p:anim>
                                    <p:anim calcmode="lin" valueType="num">
                                      <p:cBhvr>
                                        <p:cTn id="8" dur="500" fill="hold"/>
                                        <p:tgtEl>
                                          <p:spTgt spid="777222"/>
                                        </p:tgtEl>
                                        <p:attrNameLst>
                                          <p:attrName>ppt_h</p:attrName>
                                        </p:attrNameLst>
                                      </p:cBhvr>
                                      <p:tavLst>
                                        <p:tav tm="0">
                                          <p:val>
                                            <p:fltVal val="0"/>
                                          </p:val>
                                        </p:tav>
                                        <p:tav tm="100000">
                                          <p:val>
                                            <p:strVal val="#ppt_h"/>
                                          </p:val>
                                        </p:tav>
                                      </p:tavLst>
                                    </p:anim>
                                    <p:animEffect transition="in" filter="fade">
                                      <p:cBhvr>
                                        <p:cTn id="9" dur="500"/>
                                        <p:tgtEl>
                                          <p:spTgt spid="77722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xit" presetSubtype="16" fill="hold" grpId="0" nodeType="clickEffect">
                                  <p:stCondLst>
                                    <p:cond delay="0"/>
                                  </p:stCondLst>
                                  <p:childTnLst>
                                    <p:anim calcmode="lin" valueType="num">
                                      <p:cBhvr>
                                        <p:cTn id="13" dur="500"/>
                                        <p:tgtEl>
                                          <p:spTgt spid="777222"/>
                                        </p:tgtEl>
                                        <p:attrNameLst>
                                          <p:attrName>ppt_w</p:attrName>
                                        </p:attrNameLst>
                                      </p:cBhvr>
                                      <p:tavLst>
                                        <p:tav tm="0">
                                          <p:val>
                                            <p:strVal val="ppt_w"/>
                                          </p:val>
                                        </p:tav>
                                        <p:tav tm="100000">
                                          <p:val>
                                            <p:fltVal val="0"/>
                                          </p:val>
                                        </p:tav>
                                      </p:tavLst>
                                    </p:anim>
                                    <p:anim calcmode="lin" valueType="num">
                                      <p:cBhvr>
                                        <p:cTn id="14" dur="500"/>
                                        <p:tgtEl>
                                          <p:spTgt spid="777222"/>
                                        </p:tgtEl>
                                        <p:attrNameLst>
                                          <p:attrName>ppt_h</p:attrName>
                                        </p:attrNameLst>
                                      </p:cBhvr>
                                      <p:tavLst>
                                        <p:tav tm="0">
                                          <p:val>
                                            <p:strVal val="ppt_h"/>
                                          </p:val>
                                        </p:tav>
                                        <p:tav tm="100000">
                                          <p:val>
                                            <p:fltVal val="0"/>
                                          </p:val>
                                        </p:tav>
                                      </p:tavLst>
                                    </p:anim>
                                    <p:animEffect transition="out" filter="fade">
                                      <p:cBhvr>
                                        <p:cTn id="15" dur="500"/>
                                        <p:tgtEl>
                                          <p:spTgt spid="777222"/>
                                        </p:tgtEl>
                                      </p:cBhvr>
                                    </p:animEffect>
                                    <p:set>
                                      <p:cBhvr>
                                        <p:cTn id="16" dur="1" fill="hold">
                                          <p:stCondLst>
                                            <p:cond delay="499"/>
                                          </p:stCondLst>
                                        </p:cTn>
                                        <p:tgtEl>
                                          <p:spTgt spid="7772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7222" grpId="0" animBg="1"/>
      <p:bldP spid="777222"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ChangeArrowheads="1"/>
          </p:cNvSpPr>
          <p:nvPr/>
        </p:nvSpPr>
        <p:spPr bwMode="auto">
          <a:xfrm>
            <a:off x="323528" y="4286250"/>
            <a:ext cx="2459037" cy="733772"/>
          </a:xfrm>
          <a:prstGeom prst="rect">
            <a:avLst/>
          </a:prstGeom>
          <a:solidFill>
            <a:schemeClr val="accent5">
              <a:lumMod val="60000"/>
              <a:lumOff val="40000"/>
            </a:schemeClr>
          </a:solidFill>
          <a:ln w="12700">
            <a:solidFill>
              <a:schemeClr val="tx1"/>
            </a:solidFill>
            <a:miter lim="800000"/>
          </a:ln>
        </p:spPr>
        <p:txBody>
          <a:bodyPr wrap="none" anchor="ctr"/>
          <a:lstStyle/>
          <a:p>
            <a:pPr eaLnBrk="1" hangingPunct="1">
              <a:defRPr/>
            </a:pPr>
            <a:r>
              <a:rPr lang="en-US" altLang="zh-CN" b="1" dirty="0">
                <a:latin typeface="Times New Roman" panose="02020603050405020304" pitchFamily="18" charset="0"/>
              </a:rPr>
              <a:t>SELECT(4)={:}</a:t>
            </a:r>
          </a:p>
          <a:p>
            <a:pPr eaLnBrk="1" hangingPunct="1">
              <a:defRPr/>
            </a:pPr>
            <a:r>
              <a:rPr lang="en-US" altLang="zh-CN" b="1" dirty="0">
                <a:latin typeface="Times New Roman" panose="02020603050405020304" pitchFamily="18" charset="0"/>
              </a:rPr>
              <a:t>SELECT(7)={end}</a:t>
            </a:r>
          </a:p>
        </p:txBody>
      </p:sp>
      <p:sp>
        <p:nvSpPr>
          <p:cNvPr id="123907" name="Text Box 4"/>
          <p:cNvSpPr txBox="1">
            <a:spLocks noChangeArrowheads="1"/>
          </p:cNvSpPr>
          <p:nvPr/>
        </p:nvSpPr>
        <p:spPr bwMode="auto">
          <a:xfrm>
            <a:off x="214313" y="681038"/>
            <a:ext cx="87153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800"/>
              </a:lnSpc>
              <a:spcBef>
                <a:spcPct val="20000"/>
              </a:spcBef>
              <a:buClr>
                <a:schemeClr val="tx2"/>
              </a:buClr>
              <a:buSzPct val="75000"/>
            </a:pPr>
            <a:r>
              <a:rPr kumimoji="1" lang="en-US" altLang="zh-CN" b="1">
                <a:latin typeface="Times New Roman" panose="02020603050405020304" pitchFamily="18" charset="0"/>
                <a:ea typeface="楷体_GB2312"/>
                <a:cs typeface="楷体_GB2312"/>
              </a:rPr>
              <a:t>(1) </a:t>
            </a:r>
            <a:r>
              <a:rPr lang="en-US" altLang="zh-CN" b="1">
                <a:latin typeface="Times New Roman" panose="02020603050405020304" pitchFamily="18" charset="0"/>
                <a:ea typeface="楷体_GB2312"/>
                <a:cs typeface="楷体_GB2312"/>
              </a:rPr>
              <a:t>&lt;PROGRAM&gt; </a:t>
            </a:r>
            <a:r>
              <a:rPr kumimoji="1" lang="en-US" altLang="zh-CN" b="1">
                <a:latin typeface="Times New Roman" panose="02020603050405020304" pitchFamily="18" charset="0"/>
                <a:ea typeface="楷体_GB2312"/>
                <a:cs typeface="楷体_GB2312"/>
              </a:rPr>
              <a:t>→ program &lt;DECLIST&gt; :&lt;TYPE&gt; ; &lt;STLIST&gt; end</a:t>
            </a:r>
          </a:p>
          <a:p>
            <a:pPr>
              <a:lnSpc>
                <a:spcPts val="2800"/>
              </a:lnSpc>
              <a:spcBef>
                <a:spcPct val="20000"/>
              </a:spcBef>
              <a:buClr>
                <a:schemeClr val="tx2"/>
              </a:buClr>
              <a:buSzPct val="75000"/>
              <a:buFont typeface="Monotype Sorts"/>
              <a:buNone/>
            </a:pPr>
            <a:r>
              <a:rPr kumimoji="1" lang="en-US" altLang="zh-CN" b="1">
                <a:latin typeface="Times New Roman" panose="02020603050405020304" pitchFamily="18" charset="0"/>
                <a:ea typeface="楷体_GB2312"/>
                <a:cs typeface="楷体_GB2312"/>
              </a:rPr>
              <a:t>(2) </a:t>
            </a:r>
            <a:r>
              <a:rPr lang="en-US" altLang="zh-CN" b="1">
                <a:latin typeface="Times New Roman" panose="02020603050405020304" pitchFamily="18" charset="0"/>
                <a:ea typeface="楷体_GB2312"/>
                <a:cs typeface="楷体_GB2312"/>
              </a:rPr>
              <a:t>&lt;DECLIST&gt; → id &lt;DECLISTN&gt;</a:t>
            </a:r>
          </a:p>
          <a:p>
            <a:pPr eaLnBrk="1" hangingPunct="1">
              <a:lnSpc>
                <a:spcPts val="2800"/>
              </a:lnSpc>
              <a:spcBef>
                <a:spcPct val="20000"/>
              </a:spcBef>
            </a:pPr>
            <a:r>
              <a:rPr kumimoji="1" lang="en-US" altLang="zh-CN" b="1">
                <a:solidFill>
                  <a:srgbClr val="2D83F4"/>
                </a:solidFill>
                <a:latin typeface="Times New Roman" panose="02020603050405020304" pitchFamily="18" charset="0"/>
                <a:ea typeface="楷体_GB2312"/>
                <a:cs typeface="楷体_GB2312"/>
              </a:rPr>
              <a:t>(3) </a:t>
            </a:r>
            <a:r>
              <a:rPr lang="en-US" altLang="zh-CN" b="1">
                <a:solidFill>
                  <a:srgbClr val="2D83F4"/>
                </a:solidFill>
                <a:latin typeface="Times New Roman" panose="02020603050405020304" pitchFamily="18" charset="0"/>
                <a:ea typeface="楷体_GB2312"/>
                <a:cs typeface="楷体_GB2312"/>
              </a:rPr>
              <a:t>&lt;DECLISTN&gt; → , id &lt;DECLISTN&gt;</a:t>
            </a:r>
          </a:p>
          <a:p>
            <a:pPr eaLnBrk="1" hangingPunct="1">
              <a:lnSpc>
                <a:spcPts val="2800"/>
              </a:lnSpc>
              <a:spcBef>
                <a:spcPct val="20000"/>
              </a:spcBef>
            </a:pPr>
            <a:r>
              <a:rPr lang="en-US" altLang="zh-CN" b="1">
                <a:solidFill>
                  <a:srgbClr val="2D83F4"/>
                </a:solidFill>
                <a:latin typeface="Times New Roman" panose="02020603050405020304" pitchFamily="18" charset="0"/>
                <a:ea typeface="楷体_GB2312"/>
                <a:cs typeface="楷体_GB2312"/>
              </a:rPr>
              <a:t>(4) </a:t>
            </a:r>
            <a:r>
              <a:rPr lang="en-US" altLang="zh-CN" b="1">
                <a:solidFill>
                  <a:srgbClr val="2D83F4"/>
                </a:solidFill>
                <a:latin typeface="Times New Roman" panose="02020603050405020304" pitchFamily="18" charset="0"/>
              </a:rPr>
              <a:t>&lt;DECLISTN&gt; → </a:t>
            </a:r>
            <a:r>
              <a:rPr lang="en-US" altLang="zh-CN" b="1" i="1">
                <a:solidFill>
                  <a:srgbClr val="2D83F4"/>
                </a:solidFill>
                <a:latin typeface="Times New Roman" panose="02020603050405020304" pitchFamily="18" charset="0"/>
              </a:rPr>
              <a:t>ε</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(5) &lt;STLIST&gt; → s &lt;STLISTN&gt;</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(6) &lt;STLISTN&gt; → ; s &lt;STLISTN&gt;</a:t>
            </a:r>
          </a:p>
          <a:p>
            <a:pPr eaLnBrk="1" hangingPunct="1">
              <a:lnSpc>
                <a:spcPts val="2800"/>
              </a:lnSpc>
            </a:pPr>
            <a:r>
              <a:rPr lang="en-US" altLang="zh-CN" b="1">
                <a:latin typeface="Times New Roman" panose="02020603050405020304" pitchFamily="18" charset="0"/>
                <a:ea typeface="楷体_GB2312"/>
                <a:cs typeface="楷体_GB2312"/>
              </a:rPr>
              <a:t>(7)</a:t>
            </a:r>
            <a:r>
              <a:rPr lang="en-US" altLang="zh-CN" b="1">
                <a:latin typeface="Times New Roman" panose="02020603050405020304" pitchFamily="18" charset="0"/>
              </a:rPr>
              <a:t> &lt;STLISTN&gt; → </a:t>
            </a:r>
            <a:r>
              <a:rPr lang="en-US" altLang="zh-CN" b="1" i="1">
                <a:latin typeface="Times New Roman" panose="02020603050405020304" pitchFamily="18" charset="0"/>
              </a:rPr>
              <a:t>ε</a:t>
            </a:r>
          </a:p>
          <a:p>
            <a:pPr eaLnBrk="1" hangingPunct="1">
              <a:lnSpc>
                <a:spcPts val="2800"/>
              </a:lnSpc>
            </a:pPr>
            <a:r>
              <a:rPr lang="en-US" altLang="zh-CN" b="1">
                <a:latin typeface="Times New Roman" panose="02020603050405020304" pitchFamily="18" charset="0"/>
              </a:rPr>
              <a:t>(8)</a:t>
            </a:r>
            <a:r>
              <a:rPr lang="en-US" altLang="zh-CN" b="1">
                <a:latin typeface="Times New Roman" panose="02020603050405020304" pitchFamily="18" charset="0"/>
                <a:ea typeface="楷体_GB2312"/>
                <a:cs typeface="楷体_GB2312"/>
              </a:rPr>
              <a:t> &lt;TYPE&gt; → real</a:t>
            </a:r>
          </a:p>
          <a:p>
            <a:pPr eaLnBrk="1" hangingPunct="1">
              <a:lnSpc>
                <a:spcPts val="2800"/>
              </a:lnSpc>
            </a:pPr>
            <a:r>
              <a:rPr lang="en-US" altLang="zh-CN" b="1">
                <a:latin typeface="Times New Roman" panose="02020603050405020304" pitchFamily="18" charset="0"/>
              </a:rPr>
              <a:t>(9) &lt;TYPE&gt; → int</a:t>
            </a:r>
          </a:p>
        </p:txBody>
      </p:sp>
      <p:sp>
        <p:nvSpPr>
          <p:cNvPr id="778246" name="Rectangle 6"/>
          <p:cNvSpPr>
            <a:spLocks noChangeArrowheads="1"/>
          </p:cNvSpPr>
          <p:nvPr/>
        </p:nvSpPr>
        <p:spPr bwMode="auto">
          <a:xfrm>
            <a:off x="4283968" y="1058863"/>
            <a:ext cx="4645720" cy="3961159"/>
          </a:xfrm>
          <a:prstGeom prst="rect">
            <a:avLst/>
          </a:prstGeom>
          <a:solidFill>
            <a:schemeClr val="accent2">
              <a:lumMod val="40000"/>
              <a:lumOff val="60000"/>
            </a:schemeClr>
          </a:solidFill>
          <a:ln w="12700">
            <a:solidFill>
              <a:schemeClr val="tx1"/>
            </a:solidFill>
            <a:miter lim="800000"/>
          </a:ln>
        </p:spPr>
        <p:txBody>
          <a:bodyPr/>
          <a:lstStyle>
            <a:lvl1pPr marL="533400" indent="-5334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ts val="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procedure </a:t>
            </a:r>
            <a:r>
              <a:rPr lang="en-US" altLang="zh-CN" b="1" dirty="0">
                <a:solidFill>
                  <a:srgbClr val="FF0000"/>
                </a:solidFill>
                <a:latin typeface="Times New Roman" panose="02020603050405020304" pitchFamily="18" charset="0"/>
              </a:rPr>
              <a:t>DECLISTN(TOKEN)</a:t>
            </a:r>
            <a:r>
              <a:rPr lang="en-US" altLang="zh-CN" b="1" dirty="0">
                <a:latin typeface="Times New Roman" panose="02020603050405020304" pitchFamily="18" charset="0"/>
              </a:rPr>
              <a:t>;</a:t>
            </a:r>
          </a:p>
          <a:p>
            <a:pPr eaLnBrk="1" hangingPunct="1">
              <a:spcBef>
                <a:spcPts val="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begin</a:t>
            </a:r>
          </a:p>
          <a:p>
            <a:pPr eaLnBrk="1" hangingPunct="1">
              <a:spcBef>
                <a:spcPts val="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a:t>
            </a:r>
            <a:r>
              <a:rPr lang="en-US" altLang="zh-CN" b="1" dirty="0">
                <a:solidFill>
                  <a:srgbClr val="3333FF"/>
                </a:solidFill>
                <a:latin typeface="Times New Roman" panose="02020603050405020304" pitchFamily="18" charset="0"/>
              </a:rPr>
              <a:t>     if </a:t>
            </a:r>
            <a:r>
              <a:rPr lang="en-US" altLang="zh-CN" b="1" dirty="0">
                <a:solidFill>
                  <a:srgbClr val="FF0000"/>
                </a:solidFill>
                <a:latin typeface="Times New Roman" panose="02020603050405020304" pitchFamily="18" charset="0"/>
              </a:rPr>
              <a:t>TOKEN =‘,’ </a:t>
            </a:r>
            <a:r>
              <a:rPr lang="en-US" altLang="zh-CN" b="1" dirty="0">
                <a:solidFill>
                  <a:srgbClr val="3333FF"/>
                </a:solidFill>
                <a:latin typeface="Times New Roman" panose="02020603050405020304" pitchFamily="18" charset="0"/>
              </a:rPr>
              <a:t>then</a:t>
            </a:r>
          </a:p>
          <a:p>
            <a:pPr eaLnBrk="1" hangingPunct="1">
              <a:spcBef>
                <a:spcPts val="0"/>
              </a:spcBef>
              <a:buClr>
                <a:schemeClr val="folHlink"/>
              </a:buClr>
              <a:buSzPct val="60000"/>
              <a:buFont typeface="Wingdings" panose="05000000000000000000" pitchFamily="2" charset="2"/>
              <a:buNone/>
              <a:defRPr/>
            </a:pPr>
            <a:r>
              <a:rPr lang="en-US" altLang="zh-CN" b="1" dirty="0">
                <a:solidFill>
                  <a:srgbClr val="3333FF"/>
                </a:solidFill>
                <a:latin typeface="Times New Roman" panose="02020603050405020304" pitchFamily="18" charset="0"/>
              </a:rPr>
              <a:t>		</a:t>
            </a:r>
            <a:r>
              <a:rPr lang="en-US" altLang="zh-CN" b="1" dirty="0">
                <a:latin typeface="Times New Roman" panose="02020603050405020304" pitchFamily="18" charset="0"/>
              </a:rPr>
              <a:t> </a:t>
            </a:r>
            <a:r>
              <a:rPr lang="en-US" altLang="zh-CN" b="1" dirty="0">
                <a:solidFill>
                  <a:srgbClr val="008000"/>
                </a:solidFill>
                <a:latin typeface="+mn-ea"/>
                <a:ea typeface="+mn-ea"/>
              </a:rPr>
              <a:t>//</a:t>
            </a:r>
            <a:r>
              <a:rPr lang="zh-CN" altLang="en-US" b="1" dirty="0">
                <a:solidFill>
                  <a:srgbClr val="008000"/>
                </a:solidFill>
                <a:latin typeface="+mn-ea"/>
                <a:ea typeface="+mn-ea"/>
              </a:rPr>
              <a:t>选择产生式 </a:t>
            </a:r>
            <a:r>
              <a:rPr lang="en-US" altLang="zh-CN" b="1" dirty="0">
                <a:solidFill>
                  <a:srgbClr val="008000"/>
                </a:solidFill>
                <a:latin typeface="+mn-ea"/>
                <a:ea typeface="+mn-ea"/>
              </a:rPr>
              <a:t>(3) </a:t>
            </a:r>
            <a:r>
              <a:rPr lang="zh-CN" altLang="en-US" b="1" dirty="0">
                <a:solidFill>
                  <a:srgbClr val="008000"/>
                </a:solidFill>
                <a:latin typeface="+mn-ea"/>
                <a:ea typeface="+mn-ea"/>
              </a:rPr>
              <a:t>进行推导</a:t>
            </a:r>
            <a:endParaRPr lang="en-US" altLang="zh-CN" b="1" dirty="0">
              <a:solidFill>
                <a:srgbClr val="008000"/>
              </a:solidFill>
              <a:latin typeface="+mn-ea"/>
              <a:ea typeface="+mn-ea"/>
            </a:endParaRPr>
          </a:p>
          <a:p>
            <a:pPr eaLnBrk="1" hangingPunct="1">
              <a:spcBef>
                <a:spcPts val="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begin</a:t>
            </a:r>
            <a:endParaRPr lang="en-US" altLang="zh-CN" b="1" dirty="0">
              <a:solidFill>
                <a:srgbClr val="3333FF"/>
              </a:solidFill>
              <a:latin typeface="+mn-ea"/>
              <a:ea typeface="+mn-ea"/>
            </a:endParaRPr>
          </a:p>
          <a:p>
            <a:pPr eaLnBrk="1" hangingPunct="1">
              <a:spcBef>
                <a:spcPts val="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GETNEXT(TOKEN);</a:t>
            </a:r>
            <a:endParaRPr lang="en-US" altLang="zh-CN" sz="800" b="1" dirty="0">
              <a:latin typeface="Times New Roman" panose="02020603050405020304" pitchFamily="18" charset="0"/>
            </a:endParaRPr>
          </a:p>
          <a:p>
            <a:pPr eaLnBrk="1" hangingPunct="1">
              <a:spcBef>
                <a:spcPts val="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a:t>
            </a:r>
            <a:r>
              <a:rPr lang="en-US" altLang="zh-CN" b="1" dirty="0">
                <a:solidFill>
                  <a:schemeClr val="folHlink"/>
                </a:solidFill>
                <a:latin typeface="Times New Roman" panose="02020603050405020304" pitchFamily="18" charset="0"/>
              </a:rPr>
              <a:t>	</a:t>
            </a:r>
            <a:r>
              <a:rPr lang="en-US" altLang="zh-CN" b="1" dirty="0">
                <a:solidFill>
                  <a:srgbClr val="3333FF"/>
                </a:solidFill>
                <a:latin typeface="Times New Roman" panose="02020603050405020304" pitchFamily="18" charset="0"/>
              </a:rPr>
              <a:t>    if </a:t>
            </a:r>
            <a:r>
              <a:rPr lang="en-US" altLang="zh-CN" b="1" dirty="0" err="1">
                <a:latin typeface="Times New Roman" panose="02020603050405020304" pitchFamily="18" charset="0"/>
              </a:rPr>
              <a:t>TOKEN≠’id</a:t>
            </a:r>
            <a:r>
              <a:rPr lang="en-US" altLang="zh-CN" b="1" dirty="0">
                <a:latin typeface="Times New Roman" panose="02020603050405020304" pitchFamily="18" charset="0"/>
              </a:rPr>
              <a:t>’  </a:t>
            </a:r>
            <a:r>
              <a:rPr lang="en-US" altLang="zh-CN" b="1" dirty="0">
                <a:solidFill>
                  <a:srgbClr val="3333FF"/>
                </a:solidFill>
                <a:latin typeface="Times New Roman" panose="02020603050405020304" pitchFamily="18" charset="0"/>
              </a:rPr>
              <a:t>then</a:t>
            </a:r>
            <a:r>
              <a:rPr lang="en-US" altLang="zh-CN" b="1" dirty="0">
                <a:latin typeface="Times New Roman" panose="02020603050405020304" pitchFamily="18" charset="0"/>
              </a:rPr>
              <a:t> ERROR;</a:t>
            </a:r>
          </a:p>
          <a:p>
            <a:pPr eaLnBrk="1" hangingPunct="1">
              <a:spcBef>
                <a:spcPts val="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GETNEXT(TOKEN);</a:t>
            </a:r>
            <a:r>
              <a:rPr lang="en-US" altLang="zh-CN" sz="800" b="1" dirty="0">
                <a:latin typeface="Times New Roman" panose="02020603050405020304" pitchFamily="18" charset="0"/>
              </a:rPr>
              <a:t>	          </a:t>
            </a:r>
          </a:p>
          <a:p>
            <a:pPr eaLnBrk="1" hangingPunct="1">
              <a:spcBef>
                <a:spcPts val="0"/>
              </a:spcBef>
              <a:buClr>
                <a:schemeClr val="folHlink"/>
              </a:buClr>
              <a:buSzPct val="60000"/>
              <a:buFont typeface="Wingdings" panose="05000000000000000000" pitchFamily="2" charset="2"/>
              <a:buNone/>
              <a:defRPr/>
            </a:pPr>
            <a:r>
              <a:rPr lang="en-US" altLang="zh-CN" b="1" dirty="0">
                <a:solidFill>
                  <a:srgbClr val="FF0000"/>
                </a:solidFill>
                <a:latin typeface="Times New Roman" panose="02020603050405020304" pitchFamily="18" charset="0"/>
              </a:rPr>
              <a:t>		    DECLISTN</a:t>
            </a:r>
            <a:r>
              <a:rPr lang="en-US" altLang="zh-CN" b="1" dirty="0">
                <a:latin typeface="Times New Roman" panose="02020603050405020304" pitchFamily="18" charset="0"/>
              </a:rPr>
              <a:t>(TOKEN);</a:t>
            </a:r>
          </a:p>
          <a:p>
            <a:pPr eaLnBrk="1" hangingPunct="1">
              <a:spcBef>
                <a:spcPts val="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end	</a:t>
            </a:r>
          </a:p>
          <a:p>
            <a:pPr eaLnBrk="1" hangingPunct="1">
              <a:spcBef>
                <a:spcPts val="0"/>
              </a:spcBef>
              <a:buClr>
                <a:schemeClr val="folHlink"/>
              </a:buClr>
              <a:buSzPct val="60000"/>
              <a:buFont typeface="Wingdings" panose="05000000000000000000" pitchFamily="2" charset="2"/>
              <a:buNone/>
              <a:defRPr/>
            </a:pPr>
            <a:r>
              <a:rPr lang="en-US" altLang="zh-CN" b="1" dirty="0">
                <a:solidFill>
                  <a:srgbClr val="0070C0"/>
                </a:solidFill>
                <a:latin typeface="Times New Roman" panose="02020603050405020304" pitchFamily="18" charset="0"/>
                <a:ea typeface="+mn-ea"/>
              </a:rPr>
              <a:t>	      </a:t>
            </a:r>
            <a:r>
              <a:rPr lang="en-US" altLang="zh-CN" b="1" dirty="0">
                <a:solidFill>
                  <a:srgbClr val="3333FF"/>
                </a:solidFill>
                <a:latin typeface="Times New Roman" panose="02020603050405020304" pitchFamily="18" charset="0"/>
              </a:rPr>
              <a:t>else  if </a:t>
            </a:r>
            <a:r>
              <a:rPr lang="en-US" altLang="zh-CN" b="1" dirty="0">
                <a:latin typeface="Times New Roman" panose="02020603050405020304" pitchFamily="18" charset="0"/>
              </a:rPr>
              <a:t>TOKEN≠’</a:t>
            </a:r>
            <a:r>
              <a:rPr lang="en-US" altLang="zh-CN" b="1" dirty="0">
                <a:solidFill>
                  <a:srgbClr val="FF0000"/>
                </a:solidFill>
                <a:latin typeface="Times New Roman" panose="02020603050405020304" pitchFamily="18" charset="0"/>
              </a:rPr>
              <a:t>:</a:t>
            </a:r>
            <a:r>
              <a:rPr lang="en-US" altLang="zh-CN" b="1" dirty="0">
                <a:latin typeface="Times New Roman" panose="02020603050405020304" pitchFamily="18" charset="0"/>
              </a:rPr>
              <a:t>’  </a:t>
            </a:r>
            <a:r>
              <a:rPr lang="en-US" altLang="zh-CN" b="1" dirty="0">
                <a:solidFill>
                  <a:srgbClr val="3333FF"/>
                </a:solidFill>
                <a:latin typeface="Times New Roman" panose="02020603050405020304" pitchFamily="18" charset="0"/>
              </a:rPr>
              <a:t>then</a:t>
            </a:r>
            <a:r>
              <a:rPr lang="en-US" altLang="zh-CN" b="1" dirty="0">
                <a:latin typeface="Times New Roman" panose="02020603050405020304" pitchFamily="18" charset="0"/>
              </a:rPr>
              <a:t> ERROR;</a:t>
            </a:r>
          </a:p>
          <a:p>
            <a:pPr eaLnBrk="1" hangingPunct="1">
              <a:spcBef>
                <a:spcPts val="0"/>
              </a:spcBef>
              <a:buClr>
                <a:schemeClr val="folHlink"/>
              </a:buClr>
              <a:buSzPct val="60000"/>
              <a:defRPr/>
            </a:pPr>
            <a:r>
              <a:rPr lang="en-US" altLang="zh-CN" b="1" dirty="0">
                <a:latin typeface="+mn-ea"/>
              </a:rPr>
              <a:t>               </a:t>
            </a:r>
            <a:r>
              <a:rPr lang="en-US" altLang="zh-CN" b="1" dirty="0">
                <a:solidFill>
                  <a:srgbClr val="008000"/>
                </a:solidFill>
                <a:latin typeface="Times New Roman" panose="02020603050405020304" pitchFamily="18" charset="0"/>
                <a:ea typeface="+mn-ea"/>
                <a:cs typeface="Times New Roman" panose="02020603050405020304" pitchFamily="18" charset="0"/>
              </a:rPr>
              <a:t>// </a:t>
            </a:r>
            <a:r>
              <a:rPr lang="zh-CN" altLang="en-US" b="1" dirty="0">
                <a:solidFill>
                  <a:srgbClr val="008000"/>
                </a:solidFill>
                <a:latin typeface="Times New Roman" panose="02020603050405020304" pitchFamily="18" charset="0"/>
                <a:ea typeface="+mn-ea"/>
                <a:cs typeface="Times New Roman" panose="02020603050405020304" pitchFamily="18" charset="0"/>
              </a:rPr>
              <a:t>否则</a:t>
            </a:r>
            <a:r>
              <a:rPr lang="en-US" altLang="zh-CN" b="1" dirty="0">
                <a:solidFill>
                  <a:srgbClr val="008000"/>
                </a:solidFill>
                <a:latin typeface="Times New Roman" panose="02020603050405020304" pitchFamily="18" charset="0"/>
                <a:ea typeface="+mn-ea"/>
                <a:cs typeface="Times New Roman" panose="02020603050405020304" pitchFamily="18" charset="0"/>
              </a:rPr>
              <a:t>TOKEN= ’:’ </a:t>
            </a:r>
            <a:r>
              <a:rPr lang="zh-CN" altLang="en-US" b="1" dirty="0">
                <a:solidFill>
                  <a:srgbClr val="008000"/>
                </a:solidFill>
                <a:latin typeface="Times New Roman" panose="02020603050405020304" pitchFamily="18" charset="0"/>
                <a:ea typeface="+mn-ea"/>
                <a:cs typeface="Times New Roman" panose="02020603050405020304" pitchFamily="18" charset="0"/>
              </a:rPr>
              <a:t>选择产生式</a:t>
            </a:r>
            <a:r>
              <a:rPr lang="en-US" altLang="zh-CN" b="1" dirty="0">
                <a:solidFill>
                  <a:srgbClr val="008000"/>
                </a:solidFill>
                <a:latin typeface="Times New Roman" panose="02020603050405020304" pitchFamily="18" charset="0"/>
                <a:ea typeface="+mn-ea"/>
                <a:cs typeface="Times New Roman" panose="02020603050405020304" pitchFamily="18" charset="0"/>
              </a:rPr>
              <a:t>(4)</a:t>
            </a:r>
          </a:p>
          <a:p>
            <a:pPr eaLnBrk="1" hangingPunct="1">
              <a:spcBef>
                <a:spcPts val="0"/>
              </a:spcBef>
              <a:buClr>
                <a:schemeClr val="folHlink"/>
              </a:buClr>
              <a:buSzPct val="60000"/>
              <a:defRPr/>
            </a:pPr>
            <a:r>
              <a:rPr lang="en-US" altLang="zh-CN" b="1" dirty="0">
                <a:solidFill>
                  <a:srgbClr val="008000"/>
                </a:solidFill>
                <a:latin typeface="Times New Roman" panose="02020603050405020304" pitchFamily="18" charset="0"/>
                <a:ea typeface="+mn-ea"/>
                <a:cs typeface="Times New Roman" panose="02020603050405020304" pitchFamily="18" charset="0"/>
              </a:rPr>
              <a:t>                    </a:t>
            </a:r>
            <a:r>
              <a:rPr lang="zh-CN" altLang="en-US" b="1" dirty="0">
                <a:solidFill>
                  <a:srgbClr val="008000"/>
                </a:solidFill>
                <a:latin typeface="Times New Roman" panose="02020603050405020304" pitchFamily="18" charset="0"/>
                <a:ea typeface="+mn-ea"/>
                <a:cs typeface="Times New Roman" panose="02020603050405020304" pitchFamily="18" charset="0"/>
              </a:rPr>
              <a:t>进行推导，执行空操作</a:t>
            </a:r>
            <a:endParaRPr lang="en-US" altLang="zh-CN" b="1" dirty="0">
              <a:solidFill>
                <a:srgbClr val="008000"/>
              </a:solidFill>
              <a:latin typeface="Times New Roman" panose="02020603050405020304" pitchFamily="18" charset="0"/>
              <a:ea typeface="+mn-ea"/>
              <a:cs typeface="Times New Roman" panose="02020603050405020304" pitchFamily="18" charset="0"/>
            </a:endParaRPr>
          </a:p>
          <a:p>
            <a:pPr eaLnBrk="1" hangingPunct="1">
              <a:spcBef>
                <a:spcPts val="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end	 </a:t>
            </a:r>
          </a:p>
        </p:txBody>
      </p:sp>
      <p:sp>
        <p:nvSpPr>
          <p:cNvPr id="6" name="Rectangle 2"/>
          <p:cNvSpPr>
            <a:spLocks noGrp="1" noChangeArrowheads="1"/>
          </p:cNvSpPr>
          <p:nvPr>
            <p:ph type="title"/>
          </p:nvPr>
        </p:nvSpPr>
        <p:spPr>
          <a:xfrm>
            <a:off x="755650" y="268288"/>
            <a:ext cx="7416750" cy="373063"/>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例：假设已构建了预测分析表</a:t>
            </a: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52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1" nodeType="withEffect">
                                  <p:stCondLst>
                                    <p:cond delay="0"/>
                                  </p:stCondLst>
                                  <p:childTnLst>
                                    <p:set>
                                      <p:cBhvr>
                                        <p:cTn id="6" dur="1" fill="hold">
                                          <p:stCondLst>
                                            <p:cond delay="0"/>
                                          </p:stCondLst>
                                        </p:cTn>
                                        <p:tgtEl>
                                          <p:spTgt spid="778246"/>
                                        </p:tgtEl>
                                        <p:attrNameLst>
                                          <p:attrName>style.visibility</p:attrName>
                                        </p:attrNameLst>
                                      </p:cBhvr>
                                      <p:to>
                                        <p:strVal val="visible"/>
                                      </p:to>
                                    </p:set>
                                    <p:anim calcmode="lin" valueType="num">
                                      <p:cBhvr>
                                        <p:cTn id="7" dur="500" fill="hold"/>
                                        <p:tgtEl>
                                          <p:spTgt spid="778246"/>
                                        </p:tgtEl>
                                        <p:attrNameLst>
                                          <p:attrName>ppt_w</p:attrName>
                                        </p:attrNameLst>
                                      </p:cBhvr>
                                      <p:tavLst>
                                        <p:tav tm="0">
                                          <p:val>
                                            <p:fltVal val="0"/>
                                          </p:val>
                                        </p:tav>
                                        <p:tav tm="100000">
                                          <p:val>
                                            <p:strVal val="#ppt_w"/>
                                          </p:val>
                                        </p:tav>
                                      </p:tavLst>
                                    </p:anim>
                                    <p:anim calcmode="lin" valueType="num">
                                      <p:cBhvr>
                                        <p:cTn id="8" dur="500" fill="hold"/>
                                        <p:tgtEl>
                                          <p:spTgt spid="778246"/>
                                        </p:tgtEl>
                                        <p:attrNameLst>
                                          <p:attrName>ppt_h</p:attrName>
                                        </p:attrNameLst>
                                      </p:cBhvr>
                                      <p:tavLst>
                                        <p:tav tm="0">
                                          <p:val>
                                            <p:fltVal val="0"/>
                                          </p:val>
                                        </p:tav>
                                        <p:tav tm="100000">
                                          <p:val>
                                            <p:strVal val="#ppt_h"/>
                                          </p:val>
                                        </p:tav>
                                      </p:tavLst>
                                    </p:anim>
                                    <p:animEffect transition="in" filter="fade">
                                      <p:cBhvr>
                                        <p:cTn id="9" dur="500"/>
                                        <p:tgtEl>
                                          <p:spTgt spid="77824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xit" presetSubtype="16" fill="hold" grpId="0" nodeType="clickEffect">
                                  <p:stCondLst>
                                    <p:cond delay="0"/>
                                  </p:stCondLst>
                                  <p:childTnLst>
                                    <p:anim calcmode="lin" valueType="num">
                                      <p:cBhvr>
                                        <p:cTn id="13" dur="500"/>
                                        <p:tgtEl>
                                          <p:spTgt spid="778246"/>
                                        </p:tgtEl>
                                        <p:attrNameLst>
                                          <p:attrName>ppt_w</p:attrName>
                                        </p:attrNameLst>
                                      </p:cBhvr>
                                      <p:tavLst>
                                        <p:tav tm="0">
                                          <p:val>
                                            <p:strVal val="ppt_w"/>
                                          </p:val>
                                        </p:tav>
                                        <p:tav tm="100000">
                                          <p:val>
                                            <p:fltVal val="0"/>
                                          </p:val>
                                        </p:tav>
                                      </p:tavLst>
                                    </p:anim>
                                    <p:anim calcmode="lin" valueType="num">
                                      <p:cBhvr>
                                        <p:cTn id="14" dur="500"/>
                                        <p:tgtEl>
                                          <p:spTgt spid="778246"/>
                                        </p:tgtEl>
                                        <p:attrNameLst>
                                          <p:attrName>ppt_h</p:attrName>
                                        </p:attrNameLst>
                                      </p:cBhvr>
                                      <p:tavLst>
                                        <p:tav tm="0">
                                          <p:val>
                                            <p:strVal val="ppt_h"/>
                                          </p:val>
                                        </p:tav>
                                        <p:tav tm="100000">
                                          <p:val>
                                            <p:fltVal val="0"/>
                                          </p:val>
                                        </p:tav>
                                      </p:tavLst>
                                    </p:anim>
                                    <p:animEffect transition="out" filter="fade">
                                      <p:cBhvr>
                                        <p:cTn id="15" dur="500"/>
                                        <p:tgtEl>
                                          <p:spTgt spid="778246"/>
                                        </p:tgtEl>
                                      </p:cBhvr>
                                    </p:animEffect>
                                    <p:set>
                                      <p:cBhvr>
                                        <p:cTn id="16" dur="1" fill="hold">
                                          <p:stCondLst>
                                            <p:cond delay="499"/>
                                          </p:stCondLst>
                                        </p:cTn>
                                        <p:tgtEl>
                                          <p:spTgt spid="7782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46" grpId="0" animBg="1"/>
      <p:bldP spid="778246"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Text Box 4"/>
          <p:cNvSpPr txBox="1">
            <a:spLocks noChangeArrowheads="1"/>
          </p:cNvSpPr>
          <p:nvPr/>
        </p:nvSpPr>
        <p:spPr bwMode="auto">
          <a:xfrm>
            <a:off x="214313" y="681038"/>
            <a:ext cx="87153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800"/>
              </a:lnSpc>
              <a:spcBef>
                <a:spcPct val="20000"/>
              </a:spcBef>
              <a:buClr>
                <a:schemeClr val="tx2"/>
              </a:buClr>
              <a:buSzPct val="75000"/>
            </a:pPr>
            <a:r>
              <a:rPr kumimoji="1" lang="en-US" altLang="zh-CN" b="1">
                <a:latin typeface="Times New Roman" panose="02020603050405020304" pitchFamily="18" charset="0"/>
                <a:ea typeface="楷体_GB2312"/>
                <a:cs typeface="楷体_GB2312"/>
              </a:rPr>
              <a:t>(1) </a:t>
            </a:r>
            <a:r>
              <a:rPr lang="en-US" altLang="zh-CN" b="1">
                <a:latin typeface="Times New Roman" panose="02020603050405020304" pitchFamily="18" charset="0"/>
                <a:ea typeface="楷体_GB2312"/>
                <a:cs typeface="楷体_GB2312"/>
              </a:rPr>
              <a:t>&lt;PROGRAM&gt; </a:t>
            </a:r>
            <a:r>
              <a:rPr kumimoji="1" lang="en-US" altLang="zh-CN" b="1">
                <a:latin typeface="Times New Roman" panose="02020603050405020304" pitchFamily="18" charset="0"/>
                <a:ea typeface="楷体_GB2312"/>
                <a:cs typeface="楷体_GB2312"/>
              </a:rPr>
              <a:t>→ program &lt;DECLIST&gt; :&lt;TYPE&gt; ; &lt;STLIST&gt; end</a:t>
            </a:r>
          </a:p>
          <a:p>
            <a:pPr>
              <a:lnSpc>
                <a:spcPts val="2800"/>
              </a:lnSpc>
              <a:spcBef>
                <a:spcPct val="20000"/>
              </a:spcBef>
              <a:buClr>
                <a:schemeClr val="tx2"/>
              </a:buClr>
              <a:buSzPct val="75000"/>
              <a:buFont typeface="Monotype Sorts"/>
              <a:buNone/>
            </a:pPr>
            <a:r>
              <a:rPr kumimoji="1" lang="en-US" altLang="zh-CN" b="1">
                <a:latin typeface="Times New Roman" panose="02020603050405020304" pitchFamily="18" charset="0"/>
                <a:ea typeface="楷体_GB2312"/>
                <a:cs typeface="楷体_GB2312"/>
              </a:rPr>
              <a:t>(2) </a:t>
            </a:r>
            <a:r>
              <a:rPr lang="en-US" altLang="zh-CN" b="1">
                <a:latin typeface="Times New Roman" panose="02020603050405020304" pitchFamily="18" charset="0"/>
                <a:ea typeface="楷体_GB2312"/>
                <a:cs typeface="楷体_GB2312"/>
              </a:rPr>
              <a:t>&lt;DECLIST&gt; → id &lt;DECLISTN&gt;</a:t>
            </a:r>
          </a:p>
          <a:p>
            <a:pPr eaLnBrk="1" hangingPunct="1">
              <a:lnSpc>
                <a:spcPts val="2800"/>
              </a:lnSpc>
              <a:spcBef>
                <a:spcPct val="20000"/>
              </a:spcBef>
            </a:pPr>
            <a:r>
              <a:rPr kumimoji="1" lang="en-US" altLang="zh-CN" b="1">
                <a:latin typeface="Times New Roman" panose="02020603050405020304" pitchFamily="18" charset="0"/>
                <a:ea typeface="楷体_GB2312"/>
                <a:cs typeface="楷体_GB2312"/>
              </a:rPr>
              <a:t>(3) </a:t>
            </a:r>
            <a:r>
              <a:rPr lang="en-US" altLang="zh-CN" b="1">
                <a:latin typeface="Times New Roman" panose="02020603050405020304" pitchFamily="18" charset="0"/>
                <a:ea typeface="楷体_GB2312"/>
                <a:cs typeface="楷体_GB2312"/>
              </a:rPr>
              <a:t>&lt;DECLISTN&gt; → , id &lt;DECLISTN&gt;</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(4) </a:t>
            </a:r>
            <a:r>
              <a:rPr lang="en-US" altLang="zh-CN" b="1">
                <a:latin typeface="Times New Roman" panose="02020603050405020304" pitchFamily="18" charset="0"/>
              </a:rPr>
              <a:t>&lt;DECLISTN&gt; → </a:t>
            </a:r>
            <a:r>
              <a:rPr lang="en-US" altLang="zh-CN" b="1" i="1">
                <a:latin typeface="Times New Roman" panose="02020603050405020304" pitchFamily="18" charset="0"/>
              </a:rPr>
              <a:t>ε</a:t>
            </a:r>
          </a:p>
          <a:p>
            <a:pPr eaLnBrk="1" hangingPunct="1">
              <a:lnSpc>
                <a:spcPts val="2800"/>
              </a:lnSpc>
              <a:spcBef>
                <a:spcPct val="20000"/>
              </a:spcBef>
            </a:pPr>
            <a:r>
              <a:rPr lang="en-US" altLang="zh-CN" b="1">
                <a:solidFill>
                  <a:srgbClr val="2D83F4"/>
                </a:solidFill>
                <a:latin typeface="Times New Roman" panose="02020603050405020304" pitchFamily="18" charset="0"/>
                <a:ea typeface="楷体_GB2312"/>
                <a:cs typeface="楷体_GB2312"/>
              </a:rPr>
              <a:t>(5) &lt;STLIST&gt; → s &lt;STLISTN&gt;</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(6) &lt;STLISTN&gt; → ; s &lt;STLISTN&gt;</a:t>
            </a:r>
          </a:p>
          <a:p>
            <a:pPr eaLnBrk="1" hangingPunct="1">
              <a:lnSpc>
                <a:spcPts val="2800"/>
              </a:lnSpc>
            </a:pPr>
            <a:r>
              <a:rPr lang="en-US" altLang="zh-CN" b="1">
                <a:latin typeface="Times New Roman" panose="02020603050405020304" pitchFamily="18" charset="0"/>
                <a:ea typeface="楷体_GB2312"/>
                <a:cs typeface="楷体_GB2312"/>
              </a:rPr>
              <a:t>(7)</a:t>
            </a:r>
            <a:r>
              <a:rPr lang="en-US" altLang="zh-CN" b="1">
                <a:latin typeface="Times New Roman" panose="02020603050405020304" pitchFamily="18" charset="0"/>
              </a:rPr>
              <a:t> &lt;STLISTN&gt; → </a:t>
            </a:r>
            <a:r>
              <a:rPr lang="en-US" altLang="zh-CN" b="1" i="1">
                <a:latin typeface="Times New Roman" panose="02020603050405020304" pitchFamily="18" charset="0"/>
              </a:rPr>
              <a:t>ε</a:t>
            </a:r>
          </a:p>
          <a:p>
            <a:pPr eaLnBrk="1" hangingPunct="1">
              <a:lnSpc>
                <a:spcPts val="2800"/>
              </a:lnSpc>
            </a:pPr>
            <a:r>
              <a:rPr lang="en-US" altLang="zh-CN" b="1">
                <a:latin typeface="Times New Roman" panose="02020603050405020304" pitchFamily="18" charset="0"/>
              </a:rPr>
              <a:t>(8)</a:t>
            </a:r>
            <a:r>
              <a:rPr lang="en-US" altLang="zh-CN" b="1">
                <a:latin typeface="Times New Roman" panose="02020603050405020304" pitchFamily="18" charset="0"/>
                <a:ea typeface="楷体_GB2312"/>
                <a:cs typeface="楷体_GB2312"/>
              </a:rPr>
              <a:t> &lt;TYPE&gt; → real</a:t>
            </a:r>
          </a:p>
          <a:p>
            <a:pPr eaLnBrk="1" hangingPunct="1">
              <a:lnSpc>
                <a:spcPts val="2800"/>
              </a:lnSpc>
            </a:pPr>
            <a:r>
              <a:rPr lang="en-US" altLang="zh-CN" b="1">
                <a:latin typeface="Times New Roman" panose="02020603050405020304" pitchFamily="18" charset="0"/>
              </a:rPr>
              <a:t>(9) &lt;TYPE&gt; → int</a:t>
            </a:r>
          </a:p>
        </p:txBody>
      </p:sp>
      <p:sp>
        <p:nvSpPr>
          <p:cNvPr id="779270" name="Rectangle 6"/>
          <p:cNvSpPr>
            <a:spLocks noChangeArrowheads="1"/>
          </p:cNvSpPr>
          <p:nvPr/>
        </p:nvSpPr>
        <p:spPr bwMode="auto">
          <a:xfrm>
            <a:off x="3851275" y="2001838"/>
            <a:ext cx="4935538" cy="2730500"/>
          </a:xfrm>
          <a:prstGeom prst="rect">
            <a:avLst/>
          </a:prstGeom>
          <a:solidFill>
            <a:schemeClr val="accent2">
              <a:lumMod val="40000"/>
              <a:lumOff val="60000"/>
            </a:schemeClr>
          </a:solidFill>
          <a:ln w="12700">
            <a:solidFill>
              <a:schemeClr val="tx1"/>
            </a:solidFill>
            <a:miter lim="800000"/>
          </a:ln>
        </p:spPr>
        <p:txBody>
          <a:bodyPr/>
          <a:lstStyle>
            <a:lvl1pPr marL="533400" indent="-5334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procedure STLIST(TOKEN);</a:t>
            </a: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begin</a:t>
            </a:r>
          </a:p>
          <a:p>
            <a:pPr eaLnBrk="1" hangingPunct="1">
              <a:spcBef>
                <a:spcPct val="20000"/>
              </a:spcBef>
              <a:buClr>
                <a:schemeClr val="folHlink"/>
              </a:buClr>
              <a:buSzPct val="60000"/>
              <a:defRPr/>
            </a:pPr>
            <a:r>
              <a:rPr lang="en-US" altLang="zh-CN" sz="800" b="1" dirty="0">
                <a:latin typeface="Times New Roman" panose="02020603050405020304" pitchFamily="18" charset="0"/>
              </a:rPr>
              <a:t>	    </a:t>
            </a: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a:t>
            </a:r>
            <a:r>
              <a:rPr lang="en-US" altLang="zh-CN" sz="2000" b="1" dirty="0">
                <a:solidFill>
                  <a:srgbClr val="3333FF"/>
                </a:solidFill>
                <a:latin typeface="Times New Roman" panose="02020603050405020304" pitchFamily="18" charset="0"/>
              </a:rPr>
              <a:t>if </a:t>
            </a:r>
            <a:r>
              <a:rPr lang="en-US" altLang="zh-CN" sz="2000" b="1" dirty="0">
                <a:latin typeface="Times New Roman" panose="02020603050405020304" pitchFamily="18" charset="0"/>
              </a:rPr>
              <a:t>TOKEN≠’s’  </a:t>
            </a:r>
            <a:r>
              <a:rPr lang="en-US" altLang="zh-CN" sz="2000" b="1" dirty="0">
                <a:solidFill>
                  <a:srgbClr val="3333FF"/>
                </a:solidFill>
                <a:latin typeface="Times New Roman" panose="02020603050405020304" pitchFamily="18" charset="0"/>
              </a:rPr>
              <a:t>then </a:t>
            </a:r>
            <a:r>
              <a:rPr lang="en-US" altLang="zh-CN" sz="2000" b="1" dirty="0">
                <a:latin typeface="Times New Roman" panose="02020603050405020304" pitchFamily="18" charset="0"/>
              </a:rPr>
              <a:t>ERROR;</a:t>
            </a:r>
            <a:endParaRPr lang="en-US" altLang="zh-CN" sz="700" b="1" dirty="0">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GETNEXT(TOKEN);</a:t>
            </a:r>
          </a:p>
          <a:p>
            <a:pPr eaLnBrk="1" hangingPunct="1">
              <a:spcBef>
                <a:spcPct val="20000"/>
              </a:spcBef>
              <a:buClr>
                <a:schemeClr val="folHlink"/>
              </a:buClr>
              <a:buSzPct val="60000"/>
              <a:buFont typeface="Wingdings" panose="05000000000000000000" pitchFamily="2" charset="2"/>
              <a:buNone/>
              <a:defRPr/>
            </a:pPr>
            <a:endParaRPr lang="en-US" altLang="zh-CN" sz="800" b="1" dirty="0">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a:t>
            </a:r>
            <a:r>
              <a:rPr lang="en-US" altLang="zh-CN" sz="2000" b="1" dirty="0">
                <a:solidFill>
                  <a:srgbClr val="FF0000"/>
                </a:solidFill>
                <a:latin typeface="Times New Roman" panose="02020603050405020304" pitchFamily="18" charset="0"/>
              </a:rPr>
              <a:t>STLISTN</a:t>
            </a:r>
            <a:r>
              <a:rPr lang="en-US" altLang="zh-CN" sz="2000" b="1" dirty="0">
                <a:latin typeface="Times New Roman" panose="02020603050405020304" pitchFamily="18" charset="0"/>
              </a:rPr>
              <a:t>(TOKEN);</a:t>
            </a:r>
          </a:p>
          <a:p>
            <a:pPr eaLnBrk="1" hangingPunct="1">
              <a:spcBef>
                <a:spcPct val="20000"/>
              </a:spcBef>
              <a:buClr>
                <a:schemeClr val="folHlink"/>
              </a:buClr>
              <a:buSzPct val="60000"/>
              <a:defRPr/>
            </a:pPr>
            <a:r>
              <a:rPr lang="en-US" altLang="zh-CN" sz="800" b="1" dirty="0">
                <a:latin typeface="Times New Roman" panose="02020603050405020304" pitchFamily="18" charset="0"/>
              </a:rPr>
              <a:t>	    </a:t>
            </a: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end</a:t>
            </a:r>
          </a:p>
        </p:txBody>
      </p:sp>
      <p:sp>
        <p:nvSpPr>
          <p:cNvPr id="6" name="Rectangle 2"/>
          <p:cNvSpPr>
            <a:spLocks noGrp="1" noChangeArrowheads="1"/>
          </p:cNvSpPr>
          <p:nvPr>
            <p:ph type="title"/>
          </p:nvPr>
        </p:nvSpPr>
        <p:spPr>
          <a:xfrm>
            <a:off x="755650" y="267494"/>
            <a:ext cx="5328518" cy="359569"/>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例：假设已构建了预测分析表</a:t>
            </a: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53</a:t>
            </a:fld>
            <a:endParaRPr lang="en-US" altLang="zh-CN"/>
          </a:p>
        </p:txBody>
      </p:sp>
      <p:sp>
        <p:nvSpPr>
          <p:cNvPr id="7" name="Rectangle 7"/>
          <p:cNvSpPr>
            <a:spLocks noChangeArrowheads="1"/>
          </p:cNvSpPr>
          <p:nvPr/>
        </p:nvSpPr>
        <p:spPr bwMode="auto">
          <a:xfrm>
            <a:off x="323528" y="4286250"/>
            <a:ext cx="2459037" cy="733772"/>
          </a:xfrm>
          <a:prstGeom prst="rect">
            <a:avLst/>
          </a:prstGeom>
          <a:solidFill>
            <a:schemeClr val="accent5">
              <a:lumMod val="60000"/>
              <a:lumOff val="40000"/>
            </a:schemeClr>
          </a:solidFill>
          <a:ln w="12700">
            <a:solidFill>
              <a:schemeClr val="tx1"/>
            </a:solidFill>
            <a:miter lim="800000"/>
          </a:ln>
        </p:spPr>
        <p:txBody>
          <a:bodyPr wrap="none" anchor="ctr"/>
          <a:lstStyle/>
          <a:p>
            <a:pPr eaLnBrk="1" hangingPunct="1">
              <a:defRPr/>
            </a:pPr>
            <a:r>
              <a:rPr lang="en-US" altLang="zh-CN" b="1" dirty="0">
                <a:latin typeface="Times New Roman" panose="02020603050405020304" pitchFamily="18" charset="0"/>
              </a:rPr>
              <a:t>SELECT(4)={:}</a:t>
            </a:r>
          </a:p>
          <a:p>
            <a:pPr eaLnBrk="1" hangingPunct="1">
              <a:defRPr/>
            </a:pPr>
            <a:r>
              <a:rPr lang="en-US" altLang="zh-CN" b="1" dirty="0">
                <a:latin typeface="Times New Roman" panose="02020603050405020304" pitchFamily="18" charset="0"/>
              </a:rPr>
              <a:t>SELECT(7)={end}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1" nodeType="withEffect">
                                  <p:stCondLst>
                                    <p:cond delay="0"/>
                                  </p:stCondLst>
                                  <p:childTnLst>
                                    <p:set>
                                      <p:cBhvr>
                                        <p:cTn id="6" dur="1" fill="hold">
                                          <p:stCondLst>
                                            <p:cond delay="0"/>
                                          </p:stCondLst>
                                        </p:cTn>
                                        <p:tgtEl>
                                          <p:spTgt spid="779270"/>
                                        </p:tgtEl>
                                        <p:attrNameLst>
                                          <p:attrName>style.visibility</p:attrName>
                                        </p:attrNameLst>
                                      </p:cBhvr>
                                      <p:to>
                                        <p:strVal val="visible"/>
                                      </p:to>
                                    </p:set>
                                    <p:anim calcmode="lin" valueType="num">
                                      <p:cBhvr>
                                        <p:cTn id="7" dur="500" fill="hold"/>
                                        <p:tgtEl>
                                          <p:spTgt spid="779270"/>
                                        </p:tgtEl>
                                        <p:attrNameLst>
                                          <p:attrName>ppt_w</p:attrName>
                                        </p:attrNameLst>
                                      </p:cBhvr>
                                      <p:tavLst>
                                        <p:tav tm="0">
                                          <p:val>
                                            <p:fltVal val="0"/>
                                          </p:val>
                                        </p:tav>
                                        <p:tav tm="100000">
                                          <p:val>
                                            <p:strVal val="#ppt_w"/>
                                          </p:val>
                                        </p:tav>
                                      </p:tavLst>
                                    </p:anim>
                                    <p:anim calcmode="lin" valueType="num">
                                      <p:cBhvr>
                                        <p:cTn id="8" dur="500" fill="hold"/>
                                        <p:tgtEl>
                                          <p:spTgt spid="779270"/>
                                        </p:tgtEl>
                                        <p:attrNameLst>
                                          <p:attrName>ppt_h</p:attrName>
                                        </p:attrNameLst>
                                      </p:cBhvr>
                                      <p:tavLst>
                                        <p:tav tm="0">
                                          <p:val>
                                            <p:fltVal val="0"/>
                                          </p:val>
                                        </p:tav>
                                        <p:tav tm="100000">
                                          <p:val>
                                            <p:strVal val="#ppt_h"/>
                                          </p:val>
                                        </p:tav>
                                      </p:tavLst>
                                    </p:anim>
                                    <p:animEffect transition="in" filter="fade">
                                      <p:cBhvr>
                                        <p:cTn id="9" dur="500"/>
                                        <p:tgtEl>
                                          <p:spTgt spid="77927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xit" presetSubtype="16" fill="hold" grpId="0" nodeType="clickEffect">
                                  <p:stCondLst>
                                    <p:cond delay="0"/>
                                  </p:stCondLst>
                                  <p:childTnLst>
                                    <p:anim calcmode="lin" valueType="num">
                                      <p:cBhvr>
                                        <p:cTn id="13" dur="500"/>
                                        <p:tgtEl>
                                          <p:spTgt spid="779270"/>
                                        </p:tgtEl>
                                        <p:attrNameLst>
                                          <p:attrName>ppt_w</p:attrName>
                                        </p:attrNameLst>
                                      </p:cBhvr>
                                      <p:tavLst>
                                        <p:tav tm="0">
                                          <p:val>
                                            <p:strVal val="ppt_w"/>
                                          </p:val>
                                        </p:tav>
                                        <p:tav tm="100000">
                                          <p:val>
                                            <p:fltVal val="0"/>
                                          </p:val>
                                        </p:tav>
                                      </p:tavLst>
                                    </p:anim>
                                    <p:anim calcmode="lin" valueType="num">
                                      <p:cBhvr>
                                        <p:cTn id="14" dur="500"/>
                                        <p:tgtEl>
                                          <p:spTgt spid="779270"/>
                                        </p:tgtEl>
                                        <p:attrNameLst>
                                          <p:attrName>ppt_h</p:attrName>
                                        </p:attrNameLst>
                                      </p:cBhvr>
                                      <p:tavLst>
                                        <p:tav tm="0">
                                          <p:val>
                                            <p:strVal val="ppt_h"/>
                                          </p:val>
                                        </p:tav>
                                        <p:tav tm="100000">
                                          <p:val>
                                            <p:fltVal val="0"/>
                                          </p:val>
                                        </p:tav>
                                      </p:tavLst>
                                    </p:anim>
                                    <p:animEffect transition="out" filter="fade">
                                      <p:cBhvr>
                                        <p:cTn id="15" dur="500"/>
                                        <p:tgtEl>
                                          <p:spTgt spid="779270"/>
                                        </p:tgtEl>
                                      </p:cBhvr>
                                    </p:animEffect>
                                    <p:set>
                                      <p:cBhvr>
                                        <p:cTn id="16" dur="1" fill="hold">
                                          <p:stCondLst>
                                            <p:cond delay="499"/>
                                          </p:stCondLst>
                                        </p:cTn>
                                        <p:tgtEl>
                                          <p:spTgt spid="7792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9270" grpId="0" animBg="1"/>
      <p:bldP spid="779270" grpId="1"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1" name="Text Box 4"/>
          <p:cNvSpPr txBox="1">
            <a:spLocks noChangeArrowheads="1"/>
          </p:cNvSpPr>
          <p:nvPr/>
        </p:nvSpPr>
        <p:spPr bwMode="auto">
          <a:xfrm>
            <a:off x="214313" y="681038"/>
            <a:ext cx="87153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800"/>
              </a:lnSpc>
              <a:spcBef>
                <a:spcPct val="20000"/>
              </a:spcBef>
              <a:buClr>
                <a:schemeClr val="tx2"/>
              </a:buClr>
              <a:buSzPct val="75000"/>
            </a:pPr>
            <a:r>
              <a:rPr kumimoji="1" lang="en-US" altLang="zh-CN" b="1" dirty="0">
                <a:latin typeface="Times New Roman" panose="02020603050405020304" pitchFamily="18" charset="0"/>
                <a:ea typeface="楷体_GB2312"/>
                <a:cs typeface="楷体_GB2312"/>
              </a:rPr>
              <a:t>(1) </a:t>
            </a:r>
            <a:r>
              <a:rPr lang="en-US" altLang="zh-CN" b="1" dirty="0">
                <a:latin typeface="Times New Roman" panose="02020603050405020304" pitchFamily="18" charset="0"/>
                <a:ea typeface="楷体_GB2312"/>
                <a:cs typeface="楷体_GB2312"/>
              </a:rPr>
              <a:t>&lt;PROGRAM&gt; </a:t>
            </a:r>
            <a:r>
              <a:rPr kumimoji="1" lang="en-US" altLang="zh-CN" b="1" dirty="0">
                <a:latin typeface="Times New Roman" panose="02020603050405020304" pitchFamily="18" charset="0"/>
                <a:ea typeface="楷体_GB2312"/>
                <a:cs typeface="楷体_GB2312"/>
              </a:rPr>
              <a:t>→ program &lt;DECLIST&gt; :&lt;TYPE&gt; ; &lt;STLIST&gt; end</a:t>
            </a:r>
          </a:p>
          <a:p>
            <a:pPr>
              <a:lnSpc>
                <a:spcPts val="2800"/>
              </a:lnSpc>
              <a:spcBef>
                <a:spcPct val="20000"/>
              </a:spcBef>
              <a:buClr>
                <a:schemeClr val="tx2"/>
              </a:buClr>
              <a:buSzPct val="75000"/>
              <a:buFont typeface="Monotype Sorts"/>
              <a:buNone/>
            </a:pPr>
            <a:r>
              <a:rPr kumimoji="1" lang="en-US" altLang="zh-CN" b="1" dirty="0">
                <a:latin typeface="Times New Roman" panose="02020603050405020304" pitchFamily="18" charset="0"/>
                <a:ea typeface="楷体_GB2312"/>
                <a:cs typeface="楷体_GB2312"/>
              </a:rPr>
              <a:t>(2) </a:t>
            </a:r>
            <a:r>
              <a:rPr lang="en-US" altLang="zh-CN" b="1" dirty="0">
                <a:latin typeface="Times New Roman" panose="02020603050405020304" pitchFamily="18" charset="0"/>
                <a:ea typeface="楷体_GB2312"/>
                <a:cs typeface="楷体_GB2312"/>
              </a:rPr>
              <a:t>&lt;DECLIST&gt; → id &lt;DECLISTN&gt;</a:t>
            </a:r>
          </a:p>
          <a:p>
            <a:pPr eaLnBrk="1" hangingPunct="1">
              <a:lnSpc>
                <a:spcPts val="2800"/>
              </a:lnSpc>
              <a:spcBef>
                <a:spcPct val="20000"/>
              </a:spcBef>
            </a:pPr>
            <a:r>
              <a:rPr kumimoji="1" lang="en-US" altLang="zh-CN" b="1" dirty="0">
                <a:latin typeface="Times New Roman" panose="02020603050405020304" pitchFamily="18" charset="0"/>
                <a:ea typeface="楷体_GB2312"/>
                <a:cs typeface="楷体_GB2312"/>
              </a:rPr>
              <a:t>(3) </a:t>
            </a:r>
            <a:r>
              <a:rPr lang="en-US" altLang="zh-CN" b="1" dirty="0">
                <a:latin typeface="Times New Roman" panose="02020603050405020304" pitchFamily="18" charset="0"/>
                <a:ea typeface="楷体_GB2312"/>
                <a:cs typeface="楷体_GB2312"/>
              </a:rPr>
              <a:t>&lt;DECLISTN&gt; → , id &lt;DECLISTN&gt;</a:t>
            </a:r>
          </a:p>
          <a:p>
            <a:pPr eaLnBrk="1" hangingPunct="1">
              <a:lnSpc>
                <a:spcPts val="2800"/>
              </a:lnSpc>
              <a:spcBef>
                <a:spcPct val="20000"/>
              </a:spcBef>
            </a:pPr>
            <a:r>
              <a:rPr lang="en-US" altLang="zh-CN" b="1" dirty="0">
                <a:latin typeface="Times New Roman" panose="02020603050405020304" pitchFamily="18" charset="0"/>
                <a:ea typeface="楷体_GB2312"/>
                <a:cs typeface="楷体_GB2312"/>
              </a:rPr>
              <a:t>(4) </a:t>
            </a:r>
            <a:r>
              <a:rPr lang="en-US" altLang="zh-CN" b="1" dirty="0">
                <a:latin typeface="Times New Roman" panose="02020603050405020304" pitchFamily="18" charset="0"/>
              </a:rPr>
              <a:t>&lt;DECLISTN&gt; → </a:t>
            </a:r>
            <a:r>
              <a:rPr lang="en-US" altLang="zh-CN" b="1" i="1" dirty="0">
                <a:latin typeface="Times New Roman" panose="02020603050405020304" pitchFamily="18" charset="0"/>
              </a:rPr>
              <a:t>ε</a:t>
            </a:r>
          </a:p>
          <a:p>
            <a:pPr eaLnBrk="1" hangingPunct="1">
              <a:lnSpc>
                <a:spcPts val="2800"/>
              </a:lnSpc>
              <a:spcBef>
                <a:spcPct val="20000"/>
              </a:spcBef>
            </a:pPr>
            <a:r>
              <a:rPr lang="en-US" altLang="zh-CN" b="1" dirty="0">
                <a:latin typeface="Times New Roman" panose="02020603050405020304" pitchFamily="18" charset="0"/>
                <a:ea typeface="楷体_GB2312"/>
                <a:cs typeface="楷体_GB2312"/>
              </a:rPr>
              <a:t>(5) &lt;STLIST&gt; → s &lt;STLISTN&gt;</a:t>
            </a:r>
          </a:p>
          <a:p>
            <a:pPr eaLnBrk="1" hangingPunct="1">
              <a:lnSpc>
                <a:spcPts val="2800"/>
              </a:lnSpc>
              <a:spcBef>
                <a:spcPct val="20000"/>
              </a:spcBef>
            </a:pPr>
            <a:r>
              <a:rPr lang="en-US" altLang="zh-CN" b="1" dirty="0">
                <a:solidFill>
                  <a:srgbClr val="2D83F4"/>
                </a:solidFill>
                <a:latin typeface="Times New Roman" panose="02020603050405020304" pitchFamily="18" charset="0"/>
                <a:ea typeface="楷体_GB2312"/>
                <a:cs typeface="楷体_GB2312"/>
              </a:rPr>
              <a:t>(6) &lt;STLISTN&gt; → ; s &lt;STLISTN&gt;</a:t>
            </a:r>
          </a:p>
          <a:p>
            <a:pPr eaLnBrk="1" hangingPunct="1">
              <a:lnSpc>
                <a:spcPts val="2800"/>
              </a:lnSpc>
            </a:pPr>
            <a:r>
              <a:rPr lang="en-US" altLang="zh-CN" b="1" dirty="0">
                <a:solidFill>
                  <a:srgbClr val="2D83F4"/>
                </a:solidFill>
                <a:latin typeface="Times New Roman" panose="02020603050405020304" pitchFamily="18" charset="0"/>
                <a:ea typeface="楷体_GB2312"/>
                <a:cs typeface="楷体_GB2312"/>
              </a:rPr>
              <a:t>(7)</a:t>
            </a:r>
            <a:r>
              <a:rPr lang="en-US" altLang="zh-CN" b="1" dirty="0">
                <a:solidFill>
                  <a:srgbClr val="2D83F4"/>
                </a:solidFill>
                <a:latin typeface="Times New Roman" panose="02020603050405020304" pitchFamily="18" charset="0"/>
              </a:rPr>
              <a:t> &lt;STLISTN&gt; → </a:t>
            </a:r>
            <a:r>
              <a:rPr lang="en-US" altLang="zh-CN" b="1" i="1" dirty="0">
                <a:solidFill>
                  <a:srgbClr val="2D83F4"/>
                </a:solidFill>
                <a:latin typeface="Times New Roman" panose="02020603050405020304" pitchFamily="18" charset="0"/>
              </a:rPr>
              <a:t>ε</a:t>
            </a:r>
          </a:p>
          <a:p>
            <a:pPr eaLnBrk="1" hangingPunct="1">
              <a:lnSpc>
                <a:spcPts val="2800"/>
              </a:lnSpc>
            </a:pPr>
            <a:r>
              <a:rPr lang="en-US" altLang="zh-CN" b="1" dirty="0">
                <a:latin typeface="Times New Roman" panose="02020603050405020304" pitchFamily="18" charset="0"/>
              </a:rPr>
              <a:t>(8)</a:t>
            </a:r>
            <a:r>
              <a:rPr lang="en-US" altLang="zh-CN" b="1" dirty="0">
                <a:latin typeface="Times New Roman" panose="02020603050405020304" pitchFamily="18" charset="0"/>
                <a:ea typeface="楷体_GB2312"/>
                <a:cs typeface="楷体_GB2312"/>
              </a:rPr>
              <a:t> &lt;TYPE&gt; → real</a:t>
            </a:r>
          </a:p>
          <a:p>
            <a:pPr eaLnBrk="1" hangingPunct="1">
              <a:lnSpc>
                <a:spcPts val="2800"/>
              </a:lnSpc>
            </a:pPr>
            <a:r>
              <a:rPr lang="en-US" altLang="zh-CN" b="1" dirty="0">
                <a:latin typeface="Times New Roman" panose="02020603050405020304" pitchFamily="18" charset="0"/>
              </a:rPr>
              <a:t>(9) &lt;TYPE&gt; → int</a:t>
            </a:r>
          </a:p>
        </p:txBody>
      </p:sp>
      <p:sp>
        <p:nvSpPr>
          <p:cNvPr id="780294" name="Rectangle 6"/>
          <p:cNvSpPr>
            <a:spLocks noChangeArrowheads="1"/>
          </p:cNvSpPr>
          <p:nvPr/>
        </p:nvSpPr>
        <p:spPr bwMode="auto">
          <a:xfrm>
            <a:off x="4284663" y="1149350"/>
            <a:ext cx="4464050" cy="3851275"/>
          </a:xfrm>
          <a:prstGeom prst="rect">
            <a:avLst/>
          </a:prstGeom>
          <a:solidFill>
            <a:schemeClr val="accent2">
              <a:lumMod val="40000"/>
              <a:lumOff val="60000"/>
            </a:schemeClr>
          </a:solidFill>
          <a:ln w="12700">
            <a:solidFill>
              <a:schemeClr val="tx1"/>
            </a:solidFill>
            <a:miter lim="800000"/>
          </a:ln>
        </p:spPr>
        <p:txBody>
          <a:bodyPr/>
          <a:lstStyle>
            <a:lvl1pPr marL="533400" indent="-5334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procedure STLISTN(TOKEN);</a:t>
            </a: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begin</a:t>
            </a: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a:t>
            </a:r>
            <a:r>
              <a:rPr lang="en-US" altLang="zh-CN" sz="1600" b="1" dirty="0">
                <a:solidFill>
                  <a:srgbClr val="3333FF"/>
                </a:solidFill>
                <a:latin typeface="Times New Roman" panose="02020603050405020304" pitchFamily="18" charset="0"/>
              </a:rPr>
              <a:t>if</a:t>
            </a:r>
            <a:r>
              <a:rPr lang="en-US" altLang="zh-CN" sz="1600" b="1" dirty="0">
                <a:latin typeface="Times New Roman" panose="02020603050405020304" pitchFamily="18" charset="0"/>
              </a:rPr>
              <a:t> TOKEN =‘;’ </a:t>
            </a:r>
            <a:r>
              <a:rPr lang="en-US" altLang="zh-CN" sz="1600" b="1" dirty="0">
                <a:solidFill>
                  <a:srgbClr val="3333FF"/>
                </a:solidFill>
                <a:latin typeface="Times New Roman" panose="02020603050405020304" pitchFamily="18" charset="0"/>
              </a:rPr>
              <a:t>then</a:t>
            </a: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begin </a:t>
            </a:r>
            <a:r>
              <a:rPr lang="en-US" altLang="zh-CN" sz="1600" b="1" dirty="0">
                <a:solidFill>
                  <a:srgbClr val="008000"/>
                </a:solidFill>
                <a:latin typeface="+mn-ea"/>
                <a:ea typeface="+mn-ea"/>
              </a:rPr>
              <a:t>//</a:t>
            </a:r>
            <a:r>
              <a:rPr lang="zh-CN" altLang="en-US" sz="1600" b="1" dirty="0">
                <a:solidFill>
                  <a:srgbClr val="008000"/>
                </a:solidFill>
                <a:latin typeface="+mn-ea"/>
                <a:ea typeface="+mn-ea"/>
              </a:rPr>
              <a:t>选择产生式 </a:t>
            </a:r>
            <a:r>
              <a:rPr lang="en-US" altLang="zh-CN" sz="1600" b="1" dirty="0">
                <a:solidFill>
                  <a:srgbClr val="008000"/>
                </a:solidFill>
                <a:latin typeface="+mn-ea"/>
                <a:ea typeface="+mn-ea"/>
              </a:rPr>
              <a:t>(6) </a:t>
            </a:r>
            <a:r>
              <a:rPr lang="zh-CN" altLang="en-US" sz="1600" b="1" dirty="0">
                <a:solidFill>
                  <a:srgbClr val="008000"/>
                </a:solidFill>
                <a:latin typeface="+mn-ea"/>
                <a:ea typeface="+mn-ea"/>
              </a:rPr>
              <a:t>进行推导</a:t>
            </a:r>
            <a:endParaRPr lang="en-US" altLang="zh-CN" sz="1600" b="1" dirty="0">
              <a:solidFill>
                <a:srgbClr val="008000"/>
              </a:solidFill>
              <a:latin typeface="+mn-ea"/>
              <a:ea typeface="+mn-ea"/>
            </a:endParaRP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GETNEXT(TOKEN);</a:t>
            </a:r>
          </a:p>
          <a:p>
            <a:pPr eaLnBrk="1" hangingPunct="1">
              <a:spcBef>
                <a:spcPct val="20000"/>
              </a:spcBef>
              <a:buClr>
                <a:schemeClr val="folHlink"/>
              </a:buClr>
              <a:buSzPct val="60000"/>
              <a:buFont typeface="Wingdings" panose="05000000000000000000" pitchFamily="2" charset="2"/>
              <a:buNone/>
              <a:defRPr/>
            </a:pPr>
            <a:endParaRPr lang="en-US" altLang="zh-CN" sz="800" b="1" dirty="0">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a:t>
            </a:r>
            <a:r>
              <a:rPr lang="en-US" altLang="zh-CN" sz="1600" b="1" dirty="0">
                <a:solidFill>
                  <a:srgbClr val="3333FF"/>
                </a:solidFill>
                <a:latin typeface="Times New Roman" panose="02020603050405020304" pitchFamily="18" charset="0"/>
              </a:rPr>
              <a:t>if</a:t>
            </a:r>
            <a:r>
              <a:rPr lang="en-US" altLang="zh-CN" sz="1600" b="1" dirty="0">
                <a:latin typeface="Times New Roman" panose="02020603050405020304" pitchFamily="18" charset="0"/>
              </a:rPr>
              <a:t> TOKEN≠’s’  </a:t>
            </a:r>
            <a:r>
              <a:rPr lang="en-US" altLang="zh-CN" sz="1600" b="1" dirty="0">
                <a:solidFill>
                  <a:srgbClr val="3333FF"/>
                </a:solidFill>
                <a:latin typeface="Times New Roman" panose="02020603050405020304" pitchFamily="18" charset="0"/>
              </a:rPr>
              <a:t>then </a:t>
            </a:r>
            <a:r>
              <a:rPr lang="en-US" altLang="zh-CN" sz="1600" b="1" dirty="0">
                <a:latin typeface="Times New Roman" panose="02020603050405020304" pitchFamily="18" charset="0"/>
              </a:rPr>
              <a:t>ERROR;</a:t>
            </a:r>
            <a:endParaRPr lang="en-US" altLang="zh-CN" sz="800" b="1" dirty="0">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GETNEXT(TOKEN);</a:t>
            </a:r>
          </a:p>
          <a:p>
            <a:pPr eaLnBrk="1" hangingPunct="1">
              <a:spcBef>
                <a:spcPct val="20000"/>
              </a:spcBef>
              <a:buClr>
                <a:schemeClr val="folHlink"/>
              </a:buClr>
              <a:buSzPct val="60000"/>
              <a:buFont typeface="Wingdings" panose="05000000000000000000" pitchFamily="2" charset="2"/>
              <a:buNone/>
              <a:defRPr/>
            </a:pPr>
            <a:endParaRPr lang="en-US" altLang="zh-CN" sz="800" b="1" dirty="0">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a:t>
            </a:r>
            <a:r>
              <a:rPr lang="en-US" altLang="zh-CN" sz="1600" b="1" dirty="0">
                <a:solidFill>
                  <a:srgbClr val="FF0000"/>
                </a:solidFill>
                <a:latin typeface="Times New Roman" panose="02020603050405020304" pitchFamily="18" charset="0"/>
              </a:rPr>
              <a:t>STLISTN</a:t>
            </a:r>
            <a:r>
              <a:rPr lang="en-US" altLang="zh-CN" sz="1600" b="1" dirty="0">
                <a:latin typeface="Times New Roman" panose="02020603050405020304" pitchFamily="18" charset="0"/>
              </a:rPr>
              <a:t>(TOKEN);</a:t>
            </a: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end </a:t>
            </a: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a:t>
            </a:r>
            <a:r>
              <a:rPr lang="en-US" altLang="zh-CN" sz="1600" b="1" dirty="0">
                <a:solidFill>
                  <a:srgbClr val="008000"/>
                </a:solidFill>
                <a:latin typeface="+mn-ea"/>
                <a:ea typeface="+mn-ea"/>
              </a:rPr>
              <a:t>//</a:t>
            </a:r>
            <a:r>
              <a:rPr lang="zh-CN" altLang="en-US" sz="1600" b="1" dirty="0">
                <a:solidFill>
                  <a:srgbClr val="008000"/>
                </a:solidFill>
                <a:latin typeface="+mn-ea"/>
                <a:ea typeface="+mn-ea"/>
              </a:rPr>
              <a:t>选择产生式 </a:t>
            </a:r>
            <a:r>
              <a:rPr lang="en-US" altLang="zh-CN" sz="1600" b="1" dirty="0">
                <a:solidFill>
                  <a:srgbClr val="008000"/>
                </a:solidFill>
                <a:latin typeface="+mn-ea"/>
                <a:ea typeface="+mn-ea"/>
              </a:rPr>
              <a:t>(7) </a:t>
            </a:r>
            <a:r>
              <a:rPr lang="zh-CN" altLang="en-US" sz="1600" b="1" dirty="0">
                <a:solidFill>
                  <a:srgbClr val="008000"/>
                </a:solidFill>
                <a:latin typeface="+mn-ea"/>
                <a:ea typeface="+mn-ea"/>
              </a:rPr>
              <a:t>进行推导</a:t>
            </a:r>
            <a:endParaRPr lang="en-US" altLang="zh-CN" sz="1600" b="1" dirty="0">
              <a:solidFill>
                <a:srgbClr val="008000"/>
              </a:solidFill>
              <a:latin typeface="+mn-ea"/>
              <a:ea typeface="+mn-ea"/>
            </a:endParaRP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a:t>
            </a:r>
            <a:r>
              <a:rPr lang="en-US" altLang="zh-CN" sz="1600" b="1" dirty="0">
                <a:solidFill>
                  <a:srgbClr val="3333FF"/>
                </a:solidFill>
                <a:latin typeface="Times New Roman" panose="02020603050405020304" pitchFamily="18" charset="0"/>
              </a:rPr>
              <a:t>     else  if </a:t>
            </a:r>
            <a:r>
              <a:rPr lang="en-US" altLang="zh-CN" sz="1600" b="1" dirty="0" err="1">
                <a:latin typeface="Times New Roman" panose="02020603050405020304" pitchFamily="18" charset="0"/>
              </a:rPr>
              <a:t>TOKEN≠’end</a:t>
            </a:r>
            <a:r>
              <a:rPr lang="en-US" altLang="zh-CN" sz="1600" b="1" dirty="0">
                <a:latin typeface="Times New Roman" panose="02020603050405020304" pitchFamily="18" charset="0"/>
              </a:rPr>
              <a:t>’ </a:t>
            </a:r>
            <a:r>
              <a:rPr lang="en-US" altLang="zh-CN" sz="1600" b="1" dirty="0">
                <a:solidFill>
                  <a:srgbClr val="3333FF"/>
                </a:solidFill>
                <a:latin typeface="Times New Roman" panose="02020603050405020304" pitchFamily="18" charset="0"/>
              </a:rPr>
              <a:t> then </a:t>
            </a:r>
            <a:r>
              <a:rPr lang="en-US" altLang="zh-CN" sz="1600" b="1" dirty="0">
                <a:latin typeface="Times New Roman" panose="02020603050405020304" pitchFamily="18" charset="0"/>
              </a:rPr>
              <a:t>ERROR;</a:t>
            </a:r>
            <a:endParaRPr lang="en-US" altLang="zh-CN" sz="800" b="1" dirty="0">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end	</a:t>
            </a:r>
            <a:r>
              <a:rPr lang="en-US" altLang="zh-CN" sz="1600" dirty="0">
                <a:latin typeface="Times New Roman" panose="02020603050405020304" pitchFamily="18" charset="0"/>
              </a:rPr>
              <a:t> </a:t>
            </a:r>
          </a:p>
        </p:txBody>
      </p:sp>
      <p:sp>
        <p:nvSpPr>
          <p:cNvPr id="6" name="Rectangle 2"/>
          <p:cNvSpPr>
            <a:spLocks noGrp="1" noChangeArrowheads="1"/>
          </p:cNvSpPr>
          <p:nvPr>
            <p:ph type="title"/>
          </p:nvPr>
        </p:nvSpPr>
        <p:spPr>
          <a:xfrm>
            <a:off x="755650" y="268288"/>
            <a:ext cx="6337300" cy="373062"/>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例：假设已构建了预测分析表</a:t>
            </a: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54</a:t>
            </a:fld>
            <a:endParaRPr lang="en-US" altLang="zh-CN"/>
          </a:p>
        </p:txBody>
      </p:sp>
      <p:sp>
        <p:nvSpPr>
          <p:cNvPr id="7" name="Rectangle 7"/>
          <p:cNvSpPr>
            <a:spLocks noChangeArrowheads="1"/>
          </p:cNvSpPr>
          <p:nvPr/>
        </p:nvSpPr>
        <p:spPr bwMode="auto">
          <a:xfrm>
            <a:off x="323528" y="4286250"/>
            <a:ext cx="2459037" cy="733772"/>
          </a:xfrm>
          <a:prstGeom prst="rect">
            <a:avLst/>
          </a:prstGeom>
          <a:solidFill>
            <a:schemeClr val="accent5">
              <a:lumMod val="60000"/>
              <a:lumOff val="40000"/>
            </a:schemeClr>
          </a:solidFill>
          <a:ln w="12700">
            <a:solidFill>
              <a:schemeClr val="tx1"/>
            </a:solidFill>
            <a:miter lim="800000"/>
          </a:ln>
        </p:spPr>
        <p:txBody>
          <a:bodyPr wrap="none" anchor="ctr"/>
          <a:lstStyle/>
          <a:p>
            <a:pPr eaLnBrk="1" hangingPunct="1">
              <a:defRPr/>
            </a:pPr>
            <a:r>
              <a:rPr lang="en-US" altLang="zh-CN" b="1" dirty="0">
                <a:latin typeface="Times New Roman" panose="02020603050405020304" pitchFamily="18" charset="0"/>
              </a:rPr>
              <a:t>SELECT(4)={:}</a:t>
            </a:r>
          </a:p>
          <a:p>
            <a:pPr eaLnBrk="1" hangingPunct="1">
              <a:defRPr/>
            </a:pPr>
            <a:r>
              <a:rPr lang="en-US" altLang="zh-CN" b="1" dirty="0">
                <a:latin typeface="Times New Roman" panose="02020603050405020304" pitchFamily="18" charset="0"/>
              </a:rPr>
              <a:t>SELECT(7)={end}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80294"/>
                                        </p:tgtEl>
                                        <p:attrNameLst>
                                          <p:attrName>style.visibility</p:attrName>
                                        </p:attrNameLst>
                                      </p:cBhvr>
                                      <p:to>
                                        <p:strVal val="visible"/>
                                      </p:to>
                                    </p:set>
                                    <p:anim calcmode="lin" valueType="num">
                                      <p:cBhvr>
                                        <p:cTn id="7" dur="500" fill="hold"/>
                                        <p:tgtEl>
                                          <p:spTgt spid="780294"/>
                                        </p:tgtEl>
                                        <p:attrNameLst>
                                          <p:attrName>ppt_w</p:attrName>
                                        </p:attrNameLst>
                                      </p:cBhvr>
                                      <p:tavLst>
                                        <p:tav tm="0">
                                          <p:val>
                                            <p:fltVal val="0"/>
                                          </p:val>
                                        </p:tav>
                                        <p:tav tm="100000">
                                          <p:val>
                                            <p:strVal val="#ppt_w"/>
                                          </p:val>
                                        </p:tav>
                                      </p:tavLst>
                                    </p:anim>
                                    <p:anim calcmode="lin" valueType="num">
                                      <p:cBhvr>
                                        <p:cTn id="8" dur="500" fill="hold"/>
                                        <p:tgtEl>
                                          <p:spTgt spid="780294"/>
                                        </p:tgtEl>
                                        <p:attrNameLst>
                                          <p:attrName>ppt_h</p:attrName>
                                        </p:attrNameLst>
                                      </p:cBhvr>
                                      <p:tavLst>
                                        <p:tav tm="0">
                                          <p:val>
                                            <p:fltVal val="0"/>
                                          </p:val>
                                        </p:tav>
                                        <p:tav tm="100000">
                                          <p:val>
                                            <p:strVal val="#ppt_h"/>
                                          </p:val>
                                        </p:tav>
                                      </p:tavLst>
                                    </p:anim>
                                    <p:animEffect transition="in" filter="fade">
                                      <p:cBhvr>
                                        <p:cTn id="9" dur="500"/>
                                        <p:tgtEl>
                                          <p:spTgt spid="78029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xit" presetSubtype="16" fill="hold" grpId="1" nodeType="clickEffect">
                                  <p:stCondLst>
                                    <p:cond delay="0"/>
                                  </p:stCondLst>
                                  <p:childTnLst>
                                    <p:anim calcmode="lin" valueType="num">
                                      <p:cBhvr>
                                        <p:cTn id="13" dur="500"/>
                                        <p:tgtEl>
                                          <p:spTgt spid="780294"/>
                                        </p:tgtEl>
                                        <p:attrNameLst>
                                          <p:attrName>ppt_w</p:attrName>
                                        </p:attrNameLst>
                                      </p:cBhvr>
                                      <p:tavLst>
                                        <p:tav tm="0">
                                          <p:val>
                                            <p:strVal val="ppt_w"/>
                                          </p:val>
                                        </p:tav>
                                        <p:tav tm="100000">
                                          <p:val>
                                            <p:fltVal val="0"/>
                                          </p:val>
                                        </p:tav>
                                      </p:tavLst>
                                    </p:anim>
                                    <p:anim calcmode="lin" valueType="num">
                                      <p:cBhvr>
                                        <p:cTn id="14" dur="500"/>
                                        <p:tgtEl>
                                          <p:spTgt spid="780294"/>
                                        </p:tgtEl>
                                        <p:attrNameLst>
                                          <p:attrName>ppt_h</p:attrName>
                                        </p:attrNameLst>
                                      </p:cBhvr>
                                      <p:tavLst>
                                        <p:tav tm="0">
                                          <p:val>
                                            <p:strVal val="ppt_h"/>
                                          </p:val>
                                        </p:tav>
                                        <p:tav tm="100000">
                                          <p:val>
                                            <p:fltVal val="0"/>
                                          </p:val>
                                        </p:tav>
                                      </p:tavLst>
                                    </p:anim>
                                    <p:animEffect transition="out" filter="fade">
                                      <p:cBhvr>
                                        <p:cTn id="15" dur="500"/>
                                        <p:tgtEl>
                                          <p:spTgt spid="780294"/>
                                        </p:tgtEl>
                                      </p:cBhvr>
                                    </p:animEffect>
                                    <p:set>
                                      <p:cBhvr>
                                        <p:cTn id="16" dur="1" fill="hold">
                                          <p:stCondLst>
                                            <p:cond delay="499"/>
                                          </p:stCondLst>
                                        </p:cTn>
                                        <p:tgtEl>
                                          <p:spTgt spid="78029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0294" grpId="0" animBg="1"/>
      <p:bldP spid="780294"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9" name="Rectangle 6"/>
          <p:cNvSpPr>
            <a:spLocks noChangeArrowheads="1"/>
          </p:cNvSpPr>
          <p:nvPr/>
        </p:nvSpPr>
        <p:spPr bwMode="auto">
          <a:xfrm>
            <a:off x="3924300" y="2716213"/>
            <a:ext cx="5005388" cy="2141537"/>
          </a:xfrm>
          <a:prstGeom prst="rect">
            <a:avLst/>
          </a:prstGeom>
          <a:solidFill>
            <a:schemeClr val="accent2">
              <a:lumMod val="40000"/>
              <a:lumOff val="60000"/>
            </a:schemeClr>
          </a:solidFill>
          <a:ln w="12700">
            <a:solidFill>
              <a:schemeClr val="tx1"/>
            </a:solidFill>
            <a:miter lim="800000"/>
          </a:ln>
        </p:spPr>
        <p:txBody>
          <a:bodyPr/>
          <a:lstStyle>
            <a:lvl1pPr marL="533400" indent="-5334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procedure TYPE(TOKEN);</a:t>
            </a: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begin</a:t>
            </a: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a:t>
            </a:r>
            <a:r>
              <a:rPr lang="en-US" altLang="zh-CN" sz="2000" b="1" dirty="0">
                <a:solidFill>
                  <a:srgbClr val="3333FF"/>
                </a:solidFill>
                <a:latin typeface="Times New Roman" panose="02020603050405020304" pitchFamily="18" charset="0"/>
              </a:rPr>
              <a:t>if </a:t>
            </a:r>
            <a:r>
              <a:rPr lang="en-US" altLang="zh-CN" sz="2000" b="1" dirty="0" err="1">
                <a:latin typeface="Times New Roman" panose="02020603050405020304" pitchFamily="18" charset="0"/>
              </a:rPr>
              <a:t>TOKEN≠’real</a:t>
            </a:r>
            <a:r>
              <a:rPr lang="en-US" altLang="zh-CN" sz="2000" b="1" dirty="0">
                <a:latin typeface="Times New Roman" panose="02020603050405020304" pitchFamily="18" charset="0"/>
              </a:rPr>
              <a:t>’ and TOKEN≠’</a:t>
            </a:r>
            <a:r>
              <a:rPr lang="en-US" altLang="zh-CN" sz="2000" b="1" dirty="0" err="1">
                <a:latin typeface="Times New Roman" panose="02020603050405020304" pitchFamily="18" charset="0"/>
              </a:rPr>
              <a:t>int</a:t>
            </a:r>
            <a:r>
              <a:rPr lang="en-US" altLang="zh-CN" sz="2000" b="1" dirty="0">
                <a:latin typeface="Times New Roman" panose="02020603050405020304" pitchFamily="18" charset="0"/>
              </a:rPr>
              <a:t>’ 	   </a:t>
            </a:r>
            <a:r>
              <a:rPr lang="en-US" altLang="zh-CN" sz="2000" b="1" dirty="0">
                <a:solidFill>
                  <a:srgbClr val="3333FF"/>
                </a:solidFill>
                <a:latin typeface="Times New Roman" panose="02020603050405020304" pitchFamily="18" charset="0"/>
              </a:rPr>
              <a:t>then</a:t>
            </a:r>
            <a:r>
              <a:rPr lang="en-US" altLang="zh-CN" sz="2000" b="1" dirty="0">
                <a:latin typeface="Times New Roman" panose="02020603050405020304" pitchFamily="18" charset="0"/>
              </a:rPr>
              <a:t> ERROR;</a:t>
            </a: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GETNEXT(TOKEN);</a:t>
            </a: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end</a:t>
            </a:r>
          </a:p>
        </p:txBody>
      </p:sp>
      <p:sp>
        <p:nvSpPr>
          <p:cNvPr id="128005" name="Text Box 4"/>
          <p:cNvSpPr txBox="1">
            <a:spLocks noChangeArrowheads="1"/>
          </p:cNvSpPr>
          <p:nvPr/>
        </p:nvSpPr>
        <p:spPr bwMode="auto">
          <a:xfrm>
            <a:off x="214313" y="681038"/>
            <a:ext cx="87153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800"/>
              </a:lnSpc>
              <a:spcBef>
                <a:spcPct val="20000"/>
              </a:spcBef>
              <a:buClr>
                <a:schemeClr val="tx2"/>
              </a:buClr>
              <a:buSzPct val="75000"/>
            </a:pPr>
            <a:r>
              <a:rPr kumimoji="1" lang="en-US" altLang="zh-CN" b="1">
                <a:latin typeface="Times New Roman" panose="02020603050405020304" pitchFamily="18" charset="0"/>
                <a:ea typeface="楷体_GB2312"/>
                <a:cs typeface="楷体_GB2312"/>
              </a:rPr>
              <a:t>(1) </a:t>
            </a:r>
            <a:r>
              <a:rPr lang="en-US" altLang="zh-CN" b="1">
                <a:latin typeface="Times New Roman" panose="02020603050405020304" pitchFamily="18" charset="0"/>
                <a:ea typeface="楷体_GB2312"/>
                <a:cs typeface="楷体_GB2312"/>
              </a:rPr>
              <a:t>&lt;PROGRAM&gt; </a:t>
            </a:r>
            <a:r>
              <a:rPr kumimoji="1" lang="en-US" altLang="zh-CN" b="1">
                <a:latin typeface="Times New Roman" panose="02020603050405020304" pitchFamily="18" charset="0"/>
                <a:ea typeface="楷体_GB2312"/>
                <a:cs typeface="楷体_GB2312"/>
              </a:rPr>
              <a:t>→ program &lt;DECLIST&gt; :&lt;TYPE&gt; ; &lt;STLIST&gt; end</a:t>
            </a:r>
          </a:p>
          <a:p>
            <a:pPr>
              <a:lnSpc>
                <a:spcPts val="2800"/>
              </a:lnSpc>
              <a:spcBef>
                <a:spcPct val="20000"/>
              </a:spcBef>
              <a:buClr>
                <a:schemeClr val="tx2"/>
              </a:buClr>
              <a:buSzPct val="75000"/>
              <a:buFont typeface="Monotype Sorts"/>
              <a:buNone/>
            </a:pPr>
            <a:r>
              <a:rPr kumimoji="1" lang="en-US" altLang="zh-CN" b="1">
                <a:latin typeface="Times New Roman" panose="02020603050405020304" pitchFamily="18" charset="0"/>
                <a:ea typeface="楷体_GB2312"/>
                <a:cs typeface="楷体_GB2312"/>
              </a:rPr>
              <a:t>(2) </a:t>
            </a:r>
            <a:r>
              <a:rPr lang="en-US" altLang="zh-CN" b="1">
                <a:latin typeface="Times New Roman" panose="02020603050405020304" pitchFamily="18" charset="0"/>
                <a:ea typeface="楷体_GB2312"/>
                <a:cs typeface="楷体_GB2312"/>
              </a:rPr>
              <a:t>&lt;DECLIST&gt; → id &lt;DECLISTN&gt;</a:t>
            </a:r>
          </a:p>
          <a:p>
            <a:pPr eaLnBrk="1" hangingPunct="1">
              <a:lnSpc>
                <a:spcPts val="2800"/>
              </a:lnSpc>
              <a:spcBef>
                <a:spcPct val="20000"/>
              </a:spcBef>
            </a:pPr>
            <a:r>
              <a:rPr kumimoji="1" lang="en-US" altLang="zh-CN" b="1">
                <a:latin typeface="Times New Roman" panose="02020603050405020304" pitchFamily="18" charset="0"/>
                <a:ea typeface="楷体_GB2312"/>
                <a:cs typeface="楷体_GB2312"/>
              </a:rPr>
              <a:t>(3) </a:t>
            </a:r>
            <a:r>
              <a:rPr lang="en-US" altLang="zh-CN" b="1">
                <a:latin typeface="Times New Roman" panose="02020603050405020304" pitchFamily="18" charset="0"/>
                <a:ea typeface="楷体_GB2312"/>
                <a:cs typeface="楷体_GB2312"/>
              </a:rPr>
              <a:t>&lt;DECLISTN&gt; → , id &lt;DECLISTN&gt;</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(4) </a:t>
            </a:r>
            <a:r>
              <a:rPr lang="en-US" altLang="zh-CN" b="1">
                <a:latin typeface="Times New Roman" panose="02020603050405020304" pitchFamily="18" charset="0"/>
              </a:rPr>
              <a:t>&lt;DECLISTN&gt; → </a:t>
            </a:r>
            <a:r>
              <a:rPr lang="en-US" altLang="zh-CN" b="1" i="1">
                <a:latin typeface="Times New Roman" panose="02020603050405020304" pitchFamily="18" charset="0"/>
              </a:rPr>
              <a:t>ε</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(5) &lt;STLIST&gt; → s &lt;STLISTN&gt;</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(6) &lt;STLISTN&gt; → ; s &lt;STLISTN&gt;</a:t>
            </a:r>
          </a:p>
          <a:p>
            <a:pPr eaLnBrk="1" hangingPunct="1">
              <a:lnSpc>
                <a:spcPts val="2800"/>
              </a:lnSpc>
            </a:pPr>
            <a:r>
              <a:rPr lang="en-US" altLang="zh-CN" b="1">
                <a:latin typeface="Times New Roman" panose="02020603050405020304" pitchFamily="18" charset="0"/>
                <a:ea typeface="楷体_GB2312"/>
                <a:cs typeface="楷体_GB2312"/>
              </a:rPr>
              <a:t>(7)</a:t>
            </a:r>
            <a:r>
              <a:rPr lang="en-US" altLang="zh-CN" b="1">
                <a:latin typeface="Times New Roman" panose="02020603050405020304" pitchFamily="18" charset="0"/>
              </a:rPr>
              <a:t> &lt;STLISTN&gt; → </a:t>
            </a:r>
            <a:r>
              <a:rPr lang="en-US" altLang="zh-CN" b="1" i="1">
                <a:latin typeface="Times New Roman" panose="02020603050405020304" pitchFamily="18" charset="0"/>
              </a:rPr>
              <a:t>ε</a:t>
            </a:r>
          </a:p>
          <a:p>
            <a:pPr eaLnBrk="1" hangingPunct="1">
              <a:lnSpc>
                <a:spcPts val="2800"/>
              </a:lnSpc>
            </a:pPr>
            <a:r>
              <a:rPr lang="en-US" altLang="zh-CN" b="1">
                <a:solidFill>
                  <a:srgbClr val="2D83F4"/>
                </a:solidFill>
                <a:latin typeface="Times New Roman" panose="02020603050405020304" pitchFamily="18" charset="0"/>
              </a:rPr>
              <a:t>(8)</a:t>
            </a:r>
            <a:r>
              <a:rPr lang="en-US" altLang="zh-CN" b="1">
                <a:solidFill>
                  <a:srgbClr val="2D83F4"/>
                </a:solidFill>
                <a:latin typeface="Times New Roman" panose="02020603050405020304" pitchFamily="18" charset="0"/>
                <a:ea typeface="楷体_GB2312"/>
                <a:cs typeface="楷体_GB2312"/>
              </a:rPr>
              <a:t> &lt;TYPE&gt; → real</a:t>
            </a:r>
          </a:p>
          <a:p>
            <a:pPr eaLnBrk="1" hangingPunct="1">
              <a:lnSpc>
                <a:spcPts val="2800"/>
              </a:lnSpc>
            </a:pPr>
            <a:r>
              <a:rPr lang="en-US" altLang="zh-CN" b="1">
                <a:solidFill>
                  <a:srgbClr val="2D83F4"/>
                </a:solidFill>
                <a:latin typeface="Times New Roman" panose="02020603050405020304" pitchFamily="18" charset="0"/>
              </a:rPr>
              <a:t>(9) &lt;TYPE&gt; → int</a:t>
            </a:r>
          </a:p>
        </p:txBody>
      </p:sp>
      <p:sp>
        <p:nvSpPr>
          <p:cNvPr id="6" name="Rectangle 2"/>
          <p:cNvSpPr>
            <a:spLocks noGrp="1" noChangeArrowheads="1"/>
          </p:cNvSpPr>
          <p:nvPr>
            <p:ph type="title"/>
          </p:nvPr>
        </p:nvSpPr>
        <p:spPr>
          <a:xfrm>
            <a:off x="755650" y="268288"/>
            <a:ext cx="6985000" cy="373062"/>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例：假设已构建了预测分析表</a:t>
            </a: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55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2709"/>
                                        </p:tgtEl>
                                        <p:attrNameLst>
                                          <p:attrName>style.visibility</p:attrName>
                                        </p:attrNameLst>
                                      </p:cBhvr>
                                      <p:to>
                                        <p:strVal val="visible"/>
                                      </p:to>
                                    </p:set>
                                    <p:anim calcmode="lin" valueType="num">
                                      <p:cBhvr>
                                        <p:cTn id="7" dur="500" fill="hold"/>
                                        <p:tgtEl>
                                          <p:spTgt spid="72709"/>
                                        </p:tgtEl>
                                        <p:attrNameLst>
                                          <p:attrName>ppt_w</p:attrName>
                                        </p:attrNameLst>
                                      </p:cBhvr>
                                      <p:tavLst>
                                        <p:tav tm="0">
                                          <p:val>
                                            <p:fltVal val="0"/>
                                          </p:val>
                                        </p:tav>
                                        <p:tav tm="100000">
                                          <p:val>
                                            <p:strVal val="#ppt_w"/>
                                          </p:val>
                                        </p:tav>
                                      </p:tavLst>
                                    </p:anim>
                                    <p:anim calcmode="lin" valueType="num">
                                      <p:cBhvr>
                                        <p:cTn id="8" dur="500" fill="hold"/>
                                        <p:tgtEl>
                                          <p:spTgt spid="72709"/>
                                        </p:tgtEl>
                                        <p:attrNameLst>
                                          <p:attrName>ppt_h</p:attrName>
                                        </p:attrNameLst>
                                      </p:cBhvr>
                                      <p:tavLst>
                                        <p:tav tm="0">
                                          <p:val>
                                            <p:fltVal val="0"/>
                                          </p:val>
                                        </p:tav>
                                        <p:tav tm="100000">
                                          <p:val>
                                            <p:strVal val="#ppt_h"/>
                                          </p:val>
                                        </p:tav>
                                      </p:tavLst>
                                    </p:anim>
                                    <p:animEffect transition="in" filter="fade">
                                      <p:cBhvr>
                                        <p:cTn id="9" dur="500"/>
                                        <p:tgtEl>
                                          <p:spTgt spid="72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66571"/>
          <p:cNvGrpSpPr/>
          <p:nvPr/>
        </p:nvGrpSpPr>
        <p:grpSpPr bwMode="auto">
          <a:xfrm>
            <a:off x="3995937" y="1597124"/>
            <a:ext cx="4968552" cy="3350890"/>
            <a:chOff x="1823423" y="1707779"/>
            <a:chExt cx="4910456" cy="3349726"/>
          </a:xfrm>
        </p:grpSpPr>
        <p:sp>
          <p:nvSpPr>
            <p:cNvPr id="2" name="矩形 1"/>
            <p:cNvSpPr/>
            <p:nvPr/>
          </p:nvSpPr>
          <p:spPr>
            <a:xfrm>
              <a:off x="1823423" y="1707779"/>
              <a:ext cx="4910456" cy="3349726"/>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9032" name="TextBox 10"/>
            <p:cNvSpPr txBox="1">
              <a:spLocks noChangeArrowheads="1"/>
            </p:cNvSpPr>
            <p:nvPr/>
          </p:nvSpPr>
          <p:spPr bwMode="auto">
            <a:xfrm>
              <a:off x="3371031" y="2236159"/>
              <a:ext cx="2880320" cy="355097"/>
            </a:xfrm>
            <a:prstGeom prst="rect">
              <a:avLst/>
            </a:prstGeom>
            <a:solidFill>
              <a:schemeClr val="bg1"/>
            </a:solidFill>
            <a:ln w="12700">
              <a:solidFill>
                <a:schemeClr val="tx1"/>
              </a:solidFill>
              <a:miter lim="800000"/>
            </a:ln>
          </p:spPr>
          <p:txBody>
            <a:bodyPr anchor="b" anchorCtr="0">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r">
                <a:lnSpc>
                  <a:spcPts val="2000"/>
                </a:lnSpc>
                <a:spcBef>
                  <a:spcPts val="0"/>
                </a:spcBef>
              </a:pPr>
              <a:r>
                <a:rPr lang="en-US" altLang="zh-CN" sz="2400" i="1" dirty="0">
                  <a:latin typeface="Times New Roman" panose="02020603050405020304" pitchFamily="18" charset="0"/>
                  <a:cs typeface="Times New Roman" panose="02020603050405020304" pitchFamily="18" charset="0"/>
                </a:rPr>
                <a:t>id</a:t>
              </a:r>
              <a:r>
                <a:rPr lang="zh-CN" altLang="en-US" sz="2400" i="1"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  id  *  id   </a:t>
              </a:r>
              <a:r>
                <a:rPr lang="en-US" altLang="zh-CN" sz="2400" b="1" dirty="0">
                  <a:latin typeface="Times New Roman" panose="02020603050405020304" pitchFamily="18" charset="0"/>
                  <a:cs typeface="Times New Roman" panose="02020603050405020304" pitchFamily="18" charset="0"/>
                </a:rPr>
                <a:t>$  </a:t>
              </a:r>
              <a:endParaRPr lang="zh-CN" altLang="en-US" sz="2400" b="1" dirty="0"/>
            </a:p>
          </p:txBody>
        </p:sp>
        <p:cxnSp>
          <p:nvCxnSpPr>
            <p:cNvPr id="18" name="直接连接符 17"/>
            <p:cNvCxnSpPr>
              <a:stCxn id="21" idx="0"/>
              <a:endCxn id="27" idx="3"/>
            </p:cNvCxnSpPr>
            <p:nvPr/>
          </p:nvCxnSpPr>
          <p:spPr bwMode="auto">
            <a:xfrm flipV="1">
              <a:off x="4563994" y="2756783"/>
              <a:ext cx="572646" cy="3503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bwMode="auto">
            <a:xfrm>
              <a:off x="3957440" y="3107145"/>
              <a:ext cx="1213107" cy="707779"/>
            </a:xfrm>
            <a:prstGeom prst="rect">
              <a:avLst/>
            </a:prstGeom>
            <a:solidFill>
              <a:schemeClr val="accent2">
                <a:lumMod val="20000"/>
                <a:lumOff val="80000"/>
              </a:schemeClr>
            </a:solidFill>
            <a:ln w="12700">
              <a:solidFill>
                <a:schemeClr val="tx1"/>
              </a:solidFill>
            </a:ln>
          </p:spPr>
          <p:txBody>
            <a:bodyPr anchor="ctr">
              <a:spAutoFit/>
            </a:bodyPr>
            <a:lstStyle/>
            <a:p>
              <a:pPr algn="ctr">
                <a:defRPr/>
              </a:pPr>
              <a:r>
                <a:rPr lang="zh-CN" altLang="en-US" sz="2000" b="1" dirty="0">
                  <a:latin typeface="+mn-ea"/>
                  <a:ea typeface="+mn-ea"/>
                </a:rPr>
                <a:t>预测分析程序</a:t>
              </a:r>
            </a:p>
          </p:txBody>
        </p:sp>
        <p:sp>
          <p:nvSpPr>
            <p:cNvPr id="9" name="TextBox 8"/>
            <p:cNvSpPr txBox="1"/>
            <p:nvPr/>
          </p:nvSpPr>
          <p:spPr bwMode="auto">
            <a:xfrm>
              <a:off x="2412476" y="2212106"/>
              <a:ext cx="1070201" cy="399911"/>
            </a:xfrm>
            <a:prstGeom prst="rect">
              <a:avLst/>
            </a:prstGeom>
            <a:noFill/>
            <a:ln w="12700">
              <a:noFill/>
            </a:ln>
          </p:spPr>
          <p:txBody>
            <a:bodyPr anchor="ctr">
              <a:spAutoFit/>
            </a:bodyPr>
            <a:lstStyle/>
            <a:p>
              <a:pPr algn="ctr">
                <a:defRPr/>
              </a:pPr>
              <a:r>
                <a:rPr lang="zh-CN" altLang="en-US" sz="2000" b="1" dirty="0">
                  <a:latin typeface="+mn-ea"/>
                  <a:ea typeface="+mn-ea"/>
                </a:rPr>
                <a:t>输入</a:t>
              </a:r>
            </a:p>
          </p:txBody>
        </p:sp>
        <p:sp>
          <p:nvSpPr>
            <p:cNvPr id="27" name="等腰三角形 26"/>
            <p:cNvSpPr/>
            <p:nvPr/>
          </p:nvSpPr>
          <p:spPr bwMode="auto">
            <a:xfrm rot="3059065">
              <a:off x="5179707" y="2525730"/>
              <a:ext cx="133229" cy="28233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28" name="TextBox 27"/>
            <p:cNvSpPr txBox="1"/>
            <p:nvPr/>
          </p:nvSpPr>
          <p:spPr bwMode="auto">
            <a:xfrm>
              <a:off x="3957440" y="4167226"/>
              <a:ext cx="1213107" cy="709366"/>
            </a:xfrm>
            <a:prstGeom prst="rect">
              <a:avLst/>
            </a:prstGeom>
            <a:solidFill>
              <a:schemeClr val="accent5">
                <a:lumMod val="20000"/>
                <a:lumOff val="80000"/>
              </a:schemeClr>
            </a:solidFill>
            <a:ln w="12700">
              <a:solidFill>
                <a:schemeClr val="tx1"/>
              </a:solidFill>
            </a:ln>
          </p:spPr>
          <p:txBody>
            <a:bodyPr anchor="ctr">
              <a:spAutoFit/>
            </a:bodyPr>
            <a:lstStyle/>
            <a:p>
              <a:pPr algn="ctr">
                <a:defRPr/>
              </a:pPr>
              <a:r>
                <a:rPr lang="zh-CN" altLang="en-US" sz="2000" b="1" dirty="0">
                  <a:latin typeface="+mn-ea"/>
                  <a:ea typeface="+mn-ea"/>
                </a:rPr>
                <a:t>预测</a:t>
              </a:r>
              <a:endParaRPr lang="en-US" altLang="zh-CN" sz="2000" b="1" dirty="0">
                <a:latin typeface="+mn-ea"/>
                <a:ea typeface="+mn-ea"/>
              </a:endParaRPr>
            </a:p>
            <a:p>
              <a:pPr algn="ctr">
                <a:defRPr/>
              </a:pPr>
              <a:r>
                <a:rPr lang="zh-CN" altLang="en-US" sz="2000" b="1" dirty="0">
                  <a:latin typeface="+mn-ea"/>
                  <a:ea typeface="+mn-ea"/>
                </a:rPr>
                <a:t>分析表</a:t>
              </a:r>
              <a:r>
                <a:rPr lang="en-US" altLang="zh-CN" sz="2000" b="1" dirty="0">
                  <a:latin typeface="+mn-ea"/>
                  <a:ea typeface="+mn-ea"/>
                </a:rPr>
                <a:t>M</a:t>
              </a:r>
              <a:endParaRPr lang="zh-CN" altLang="en-US" sz="2000" b="1" dirty="0">
                <a:latin typeface="+mn-ea"/>
                <a:ea typeface="+mn-ea"/>
              </a:endParaRPr>
            </a:p>
          </p:txBody>
        </p:sp>
        <p:cxnSp>
          <p:nvCxnSpPr>
            <p:cNvPr id="29" name="直接连接符 28"/>
            <p:cNvCxnSpPr>
              <a:stCxn id="21" idx="2"/>
              <a:endCxn id="28" idx="0"/>
            </p:cNvCxnSpPr>
            <p:nvPr/>
          </p:nvCxnSpPr>
          <p:spPr bwMode="auto">
            <a:xfrm>
              <a:off x="4563993" y="3814924"/>
              <a:ext cx="0" cy="3523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等腰三角形 31"/>
            <p:cNvSpPr/>
            <p:nvPr/>
          </p:nvSpPr>
          <p:spPr bwMode="auto">
            <a:xfrm rot="10800000">
              <a:off x="4502687" y="4023996"/>
              <a:ext cx="134966" cy="142825"/>
            </a:xfrm>
            <a:prstGeom prst="triangl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33" name="直接连接符 32"/>
            <p:cNvCxnSpPr/>
            <p:nvPr/>
          </p:nvCxnSpPr>
          <p:spPr bwMode="auto">
            <a:xfrm>
              <a:off x="5170547" y="3478491"/>
              <a:ext cx="72087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auto">
            <a:xfrm>
              <a:off x="3239113" y="3488012"/>
              <a:ext cx="71832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等腰三角形 35"/>
            <p:cNvSpPr/>
            <p:nvPr/>
          </p:nvSpPr>
          <p:spPr bwMode="auto">
            <a:xfrm rot="5400000">
              <a:off x="5877543" y="3349081"/>
              <a:ext cx="134890" cy="263581"/>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7" name="等腰三角形 36"/>
            <p:cNvSpPr/>
            <p:nvPr/>
          </p:nvSpPr>
          <p:spPr bwMode="auto">
            <a:xfrm rot="16200000">
              <a:off x="3113422" y="3360189"/>
              <a:ext cx="134891" cy="263581"/>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8" name="TextBox 37"/>
            <p:cNvSpPr txBox="1"/>
            <p:nvPr/>
          </p:nvSpPr>
          <p:spPr bwMode="auto">
            <a:xfrm>
              <a:off x="2347545" y="2610083"/>
              <a:ext cx="670932" cy="399911"/>
            </a:xfrm>
            <a:prstGeom prst="rect">
              <a:avLst/>
            </a:prstGeom>
            <a:noFill/>
            <a:ln w="12700">
              <a:noFill/>
            </a:ln>
          </p:spPr>
          <p:txBody>
            <a:bodyPr wrap="square" anchor="ctr">
              <a:spAutoFit/>
            </a:bodyPr>
            <a:lstStyle/>
            <a:p>
              <a:pPr algn="ctr">
                <a:defRPr/>
              </a:pPr>
              <a:r>
                <a:rPr lang="zh-CN" altLang="en-US" sz="2000" b="1" dirty="0">
                  <a:latin typeface="+mn-ea"/>
                  <a:ea typeface="+mn-ea"/>
                </a:rPr>
                <a:t>栈</a:t>
              </a:r>
            </a:p>
          </p:txBody>
        </p:sp>
        <p:sp>
          <p:nvSpPr>
            <p:cNvPr id="39" name="TextBox 38"/>
            <p:cNvSpPr txBox="1"/>
            <p:nvPr/>
          </p:nvSpPr>
          <p:spPr bwMode="auto">
            <a:xfrm>
              <a:off x="5960287" y="3258724"/>
              <a:ext cx="773591" cy="399911"/>
            </a:xfrm>
            <a:prstGeom prst="rect">
              <a:avLst/>
            </a:prstGeom>
            <a:noFill/>
            <a:ln w="12700">
              <a:noFill/>
            </a:ln>
          </p:spPr>
          <p:txBody>
            <a:bodyPr wrap="square" anchor="ctr">
              <a:spAutoFit/>
            </a:bodyPr>
            <a:lstStyle/>
            <a:p>
              <a:pPr algn="ctr">
                <a:defRPr/>
              </a:pPr>
              <a:r>
                <a:rPr lang="zh-CN" altLang="en-US" sz="2000" b="1" dirty="0">
                  <a:latin typeface="+mn-ea"/>
                  <a:ea typeface="+mn-ea"/>
                </a:rPr>
                <a:t>输出</a:t>
              </a:r>
            </a:p>
          </p:txBody>
        </p:sp>
        <p:sp>
          <p:nvSpPr>
            <p:cNvPr id="129046" name="TextBox 10"/>
            <p:cNvSpPr txBox="1">
              <a:spLocks noChangeArrowheads="1"/>
            </p:cNvSpPr>
            <p:nvPr/>
          </p:nvSpPr>
          <p:spPr bwMode="auto">
            <a:xfrm>
              <a:off x="2432677" y="3282414"/>
              <a:ext cx="571501" cy="1630649"/>
            </a:xfrm>
            <a:prstGeom prst="rect">
              <a:avLst/>
            </a:prstGeom>
            <a:solidFill>
              <a:schemeClr val="accent2">
                <a:lumMod val="20000"/>
                <a:lumOff val="80000"/>
              </a:schemeClr>
            </a:solidFill>
            <a:ln w="12700">
              <a:solidFill>
                <a:schemeClr val="tx1"/>
              </a:solidFill>
              <a:miter lim="800000"/>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a:r>
                <a:rPr lang="en-US" altLang="zh-CN" sz="2000" b="1" i="1" dirty="0">
                  <a:latin typeface="Times New Roman" panose="02020603050405020304" pitchFamily="18" charset="0"/>
                  <a:cs typeface="Times New Roman" panose="02020603050405020304" pitchFamily="18" charset="0"/>
                </a:rPr>
                <a:t>*</a:t>
              </a:r>
            </a:p>
            <a:p>
              <a:pPr algn="ctr"/>
              <a:r>
                <a:rPr lang="en-US" altLang="zh-CN" sz="2000" b="1" i="1" dirty="0">
                  <a:latin typeface="Times New Roman" panose="02020603050405020304" pitchFamily="18" charset="0"/>
                  <a:cs typeface="Times New Roman" panose="02020603050405020304" pitchFamily="18" charset="0"/>
                </a:rPr>
                <a:t>F</a:t>
              </a:r>
            </a:p>
            <a:p>
              <a:pPr algn="ctr"/>
              <a:r>
                <a:rPr lang="en-US" altLang="zh-CN" sz="2000" b="1" i="1" dirty="0">
                  <a:latin typeface="Times New Roman" panose="02020603050405020304" pitchFamily="18" charset="0"/>
                  <a:cs typeface="Times New Roman" panose="02020603050405020304" pitchFamily="18" charset="0"/>
                </a:rPr>
                <a:t>T’</a:t>
              </a:r>
            </a:p>
            <a:p>
              <a:pPr algn="ctr"/>
              <a:r>
                <a:rPr lang="en-US" altLang="zh-CN" sz="2000" b="1" i="1" dirty="0">
                  <a:latin typeface="Times New Roman" panose="02020603050405020304" pitchFamily="18" charset="0"/>
                  <a:cs typeface="Times New Roman" panose="02020603050405020304" pitchFamily="18" charset="0"/>
                </a:rPr>
                <a:t>E’</a:t>
              </a:r>
            </a:p>
            <a:p>
              <a:pPr algn="ctr"/>
              <a:r>
                <a:rPr lang="en-US" altLang="zh-CN" sz="2000" b="1" dirty="0">
                  <a:latin typeface="Times New Roman" panose="02020603050405020304" pitchFamily="18" charset="0"/>
                  <a:cs typeface="Times New Roman" panose="02020603050405020304" pitchFamily="18" charset="0"/>
                </a:rPr>
                <a:t>$</a:t>
              </a:r>
            </a:p>
          </p:txBody>
        </p:sp>
        <p:cxnSp>
          <p:nvCxnSpPr>
            <p:cNvPr id="41" name="直接连接符 40"/>
            <p:cNvCxnSpPr/>
            <p:nvPr/>
          </p:nvCxnSpPr>
          <p:spPr bwMode="auto">
            <a:xfrm flipH="1" flipV="1">
              <a:off x="2442860" y="4234335"/>
              <a:ext cx="57162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auto">
            <a:xfrm flipH="1" flipV="1">
              <a:off x="2432878" y="3596645"/>
              <a:ext cx="57162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auto">
            <a:xfrm flipH="1" flipV="1">
              <a:off x="2442860" y="4553624"/>
              <a:ext cx="57162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bwMode="auto">
            <a:xfrm>
              <a:off x="3730380" y="2234323"/>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auto">
            <a:xfrm>
              <a:off x="4090818" y="2247019"/>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auto">
            <a:xfrm>
              <a:off x="4451258" y="2229563"/>
              <a:ext cx="0" cy="3570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bwMode="auto">
            <a:xfrm>
              <a:off x="4811696" y="2229563"/>
              <a:ext cx="0" cy="3570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bwMode="auto">
            <a:xfrm>
              <a:off x="5170547" y="2256540"/>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bwMode="auto">
            <a:xfrm>
              <a:off x="5530986" y="2234323"/>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bwMode="auto">
            <a:xfrm>
              <a:off x="5891424" y="2234323"/>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0834" name="内容占位符 2"/>
          <p:cNvSpPr>
            <a:spLocks noGrp="1"/>
          </p:cNvSpPr>
          <p:nvPr>
            <p:ph idx="1"/>
          </p:nvPr>
        </p:nvSpPr>
        <p:spPr>
          <a:xfrm>
            <a:off x="430213" y="742950"/>
            <a:ext cx="8462267" cy="757436"/>
          </a:xfrm>
        </p:spPr>
        <p:txBody>
          <a:bodyPr/>
          <a:lstStyle/>
          <a:p>
            <a:pPr eaLnBrk="1" hangingPunct="1">
              <a:defRPr/>
            </a:pPr>
            <a:r>
              <a:rPr lang="zh-CN" altLang="en-US" b="1" dirty="0">
                <a:solidFill>
                  <a:schemeClr val="tx1"/>
                </a:solidFill>
              </a:rPr>
              <a:t>非递归的预测分析器，由</a:t>
            </a:r>
            <a:r>
              <a:rPr lang="zh-CN" altLang="en-US" dirty="0">
                <a:solidFill>
                  <a:srgbClr val="FF0000"/>
                </a:solidFill>
              </a:rPr>
              <a:t>预测分析程序、一个栈和一个预测分析表三部分组成，</a:t>
            </a:r>
            <a:r>
              <a:rPr lang="zh-CN" altLang="en-US" dirty="0"/>
              <a:t>也</a:t>
            </a:r>
            <a:r>
              <a:rPr lang="zh-CN" altLang="en-US" b="1" dirty="0">
                <a:solidFill>
                  <a:schemeClr val="tx1"/>
                </a:solidFill>
              </a:rPr>
              <a:t>叫</a:t>
            </a:r>
            <a:r>
              <a:rPr lang="zh-CN" altLang="en-US" b="1" dirty="0">
                <a:solidFill>
                  <a:srgbClr val="FF0000"/>
                </a:solidFill>
              </a:rPr>
              <a:t>表驱动的预测分析。</a:t>
            </a:r>
          </a:p>
        </p:txBody>
      </p:sp>
      <p:sp>
        <p:nvSpPr>
          <p:cNvPr id="66563" name="标题 1"/>
          <p:cNvSpPr>
            <a:spLocks noGrp="1"/>
          </p:cNvSpPr>
          <p:nvPr>
            <p:ph type="title"/>
          </p:nvPr>
        </p:nvSpPr>
        <p:spPr>
          <a:xfrm>
            <a:off x="755650" y="268288"/>
            <a:ext cx="7931150" cy="358775"/>
          </a:xfrm>
        </p:spPr>
        <p:txBody>
          <a:bodyPr/>
          <a:lstStyle/>
          <a:p>
            <a:pPr eaLnBrk="1" hangingPunct="1">
              <a:defRPr/>
            </a:pPr>
            <a:r>
              <a:rPr lang="en-US" altLang="zh-CN"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4.2.3 </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非递归的预测分析法</a:t>
            </a:r>
          </a:p>
        </p:txBody>
      </p:sp>
      <p:sp>
        <p:nvSpPr>
          <p:cNvPr id="8" name="矩形 7"/>
          <p:cNvSpPr/>
          <p:nvPr/>
        </p:nvSpPr>
        <p:spPr>
          <a:xfrm>
            <a:off x="107504" y="1616273"/>
            <a:ext cx="3912203" cy="28996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zh-CN" altLang="en-US" sz="2000" b="1" dirty="0">
                <a:solidFill>
                  <a:schemeClr val="tx1"/>
                </a:solidFill>
                <a:latin typeface="Times New Roman" panose="02020603050405020304" pitchFamily="18" charset="0"/>
                <a:cs typeface="Times New Roman" panose="02020603050405020304" pitchFamily="18" charset="0"/>
              </a:rPr>
              <a:t>最左推导过程中的任意句型可以表示为：</a:t>
            </a:r>
            <a:r>
              <a:rPr lang="en-US" altLang="zh-CN" sz="2000" b="1" i="1" dirty="0">
                <a:solidFill>
                  <a:schemeClr val="tx1"/>
                </a:solidFill>
                <a:latin typeface="Times New Roman" panose="02020603050405020304" pitchFamily="18" charset="0"/>
                <a:cs typeface="Times New Roman" panose="02020603050405020304" pitchFamily="18" charset="0"/>
              </a:rPr>
              <a:t>wα </a:t>
            </a:r>
            <a:r>
              <a:rPr lang="zh-CN" altLang="en-US" sz="2000" b="1" dirty="0">
                <a:solidFill>
                  <a:schemeClr val="tx1"/>
                </a:solidFill>
                <a:latin typeface="Times New Roman" panose="02020603050405020304" pitchFamily="18" charset="0"/>
                <a:cs typeface="Times New Roman" panose="02020603050405020304" pitchFamily="18" charset="0"/>
              </a:rPr>
              <a:t>，即：</a:t>
            </a:r>
            <a:endParaRPr lang="en-US" altLang="zh-CN" sz="2000" b="1" dirty="0">
              <a:solidFill>
                <a:schemeClr val="tx1"/>
              </a:solidFill>
              <a:latin typeface="Times New Roman" panose="02020603050405020304" pitchFamily="18" charset="0"/>
              <a:cs typeface="Times New Roman" panose="02020603050405020304" pitchFamily="18" charset="0"/>
            </a:endParaRPr>
          </a:p>
          <a:p>
            <a:pPr algn="ctr"/>
            <a:r>
              <a:rPr lang="en-US" altLang="zh-CN" sz="2000" b="1" i="1" dirty="0">
                <a:solidFill>
                  <a:srgbClr val="FF0000"/>
                </a:solidFill>
                <a:latin typeface="Times New Roman" panose="02020603050405020304" pitchFamily="18" charset="0"/>
                <a:cs typeface="Times New Roman" panose="02020603050405020304" pitchFamily="18" charset="0"/>
              </a:rPr>
              <a:t>S</a:t>
            </a:r>
            <a:r>
              <a:rPr lang="en-US" altLang="zh-CN" sz="2000" b="1"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solidFill>
                  <a:srgbClr val="FF0000"/>
                </a:solidFill>
                <a:latin typeface="Times New Roman" panose="02020603050405020304" pitchFamily="18" charset="0"/>
                <a:cs typeface="Times New Roman" panose="02020603050405020304" pitchFamily="18" charset="0"/>
              </a:rPr>
              <a:t> </a:t>
            </a:r>
            <a:r>
              <a:rPr lang="en-US" altLang="zh-CN" sz="2000" b="1" i="1" dirty="0">
                <a:solidFill>
                  <a:srgbClr val="FF0000"/>
                </a:solidFill>
                <a:latin typeface="Times New Roman" panose="02020603050405020304" pitchFamily="18" charset="0"/>
                <a:cs typeface="Times New Roman" panose="02020603050405020304" pitchFamily="18" charset="0"/>
              </a:rPr>
              <a:t>wα</a:t>
            </a:r>
          </a:p>
          <a:p>
            <a:pPr marL="285750" indent="-285750">
              <a:spcBef>
                <a:spcPts val="600"/>
              </a:spcBef>
              <a:buFont typeface="Wingdings" panose="05000000000000000000" pitchFamily="2" charset="2"/>
              <a:buChar char="Ø"/>
            </a:pPr>
            <a:r>
              <a:rPr lang="en-US" altLang="zh-CN" sz="2000" b="1" i="1" dirty="0">
                <a:solidFill>
                  <a:srgbClr val="0070C0"/>
                </a:solidFill>
                <a:latin typeface="Times New Roman" panose="02020603050405020304" pitchFamily="18" charset="0"/>
                <a:cs typeface="Times New Roman" panose="02020603050405020304" pitchFamily="18" charset="0"/>
              </a:rPr>
              <a:t>w</a:t>
            </a:r>
            <a:r>
              <a:rPr lang="en-US" altLang="zh-CN" sz="2000" b="1" i="1" dirty="0">
                <a:solidFill>
                  <a:schemeClr val="tx1"/>
                </a:solidFill>
                <a:latin typeface="Times New Roman" panose="02020603050405020304" pitchFamily="18" charset="0"/>
                <a:cs typeface="Times New Roman" panose="02020603050405020304" pitchFamily="18" charset="0"/>
              </a:rPr>
              <a:t>:</a:t>
            </a:r>
            <a:r>
              <a:rPr lang="zh-CN" altLang="en-US" sz="2000" b="1" dirty="0">
                <a:solidFill>
                  <a:schemeClr val="tx1"/>
                </a:solidFill>
                <a:latin typeface="Times New Roman" panose="02020603050405020304" pitchFamily="18" charset="0"/>
                <a:cs typeface="Times New Roman" panose="02020603050405020304" pitchFamily="18" charset="0"/>
              </a:rPr>
              <a:t>已经被</a:t>
            </a:r>
            <a:r>
              <a:rPr lang="zh-CN" altLang="en-US" sz="2000" b="1" dirty="0">
                <a:solidFill>
                  <a:srgbClr val="0070C0"/>
                </a:solidFill>
                <a:latin typeface="Times New Roman" panose="02020603050405020304" pitchFamily="18" charset="0"/>
                <a:cs typeface="Times New Roman" panose="02020603050405020304" pitchFamily="18" charset="0"/>
              </a:rPr>
              <a:t>匹配的</a:t>
            </a:r>
            <a:r>
              <a:rPr lang="zh-CN" altLang="en-US" sz="2000" b="1" dirty="0">
                <a:solidFill>
                  <a:schemeClr val="tx1"/>
                </a:solidFill>
                <a:latin typeface="Times New Roman" panose="02020603050405020304" pitchFamily="18" charset="0"/>
                <a:cs typeface="Times New Roman" panose="02020603050405020304" pitchFamily="18" charset="0"/>
              </a:rPr>
              <a:t>输入部分</a:t>
            </a:r>
            <a:endParaRPr lang="en-US" altLang="zh-CN" sz="2000" b="1"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sz="2000" b="1" i="1" dirty="0">
                <a:solidFill>
                  <a:srgbClr val="0070C0"/>
                </a:solidFill>
                <a:latin typeface="Times New Roman" panose="02020603050405020304" pitchFamily="18" charset="0"/>
                <a:cs typeface="Times New Roman" panose="02020603050405020304" pitchFamily="18" charset="0"/>
              </a:rPr>
              <a:t>α:</a:t>
            </a:r>
            <a:r>
              <a:rPr lang="zh-CN" altLang="en-US" sz="2000" b="1" dirty="0">
                <a:solidFill>
                  <a:srgbClr val="0070C0"/>
                </a:solidFill>
                <a:latin typeface="Times New Roman" panose="02020603050405020304" pitchFamily="18" charset="0"/>
                <a:cs typeface="Times New Roman" panose="02020603050405020304" pitchFamily="18" charset="0"/>
              </a:rPr>
              <a:t>待分析栈中</a:t>
            </a:r>
            <a:r>
              <a:rPr lang="zh-CN" altLang="en-US" sz="2000" b="1" dirty="0">
                <a:solidFill>
                  <a:schemeClr val="tx1"/>
                </a:solidFill>
                <a:latin typeface="Times New Roman" panose="02020603050405020304" pitchFamily="18" charset="0"/>
                <a:cs typeface="Times New Roman" panose="02020603050405020304" pitchFamily="18" charset="0"/>
              </a:rPr>
              <a:t>部分</a:t>
            </a:r>
            <a:r>
              <a:rPr lang="en-US" altLang="zh-CN" sz="2000" b="1" dirty="0">
                <a:solidFill>
                  <a:schemeClr val="tx1"/>
                </a:solidFill>
                <a:latin typeface="Times New Roman" panose="02020603050405020304" pitchFamily="18" charset="0"/>
                <a:cs typeface="Times New Roman" panose="02020603050405020304" pitchFamily="18" charset="0"/>
              </a:rPr>
              <a:t>, </a:t>
            </a:r>
            <a:r>
              <a:rPr lang="zh-CN" altLang="en-US" sz="2000" b="1" dirty="0">
                <a:solidFill>
                  <a:schemeClr val="tx1"/>
                </a:solidFill>
                <a:latin typeface="Times New Roman" panose="02020603050405020304" pitchFamily="18" charset="0"/>
                <a:cs typeface="Times New Roman" panose="02020603050405020304" pitchFamily="18" charset="0"/>
              </a:rPr>
              <a:t>左部在栈顶</a:t>
            </a:r>
            <a:endParaRPr lang="en-US" altLang="zh-CN" sz="2000" b="1"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zh-CN" altLang="en-US" sz="2000" b="1" dirty="0">
                <a:solidFill>
                  <a:schemeClr val="tx1"/>
                </a:solidFill>
                <a:latin typeface="Times New Roman" panose="02020603050405020304" pitchFamily="18" charset="0"/>
                <a:cs typeface="Times New Roman" panose="02020603050405020304" pitchFamily="18" charset="0"/>
              </a:rPr>
              <a:t>若</a:t>
            </a:r>
            <a:r>
              <a:rPr lang="zh-CN" altLang="en-US" sz="2000" b="1" dirty="0">
                <a:solidFill>
                  <a:srgbClr val="0070C0"/>
                </a:solidFill>
                <a:latin typeface="Times New Roman" panose="02020603050405020304" pitchFamily="18" charset="0"/>
                <a:cs typeface="Times New Roman" panose="02020603050405020304" pitchFamily="18" charset="0"/>
              </a:rPr>
              <a:t>栈顶</a:t>
            </a:r>
            <a:r>
              <a:rPr lang="zh-CN" altLang="en-US" sz="2000" b="1" dirty="0">
                <a:solidFill>
                  <a:schemeClr val="tx1"/>
                </a:solidFill>
                <a:latin typeface="Times New Roman" panose="02020603050405020304" pitchFamily="18" charset="0"/>
                <a:cs typeface="Times New Roman" panose="02020603050405020304" pitchFamily="18" charset="0"/>
              </a:rPr>
              <a:t>是</a:t>
            </a:r>
            <a:r>
              <a:rPr lang="zh-CN" altLang="en-US" sz="2000" b="1" dirty="0">
                <a:solidFill>
                  <a:srgbClr val="0070C0"/>
                </a:solidFill>
                <a:latin typeface="Times New Roman" panose="02020603050405020304" pitchFamily="18" charset="0"/>
                <a:cs typeface="Times New Roman" panose="02020603050405020304" pitchFamily="18" charset="0"/>
              </a:rPr>
              <a:t>终结符</a:t>
            </a:r>
            <a:r>
              <a:rPr lang="zh-CN" altLang="en-US" sz="2000" b="1" dirty="0">
                <a:solidFill>
                  <a:schemeClr val="tx1"/>
                </a:solidFill>
                <a:latin typeface="Times New Roman" panose="02020603050405020304" pitchFamily="18" charset="0"/>
                <a:cs typeface="Times New Roman" panose="02020603050405020304" pitchFamily="18" charset="0"/>
              </a:rPr>
              <a:t>就进行</a:t>
            </a:r>
            <a:r>
              <a:rPr lang="zh-CN" altLang="en-US" sz="2000" b="1" dirty="0">
                <a:solidFill>
                  <a:srgbClr val="0070C0"/>
                </a:solidFill>
                <a:latin typeface="Times New Roman" panose="02020603050405020304" pitchFamily="18" charset="0"/>
                <a:cs typeface="Times New Roman" panose="02020603050405020304" pitchFamily="18" charset="0"/>
              </a:rPr>
              <a:t>匹配</a:t>
            </a:r>
            <a:r>
              <a:rPr lang="zh-CN" altLang="en-US" sz="2000" b="1" dirty="0">
                <a:solidFill>
                  <a:schemeClr val="tx1"/>
                </a:solidFill>
                <a:latin typeface="Times New Roman" panose="02020603050405020304" pitchFamily="18" charset="0"/>
                <a:cs typeface="Times New Roman" panose="02020603050405020304" pitchFamily="18" charset="0"/>
              </a:rPr>
              <a:t>；</a:t>
            </a:r>
            <a:endParaRPr lang="en-US" altLang="zh-CN" sz="2000" b="1"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zh-CN" altLang="en-US" sz="2000" b="1" dirty="0">
                <a:solidFill>
                  <a:schemeClr val="tx1"/>
                </a:solidFill>
                <a:latin typeface="Times New Roman" panose="02020603050405020304" pitchFamily="18" charset="0"/>
                <a:cs typeface="Times New Roman" panose="02020603050405020304" pitchFamily="18" charset="0"/>
              </a:rPr>
              <a:t>若</a:t>
            </a:r>
            <a:r>
              <a:rPr lang="zh-CN" altLang="en-US" sz="2000" b="1" dirty="0">
                <a:solidFill>
                  <a:srgbClr val="0070C0"/>
                </a:solidFill>
                <a:latin typeface="Times New Roman" panose="02020603050405020304" pitchFamily="18" charset="0"/>
                <a:cs typeface="Times New Roman" panose="02020603050405020304" pitchFamily="18" charset="0"/>
              </a:rPr>
              <a:t>栈顶</a:t>
            </a:r>
            <a:r>
              <a:rPr lang="zh-CN" altLang="en-US" sz="2000" b="1" dirty="0">
                <a:solidFill>
                  <a:schemeClr val="tx1"/>
                </a:solidFill>
                <a:latin typeface="Times New Roman" panose="02020603050405020304" pitchFamily="18" charset="0"/>
                <a:cs typeface="Times New Roman" panose="02020603050405020304" pitchFamily="18" charset="0"/>
              </a:rPr>
              <a:t>是</a:t>
            </a:r>
            <a:r>
              <a:rPr lang="zh-CN" altLang="en-US" sz="2000" b="1" dirty="0">
                <a:solidFill>
                  <a:srgbClr val="0070C0"/>
                </a:solidFill>
                <a:latin typeface="Times New Roman" panose="02020603050405020304" pitchFamily="18" charset="0"/>
                <a:cs typeface="Times New Roman" panose="02020603050405020304" pitchFamily="18" charset="0"/>
              </a:rPr>
              <a:t>非终结符</a:t>
            </a:r>
            <a:r>
              <a:rPr lang="zh-CN" altLang="en-US" sz="2000" b="1" dirty="0">
                <a:solidFill>
                  <a:schemeClr val="tx1"/>
                </a:solidFill>
                <a:latin typeface="Times New Roman" panose="02020603050405020304" pitchFamily="18" charset="0"/>
                <a:cs typeface="Times New Roman" panose="02020603050405020304" pitchFamily="18" charset="0"/>
              </a:rPr>
              <a:t>就查找预测分析表尝试</a:t>
            </a:r>
            <a:r>
              <a:rPr lang="zh-CN" altLang="en-US" sz="2000" b="1" dirty="0">
                <a:solidFill>
                  <a:srgbClr val="0070C0"/>
                </a:solidFill>
                <a:latin typeface="Times New Roman" panose="02020603050405020304" pitchFamily="18" charset="0"/>
                <a:cs typeface="Times New Roman" panose="02020603050405020304" pitchFamily="18" charset="0"/>
              </a:rPr>
              <a:t>替换（推导）</a:t>
            </a:r>
            <a:endParaRPr lang="en-US" altLang="zh-CN" sz="2000" b="1" dirty="0">
              <a:solidFill>
                <a:srgbClr val="0070C0"/>
              </a:solidFill>
              <a:latin typeface="Times New Roman" panose="02020603050405020304" pitchFamily="18" charset="0"/>
              <a:cs typeface="Times New Roman" panose="02020603050405020304" pitchFamily="18" charset="0"/>
            </a:endParaRPr>
          </a:p>
        </p:txBody>
      </p:sp>
      <p:grpSp>
        <p:nvGrpSpPr>
          <p:cNvPr id="12" name="组合 11"/>
          <p:cNvGrpSpPr/>
          <p:nvPr/>
        </p:nvGrpSpPr>
        <p:grpSpPr>
          <a:xfrm>
            <a:off x="6299885" y="1534021"/>
            <a:ext cx="1082775" cy="562857"/>
            <a:chOff x="6006371" y="1534021"/>
            <a:chExt cx="729406" cy="562857"/>
          </a:xfrm>
        </p:grpSpPr>
        <p:sp>
          <p:nvSpPr>
            <p:cNvPr id="10" name="左大括号 9"/>
            <p:cNvSpPr/>
            <p:nvPr/>
          </p:nvSpPr>
          <p:spPr bwMode="auto">
            <a:xfrm rot="5400000">
              <a:off x="6274572" y="1635673"/>
              <a:ext cx="193004" cy="729406"/>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1" name="矩形 10"/>
            <p:cNvSpPr/>
            <p:nvPr/>
          </p:nvSpPr>
          <p:spPr>
            <a:xfrm>
              <a:off x="6247328" y="1534021"/>
              <a:ext cx="389851" cy="461665"/>
            </a:xfrm>
            <a:prstGeom prst="rect">
              <a:avLst/>
            </a:prstGeom>
          </p:spPr>
          <p:txBody>
            <a:bodyPr wrap="none">
              <a:spAutoFit/>
            </a:bodyPr>
            <a:lstStyle/>
            <a:p>
              <a:r>
                <a:rPr lang="en-US" altLang="zh-CN" sz="2400" b="1" i="1" dirty="0">
                  <a:solidFill>
                    <a:srgbClr val="FF0000"/>
                  </a:solidFill>
                  <a:latin typeface="Times New Roman" panose="02020603050405020304" pitchFamily="18" charset="0"/>
                  <a:cs typeface="Times New Roman" panose="02020603050405020304" pitchFamily="18" charset="0"/>
                </a:rPr>
                <a:t>w</a:t>
              </a:r>
              <a:endParaRPr lang="zh-CN" altLang="en-US" sz="2400" dirty="0">
                <a:solidFill>
                  <a:srgbClr val="FF0000"/>
                </a:solidFill>
              </a:endParaRPr>
            </a:p>
          </p:txBody>
        </p:sp>
      </p:grpSp>
      <p:grpSp>
        <p:nvGrpSpPr>
          <p:cNvPr id="40" name="组合 39"/>
          <p:cNvGrpSpPr/>
          <p:nvPr/>
        </p:nvGrpSpPr>
        <p:grpSpPr>
          <a:xfrm rot="16200000">
            <a:off x="3745062" y="3508936"/>
            <a:ext cx="1220091" cy="641863"/>
            <a:chOff x="6204830" y="1553125"/>
            <a:chExt cx="530946" cy="641863"/>
          </a:xfrm>
        </p:grpSpPr>
        <p:sp>
          <p:nvSpPr>
            <p:cNvPr id="44" name="左大括号 43"/>
            <p:cNvSpPr/>
            <p:nvPr/>
          </p:nvSpPr>
          <p:spPr bwMode="auto">
            <a:xfrm rot="5400000">
              <a:off x="6370924" y="1737780"/>
              <a:ext cx="198758" cy="530946"/>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45" name="矩形 44"/>
            <p:cNvSpPr/>
            <p:nvPr/>
          </p:nvSpPr>
          <p:spPr>
            <a:xfrm rot="5400000">
              <a:off x="6164625" y="1769450"/>
              <a:ext cx="641863" cy="209214"/>
            </a:xfrm>
            <a:prstGeom prst="rect">
              <a:avLst/>
            </a:prstGeom>
          </p:spPr>
          <p:txBody>
            <a:bodyPr wrap="square">
              <a:spAutoFit/>
            </a:bodyPr>
            <a:lstStyle/>
            <a:p>
              <a:r>
                <a:rPr lang="en-US" altLang="zh-CN" sz="2400" b="1" i="1" dirty="0">
                  <a:solidFill>
                    <a:srgbClr val="FF0000"/>
                  </a:solidFill>
                  <a:latin typeface="Times New Roman" panose="02020603050405020304" pitchFamily="18" charset="0"/>
                  <a:cs typeface="Times New Roman" panose="02020603050405020304" pitchFamily="18" charset="0"/>
                </a:rPr>
                <a:t>α</a:t>
              </a:r>
              <a:endParaRPr lang="zh-CN" altLang="en-US" sz="2400" dirty="0">
                <a:solidFill>
                  <a:srgbClr val="FF0000"/>
                </a:solidFill>
              </a:endParaRPr>
            </a:p>
          </p:txBody>
        </p:sp>
      </p:grpSp>
      <p:sp>
        <p:nvSpPr>
          <p:cNvPr id="14" name="矩形 13"/>
          <p:cNvSpPr/>
          <p:nvPr/>
        </p:nvSpPr>
        <p:spPr>
          <a:xfrm>
            <a:off x="299408" y="4515966"/>
            <a:ext cx="3528393" cy="369332"/>
          </a:xfrm>
          <a:prstGeom prst="rect">
            <a:avLst/>
          </a:prstGeom>
          <a:solidFill>
            <a:schemeClr val="accent5">
              <a:lumMod val="60000"/>
              <a:lumOff val="40000"/>
            </a:schemeClr>
          </a:solidFill>
          <a:ln>
            <a:solidFill>
              <a:schemeClr val="tx1"/>
            </a:solidFill>
          </a:ln>
        </p:spPr>
        <p:txBody>
          <a:bodyPr wrap="square">
            <a:spAutoFit/>
          </a:bodyP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自动生成：预测分析表</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M</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的构造</a:t>
            </a:r>
            <a:endParaRPr lang="zh-CN" altLang="en-US" b="1" dirty="0"/>
          </a:p>
        </p:txBody>
      </p:sp>
      <p:sp>
        <p:nvSpPr>
          <p:cNvPr id="16" name="灯片编号占位符 15"/>
          <p:cNvSpPr>
            <a:spLocks noGrp="1"/>
          </p:cNvSpPr>
          <p:nvPr>
            <p:ph type="sldNum" sz="quarter" idx="12"/>
          </p:nvPr>
        </p:nvSpPr>
        <p:spPr>
          <a:xfrm>
            <a:off x="8728198" y="4876006"/>
            <a:ext cx="524322" cy="273050"/>
          </a:xfrm>
        </p:spPr>
        <p:txBody>
          <a:bodyPr/>
          <a:lstStyle/>
          <a:p>
            <a:pPr>
              <a:defRPr/>
            </a:pPr>
            <a:fld id="{EA567855-7F13-4FC5-AD61-2B82F6443E16}" type="slidenum">
              <a:rPr lang="zh-CN" altLang="en-US" smtClean="0"/>
              <a:t>56</a:t>
            </a:fld>
            <a:endParaRPr lang="en-US" altLang="zh-CN" dirty="0"/>
          </a:p>
        </p:txBody>
      </p:sp>
      <p:sp>
        <p:nvSpPr>
          <p:cNvPr id="46" name="文本框 45"/>
          <p:cNvSpPr txBox="1"/>
          <p:nvPr/>
        </p:nvSpPr>
        <p:spPr>
          <a:xfrm>
            <a:off x="1765478" y="2316164"/>
            <a:ext cx="399778" cy="553998"/>
          </a:xfrm>
          <a:prstGeom prst="rect">
            <a:avLst/>
          </a:prstGeom>
          <a:noFill/>
        </p:spPr>
        <p:txBody>
          <a:bodyPr wrap="square" rtlCol="0">
            <a:spAutoFit/>
          </a:bodyPr>
          <a:lstStyle/>
          <a:p>
            <a:pPr algn="ctr"/>
            <a:r>
              <a:rPr lang="en-US" altLang="zh-CN" sz="1600" dirty="0">
                <a:solidFill>
                  <a:srgbClr val="FF0000"/>
                </a:solidFill>
              </a:rPr>
              <a:t>*</a:t>
            </a:r>
          </a:p>
          <a:p>
            <a:pPr algn="ctr"/>
            <a:r>
              <a:rPr lang="en-US" altLang="zh-CN" sz="1400" b="1" i="1" dirty="0" err="1">
                <a:solidFill>
                  <a:srgbClr val="FF0000"/>
                </a:solidFill>
                <a:latin typeface="Times New Roman" panose="02020603050405020304" pitchFamily="18" charset="0"/>
                <a:cs typeface="Times New Roman" panose="02020603050405020304" pitchFamily="18" charset="0"/>
              </a:rPr>
              <a:t>lm</a:t>
            </a:r>
            <a:endParaRPr lang="zh-CN" altLang="en-US" sz="1050" b="1" i="1" dirty="0">
              <a:solidFill>
                <a:srgbClr val="FF0000"/>
              </a:solidFill>
              <a:latin typeface="Times New Roman" panose="02020603050405020304" pitchFamily="18" charset="0"/>
              <a:cs typeface="Times New Roman" panose="02020603050405020304" pitchFamily="18" charset="0"/>
            </a:endParaRPr>
          </a:p>
        </p:txBody>
      </p:sp>
      <p:cxnSp>
        <p:nvCxnSpPr>
          <p:cNvPr id="47" name="直接连接符 46"/>
          <p:cNvCxnSpPr/>
          <p:nvPr/>
        </p:nvCxnSpPr>
        <p:spPr bwMode="auto">
          <a:xfrm flipH="1" flipV="1">
            <a:off x="4613528" y="3816206"/>
            <a:ext cx="57838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对话气泡: 圆角矩形 16"/>
          <p:cNvSpPr/>
          <p:nvPr/>
        </p:nvSpPr>
        <p:spPr>
          <a:xfrm>
            <a:off x="7509731" y="3806799"/>
            <a:ext cx="1437810" cy="470918"/>
          </a:xfrm>
          <a:prstGeom prst="wedgeRoundRectCallout">
            <a:avLst>
              <a:gd name="adj1" fmla="val -58284"/>
              <a:gd name="adj2" fmla="val 88390"/>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rPr>
              <a:t>与文法有关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22" presetClass="entr" presetSubtype="4" fill="hold" nodeType="with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wipe(down)">
                                      <p:cBhvr>
                                        <p:cTn id="12" dur="5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down)">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wipe(down)">
                                      <p:cBhvr>
                                        <p:cTn id="30" dur="500"/>
                                        <p:tgtEl>
                                          <p:spTgt spid="46"/>
                                        </p:tgtEl>
                                      </p:cBhvr>
                                    </p:animEffect>
                                  </p:childTnLst>
                                </p:cTn>
                              </p:par>
                              <p:par>
                                <p:cTn id="31" presetID="22" presetClass="entr" presetSubtype="4"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animEffect transition="in" filter="wipe(down)">
                                      <p:cBhvr>
                                        <p:cTn id="33" dur="500"/>
                                        <p:tgtEl>
                                          <p:spTgt spid="40"/>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8">
                                            <p:txEl>
                                              <p:pRg st="0" end="0"/>
                                            </p:txEl>
                                          </p:spTgt>
                                        </p:tgtEl>
                                        <p:attrNameLst>
                                          <p:attrName>style.visibility</p:attrName>
                                        </p:attrNameLst>
                                      </p:cBhvr>
                                      <p:to>
                                        <p:strVal val="visible"/>
                                      </p:to>
                                    </p:set>
                                    <p:animEffect transition="in" filter="wipe(down)">
                                      <p:cBhvr>
                                        <p:cTn id="36" dur="500"/>
                                        <p:tgtEl>
                                          <p:spTgt spid="8">
                                            <p:txEl>
                                              <p:pRg st="0" end="0"/>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8">
                                            <p:txEl>
                                              <p:pRg st="1" end="1"/>
                                            </p:txEl>
                                          </p:spTgt>
                                        </p:tgtEl>
                                        <p:attrNameLst>
                                          <p:attrName>style.visibility</p:attrName>
                                        </p:attrNameLst>
                                      </p:cBhvr>
                                      <p:to>
                                        <p:strVal val="visible"/>
                                      </p:to>
                                    </p:set>
                                    <p:animEffect transition="in" filter="wipe(down)">
                                      <p:cBhvr>
                                        <p:cTn id="39" dur="500"/>
                                        <p:tgtEl>
                                          <p:spTgt spid="8">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8">
                                            <p:txEl>
                                              <p:pRg st="2" end="2"/>
                                            </p:txEl>
                                          </p:spTgt>
                                        </p:tgtEl>
                                        <p:attrNameLst>
                                          <p:attrName>style.visibility</p:attrName>
                                        </p:attrNameLst>
                                      </p:cBhvr>
                                      <p:to>
                                        <p:strVal val="visible"/>
                                      </p:to>
                                    </p:set>
                                    <p:animEffect transition="in" filter="wipe(down)">
                                      <p:cBhvr>
                                        <p:cTn id="44" dur="500"/>
                                        <p:tgtEl>
                                          <p:spTgt spid="8">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8">
                                            <p:txEl>
                                              <p:pRg st="3" end="3"/>
                                            </p:txEl>
                                          </p:spTgt>
                                        </p:tgtEl>
                                        <p:attrNameLst>
                                          <p:attrName>style.visibility</p:attrName>
                                        </p:attrNameLst>
                                      </p:cBhvr>
                                      <p:to>
                                        <p:strVal val="visible"/>
                                      </p:to>
                                    </p:set>
                                    <p:animEffect transition="in" filter="wipe(down)">
                                      <p:cBhvr>
                                        <p:cTn id="49" dur="500"/>
                                        <p:tgtEl>
                                          <p:spTgt spid="8">
                                            <p:txEl>
                                              <p:pRg st="3" end="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8">
                                            <p:txEl>
                                              <p:pRg st="4" end="4"/>
                                            </p:txEl>
                                          </p:spTgt>
                                        </p:tgtEl>
                                        <p:attrNameLst>
                                          <p:attrName>style.visibility</p:attrName>
                                        </p:attrNameLst>
                                      </p:cBhvr>
                                      <p:to>
                                        <p:strVal val="visible"/>
                                      </p:to>
                                    </p:set>
                                    <p:animEffect transition="in" filter="wipe(down)">
                                      <p:cBhvr>
                                        <p:cTn id="54" dur="500"/>
                                        <p:tgtEl>
                                          <p:spTgt spid="8">
                                            <p:txEl>
                                              <p:pRg st="4" end="4"/>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8">
                                            <p:txEl>
                                              <p:pRg st="5" end="5"/>
                                            </p:txEl>
                                          </p:spTgt>
                                        </p:tgtEl>
                                        <p:attrNameLst>
                                          <p:attrName>style.visibility</p:attrName>
                                        </p:attrNameLst>
                                      </p:cBhvr>
                                      <p:to>
                                        <p:strVal val="visible"/>
                                      </p:to>
                                    </p:set>
                                    <p:animEffect transition="in" filter="wipe(down)">
                                      <p:cBhvr>
                                        <p:cTn id="59"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14" grpId="0" animBg="1"/>
      <p:bldP spid="46" grpId="0"/>
      <p:bldP spid="17"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4" name="标题 1"/>
          <p:cNvSpPr>
            <a:spLocks noGrp="1"/>
          </p:cNvSpPr>
          <p:nvPr>
            <p:ph type="title"/>
          </p:nvPr>
        </p:nvSpPr>
        <p:spPr>
          <a:xfrm>
            <a:off x="755650" y="268288"/>
            <a:ext cx="7931150" cy="358775"/>
          </a:xfrm>
        </p:spPr>
        <p:txBody>
          <a:bodyPr/>
          <a:lstStyle/>
          <a:p>
            <a:r>
              <a:rPr lang="zh-CN" altLang="en-US" sz="3000" dirty="0">
                <a:solidFill>
                  <a:schemeClr val="tx1"/>
                </a:solidFill>
                <a:latin typeface="微软雅黑" panose="020B0503020204020204" pitchFamily="34" charset="-122"/>
                <a:ea typeface="微软雅黑" panose="020B0503020204020204" pitchFamily="34" charset="-122"/>
              </a:rPr>
              <a:t>例</a:t>
            </a:r>
            <a:r>
              <a:rPr lang="en-US" altLang="zh-CN" sz="3000" dirty="0">
                <a:solidFill>
                  <a:schemeClr val="tx1"/>
                </a:solidFill>
                <a:latin typeface="微软雅黑" panose="020B0503020204020204" pitchFamily="34" charset="-122"/>
                <a:ea typeface="微软雅黑" panose="020B0503020204020204" pitchFamily="34" charset="-122"/>
              </a:rPr>
              <a:t>: </a:t>
            </a:r>
            <a:r>
              <a:rPr lang="zh-CN" altLang="en-US" sz="3000" dirty="0">
                <a:solidFill>
                  <a:schemeClr val="tx1"/>
                </a:solidFill>
                <a:latin typeface="微软雅黑" panose="020B0503020204020204" pitchFamily="34" charset="-122"/>
                <a:ea typeface="微软雅黑" panose="020B0503020204020204" pitchFamily="34" charset="-122"/>
              </a:rPr>
              <a:t>预测分析器的工作过程</a:t>
            </a:r>
          </a:p>
        </p:txBody>
      </p:sp>
      <p:sp>
        <p:nvSpPr>
          <p:cNvPr id="735234" name="Rectangle 2"/>
          <p:cNvSpPr>
            <a:spLocks noGrp="1" noChangeArrowheads="1"/>
          </p:cNvSpPr>
          <p:nvPr>
            <p:ph idx="1"/>
          </p:nvPr>
        </p:nvSpPr>
        <p:spPr>
          <a:xfrm>
            <a:off x="5219700" y="71438"/>
            <a:ext cx="3765550" cy="4948584"/>
          </a:xfrm>
        </p:spPr>
        <p:txBody>
          <a:bodyPr lIns="92075" tIns="46038" rIns="92075" bIns="46038"/>
          <a:lstStyle/>
          <a:p>
            <a:pPr eaLnBrk="1" hangingPunct="1">
              <a:lnSpc>
                <a:spcPct val="90000"/>
              </a:lnSpc>
              <a:buFont typeface="Wingdings" panose="05000000000000000000" pitchFamily="2" charset="2"/>
              <a:buNone/>
              <a:defRPr/>
            </a:pPr>
            <a:r>
              <a:rPr lang="en-US" altLang="zh-CN" sz="20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    </a:t>
            </a:r>
            <a:r>
              <a:rPr lang="zh-CN" altLang="en-US" sz="2000"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栈</a:t>
            </a:r>
            <a:r>
              <a:rPr lang="en-US" altLang="zh-CN" sz="2000"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   </a:t>
            </a:r>
            <a:r>
              <a:rPr lang="zh-CN" altLang="en-US" sz="2000"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剩余输入</a:t>
            </a:r>
            <a:r>
              <a:rPr lang="en-US" altLang="zh-CN" sz="2000"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    </a:t>
            </a:r>
            <a:r>
              <a:rPr lang="zh-CN" altLang="en-US" sz="2000"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输出</a:t>
            </a:r>
          </a:p>
          <a:p>
            <a:pPr marL="342900" lvl="2" indent="-342900" eaLnBrk="1" hangingPunct="1">
              <a:lnSpc>
                <a:spcPct val="90000"/>
              </a:lnSpc>
              <a:buSzPct val="60000"/>
              <a:buFont typeface="Wingdings" panose="05000000000000000000" pitchFamily="2" charset="2"/>
              <a:buNone/>
              <a:defRPr/>
            </a:pPr>
            <a:r>
              <a:rPr lang="en-US" altLang="zh-CN" sz="1600" b="1" dirty="0">
                <a:solidFill>
                  <a:schemeClr val="tx1"/>
                </a:solidFill>
                <a:ea typeface="楷体_GB2312"/>
                <a:cs typeface="Times New Roman" panose="02020603050405020304" pitchFamily="18" charset="0"/>
              </a:rPr>
              <a:t>         </a:t>
            </a:r>
            <a:r>
              <a:rPr lang="en-US" altLang="zh-CN" sz="1600" b="1" i="1" dirty="0">
                <a:solidFill>
                  <a:schemeClr val="tx1"/>
                </a:solidFill>
                <a:ea typeface="楷体_GB2312"/>
                <a:cs typeface="Times New Roman" panose="02020603050405020304" pitchFamily="18" charset="0"/>
              </a:rPr>
              <a:t>E </a:t>
            </a:r>
            <a:r>
              <a:rPr lang="en-US" altLang="zh-CN" sz="1600" b="1" dirty="0">
                <a:solidFill>
                  <a:schemeClr val="tx1"/>
                </a:solidFill>
                <a:ea typeface="楷体_GB2312"/>
                <a:cs typeface="Times New Roman" panose="02020603050405020304" pitchFamily="18" charset="0"/>
              </a:rPr>
              <a:t>$	      </a:t>
            </a:r>
            <a:r>
              <a:rPr lang="en-US" altLang="zh-CN" sz="1600" b="1" dirty="0" err="1">
                <a:solidFill>
                  <a:schemeClr val="tx1"/>
                </a:solidFill>
                <a:ea typeface="楷体_GB2312"/>
                <a:cs typeface="Times New Roman" panose="02020603050405020304" pitchFamily="18" charset="0"/>
              </a:rPr>
              <a:t>id+id</a:t>
            </a:r>
            <a:r>
              <a:rPr lang="en-US" altLang="zh-CN" sz="1600" b="1" dirty="0">
                <a:solidFill>
                  <a:schemeClr val="tx1"/>
                </a:solidFill>
                <a:ea typeface="楷体_GB2312"/>
                <a:cs typeface="Times New Roman" panose="02020603050405020304" pitchFamily="18" charset="0"/>
              </a:rPr>
              <a:t>*id $ 	</a:t>
            </a:r>
          </a:p>
          <a:p>
            <a:pPr marL="342900" lvl="2" indent="-342900" eaLnBrk="1" hangingPunct="1">
              <a:lnSpc>
                <a:spcPct val="90000"/>
              </a:lnSpc>
              <a:buSzPct val="60000"/>
              <a:buFont typeface="Wingdings" panose="05000000000000000000" pitchFamily="2" charset="2"/>
              <a:buNone/>
              <a:defRPr/>
            </a:pPr>
            <a:r>
              <a:rPr lang="en-US" altLang="zh-CN" sz="1600" b="1" dirty="0">
                <a:solidFill>
                  <a:schemeClr val="tx1"/>
                </a:solidFill>
                <a:ea typeface="楷体_GB2312"/>
                <a:cs typeface="Times New Roman" panose="02020603050405020304" pitchFamily="18" charset="0"/>
              </a:rPr>
              <a:t>      </a:t>
            </a:r>
            <a:r>
              <a:rPr lang="en-US" altLang="zh-CN" sz="1600" b="1" i="1" dirty="0">
                <a:solidFill>
                  <a:schemeClr val="tx1"/>
                </a:solidFill>
                <a:ea typeface="楷体_GB2312"/>
                <a:cs typeface="Times New Roman" panose="02020603050405020304" pitchFamily="18" charset="0"/>
              </a:rPr>
              <a:t>TE' </a:t>
            </a:r>
            <a:r>
              <a:rPr lang="en-US" altLang="zh-CN" sz="1600" b="1" dirty="0">
                <a:solidFill>
                  <a:schemeClr val="tx1"/>
                </a:solidFill>
                <a:ea typeface="楷体_GB2312"/>
                <a:cs typeface="Times New Roman" panose="02020603050405020304" pitchFamily="18" charset="0"/>
              </a:rPr>
              <a:t>$ 	      </a:t>
            </a:r>
            <a:r>
              <a:rPr lang="en-US" altLang="zh-CN" sz="1600" b="1" dirty="0" err="1">
                <a:solidFill>
                  <a:schemeClr val="tx1"/>
                </a:solidFill>
                <a:ea typeface="楷体_GB2312"/>
                <a:cs typeface="Times New Roman" panose="02020603050405020304" pitchFamily="18" charset="0"/>
              </a:rPr>
              <a:t>id+id</a:t>
            </a:r>
            <a:r>
              <a:rPr lang="en-US" altLang="zh-CN" sz="1600" b="1" dirty="0">
                <a:solidFill>
                  <a:schemeClr val="tx1"/>
                </a:solidFill>
                <a:ea typeface="楷体_GB2312"/>
                <a:cs typeface="Times New Roman" panose="02020603050405020304" pitchFamily="18" charset="0"/>
              </a:rPr>
              <a:t>*id</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 	</a:t>
            </a:r>
            <a:r>
              <a:rPr lang="en-US" altLang="zh-CN" sz="1600" b="1" i="1" dirty="0">
                <a:solidFill>
                  <a:schemeClr val="tx1"/>
                </a:solidFill>
                <a:ea typeface="楷体_GB2312"/>
                <a:cs typeface="Times New Roman" panose="02020603050405020304" pitchFamily="18" charset="0"/>
              </a:rPr>
              <a:t>E</a:t>
            </a:r>
            <a:r>
              <a:rPr lang="en-US" altLang="zh-CN" sz="1600" b="1" dirty="0">
                <a:solidFill>
                  <a:schemeClr val="tx1"/>
                </a:solidFill>
                <a:ea typeface="楷体_GB2312"/>
                <a:cs typeface="Times New Roman" panose="02020603050405020304" pitchFamily="18" charset="0"/>
              </a:rPr>
              <a:t>→</a:t>
            </a:r>
            <a:r>
              <a:rPr lang="en-US" altLang="zh-CN" sz="1600" b="1" i="1" dirty="0">
                <a:solidFill>
                  <a:schemeClr val="tx1"/>
                </a:solidFill>
                <a:ea typeface="楷体_GB2312"/>
                <a:cs typeface="Times New Roman" panose="02020603050405020304" pitchFamily="18" charset="0"/>
              </a:rPr>
              <a:t>TE'</a:t>
            </a:r>
          </a:p>
          <a:p>
            <a:pPr eaLnBrk="1" hangingPunct="1">
              <a:lnSpc>
                <a:spcPct val="90000"/>
              </a:lnSpc>
              <a:buFont typeface="Wingdings" panose="05000000000000000000" pitchFamily="2" charset="2"/>
              <a:buNone/>
              <a:defRPr/>
            </a:pPr>
            <a:r>
              <a:rPr lang="en-US" altLang="zh-CN" sz="1600" b="1" dirty="0">
                <a:solidFill>
                  <a:schemeClr val="tx1"/>
                </a:solidFill>
                <a:ea typeface="楷体_GB2312"/>
                <a:cs typeface="Times New Roman" panose="02020603050405020304" pitchFamily="18" charset="0"/>
              </a:rPr>
              <a:t>   </a:t>
            </a:r>
            <a:r>
              <a:rPr lang="en-US" altLang="zh-CN" sz="1600" b="1" i="1" dirty="0">
                <a:solidFill>
                  <a:schemeClr val="tx1"/>
                </a:solidFill>
                <a:ea typeface="楷体_GB2312"/>
                <a:cs typeface="Times New Roman" panose="02020603050405020304" pitchFamily="18" charset="0"/>
              </a:rPr>
              <a:t>FT'E' </a:t>
            </a:r>
            <a:r>
              <a:rPr lang="en-US" altLang="zh-CN" sz="1600" b="1" dirty="0">
                <a:solidFill>
                  <a:schemeClr val="tx1"/>
                </a:solidFill>
                <a:ea typeface="楷体_GB2312"/>
                <a:cs typeface="Times New Roman" panose="02020603050405020304" pitchFamily="18" charset="0"/>
              </a:rPr>
              <a:t>$ 	      </a:t>
            </a:r>
            <a:r>
              <a:rPr lang="en-US" altLang="zh-CN" sz="1600" b="1" dirty="0" err="1">
                <a:solidFill>
                  <a:schemeClr val="tx1"/>
                </a:solidFill>
                <a:ea typeface="楷体_GB2312"/>
                <a:cs typeface="Times New Roman" panose="02020603050405020304" pitchFamily="18" charset="0"/>
              </a:rPr>
              <a:t>id+id</a:t>
            </a:r>
            <a:r>
              <a:rPr lang="en-US" altLang="zh-CN" sz="1600" b="1" dirty="0">
                <a:solidFill>
                  <a:schemeClr val="tx1"/>
                </a:solidFill>
                <a:ea typeface="楷体_GB2312"/>
                <a:cs typeface="Times New Roman" panose="02020603050405020304" pitchFamily="18" charset="0"/>
              </a:rPr>
              <a:t>*id</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 	</a:t>
            </a:r>
            <a:r>
              <a:rPr lang="en-US" altLang="zh-CN" sz="1600" b="1" i="1" dirty="0">
                <a:solidFill>
                  <a:schemeClr val="tx1"/>
                </a:solidFill>
                <a:ea typeface="楷体_GB2312"/>
                <a:cs typeface="Times New Roman" panose="02020603050405020304" pitchFamily="18" charset="0"/>
              </a:rPr>
              <a:t>T</a:t>
            </a:r>
            <a:r>
              <a:rPr lang="en-US" altLang="zh-CN" sz="1600" b="1" dirty="0">
                <a:solidFill>
                  <a:schemeClr val="tx1"/>
                </a:solidFill>
                <a:ea typeface="楷体_GB2312"/>
                <a:cs typeface="Times New Roman" panose="02020603050405020304" pitchFamily="18" charset="0"/>
              </a:rPr>
              <a:t>→</a:t>
            </a:r>
            <a:r>
              <a:rPr lang="en-US" altLang="zh-CN" sz="1600" b="1" i="1" dirty="0">
                <a:solidFill>
                  <a:schemeClr val="tx1"/>
                </a:solidFill>
                <a:ea typeface="楷体_GB2312"/>
                <a:cs typeface="Times New Roman" panose="02020603050405020304" pitchFamily="18" charset="0"/>
              </a:rPr>
              <a:t>FT'</a:t>
            </a:r>
          </a:p>
          <a:p>
            <a:pPr eaLnBrk="1" hangingPunct="1">
              <a:lnSpc>
                <a:spcPct val="90000"/>
              </a:lnSpc>
              <a:buFont typeface="Wingdings" panose="05000000000000000000" pitchFamily="2" charset="2"/>
              <a:buNone/>
              <a:defRPr/>
            </a:pPr>
            <a:r>
              <a:rPr lang="en-US" altLang="zh-CN" sz="1600" b="1" dirty="0">
                <a:solidFill>
                  <a:schemeClr val="tx1"/>
                </a:solidFill>
                <a:ea typeface="楷体_GB2312"/>
                <a:cs typeface="Times New Roman" panose="02020603050405020304" pitchFamily="18" charset="0"/>
              </a:rPr>
              <a:t>  </a:t>
            </a:r>
            <a:r>
              <a:rPr lang="en-US" altLang="zh-CN" sz="1600" b="1" dirty="0" err="1">
                <a:solidFill>
                  <a:schemeClr val="tx1"/>
                </a:solidFill>
                <a:ea typeface="楷体_GB2312"/>
                <a:cs typeface="Times New Roman" panose="02020603050405020304" pitchFamily="18" charset="0"/>
              </a:rPr>
              <a:t>id</a:t>
            </a:r>
            <a:r>
              <a:rPr lang="en-US" altLang="zh-CN" sz="1600" b="1" i="1" dirty="0" err="1">
                <a:solidFill>
                  <a:schemeClr val="tx1"/>
                </a:solidFill>
                <a:ea typeface="楷体_GB2312"/>
                <a:cs typeface="Times New Roman" panose="02020603050405020304" pitchFamily="18" charset="0"/>
              </a:rPr>
              <a:t>T'E</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	      </a:t>
            </a:r>
            <a:r>
              <a:rPr lang="en-US" altLang="zh-CN" sz="1600" b="1" dirty="0" err="1">
                <a:solidFill>
                  <a:schemeClr val="tx1"/>
                </a:solidFill>
                <a:ea typeface="楷体_GB2312"/>
                <a:cs typeface="Times New Roman" panose="02020603050405020304" pitchFamily="18" charset="0"/>
              </a:rPr>
              <a:t>id+id</a:t>
            </a:r>
            <a:r>
              <a:rPr lang="en-US" altLang="zh-CN" sz="1600" b="1" dirty="0">
                <a:solidFill>
                  <a:schemeClr val="tx1"/>
                </a:solidFill>
                <a:ea typeface="楷体_GB2312"/>
                <a:cs typeface="Times New Roman" panose="02020603050405020304" pitchFamily="18" charset="0"/>
              </a:rPr>
              <a:t>*id</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 	</a:t>
            </a:r>
            <a:r>
              <a:rPr lang="en-US" altLang="zh-CN" sz="1600" b="1" i="1" dirty="0" err="1">
                <a:solidFill>
                  <a:schemeClr val="tx1"/>
                </a:solidFill>
                <a:ea typeface="楷体_GB2312"/>
                <a:cs typeface="Times New Roman" panose="02020603050405020304" pitchFamily="18" charset="0"/>
              </a:rPr>
              <a:t>F</a:t>
            </a:r>
            <a:r>
              <a:rPr lang="en-US" altLang="zh-CN" sz="1600" b="1" dirty="0" err="1">
                <a:solidFill>
                  <a:schemeClr val="tx1"/>
                </a:solidFill>
                <a:ea typeface="楷体_GB2312"/>
                <a:cs typeface="Times New Roman" panose="02020603050405020304" pitchFamily="18" charset="0"/>
              </a:rPr>
              <a:t>→id</a:t>
            </a:r>
            <a:endParaRPr lang="en-US" altLang="zh-CN" sz="1600" b="1" dirty="0">
              <a:solidFill>
                <a:schemeClr val="tx1"/>
              </a:solidFill>
              <a:ea typeface="楷体_GB2312"/>
              <a:cs typeface="Times New Roman" panose="02020603050405020304" pitchFamily="18" charset="0"/>
            </a:endParaRPr>
          </a:p>
          <a:p>
            <a:pPr eaLnBrk="1" hangingPunct="1">
              <a:lnSpc>
                <a:spcPct val="90000"/>
              </a:lnSpc>
              <a:buFont typeface="Wingdings" panose="05000000000000000000" pitchFamily="2" charset="2"/>
              <a:buNone/>
              <a:defRPr/>
            </a:pPr>
            <a:r>
              <a:rPr lang="en-US" altLang="zh-CN" sz="1600" b="1" dirty="0">
                <a:solidFill>
                  <a:schemeClr val="tx1"/>
                </a:solidFill>
                <a:ea typeface="楷体_GB2312"/>
                <a:cs typeface="Times New Roman" panose="02020603050405020304" pitchFamily="18" charset="0"/>
              </a:rPr>
              <a:t>     </a:t>
            </a:r>
            <a:r>
              <a:rPr lang="en-US" altLang="zh-CN" sz="1600" b="1" i="1" dirty="0">
                <a:solidFill>
                  <a:schemeClr val="tx1"/>
                </a:solidFill>
                <a:ea typeface="楷体_GB2312"/>
                <a:cs typeface="Times New Roman" panose="02020603050405020304" pitchFamily="18" charset="0"/>
              </a:rPr>
              <a:t>T'E' </a:t>
            </a:r>
            <a:r>
              <a:rPr lang="en-US" altLang="zh-CN" sz="1600" b="1" dirty="0">
                <a:solidFill>
                  <a:schemeClr val="tx1"/>
                </a:solidFill>
                <a:ea typeface="楷体_GB2312"/>
                <a:cs typeface="Times New Roman" panose="02020603050405020304" pitchFamily="18" charset="0"/>
              </a:rPr>
              <a:t>$            +id*id</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 	</a:t>
            </a:r>
          </a:p>
          <a:p>
            <a:pPr eaLnBrk="1" hangingPunct="1">
              <a:lnSpc>
                <a:spcPct val="90000"/>
              </a:lnSpc>
              <a:buFont typeface="Wingdings" panose="05000000000000000000" pitchFamily="2" charset="2"/>
              <a:buNone/>
              <a:defRPr/>
            </a:pPr>
            <a:r>
              <a:rPr lang="en-US" altLang="zh-CN" sz="1600" b="1" dirty="0">
                <a:solidFill>
                  <a:schemeClr val="tx1"/>
                </a:solidFill>
                <a:ea typeface="楷体_GB2312"/>
                <a:cs typeface="Times New Roman" panose="02020603050405020304" pitchFamily="18" charset="0"/>
              </a:rPr>
              <a:t>         </a:t>
            </a:r>
            <a:r>
              <a:rPr lang="en-US" altLang="zh-CN" sz="1600" b="1" i="1" dirty="0">
                <a:solidFill>
                  <a:schemeClr val="tx1"/>
                </a:solidFill>
                <a:ea typeface="楷体_GB2312"/>
                <a:cs typeface="Times New Roman" panose="02020603050405020304" pitchFamily="18" charset="0"/>
              </a:rPr>
              <a:t>E' </a:t>
            </a:r>
            <a:r>
              <a:rPr lang="en-US" altLang="zh-CN" sz="1600" b="1" dirty="0">
                <a:solidFill>
                  <a:schemeClr val="tx1"/>
                </a:solidFill>
                <a:ea typeface="楷体_GB2312"/>
                <a:cs typeface="Times New Roman" panose="02020603050405020304" pitchFamily="18" charset="0"/>
              </a:rPr>
              <a:t>$ 	         +id*id</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 	</a:t>
            </a:r>
            <a:r>
              <a:rPr lang="en-US" altLang="zh-CN" sz="1600" b="1" i="1" dirty="0" err="1">
                <a:solidFill>
                  <a:schemeClr val="tx1"/>
                </a:solidFill>
                <a:ea typeface="楷体_GB2312"/>
                <a:cs typeface="Times New Roman" panose="02020603050405020304" pitchFamily="18" charset="0"/>
              </a:rPr>
              <a:t>T'</a:t>
            </a:r>
            <a:r>
              <a:rPr lang="en-US" altLang="zh-CN" sz="1600" b="1" dirty="0" err="1">
                <a:solidFill>
                  <a:schemeClr val="tx1"/>
                </a:solidFill>
                <a:ea typeface="楷体_GB2312"/>
                <a:cs typeface="Times New Roman" panose="02020603050405020304" pitchFamily="18" charset="0"/>
              </a:rPr>
              <a:t>→</a:t>
            </a:r>
            <a:r>
              <a:rPr lang="en-US" altLang="zh-CN" sz="1600" b="1" i="1" dirty="0" err="1">
                <a:solidFill>
                  <a:schemeClr val="tx1"/>
                </a:solidFill>
                <a:ea typeface="楷体_GB2312"/>
                <a:cs typeface="Times New Roman" panose="02020603050405020304" pitchFamily="18" charset="0"/>
              </a:rPr>
              <a:t>ε</a:t>
            </a:r>
            <a:endParaRPr lang="en-US" altLang="zh-CN" sz="1600" b="1" i="1" dirty="0">
              <a:solidFill>
                <a:schemeClr val="tx1"/>
              </a:solidFill>
              <a:ea typeface="楷体_GB2312"/>
              <a:cs typeface="Times New Roman" panose="02020603050405020304" pitchFamily="18" charset="0"/>
            </a:endParaRPr>
          </a:p>
          <a:p>
            <a:pPr eaLnBrk="1" hangingPunct="1">
              <a:lnSpc>
                <a:spcPct val="90000"/>
              </a:lnSpc>
              <a:buFont typeface="Wingdings" panose="05000000000000000000" pitchFamily="2" charset="2"/>
              <a:buNone/>
              <a:defRPr/>
            </a:pPr>
            <a:r>
              <a:rPr lang="en-US" altLang="zh-CN" sz="1600" b="1" dirty="0">
                <a:solidFill>
                  <a:schemeClr val="tx1"/>
                </a:solidFill>
                <a:ea typeface="楷体_GB2312"/>
                <a:cs typeface="Times New Roman" panose="02020603050405020304" pitchFamily="18" charset="0"/>
              </a:rPr>
              <a:t>    +</a:t>
            </a:r>
            <a:r>
              <a:rPr lang="en-US" altLang="zh-CN" sz="1600" b="1" i="1" dirty="0">
                <a:solidFill>
                  <a:schemeClr val="tx1"/>
                </a:solidFill>
                <a:ea typeface="楷体_GB2312"/>
                <a:cs typeface="Times New Roman" panose="02020603050405020304" pitchFamily="18" charset="0"/>
              </a:rPr>
              <a:t>TE' </a:t>
            </a:r>
            <a:r>
              <a:rPr lang="en-US" altLang="zh-CN" sz="1600" b="1" dirty="0">
                <a:solidFill>
                  <a:schemeClr val="tx1"/>
                </a:solidFill>
                <a:ea typeface="楷体_GB2312"/>
                <a:cs typeface="Times New Roman" panose="02020603050405020304" pitchFamily="18" charset="0"/>
              </a:rPr>
              <a:t>$	         +id*id</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 	</a:t>
            </a:r>
            <a:r>
              <a:rPr lang="en-US" altLang="zh-CN" sz="1600" b="1" i="1" dirty="0">
                <a:solidFill>
                  <a:schemeClr val="tx1"/>
                </a:solidFill>
                <a:ea typeface="楷体_GB2312"/>
                <a:cs typeface="Times New Roman" panose="02020603050405020304" pitchFamily="18" charset="0"/>
              </a:rPr>
              <a:t>E'</a:t>
            </a:r>
            <a:r>
              <a:rPr lang="en-US" altLang="zh-CN" sz="1600" b="1" dirty="0">
                <a:solidFill>
                  <a:schemeClr val="tx1"/>
                </a:solidFill>
                <a:ea typeface="楷体_GB2312"/>
                <a:cs typeface="Times New Roman" panose="02020603050405020304" pitchFamily="18" charset="0"/>
              </a:rPr>
              <a:t>→+</a:t>
            </a:r>
            <a:r>
              <a:rPr lang="en-US" altLang="zh-CN" sz="1600" b="1" i="1" dirty="0">
                <a:solidFill>
                  <a:schemeClr val="tx1"/>
                </a:solidFill>
                <a:ea typeface="楷体_GB2312"/>
                <a:cs typeface="Times New Roman" panose="02020603050405020304" pitchFamily="18" charset="0"/>
              </a:rPr>
              <a:t>TE'</a:t>
            </a:r>
          </a:p>
          <a:p>
            <a:pPr eaLnBrk="1" hangingPunct="1">
              <a:lnSpc>
                <a:spcPct val="90000"/>
              </a:lnSpc>
              <a:buFont typeface="Wingdings" panose="05000000000000000000" pitchFamily="2" charset="2"/>
              <a:buNone/>
              <a:defRPr/>
            </a:pPr>
            <a:r>
              <a:rPr lang="en-US" altLang="zh-CN" sz="1600" b="1" dirty="0">
                <a:solidFill>
                  <a:schemeClr val="tx1"/>
                </a:solidFill>
                <a:ea typeface="楷体_GB2312"/>
                <a:cs typeface="Times New Roman" panose="02020603050405020304" pitchFamily="18" charset="0"/>
              </a:rPr>
              <a:t>      </a:t>
            </a:r>
            <a:r>
              <a:rPr lang="en-US" altLang="zh-CN" sz="1600" b="1" i="1" dirty="0">
                <a:solidFill>
                  <a:schemeClr val="tx1"/>
                </a:solidFill>
                <a:ea typeface="楷体_GB2312"/>
                <a:cs typeface="Times New Roman" panose="02020603050405020304" pitchFamily="18" charset="0"/>
              </a:rPr>
              <a:t>TE' </a:t>
            </a:r>
            <a:r>
              <a:rPr lang="en-US" altLang="zh-CN" sz="1600" b="1" dirty="0">
                <a:solidFill>
                  <a:schemeClr val="tx1"/>
                </a:solidFill>
                <a:ea typeface="楷体_GB2312"/>
                <a:cs typeface="Times New Roman" panose="02020603050405020304" pitchFamily="18" charset="0"/>
              </a:rPr>
              <a:t>$	           id*id</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 	</a:t>
            </a:r>
          </a:p>
          <a:p>
            <a:pPr eaLnBrk="1" hangingPunct="1">
              <a:lnSpc>
                <a:spcPct val="90000"/>
              </a:lnSpc>
              <a:buFont typeface="Wingdings" panose="05000000000000000000" pitchFamily="2" charset="2"/>
              <a:buNone/>
              <a:defRPr/>
            </a:pPr>
            <a:r>
              <a:rPr lang="en-US" altLang="zh-CN" sz="1600" b="1" dirty="0">
                <a:solidFill>
                  <a:schemeClr val="tx1"/>
                </a:solidFill>
                <a:ea typeface="楷体_GB2312"/>
                <a:cs typeface="Times New Roman" panose="02020603050405020304" pitchFamily="18" charset="0"/>
              </a:rPr>
              <a:t>  </a:t>
            </a:r>
            <a:r>
              <a:rPr lang="en-US" altLang="zh-CN" sz="1600" b="1" i="1" dirty="0">
                <a:solidFill>
                  <a:schemeClr val="tx1"/>
                </a:solidFill>
                <a:ea typeface="楷体_GB2312"/>
                <a:cs typeface="Times New Roman" panose="02020603050405020304" pitchFamily="18" charset="0"/>
              </a:rPr>
              <a:t>FT'E' </a:t>
            </a:r>
            <a:r>
              <a:rPr lang="en-US" altLang="zh-CN" sz="1600" b="1" dirty="0">
                <a:solidFill>
                  <a:schemeClr val="tx1"/>
                </a:solidFill>
                <a:ea typeface="楷体_GB2312"/>
                <a:cs typeface="Times New Roman" panose="02020603050405020304" pitchFamily="18" charset="0"/>
              </a:rPr>
              <a:t>$ 	           id*id</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 	</a:t>
            </a:r>
            <a:r>
              <a:rPr lang="en-US" altLang="zh-CN" sz="1600" b="1" i="1" dirty="0">
                <a:solidFill>
                  <a:schemeClr val="tx1"/>
                </a:solidFill>
                <a:ea typeface="楷体_GB2312"/>
                <a:cs typeface="Times New Roman" panose="02020603050405020304" pitchFamily="18" charset="0"/>
              </a:rPr>
              <a:t>T</a:t>
            </a:r>
            <a:r>
              <a:rPr lang="en-US" altLang="zh-CN" sz="1600" b="1" dirty="0">
                <a:solidFill>
                  <a:schemeClr val="tx1"/>
                </a:solidFill>
                <a:ea typeface="楷体_GB2312"/>
                <a:cs typeface="Times New Roman" panose="02020603050405020304" pitchFamily="18" charset="0"/>
              </a:rPr>
              <a:t>→</a:t>
            </a:r>
            <a:r>
              <a:rPr lang="en-US" altLang="zh-CN" sz="1600" b="1" i="1" dirty="0">
                <a:solidFill>
                  <a:schemeClr val="tx1"/>
                </a:solidFill>
                <a:ea typeface="楷体_GB2312"/>
                <a:cs typeface="Times New Roman" panose="02020603050405020304" pitchFamily="18" charset="0"/>
              </a:rPr>
              <a:t>FT'</a:t>
            </a:r>
          </a:p>
          <a:p>
            <a:pPr eaLnBrk="1" hangingPunct="1">
              <a:lnSpc>
                <a:spcPct val="90000"/>
              </a:lnSpc>
              <a:buFont typeface="Wingdings" panose="05000000000000000000" pitchFamily="2" charset="2"/>
              <a:buNone/>
              <a:defRPr/>
            </a:pPr>
            <a:r>
              <a:rPr lang="en-US" altLang="zh-CN" sz="1600" b="1" dirty="0">
                <a:solidFill>
                  <a:schemeClr val="tx1"/>
                </a:solidFill>
                <a:ea typeface="楷体_GB2312"/>
                <a:cs typeface="Times New Roman" panose="02020603050405020304" pitchFamily="18" charset="0"/>
              </a:rPr>
              <a:t>  </a:t>
            </a:r>
            <a:r>
              <a:rPr lang="en-US" altLang="zh-CN" sz="1600" b="1" dirty="0" err="1">
                <a:solidFill>
                  <a:schemeClr val="tx1"/>
                </a:solidFill>
                <a:ea typeface="楷体_GB2312"/>
                <a:cs typeface="Times New Roman" panose="02020603050405020304" pitchFamily="18" charset="0"/>
              </a:rPr>
              <a:t>id</a:t>
            </a:r>
            <a:r>
              <a:rPr lang="en-US" altLang="zh-CN" sz="1600" b="1" i="1" dirty="0" err="1">
                <a:solidFill>
                  <a:schemeClr val="tx1"/>
                </a:solidFill>
                <a:ea typeface="楷体_GB2312"/>
                <a:cs typeface="Times New Roman" panose="02020603050405020304" pitchFamily="18" charset="0"/>
              </a:rPr>
              <a:t>T'E</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	           id*id</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 	</a:t>
            </a:r>
            <a:r>
              <a:rPr lang="en-US" altLang="zh-CN" sz="1600" b="1" i="1" dirty="0" err="1">
                <a:solidFill>
                  <a:schemeClr val="tx1"/>
                </a:solidFill>
                <a:ea typeface="楷体_GB2312"/>
                <a:cs typeface="Times New Roman" panose="02020603050405020304" pitchFamily="18" charset="0"/>
              </a:rPr>
              <a:t>F</a:t>
            </a:r>
            <a:r>
              <a:rPr lang="en-US" altLang="zh-CN" sz="1600" b="1" dirty="0" err="1">
                <a:solidFill>
                  <a:schemeClr val="tx1"/>
                </a:solidFill>
                <a:ea typeface="楷体_GB2312"/>
                <a:cs typeface="Times New Roman" panose="02020603050405020304" pitchFamily="18" charset="0"/>
              </a:rPr>
              <a:t>→id</a:t>
            </a:r>
            <a:endParaRPr lang="en-US" altLang="zh-CN" sz="1600" b="1" dirty="0">
              <a:solidFill>
                <a:schemeClr val="tx1"/>
              </a:solidFill>
              <a:ea typeface="楷体_GB2312"/>
              <a:cs typeface="Times New Roman" panose="02020603050405020304" pitchFamily="18" charset="0"/>
            </a:endParaRPr>
          </a:p>
          <a:p>
            <a:pPr eaLnBrk="1" hangingPunct="1">
              <a:lnSpc>
                <a:spcPct val="90000"/>
              </a:lnSpc>
              <a:buFont typeface="Wingdings" panose="05000000000000000000" pitchFamily="2" charset="2"/>
              <a:buNone/>
              <a:defRPr/>
            </a:pPr>
            <a:r>
              <a:rPr lang="en-US" altLang="zh-CN" sz="1600" b="1" dirty="0">
                <a:solidFill>
                  <a:schemeClr val="tx1"/>
                </a:solidFill>
                <a:ea typeface="楷体_GB2312"/>
                <a:cs typeface="Times New Roman" panose="02020603050405020304" pitchFamily="18" charset="0"/>
              </a:rPr>
              <a:t>     </a:t>
            </a:r>
            <a:r>
              <a:rPr lang="en-US" altLang="zh-CN" sz="1600" b="1" i="1" dirty="0">
                <a:solidFill>
                  <a:schemeClr val="tx1"/>
                </a:solidFill>
                <a:ea typeface="楷体_GB2312"/>
                <a:cs typeface="Times New Roman" panose="02020603050405020304" pitchFamily="18" charset="0"/>
              </a:rPr>
              <a:t>T'E' </a:t>
            </a:r>
            <a:r>
              <a:rPr lang="en-US" altLang="zh-CN" sz="1600" b="1" dirty="0">
                <a:solidFill>
                  <a:schemeClr val="tx1"/>
                </a:solidFill>
                <a:ea typeface="楷体_GB2312"/>
                <a:cs typeface="Times New Roman" panose="02020603050405020304" pitchFamily="18" charset="0"/>
              </a:rPr>
              <a:t>$ 	               *id</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 	</a:t>
            </a:r>
          </a:p>
          <a:p>
            <a:pPr eaLnBrk="1" hangingPunct="1">
              <a:lnSpc>
                <a:spcPct val="90000"/>
              </a:lnSpc>
              <a:buFont typeface="Wingdings" panose="05000000000000000000" pitchFamily="2" charset="2"/>
              <a:buNone/>
              <a:defRPr/>
            </a:pPr>
            <a:r>
              <a:rPr kumimoji="1" lang="en-US" altLang="zh-CN" sz="1600" b="1" dirty="0">
                <a:solidFill>
                  <a:schemeClr val="tx1"/>
                </a:solidFill>
                <a:ea typeface="楷体_GB2312"/>
                <a:cs typeface="Times New Roman" panose="02020603050405020304" pitchFamily="18" charset="0"/>
              </a:rPr>
              <a:t> *</a:t>
            </a:r>
            <a:r>
              <a:rPr kumimoji="1" lang="en-US" altLang="zh-CN" sz="1600" b="1" i="1" dirty="0">
                <a:solidFill>
                  <a:schemeClr val="tx1"/>
                </a:solidFill>
                <a:ea typeface="楷体_GB2312"/>
                <a:cs typeface="Times New Roman" panose="02020603050405020304" pitchFamily="18" charset="0"/>
              </a:rPr>
              <a:t>FT</a:t>
            </a:r>
            <a:r>
              <a:rPr lang="en-US" altLang="zh-CN" sz="1600" b="1" i="1" dirty="0">
                <a:solidFill>
                  <a:schemeClr val="tx1"/>
                </a:solidFill>
                <a:ea typeface="楷体_GB2312"/>
                <a:cs typeface="Times New Roman" panose="02020603050405020304" pitchFamily="18" charset="0"/>
              </a:rPr>
              <a:t>'E' </a:t>
            </a:r>
            <a:r>
              <a:rPr lang="en-US" altLang="zh-CN" sz="1600" b="1" dirty="0">
                <a:solidFill>
                  <a:schemeClr val="tx1"/>
                </a:solidFill>
                <a:ea typeface="楷体_GB2312"/>
                <a:cs typeface="Times New Roman" panose="02020603050405020304" pitchFamily="18" charset="0"/>
              </a:rPr>
              <a:t>$                 *id</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 	</a:t>
            </a:r>
            <a:r>
              <a:rPr lang="en-US" altLang="zh-CN" sz="1600" b="1" i="1" dirty="0">
                <a:solidFill>
                  <a:schemeClr val="tx1"/>
                </a:solidFill>
                <a:ea typeface="楷体_GB2312"/>
                <a:cs typeface="Times New Roman" panose="02020603050405020304" pitchFamily="18" charset="0"/>
              </a:rPr>
              <a:t>T'</a:t>
            </a:r>
            <a:r>
              <a:rPr lang="en-US" altLang="zh-CN" sz="1600" b="1" dirty="0">
                <a:solidFill>
                  <a:schemeClr val="tx1"/>
                </a:solidFill>
                <a:ea typeface="楷体_GB2312"/>
                <a:cs typeface="Times New Roman" panose="02020603050405020304" pitchFamily="18" charset="0"/>
              </a:rPr>
              <a:t>→*</a:t>
            </a:r>
            <a:r>
              <a:rPr lang="en-US" altLang="zh-CN" sz="1600" b="1" i="1" dirty="0">
                <a:solidFill>
                  <a:schemeClr val="tx1"/>
                </a:solidFill>
                <a:ea typeface="楷体_GB2312"/>
                <a:cs typeface="Times New Roman" panose="02020603050405020304" pitchFamily="18" charset="0"/>
              </a:rPr>
              <a:t>FT'</a:t>
            </a:r>
          </a:p>
          <a:p>
            <a:pPr eaLnBrk="1" hangingPunct="1">
              <a:lnSpc>
                <a:spcPct val="90000"/>
              </a:lnSpc>
              <a:buFont typeface="Wingdings" panose="05000000000000000000" pitchFamily="2" charset="2"/>
              <a:buNone/>
              <a:defRPr/>
            </a:pPr>
            <a:r>
              <a:rPr kumimoji="1" lang="en-US" altLang="zh-CN" sz="1600" b="1" dirty="0">
                <a:solidFill>
                  <a:schemeClr val="tx1"/>
                </a:solidFill>
                <a:ea typeface="楷体_GB2312"/>
                <a:cs typeface="Times New Roman" panose="02020603050405020304" pitchFamily="18" charset="0"/>
              </a:rPr>
              <a:t>   </a:t>
            </a:r>
            <a:r>
              <a:rPr kumimoji="1" lang="en-US" altLang="zh-CN" sz="1600" b="1" i="1" dirty="0">
                <a:solidFill>
                  <a:schemeClr val="tx1"/>
                </a:solidFill>
                <a:ea typeface="楷体_GB2312"/>
                <a:cs typeface="Times New Roman" panose="02020603050405020304" pitchFamily="18" charset="0"/>
              </a:rPr>
              <a:t>FT</a:t>
            </a:r>
            <a:r>
              <a:rPr lang="en-US" altLang="zh-CN" sz="1600" b="1" i="1" dirty="0">
                <a:solidFill>
                  <a:schemeClr val="tx1"/>
                </a:solidFill>
                <a:ea typeface="楷体_GB2312"/>
                <a:cs typeface="Times New Roman" panose="02020603050405020304" pitchFamily="18" charset="0"/>
              </a:rPr>
              <a:t>'E' </a:t>
            </a:r>
            <a:r>
              <a:rPr lang="en-US" altLang="zh-CN" sz="1600" b="1" dirty="0">
                <a:solidFill>
                  <a:schemeClr val="tx1"/>
                </a:solidFill>
                <a:ea typeface="楷体_GB2312"/>
                <a:cs typeface="Times New Roman" panose="02020603050405020304" pitchFamily="18" charset="0"/>
              </a:rPr>
              <a:t>$                   id</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 	</a:t>
            </a:r>
          </a:p>
          <a:p>
            <a:pPr eaLnBrk="1" hangingPunct="1">
              <a:lnSpc>
                <a:spcPct val="90000"/>
              </a:lnSpc>
              <a:buFont typeface="Wingdings" panose="05000000000000000000" pitchFamily="2" charset="2"/>
              <a:buNone/>
              <a:defRPr/>
            </a:pPr>
            <a:r>
              <a:rPr lang="en-US" altLang="zh-CN" sz="1600" b="1" dirty="0">
                <a:solidFill>
                  <a:schemeClr val="tx1"/>
                </a:solidFill>
                <a:ea typeface="楷体_GB2312"/>
                <a:cs typeface="Times New Roman" panose="02020603050405020304" pitchFamily="18" charset="0"/>
              </a:rPr>
              <a:t>  </a:t>
            </a:r>
            <a:r>
              <a:rPr lang="en-US" altLang="zh-CN" sz="1600" b="1" dirty="0" err="1">
                <a:solidFill>
                  <a:schemeClr val="tx1"/>
                </a:solidFill>
                <a:ea typeface="楷体_GB2312"/>
                <a:cs typeface="Times New Roman" panose="02020603050405020304" pitchFamily="18" charset="0"/>
              </a:rPr>
              <a:t>id</a:t>
            </a:r>
            <a:r>
              <a:rPr kumimoji="1" lang="en-US" altLang="zh-CN" sz="1600" b="1" i="1" dirty="0" err="1">
                <a:solidFill>
                  <a:schemeClr val="tx1"/>
                </a:solidFill>
                <a:ea typeface="楷体_GB2312"/>
                <a:cs typeface="Times New Roman" panose="02020603050405020304" pitchFamily="18" charset="0"/>
              </a:rPr>
              <a:t>T</a:t>
            </a:r>
            <a:r>
              <a:rPr lang="en-US" altLang="zh-CN" sz="1600" b="1" i="1" dirty="0" err="1">
                <a:solidFill>
                  <a:schemeClr val="tx1"/>
                </a:solidFill>
                <a:ea typeface="楷体_GB2312"/>
                <a:cs typeface="Times New Roman" panose="02020603050405020304" pitchFamily="18" charset="0"/>
              </a:rPr>
              <a:t>'E</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                   id</a:t>
            </a:r>
            <a:r>
              <a:rPr lang="en-US" altLang="zh-CN" sz="1600" b="1" i="1" dirty="0">
                <a:solidFill>
                  <a:schemeClr val="tx1"/>
                </a:solidFill>
                <a:ea typeface="楷体_GB2312"/>
                <a:cs typeface="Times New Roman" panose="02020603050405020304" pitchFamily="18" charset="0"/>
              </a:rPr>
              <a:t> </a:t>
            </a:r>
            <a:r>
              <a:rPr lang="en-US" altLang="zh-CN" sz="1600" b="1" dirty="0">
                <a:solidFill>
                  <a:schemeClr val="tx1"/>
                </a:solidFill>
                <a:ea typeface="楷体_GB2312"/>
                <a:cs typeface="Times New Roman" panose="02020603050405020304" pitchFamily="18" charset="0"/>
              </a:rPr>
              <a:t>$ 	</a:t>
            </a:r>
            <a:r>
              <a:rPr lang="en-US" altLang="zh-CN" sz="1600" b="1" i="1" dirty="0" err="1">
                <a:solidFill>
                  <a:schemeClr val="tx1"/>
                </a:solidFill>
                <a:ea typeface="楷体_GB2312"/>
                <a:cs typeface="Times New Roman" panose="02020603050405020304" pitchFamily="18" charset="0"/>
              </a:rPr>
              <a:t>F</a:t>
            </a:r>
            <a:r>
              <a:rPr lang="en-US" altLang="zh-CN" sz="1600" b="1" dirty="0" err="1">
                <a:solidFill>
                  <a:schemeClr val="tx1"/>
                </a:solidFill>
                <a:ea typeface="楷体_GB2312"/>
                <a:cs typeface="Times New Roman" panose="02020603050405020304" pitchFamily="18" charset="0"/>
              </a:rPr>
              <a:t>→id</a:t>
            </a:r>
            <a:endParaRPr lang="en-US" altLang="zh-CN" sz="1600" b="1" dirty="0">
              <a:solidFill>
                <a:schemeClr val="tx1"/>
              </a:solidFill>
              <a:ea typeface="楷体_GB2312"/>
              <a:cs typeface="Times New Roman" panose="02020603050405020304" pitchFamily="18" charset="0"/>
            </a:endParaRPr>
          </a:p>
          <a:p>
            <a:pPr eaLnBrk="1" hangingPunct="1">
              <a:lnSpc>
                <a:spcPct val="90000"/>
              </a:lnSpc>
              <a:buFont typeface="Wingdings" panose="05000000000000000000" pitchFamily="2" charset="2"/>
              <a:buNone/>
              <a:defRPr/>
            </a:pPr>
            <a:r>
              <a:rPr lang="en-US" altLang="zh-CN" sz="1600" b="1" dirty="0">
                <a:solidFill>
                  <a:schemeClr val="tx1"/>
                </a:solidFill>
                <a:ea typeface="楷体_GB2312"/>
                <a:cs typeface="Times New Roman" panose="02020603050405020304" pitchFamily="18" charset="0"/>
              </a:rPr>
              <a:t>     </a:t>
            </a:r>
            <a:r>
              <a:rPr kumimoji="1" lang="en-US" altLang="zh-CN" sz="1600" b="1" i="1" dirty="0">
                <a:solidFill>
                  <a:schemeClr val="tx1"/>
                </a:solidFill>
                <a:ea typeface="楷体_GB2312"/>
                <a:cs typeface="Times New Roman" panose="02020603050405020304" pitchFamily="18" charset="0"/>
              </a:rPr>
              <a:t>T</a:t>
            </a:r>
            <a:r>
              <a:rPr lang="en-US" altLang="zh-CN" sz="1600" b="1" i="1" dirty="0">
                <a:solidFill>
                  <a:schemeClr val="tx1"/>
                </a:solidFill>
                <a:ea typeface="楷体_GB2312"/>
                <a:cs typeface="Times New Roman" panose="02020603050405020304" pitchFamily="18" charset="0"/>
              </a:rPr>
              <a:t>'E' </a:t>
            </a:r>
            <a:r>
              <a:rPr lang="en-US" altLang="zh-CN" sz="1600" b="1" dirty="0">
                <a:solidFill>
                  <a:schemeClr val="tx1"/>
                </a:solidFill>
                <a:ea typeface="楷体_GB2312"/>
                <a:cs typeface="Times New Roman" panose="02020603050405020304" pitchFamily="18" charset="0"/>
              </a:rPr>
              <a:t>$	                     $ 	</a:t>
            </a:r>
          </a:p>
          <a:p>
            <a:pPr eaLnBrk="1" hangingPunct="1">
              <a:lnSpc>
                <a:spcPct val="90000"/>
              </a:lnSpc>
              <a:buFont typeface="Wingdings" panose="05000000000000000000" pitchFamily="2" charset="2"/>
              <a:buNone/>
              <a:defRPr/>
            </a:pPr>
            <a:r>
              <a:rPr lang="en-US" altLang="zh-CN" sz="1600" b="1" dirty="0">
                <a:solidFill>
                  <a:schemeClr val="tx1"/>
                </a:solidFill>
                <a:ea typeface="楷体_GB2312"/>
                <a:cs typeface="Times New Roman" panose="02020603050405020304" pitchFamily="18" charset="0"/>
              </a:rPr>
              <a:t>        </a:t>
            </a:r>
            <a:r>
              <a:rPr lang="en-US" altLang="zh-CN" sz="1600" b="1" i="1" dirty="0">
                <a:solidFill>
                  <a:schemeClr val="tx1"/>
                </a:solidFill>
                <a:ea typeface="楷体_GB2312"/>
                <a:cs typeface="Times New Roman" panose="02020603050405020304" pitchFamily="18" charset="0"/>
              </a:rPr>
              <a:t>E' </a:t>
            </a:r>
            <a:r>
              <a:rPr lang="en-US" altLang="zh-CN" sz="1600" b="1" dirty="0">
                <a:solidFill>
                  <a:schemeClr val="tx1"/>
                </a:solidFill>
                <a:ea typeface="楷体_GB2312"/>
                <a:cs typeface="Times New Roman" panose="02020603050405020304" pitchFamily="18" charset="0"/>
              </a:rPr>
              <a:t>$ 	                     $ 	</a:t>
            </a:r>
            <a:r>
              <a:rPr lang="en-US" altLang="zh-CN" sz="1600" b="1" i="1" dirty="0" err="1">
                <a:solidFill>
                  <a:schemeClr val="tx1"/>
                </a:solidFill>
                <a:ea typeface="楷体_GB2312"/>
                <a:cs typeface="Times New Roman" panose="02020603050405020304" pitchFamily="18" charset="0"/>
              </a:rPr>
              <a:t>T'</a:t>
            </a:r>
            <a:r>
              <a:rPr lang="en-US" altLang="zh-CN" sz="1600" b="1" dirty="0" err="1">
                <a:solidFill>
                  <a:schemeClr val="tx1"/>
                </a:solidFill>
                <a:ea typeface="楷体_GB2312"/>
                <a:cs typeface="Times New Roman" panose="02020603050405020304" pitchFamily="18" charset="0"/>
              </a:rPr>
              <a:t>→</a:t>
            </a:r>
            <a:r>
              <a:rPr lang="en-US" altLang="zh-CN" sz="1600" b="1" i="1" dirty="0" err="1">
                <a:solidFill>
                  <a:schemeClr val="tx1"/>
                </a:solidFill>
                <a:ea typeface="楷体_GB2312"/>
                <a:cs typeface="Times New Roman" panose="02020603050405020304" pitchFamily="18" charset="0"/>
              </a:rPr>
              <a:t>ε</a:t>
            </a:r>
            <a:endParaRPr lang="en-US" altLang="zh-CN" sz="1600" b="1" i="1" dirty="0">
              <a:solidFill>
                <a:schemeClr val="tx1"/>
              </a:solidFill>
              <a:ea typeface="楷体_GB2312"/>
              <a:cs typeface="Times New Roman" panose="02020603050405020304" pitchFamily="18" charset="0"/>
            </a:endParaRPr>
          </a:p>
          <a:p>
            <a:pPr eaLnBrk="1" hangingPunct="1">
              <a:lnSpc>
                <a:spcPct val="90000"/>
              </a:lnSpc>
              <a:buFont typeface="Wingdings" panose="05000000000000000000" pitchFamily="2" charset="2"/>
              <a:buNone/>
              <a:defRPr/>
            </a:pPr>
            <a:r>
              <a:rPr lang="en-US" altLang="zh-CN" sz="1600" b="1" dirty="0">
                <a:solidFill>
                  <a:schemeClr val="tx1"/>
                </a:solidFill>
                <a:ea typeface="楷体_GB2312"/>
                <a:cs typeface="Times New Roman" panose="02020603050405020304" pitchFamily="18" charset="0"/>
              </a:rPr>
              <a:t>             $ 	                     $     	</a:t>
            </a:r>
            <a:r>
              <a:rPr lang="en-US" altLang="zh-CN" sz="1600" b="1" i="1" dirty="0" err="1">
                <a:solidFill>
                  <a:schemeClr val="tx1"/>
                </a:solidFill>
                <a:ea typeface="楷体_GB2312"/>
                <a:cs typeface="Times New Roman" panose="02020603050405020304" pitchFamily="18" charset="0"/>
              </a:rPr>
              <a:t>E'</a:t>
            </a:r>
            <a:r>
              <a:rPr lang="en-US" altLang="zh-CN" sz="1600" b="1" dirty="0" err="1">
                <a:solidFill>
                  <a:schemeClr val="tx1"/>
                </a:solidFill>
                <a:ea typeface="楷体_GB2312"/>
                <a:cs typeface="Times New Roman" panose="02020603050405020304" pitchFamily="18" charset="0"/>
              </a:rPr>
              <a:t>→</a:t>
            </a:r>
            <a:r>
              <a:rPr lang="en-US" altLang="zh-CN" sz="1600" b="1" i="1" dirty="0" err="1">
                <a:solidFill>
                  <a:schemeClr val="tx1"/>
                </a:solidFill>
                <a:ea typeface="楷体_GB2312"/>
                <a:cs typeface="Times New Roman" panose="02020603050405020304" pitchFamily="18" charset="0"/>
              </a:rPr>
              <a:t>ε</a:t>
            </a:r>
            <a:endParaRPr lang="en-US" altLang="zh-CN" sz="1600" b="1" i="1" dirty="0">
              <a:solidFill>
                <a:schemeClr val="tx1"/>
              </a:solidFill>
              <a:ea typeface="楷体_GB2312"/>
              <a:cs typeface="Times New Roman" panose="02020603050405020304" pitchFamily="18" charset="0"/>
            </a:endParaRPr>
          </a:p>
        </p:txBody>
      </p:sp>
      <p:graphicFrame>
        <p:nvGraphicFramePr>
          <p:cNvPr id="6" name="Group 18"/>
          <p:cNvGraphicFramePr>
            <a:graphicFrameLocks noGrp="1"/>
          </p:cNvGraphicFramePr>
          <p:nvPr/>
        </p:nvGraphicFramePr>
        <p:xfrm>
          <a:off x="243383" y="864418"/>
          <a:ext cx="4986338" cy="2203453"/>
        </p:xfrm>
        <a:graphic>
          <a:graphicData uri="http://schemas.openxmlformats.org/drawingml/2006/table">
            <a:tbl>
              <a:tblPr/>
              <a:tblGrid>
                <a:gridCol w="536594">
                  <a:extLst>
                    <a:ext uri="{9D8B030D-6E8A-4147-A177-3AD203B41FA5}">
                      <a16:colId xmlns:a16="http://schemas.microsoft.com/office/drawing/2014/main" val="20000"/>
                    </a:ext>
                  </a:extLst>
                </a:gridCol>
                <a:gridCol w="760441">
                  <a:extLst>
                    <a:ext uri="{9D8B030D-6E8A-4147-A177-3AD203B41FA5}">
                      <a16:colId xmlns:a16="http://schemas.microsoft.com/office/drawing/2014/main" val="20001"/>
                    </a:ext>
                  </a:extLst>
                </a:gridCol>
                <a:gridCol w="863631">
                  <a:extLst>
                    <a:ext uri="{9D8B030D-6E8A-4147-A177-3AD203B41FA5}">
                      <a16:colId xmlns:a16="http://schemas.microsoft.com/office/drawing/2014/main" val="20002"/>
                    </a:ext>
                  </a:extLst>
                </a:gridCol>
                <a:gridCol w="862043">
                  <a:extLst>
                    <a:ext uri="{9D8B030D-6E8A-4147-A177-3AD203B41FA5}">
                      <a16:colId xmlns:a16="http://schemas.microsoft.com/office/drawing/2014/main" val="20003"/>
                    </a:ext>
                  </a:extLst>
                </a:gridCol>
                <a:gridCol w="722339">
                  <a:extLst>
                    <a:ext uri="{9D8B030D-6E8A-4147-A177-3AD203B41FA5}">
                      <a16:colId xmlns:a16="http://schemas.microsoft.com/office/drawing/2014/main" val="20004"/>
                    </a:ext>
                  </a:extLst>
                </a:gridCol>
                <a:gridCol w="647724">
                  <a:extLst>
                    <a:ext uri="{9D8B030D-6E8A-4147-A177-3AD203B41FA5}">
                      <a16:colId xmlns:a16="http://schemas.microsoft.com/office/drawing/2014/main" val="20005"/>
                    </a:ext>
                  </a:extLst>
                </a:gridCol>
                <a:gridCol w="593566">
                  <a:extLst>
                    <a:ext uri="{9D8B030D-6E8A-4147-A177-3AD203B41FA5}">
                      <a16:colId xmlns:a16="http://schemas.microsoft.com/office/drawing/2014/main" val="20006"/>
                    </a:ext>
                  </a:extLst>
                </a:gridCol>
              </a:tblGrid>
              <a:tr h="312738">
                <a:tc rowSpan="2">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83572" marR="183572" marT="34303" marB="343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输入符号</a:t>
                      </a: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12738">
                <a:tc vMerge="1">
                  <a:txBody>
                    <a:bodyPr/>
                    <a:lstStyle/>
                    <a:p>
                      <a:endParaRPr lang="zh-CN"/>
                    </a:p>
                  </a:txBody>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14325">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54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31136" name="矩形 17"/>
          <p:cNvSpPr>
            <a:spLocks noChangeArrowheads="1"/>
          </p:cNvSpPr>
          <p:nvPr/>
        </p:nvSpPr>
        <p:spPr bwMode="auto">
          <a:xfrm>
            <a:off x="322758" y="1529581"/>
            <a:ext cx="5113338" cy="154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000"/>
              </a:lnSpc>
              <a:spcBef>
                <a:spcPct val="20000"/>
              </a:spcBef>
              <a:buClr>
                <a:srgbClr val="5EAEFF"/>
              </a:buClr>
              <a:buSzPct val="60000"/>
            </a:pPr>
            <a:r>
              <a:rPr lang="en-US" altLang="zh-CN" sz="1400" b="1" i="1" dirty="0">
                <a:latin typeface="Times New Roman" panose="02020603050405020304" pitchFamily="18" charset="0"/>
              </a:rPr>
              <a:t>E       </a:t>
            </a:r>
            <a:r>
              <a:rPr lang="en-US" altLang="zh-CN" sz="1400" b="1" i="1" dirty="0">
                <a:solidFill>
                  <a:srgbClr val="000000"/>
                </a:solidFill>
                <a:latin typeface="Times New Roman" panose="02020603050405020304" pitchFamily="18" charset="0"/>
              </a:rPr>
              <a:t>E</a:t>
            </a:r>
            <a:r>
              <a:rPr kumimoji="1" lang="en-US" altLang="zh-CN" sz="1400" b="1" i="1" dirty="0">
                <a:solidFill>
                  <a:srgbClr val="000000"/>
                </a:solidFill>
                <a:latin typeface="Times New Roman" panose="02020603050405020304" pitchFamily="18" charset="0"/>
              </a:rPr>
              <a:t>→TE</a:t>
            </a:r>
            <a:r>
              <a:rPr kumimoji="1" lang="en-US" altLang="zh-CN" sz="1400" b="1" i="1" dirty="0">
                <a:latin typeface="Times New Roman" panose="02020603050405020304" pitchFamily="18" charset="0"/>
              </a:rPr>
              <a:t>'</a:t>
            </a:r>
            <a:r>
              <a:rPr kumimoji="1" lang="en-US" altLang="zh-CN" sz="1400" b="1" i="1" dirty="0">
                <a:solidFill>
                  <a:srgbClr val="000000"/>
                </a:solidFill>
                <a:latin typeface="Times New Roman" panose="02020603050405020304" pitchFamily="18" charset="0"/>
              </a:rPr>
              <a:t>                                           </a:t>
            </a:r>
            <a:r>
              <a:rPr lang="en-US" altLang="zh-CN" sz="1400" b="1" i="1" dirty="0">
                <a:latin typeface="Times New Roman" panose="02020603050405020304" pitchFamily="18" charset="0"/>
              </a:rPr>
              <a:t>E</a:t>
            </a:r>
            <a:r>
              <a:rPr kumimoji="1" lang="en-US" altLang="zh-CN" sz="1400" b="1" i="1" dirty="0">
                <a:latin typeface="Times New Roman" panose="02020603050405020304" pitchFamily="18" charset="0"/>
              </a:rPr>
              <a:t>→TE'</a:t>
            </a:r>
            <a:endParaRPr kumimoji="1" lang="zh-CN" altLang="en-US" sz="1400" b="1" i="1" dirty="0">
              <a:latin typeface="Times New Roman" panose="02020603050405020304" pitchFamily="18" charset="0"/>
            </a:endParaRPr>
          </a:p>
          <a:p>
            <a:pPr eaLnBrk="1" hangingPunct="1">
              <a:lnSpc>
                <a:spcPts val="2000"/>
              </a:lnSpc>
              <a:spcBef>
                <a:spcPct val="20000"/>
              </a:spcBef>
              <a:buClr>
                <a:srgbClr val="5EAEFF"/>
              </a:buClr>
              <a:buSzPct val="60000"/>
            </a:pPr>
            <a:r>
              <a:rPr kumimoji="1" lang="en-US" altLang="zh-CN" sz="1400" b="1" i="1" dirty="0">
                <a:latin typeface="Times New Roman" panose="02020603050405020304" pitchFamily="18" charset="0"/>
              </a:rPr>
              <a:t>E'                       E'→+TE'                                       </a:t>
            </a:r>
            <a:r>
              <a:rPr kumimoji="1" lang="en-US" altLang="zh-CN" sz="1400" b="1" i="1" dirty="0" err="1">
                <a:latin typeface="Times New Roman" panose="02020603050405020304" pitchFamily="18" charset="0"/>
              </a:rPr>
              <a:t>E'→ε</a:t>
            </a:r>
            <a:r>
              <a:rPr lang="zh-CN" altLang="en-US" sz="1400" dirty="0">
                <a:latin typeface="Candara" panose="020E0502030303020204" pitchFamily="34" charset="0"/>
                <a:ea typeface="华文楷体" panose="02010600040101010101" pitchFamily="2" charset="-122"/>
              </a:rPr>
              <a:t>      </a:t>
            </a:r>
            <a:r>
              <a:rPr kumimoji="1" lang="en-US" altLang="zh-CN" sz="1400" b="1" i="1" dirty="0" err="1">
                <a:latin typeface="Times New Roman" panose="02020603050405020304" pitchFamily="18" charset="0"/>
              </a:rPr>
              <a:t>E'→ε</a:t>
            </a:r>
            <a:endParaRPr kumimoji="1" lang="en-US" altLang="zh-CN" sz="1400" b="1" i="1" dirty="0">
              <a:latin typeface="Times New Roman" panose="02020603050405020304" pitchFamily="18" charset="0"/>
            </a:endParaRPr>
          </a:p>
          <a:p>
            <a:pPr eaLnBrk="1" hangingPunct="1">
              <a:lnSpc>
                <a:spcPts val="2000"/>
              </a:lnSpc>
              <a:spcBef>
                <a:spcPct val="20000"/>
              </a:spcBef>
              <a:buClr>
                <a:srgbClr val="5EAEFF"/>
              </a:buClr>
              <a:buSzPct val="60000"/>
            </a:pPr>
            <a:r>
              <a:rPr kumimoji="1" lang="en-US" altLang="zh-CN" sz="1400" b="1" i="1" dirty="0">
                <a:latin typeface="Times New Roman" panose="02020603050405020304" pitchFamily="18" charset="0"/>
              </a:rPr>
              <a:t>T       T→FT'                                           T→FT'</a:t>
            </a:r>
          </a:p>
          <a:p>
            <a:pPr eaLnBrk="1" hangingPunct="1">
              <a:lnSpc>
                <a:spcPts val="2000"/>
              </a:lnSpc>
              <a:spcBef>
                <a:spcPct val="20000"/>
              </a:spcBef>
              <a:buClr>
                <a:srgbClr val="5EAEFF"/>
              </a:buClr>
              <a:buSzPct val="60000"/>
            </a:pPr>
            <a:r>
              <a:rPr kumimoji="1" lang="en-US" altLang="zh-CN" sz="1400" b="1" i="1" dirty="0">
                <a:latin typeface="Times New Roman" panose="02020603050405020304" pitchFamily="18" charset="0"/>
              </a:rPr>
              <a:t>T'                         </a:t>
            </a:r>
            <a:r>
              <a:rPr kumimoji="1" lang="en-US" altLang="zh-CN" sz="1400" b="1" i="1" dirty="0" err="1">
                <a:latin typeface="Times New Roman" panose="02020603050405020304" pitchFamily="18" charset="0"/>
              </a:rPr>
              <a:t>T'→ε</a:t>
            </a:r>
            <a:r>
              <a:rPr kumimoji="1" lang="en-US" altLang="zh-CN" sz="1400" b="1" i="1" dirty="0">
                <a:latin typeface="Times New Roman" panose="02020603050405020304" pitchFamily="18" charset="0"/>
              </a:rPr>
              <a:t>         T'→*FT'                   </a:t>
            </a:r>
            <a:r>
              <a:rPr kumimoji="1" lang="en-US" altLang="zh-CN" sz="1400" b="1" i="1" dirty="0" err="1">
                <a:latin typeface="Times New Roman" panose="02020603050405020304" pitchFamily="18" charset="0"/>
              </a:rPr>
              <a:t>T'→ε</a:t>
            </a:r>
            <a:r>
              <a:rPr kumimoji="1" lang="en-US" altLang="zh-CN" sz="1400" b="1" i="1" dirty="0">
                <a:latin typeface="Times New Roman" panose="02020603050405020304" pitchFamily="18" charset="0"/>
              </a:rPr>
              <a:t>      </a:t>
            </a:r>
            <a:r>
              <a:rPr kumimoji="1" lang="en-US" altLang="zh-CN" sz="1400" b="1" i="1" dirty="0" err="1">
                <a:latin typeface="Times New Roman" panose="02020603050405020304" pitchFamily="18" charset="0"/>
              </a:rPr>
              <a:t>T'→ε</a:t>
            </a:r>
            <a:endParaRPr kumimoji="1" lang="en-US" altLang="zh-CN" sz="1400" b="1" i="1" dirty="0">
              <a:latin typeface="Times New Roman" panose="02020603050405020304" pitchFamily="18" charset="0"/>
            </a:endParaRPr>
          </a:p>
          <a:p>
            <a:pPr eaLnBrk="1" hangingPunct="1">
              <a:lnSpc>
                <a:spcPts val="2000"/>
              </a:lnSpc>
              <a:spcBef>
                <a:spcPct val="20000"/>
              </a:spcBef>
              <a:buClr>
                <a:srgbClr val="5EAEFF"/>
              </a:buClr>
              <a:buSzPct val="60000"/>
            </a:pPr>
            <a:r>
              <a:rPr kumimoji="1" lang="en-US" altLang="zh-CN" sz="1400" b="1" i="1" dirty="0">
                <a:latin typeface="Times New Roman" panose="02020603050405020304" pitchFamily="18" charset="0"/>
              </a:rPr>
              <a:t>F       </a:t>
            </a:r>
            <a:r>
              <a:rPr kumimoji="1" lang="en-US" altLang="zh-CN" sz="1400" b="1" i="1" dirty="0" err="1">
                <a:latin typeface="Times New Roman" panose="02020603050405020304" pitchFamily="18" charset="0"/>
              </a:rPr>
              <a:t>F→</a:t>
            </a:r>
            <a:r>
              <a:rPr kumimoji="1" lang="en-US" altLang="zh-CN" sz="1400" b="1" dirty="0" err="1">
                <a:latin typeface="Times New Roman" panose="02020603050405020304" pitchFamily="18" charset="0"/>
              </a:rPr>
              <a:t>id</a:t>
            </a:r>
            <a:r>
              <a:rPr kumimoji="1" lang="en-US" altLang="zh-CN" sz="1400" b="1" i="1" dirty="0">
                <a:latin typeface="Times New Roman" panose="02020603050405020304" pitchFamily="18" charset="0"/>
              </a:rPr>
              <a:t>                                              F→</a:t>
            </a:r>
            <a:r>
              <a:rPr kumimoji="1" lang="en-US" altLang="zh-CN" sz="1400" b="1" dirty="0">
                <a:latin typeface="Times New Roman" panose="02020603050405020304" pitchFamily="18" charset="0"/>
              </a:rPr>
              <a:t>( </a:t>
            </a:r>
            <a:r>
              <a:rPr kumimoji="1" lang="en-US" altLang="zh-CN" sz="1400" b="1" i="1" dirty="0">
                <a:latin typeface="Times New Roman" panose="02020603050405020304" pitchFamily="18" charset="0"/>
              </a:rPr>
              <a:t>E </a:t>
            </a:r>
            <a:r>
              <a:rPr kumimoji="1" lang="en-US" altLang="zh-CN" sz="1400" b="1" dirty="0">
                <a:latin typeface="Times New Roman" panose="02020603050405020304" pitchFamily="18" charset="0"/>
              </a:rPr>
              <a:t>)</a:t>
            </a:r>
            <a:endParaRPr kumimoji="1" lang="zh-CN" altLang="en-US" sz="1400" b="1" dirty="0">
              <a:latin typeface="Times New Roman" panose="02020603050405020304" pitchFamily="18" charset="0"/>
            </a:endParaRPr>
          </a:p>
        </p:txBody>
      </p:sp>
      <p:sp>
        <p:nvSpPr>
          <p:cNvPr id="131137" name="矩形 2"/>
          <p:cNvSpPr>
            <a:spLocks noChangeArrowheads="1"/>
          </p:cNvSpPr>
          <p:nvPr/>
        </p:nvSpPr>
        <p:spPr bwMode="auto">
          <a:xfrm>
            <a:off x="197662" y="866926"/>
            <a:ext cx="595313"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zh-CN" altLang="en-US" sz="16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非终</a:t>
            </a:r>
            <a:endParaRPr lang="en-US" altLang="zh-CN" sz="16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spcBef>
                <a:spcPct val="20000"/>
              </a:spcBef>
              <a:buClr>
                <a:srgbClr val="5EAEFF"/>
              </a:buClr>
              <a:buSzPct val="60000"/>
            </a:pPr>
            <a:r>
              <a:rPr lang="zh-CN" altLang="en-US" sz="16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结符</a:t>
            </a:r>
          </a:p>
        </p:txBody>
      </p:sp>
      <p:sp>
        <p:nvSpPr>
          <p:cNvPr id="2" name="矩形 1"/>
          <p:cNvSpPr/>
          <p:nvPr/>
        </p:nvSpPr>
        <p:spPr>
          <a:xfrm>
            <a:off x="171450" y="3143746"/>
            <a:ext cx="5048250" cy="2062103"/>
          </a:xfrm>
          <a:prstGeom prst="rect">
            <a:avLst/>
          </a:prstGeom>
        </p:spPr>
        <p:txBody>
          <a:bodyPr wrap="square">
            <a:spAutoFit/>
          </a:bodyPr>
          <a:lstStyle/>
          <a:p>
            <a:pPr marL="285750" indent="-285750" eaLnBrk="1" hangingPunct="1">
              <a:buFont typeface="Wingdings" panose="05000000000000000000" pitchFamily="2" charset="2"/>
              <a:buChar char="Ø"/>
            </a:pPr>
            <a:r>
              <a:rPr lang="zh-CN" altLang="en-US" sz="1600" b="1" dirty="0">
                <a:solidFill>
                  <a:srgbClr val="0070C0"/>
                </a:solidFill>
                <a:latin typeface="华文楷体" panose="02010600040101010101" pitchFamily="2" charset="-122"/>
                <a:ea typeface="华文楷体" panose="02010600040101010101" pitchFamily="2" charset="-122"/>
                <a:cs typeface="楷体_GB2312"/>
              </a:rPr>
              <a:t>初始状态</a:t>
            </a:r>
            <a:r>
              <a:rPr lang="zh-CN" altLang="en-US" sz="1600" b="1" dirty="0">
                <a:latin typeface="华文楷体" panose="02010600040101010101" pitchFamily="2" charset="-122"/>
                <a:ea typeface="华文楷体" panose="02010600040101010101" pitchFamily="2" charset="-122"/>
                <a:cs typeface="楷体_GB2312"/>
              </a:rPr>
              <a:t>：栈中只有文法</a:t>
            </a:r>
            <a:r>
              <a:rPr lang="zh-CN" altLang="en-US" sz="1600" b="1" dirty="0">
                <a:solidFill>
                  <a:srgbClr val="0070C0"/>
                </a:solidFill>
                <a:latin typeface="华文楷体" panose="02010600040101010101" pitchFamily="2" charset="-122"/>
                <a:ea typeface="华文楷体" panose="02010600040101010101" pitchFamily="2" charset="-122"/>
                <a:cs typeface="楷体_GB2312"/>
              </a:rPr>
              <a:t>开始符号</a:t>
            </a:r>
            <a:r>
              <a:rPr lang="zh-CN" altLang="en-US" sz="1600" b="1" dirty="0">
                <a:latin typeface="华文楷体" panose="02010600040101010101" pitchFamily="2" charset="-122"/>
                <a:ea typeface="华文楷体" panose="02010600040101010101" pitchFamily="2" charset="-122"/>
                <a:cs typeface="楷体_GB2312"/>
              </a:rPr>
              <a:t>和栈底标志</a:t>
            </a:r>
            <a:r>
              <a:rPr lang="en-US" altLang="zh-CN" sz="1600" b="1" dirty="0">
                <a:solidFill>
                  <a:srgbClr val="0070C0"/>
                </a:solidFill>
                <a:latin typeface="华文楷体" panose="02010600040101010101" pitchFamily="2" charset="-122"/>
                <a:ea typeface="华文楷体" panose="02010600040101010101" pitchFamily="2" charset="-122"/>
                <a:cs typeface="楷体_GB2312"/>
              </a:rPr>
              <a:t>$</a:t>
            </a:r>
            <a:r>
              <a:rPr lang="en-US" altLang="zh-CN" sz="1600" b="1" dirty="0">
                <a:latin typeface="华文楷体" panose="02010600040101010101" pitchFamily="2" charset="-122"/>
                <a:ea typeface="华文楷体" panose="02010600040101010101" pitchFamily="2" charset="-122"/>
                <a:cs typeface="楷体_GB2312"/>
              </a:rPr>
              <a:t>.</a:t>
            </a:r>
          </a:p>
          <a:p>
            <a:pPr marL="285750" indent="-285750" eaLnBrk="1" hangingPunct="1">
              <a:buFont typeface="Wingdings" panose="05000000000000000000" pitchFamily="2" charset="2"/>
              <a:buChar char="Ø"/>
            </a:pPr>
            <a:r>
              <a:rPr lang="zh-CN" altLang="en-US" sz="1600" b="1" dirty="0">
                <a:latin typeface="华文楷体" panose="02010600040101010101" pitchFamily="2" charset="-122"/>
                <a:ea typeface="华文楷体" panose="02010600040101010101" pitchFamily="2" charset="-122"/>
                <a:cs typeface="楷体_GB2312"/>
              </a:rPr>
              <a:t>若栈顶是</a:t>
            </a:r>
            <a:r>
              <a:rPr lang="zh-CN" altLang="en-US" sz="1600" b="1" dirty="0">
                <a:solidFill>
                  <a:srgbClr val="0070C0"/>
                </a:solidFill>
                <a:latin typeface="华文楷体" panose="02010600040101010101" pitchFamily="2" charset="-122"/>
                <a:ea typeface="华文楷体" panose="02010600040101010101" pitchFamily="2" charset="-122"/>
                <a:cs typeface="楷体_GB2312"/>
              </a:rPr>
              <a:t>非终结符</a:t>
            </a:r>
            <a:r>
              <a:rPr lang="en-US" altLang="zh-CN" sz="1600" b="1" i="1" dirty="0">
                <a:solidFill>
                  <a:srgbClr val="0070C0"/>
                </a:solidFill>
                <a:latin typeface="华文楷体" panose="02010600040101010101" pitchFamily="2" charset="-122"/>
                <a:ea typeface="华文楷体" panose="02010600040101010101" pitchFamily="2" charset="-122"/>
                <a:cs typeface="楷体_GB2312"/>
              </a:rPr>
              <a:t>A</a:t>
            </a:r>
            <a:r>
              <a:rPr lang="zh-CN" altLang="en-US" sz="1600" b="1" dirty="0">
                <a:latin typeface="华文楷体" panose="02010600040101010101" pitchFamily="2" charset="-122"/>
                <a:ea typeface="华文楷体" panose="02010600040101010101" pitchFamily="2" charset="-122"/>
                <a:cs typeface="楷体_GB2312"/>
              </a:rPr>
              <a:t>，根据输入符号</a:t>
            </a:r>
            <a:r>
              <a:rPr lang="en-US" altLang="zh-CN" sz="1600" b="1" i="1"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1600" b="1" dirty="0">
                <a:solidFill>
                  <a:srgbClr val="0070C0"/>
                </a:solidFill>
                <a:latin typeface="华文楷体" panose="02010600040101010101" pitchFamily="2" charset="-122"/>
                <a:ea typeface="华文楷体" panose="02010600040101010101" pitchFamily="2" charset="-122"/>
                <a:cs typeface="楷体_GB2312"/>
              </a:rPr>
              <a:t>查找预测分析表项</a:t>
            </a:r>
            <a:r>
              <a:rPr lang="en-US" altLang="zh-CN" sz="1600" b="1" dirty="0">
                <a:solidFill>
                  <a:srgbClr val="0070C0"/>
                </a:solidFill>
                <a:latin typeface="华文楷体" panose="02010600040101010101" pitchFamily="2" charset="-122"/>
                <a:ea typeface="华文楷体" panose="02010600040101010101" pitchFamily="2" charset="-122"/>
                <a:cs typeface="楷体_GB2312"/>
              </a:rPr>
              <a:t>M[</a:t>
            </a:r>
            <a:r>
              <a:rPr lang="en-US" altLang="zh-CN" sz="1600" b="1" dirty="0" err="1">
                <a:solidFill>
                  <a:srgbClr val="0070C0"/>
                </a:solidFill>
                <a:latin typeface="华文楷体" panose="02010600040101010101" pitchFamily="2" charset="-122"/>
                <a:ea typeface="华文楷体" panose="02010600040101010101" pitchFamily="2" charset="-122"/>
                <a:cs typeface="楷体_GB2312"/>
              </a:rPr>
              <a:t>A,a</a:t>
            </a:r>
            <a:r>
              <a:rPr lang="en-US" altLang="zh-CN" sz="1600" b="1" dirty="0">
                <a:solidFill>
                  <a:srgbClr val="0070C0"/>
                </a:solidFill>
                <a:latin typeface="华文楷体" panose="02010600040101010101" pitchFamily="2" charset="-122"/>
                <a:ea typeface="华文楷体" panose="02010600040101010101" pitchFamily="2" charset="-122"/>
                <a:cs typeface="楷体_GB2312"/>
              </a:rPr>
              <a:t>]</a:t>
            </a:r>
            <a:r>
              <a:rPr lang="zh-CN" altLang="en-US" sz="1600" b="1" dirty="0">
                <a:latin typeface="华文楷体" panose="02010600040101010101" pitchFamily="2" charset="-122"/>
                <a:ea typeface="华文楷体" panose="02010600040101010101" pitchFamily="2" charset="-122"/>
                <a:cs typeface="楷体_GB2312"/>
              </a:rPr>
              <a:t>用</a:t>
            </a:r>
            <a:r>
              <a:rPr lang="zh-CN" altLang="en-US" sz="1600" b="1" dirty="0">
                <a:solidFill>
                  <a:srgbClr val="0070C0"/>
                </a:solidFill>
                <a:latin typeface="华文楷体" panose="02010600040101010101" pitchFamily="2" charset="-122"/>
                <a:ea typeface="华文楷体" panose="02010600040101010101" pitchFamily="2" charset="-122"/>
                <a:cs typeface="楷体_GB2312"/>
              </a:rPr>
              <a:t>产生式体替换栈顶符号</a:t>
            </a:r>
            <a:r>
              <a:rPr lang="zh-CN" altLang="en-US" sz="1600" b="1" dirty="0">
                <a:latin typeface="华文楷体" panose="02010600040101010101" pitchFamily="2" charset="-122"/>
                <a:ea typeface="华文楷体" panose="02010600040101010101" pitchFamily="2" charset="-122"/>
                <a:cs typeface="楷体_GB2312"/>
              </a:rPr>
              <a:t>，</a:t>
            </a:r>
            <a:r>
              <a:rPr lang="zh-CN" altLang="en-US" sz="1600" b="1" dirty="0">
                <a:solidFill>
                  <a:srgbClr val="FF0000"/>
                </a:solidFill>
                <a:latin typeface="华文楷体" panose="02010600040101010101" pitchFamily="2" charset="-122"/>
                <a:ea typeface="华文楷体" panose="02010600040101010101" pitchFamily="2" charset="-122"/>
                <a:cs typeface="楷体_GB2312"/>
              </a:rPr>
              <a:t>输出产生式</a:t>
            </a:r>
            <a:r>
              <a:rPr lang="zh-CN" altLang="en-US" sz="1600" b="1" dirty="0">
                <a:latin typeface="华文楷体" panose="02010600040101010101" pitchFamily="2" charset="-122"/>
                <a:ea typeface="华文楷体" panose="02010600040101010101" pitchFamily="2" charset="-122"/>
                <a:cs typeface="楷体_GB2312"/>
              </a:rPr>
              <a:t>。若表项为空，调用错误处理。</a:t>
            </a:r>
            <a:endParaRPr lang="en-US" altLang="zh-CN" sz="1600" b="1" dirty="0">
              <a:latin typeface="华文楷体" panose="02010600040101010101" pitchFamily="2" charset="-122"/>
              <a:ea typeface="华文楷体" panose="02010600040101010101" pitchFamily="2" charset="-122"/>
              <a:cs typeface="楷体_GB2312"/>
            </a:endParaRPr>
          </a:p>
          <a:p>
            <a:pPr marL="285750" indent="-285750" eaLnBrk="1" hangingPunct="1">
              <a:buFont typeface="Wingdings" panose="05000000000000000000" pitchFamily="2" charset="2"/>
              <a:buChar char="Ø"/>
            </a:pPr>
            <a:r>
              <a:rPr lang="zh-CN" altLang="en-US" sz="1600" b="1" dirty="0">
                <a:latin typeface="华文楷体" panose="02010600040101010101" pitchFamily="2" charset="-122"/>
                <a:ea typeface="华文楷体" panose="02010600040101010101" pitchFamily="2" charset="-122"/>
                <a:cs typeface="楷体_GB2312"/>
              </a:rPr>
              <a:t>若栈顶是</a:t>
            </a:r>
            <a:r>
              <a:rPr lang="zh-CN" altLang="en-US" sz="1600" b="1" dirty="0">
                <a:solidFill>
                  <a:srgbClr val="0070C0"/>
                </a:solidFill>
                <a:latin typeface="华文楷体" panose="02010600040101010101" pitchFamily="2" charset="-122"/>
                <a:ea typeface="华文楷体" panose="02010600040101010101" pitchFamily="2" charset="-122"/>
                <a:cs typeface="楷体_GB2312"/>
              </a:rPr>
              <a:t>终结符</a:t>
            </a:r>
            <a:r>
              <a:rPr lang="zh-CN" altLang="en-US" sz="1600" b="1" dirty="0">
                <a:latin typeface="华文楷体" panose="02010600040101010101" pitchFamily="2" charset="-122"/>
                <a:ea typeface="华文楷体" panose="02010600040101010101" pitchFamily="2" charset="-122"/>
                <a:cs typeface="楷体_GB2312"/>
              </a:rPr>
              <a:t>，且与</a:t>
            </a:r>
            <a:r>
              <a:rPr lang="zh-CN" altLang="en-US" sz="1600" b="1" dirty="0">
                <a:solidFill>
                  <a:srgbClr val="0070C0"/>
                </a:solidFill>
                <a:latin typeface="华文楷体" panose="02010600040101010101" pitchFamily="2" charset="-122"/>
                <a:ea typeface="华文楷体" panose="02010600040101010101" pitchFamily="2" charset="-122"/>
                <a:cs typeface="楷体_GB2312"/>
              </a:rPr>
              <a:t>输入符号匹配</a:t>
            </a:r>
            <a:r>
              <a:rPr lang="zh-CN" altLang="en-US" sz="1600" b="1" dirty="0">
                <a:latin typeface="华文楷体" panose="02010600040101010101" pitchFamily="2" charset="-122"/>
                <a:ea typeface="华文楷体" panose="02010600040101010101" pitchFamily="2" charset="-122"/>
                <a:cs typeface="楷体_GB2312"/>
              </a:rPr>
              <a:t>，出栈，输入指针右移。不匹配，调用错误处理。</a:t>
            </a:r>
            <a:endParaRPr lang="en-US" altLang="zh-CN" sz="1600" b="1" dirty="0">
              <a:latin typeface="华文楷体" panose="02010600040101010101" pitchFamily="2" charset="-122"/>
              <a:ea typeface="华文楷体" panose="02010600040101010101" pitchFamily="2" charset="-122"/>
              <a:cs typeface="楷体_GB2312"/>
            </a:endParaRPr>
          </a:p>
          <a:p>
            <a:pPr marL="285750" indent="-285750" eaLnBrk="1" hangingPunct="1">
              <a:buFont typeface="Wingdings" panose="05000000000000000000" pitchFamily="2" charset="2"/>
              <a:buChar char="Ø"/>
            </a:pPr>
            <a:r>
              <a:rPr lang="zh-CN" altLang="en-US" sz="1600" b="1" dirty="0">
                <a:latin typeface="华文楷体" panose="02010600040101010101" pitchFamily="2" charset="-122"/>
                <a:ea typeface="华文楷体" panose="02010600040101010101" pitchFamily="2" charset="-122"/>
                <a:cs typeface="楷体_GB2312"/>
              </a:rPr>
              <a:t>若栈顶为</a:t>
            </a:r>
            <a:r>
              <a:rPr lang="en-US" altLang="zh-CN" sz="1600" b="1" dirty="0">
                <a:latin typeface="华文楷体" panose="02010600040101010101" pitchFamily="2" charset="-122"/>
                <a:ea typeface="华文楷体" panose="02010600040101010101" pitchFamily="2" charset="-122"/>
                <a:cs typeface="楷体_GB2312"/>
              </a:rPr>
              <a:t>$, </a:t>
            </a:r>
            <a:r>
              <a:rPr lang="zh-CN" altLang="en-US" sz="1600" b="1" dirty="0">
                <a:latin typeface="华文楷体" panose="02010600040101010101" pitchFamily="2" charset="-122"/>
                <a:ea typeface="华文楷体" panose="02010600040101010101" pitchFamily="2" charset="-122"/>
                <a:cs typeface="楷体_GB2312"/>
              </a:rPr>
              <a:t>输入符号也为</a:t>
            </a:r>
            <a:r>
              <a:rPr lang="en-US" altLang="zh-CN" sz="1600" b="1" dirty="0">
                <a:latin typeface="华文楷体" panose="02010600040101010101" pitchFamily="2" charset="-122"/>
                <a:ea typeface="华文楷体" panose="02010600040101010101" pitchFamily="2" charset="-122"/>
                <a:cs typeface="楷体_GB2312"/>
              </a:rPr>
              <a:t>$,</a:t>
            </a:r>
            <a:r>
              <a:rPr lang="zh-CN" altLang="en-US" sz="1600" b="1" dirty="0">
                <a:latin typeface="华文楷体" panose="02010600040101010101" pitchFamily="2" charset="-122"/>
                <a:ea typeface="华文楷体" panose="02010600040101010101" pitchFamily="2" charset="-122"/>
                <a:cs typeface="楷体_GB2312"/>
              </a:rPr>
              <a:t>则</a:t>
            </a:r>
            <a:r>
              <a:rPr lang="zh-CN" altLang="en-US" sz="1600" b="1" dirty="0">
                <a:solidFill>
                  <a:srgbClr val="0070C0"/>
                </a:solidFill>
                <a:latin typeface="华文楷体" panose="02010600040101010101" pitchFamily="2" charset="-122"/>
                <a:ea typeface="华文楷体" panose="02010600040101010101" pitchFamily="2" charset="-122"/>
                <a:cs typeface="楷体_GB2312"/>
              </a:rPr>
              <a:t>分析结束</a:t>
            </a:r>
            <a:r>
              <a:rPr lang="en-US" altLang="zh-CN" sz="1600" b="1" dirty="0">
                <a:latin typeface="华文楷体" panose="02010600040101010101" pitchFamily="2" charset="-122"/>
                <a:ea typeface="华文楷体" panose="02010600040101010101" pitchFamily="2" charset="-122"/>
                <a:cs typeface="楷体_GB2312"/>
              </a:rPr>
              <a:t>, </a:t>
            </a:r>
            <a:r>
              <a:rPr lang="zh-CN" altLang="en-US" sz="1600" b="1" dirty="0">
                <a:latin typeface="华文楷体" panose="02010600040101010101" pitchFamily="2" charset="-122"/>
                <a:ea typeface="华文楷体" panose="02010600040101010101" pitchFamily="2" charset="-122"/>
                <a:cs typeface="楷体_GB2312"/>
              </a:rPr>
              <a:t>否则错误处理。</a:t>
            </a:r>
          </a:p>
        </p:txBody>
      </p:sp>
      <p:sp>
        <p:nvSpPr>
          <p:cNvPr id="4" name="灯片编号占位符 3"/>
          <p:cNvSpPr>
            <a:spLocks noGrp="1"/>
          </p:cNvSpPr>
          <p:nvPr>
            <p:ph type="sldNum" sz="quarter" idx="12"/>
          </p:nvPr>
        </p:nvSpPr>
        <p:spPr/>
        <p:txBody>
          <a:bodyPr/>
          <a:lstStyle/>
          <a:p>
            <a:pPr>
              <a:defRPr/>
            </a:pPr>
            <a:fld id="{EA567855-7F13-4FC5-AD61-2B82F6443E16}" type="slidenum">
              <a:rPr lang="zh-CN" altLang="en-US" smtClean="0"/>
              <a:t>57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35234">
                                            <p:txEl>
                                              <p:pRg st="0" end="0"/>
                                            </p:txEl>
                                          </p:spTgt>
                                        </p:tgtEl>
                                        <p:attrNameLst>
                                          <p:attrName>style.visibility</p:attrName>
                                        </p:attrNameLst>
                                      </p:cBhvr>
                                      <p:to>
                                        <p:strVal val="visible"/>
                                      </p:to>
                                    </p:set>
                                    <p:anim calcmode="lin" valueType="num">
                                      <p:cBhvr>
                                        <p:cTn id="7" dur="500" fill="hold"/>
                                        <p:tgtEl>
                                          <p:spTgt spid="73523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3523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35234">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735234">
                                            <p:txEl>
                                              <p:pRg st="1" end="1"/>
                                            </p:txEl>
                                          </p:spTgt>
                                        </p:tgtEl>
                                        <p:attrNameLst>
                                          <p:attrName>style.visibility</p:attrName>
                                        </p:attrNameLst>
                                      </p:cBhvr>
                                      <p:to>
                                        <p:strVal val="visible"/>
                                      </p:to>
                                    </p:set>
                                    <p:anim calcmode="lin" valueType="num">
                                      <p:cBhvr>
                                        <p:cTn id="12" dur="500" fill="hold"/>
                                        <p:tgtEl>
                                          <p:spTgt spid="735234">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735234">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735234">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animEffect transition="in" filter="wipe(down)">
                                      <p:cBhvr>
                                        <p:cTn id="19" dur="500"/>
                                        <p:tgtEl>
                                          <p:spTgt spid="2">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735234">
                                            <p:txEl>
                                              <p:pRg st="2" end="2"/>
                                            </p:txEl>
                                          </p:spTgt>
                                        </p:tgtEl>
                                        <p:attrNameLst>
                                          <p:attrName>style.visibility</p:attrName>
                                        </p:attrNameLst>
                                      </p:cBhvr>
                                      <p:to>
                                        <p:strVal val="visible"/>
                                      </p:to>
                                    </p:set>
                                    <p:anim calcmode="lin" valueType="num">
                                      <p:cBhvr>
                                        <p:cTn id="24" dur="500" fill="hold"/>
                                        <p:tgtEl>
                                          <p:spTgt spid="735234">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735234">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735234">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735234">
                                            <p:txEl>
                                              <p:pRg st="3" end="3"/>
                                            </p:txEl>
                                          </p:spTgt>
                                        </p:tgtEl>
                                        <p:attrNameLst>
                                          <p:attrName>style.visibility</p:attrName>
                                        </p:attrNameLst>
                                      </p:cBhvr>
                                      <p:to>
                                        <p:strVal val="visible"/>
                                      </p:to>
                                    </p:set>
                                    <p:anim calcmode="lin" valueType="num">
                                      <p:cBhvr>
                                        <p:cTn id="31" dur="500" fill="hold"/>
                                        <p:tgtEl>
                                          <p:spTgt spid="735234">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735234">
                                            <p:txEl>
                                              <p:pRg st="3" end="3"/>
                                            </p:txEl>
                                          </p:spTgt>
                                        </p:tgtEl>
                                        <p:attrNameLst>
                                          <p:attrName>ppt_h</p:attrName>
                                        </p:attrNameLst>
                                      </p:cBhvr>
                                      <p:tavLst>
                                        <p:tav tm="0">
                                          <p:val>
                                            <p:fltVal val="0"/>
                                          </p:val>
                                        </p:tav>
                                        <p:tav tm="100000">
                                          <p:val>
                                            <p:strVal val="#ppt_h"/>
                                          </p:val>
                                        </p:tav>
                                      </p:tavLst>
                                    </p:anim>
                                    <p:animEffect transition="in" filter="fade">
                                      <p:cBhvr>
                                        <p:cTn id="33" dur="500"/>
                                        <p:tgtEl>
                                          <p:spTgt spid="735234">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735234">
                                            <p:txEl>
                                              <p:pRg st="4" end="4"/>
                                            </p:txEl>
                                          </p:spTgt>
                                        </p:tgtEl>
                                        <p:attrNameLst>
                                          <p:attrName>style.visibility</p:attrName>
                                        </p:attrNameLst>
                                      </p:cBhvr>
                                      <p:to>
                                        <p:strVal val="visible"/>
                                      </p:to>
                                    </p:set>
                                    <p:anim calcmode="lin" valueType="num">
                                      <p:cBhvr>
                                        <p:cTn id="38" dur="500" fill="hold"/>
                                        <p:tgtEl>
                                          <p:spTgt spid="735234">
                                            <p:txEl>
                                              <p:pRg st="4" end="4"/>
                                            </p:txEl>
                                          </p:spTgt>
                                        </p:tgtEl>
                                        <p:attrNameLst>
                                          <p:attrName>ppt_w</p:attrName>
                                        </p:attrNameLst>
                                      </p:cBhvr>
                                      <p:tavLst>
                                        <p:tav tm="0">
                                          <p:val>
                                            <p:fltVal val="0"/>
                                          </p:val>
                                        </p:tav>
                                        <p:tav tm="100000">
                                          <p:val>
                                            <p:strVal val="#ppt_w"/>
                                          </p:val>
                                        </p:tav>
                                      </p:tavLst>
                                    </p:anim>
                                    <p:anim calcmode="lin" valueType="num">
                                      <p:cBhvr>
                                        <p:cTn id="39" dur="500" fill="hold"/>
                                        <p:tgtEl>
                                          <p:spTgt spid="735234">
                                            <p:txEl>
                                              <p:pRg st="4" end="4"/>
                                            </p:txEl>
                                          </p:spTgt>
                                        </p:tgtEl>
                                        <p:attrNameLst>
                                          <p:attrName>ppt_h</p:attrName>
                                        </p:attrNameLst>
                                      </p:cBhvr>
                                      <p:tavLst>
                                        <p:tav tm="0">
                                          <p:val>
                                            <p:fltVal val="0"/>
                                          </p:val>
                                        </p:tav>
                                        <p:tav tm="100000">
                                          <p:val>
                                            <p:strVal val="#ppt_h"/>
                                          </p:val>
                                        </p:tav>
                                      </p:tavLst>
                                    </p:anim>
                                    <p:animEffect transition="in" filter="fade">
                                      <p:cBhvr>
                                        <p:cTn id="40" dur="500"/>
                                        <p:tgtEl>
                                          <p:spTgt spid="735234">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735234">
                                            <p:txEl>
                                              <p:pRg st="5" end="5"/>
                                            </p:txEl>
                                          </p:spTgt>
                                        </p:tgtEl>
                                        <p:attrNameLst>
                                          <p:attrName>style.visibility</p:attrName>
                                        </p:attrNameLst>
                                      </p:cBhvr>
                                      <p:to>
                                        <p:strVal val="visible"/>
                                      </p:to>
                                    </p:set>
                                    <p:anim calcmode="lin" valueType="num">
                                      <p:cBhvr>
                                        <p:cTn id="45" dur="500" fill="hold"/>
                                        <p:tgtEl>
                                          <p:spTgt spid="735234">
                                            <p:txEl>
                                              <p:pRg st="5" end="5"/>
                                            </p:txEl>
                                          </p:spTgt>
                                        </p:tgtEl>
                                        <p:attrNameLst>
                                          <p:attrName>ppt_w</p:attrName>
                                        </p:attrNameLst>
                                      </p:cBhvr>
                                      <p:tavLst>
                                        <p:tav tm="0">
                                          <p:val>
                                            <p:fltVal val="0"/>
                                          </p:val>
                                        </p:tav>
                                        <p:tav tm="100000">
                                          <p:val>
                                            <p:strVal val="#ppt_w"/>
                                          </p:val>
                                        </p:tav>
                                      </p:tavLst>
                                    </p:anim>
                                    <p:anim calcmode="lin" valueType="num">
                                      <p:cBhvr>
                                        <p:cTn id="46" dur="500" fill="hold"/>
                                        <p:tgtEl>
                                          <p:spTgt spid="735234">
                                            <p:txEl>
                                              <p:pRg st="5" end="5"/>
                                            </p:txEl>
                                          </p:spTgt>
                                        </p:tgtEl>
                                        <p:attrNameLst>
                                          <p:attrName>ppt_h</p:attrName>
                                        </p:attrNameLst>
                                      </p:cBhvr>
                                      <p:tavLst>
                                        <p:tav tm="0">
                                          <p:val>
                                            <p:fltVal val="0"/>
                                          </p:val>
                                        </p:tav>
                                        <p:tav tm="100000">
                                          <p:val>
                                            <p:strVal val="#ppt_h"/>
                                          </p:val>
                                        </p:tav>
                                      </p:tavLst>
                                    </p:anim>
                                    <p:animEffect transition="in" filter="fade">
                                      <p:cBhvr>
                                        <p:cTn id="47" dur="500"/>
                                        <p:tgtEl>
                                          <p:spTgt spid="735234">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735234">
                                            <p:txEl>
                                              <p:pRg st="6" end="6"/>
                                            </p:txEl>
                                          </p:spTgt>
                                        </p:tgtEl>
                                        <p:attrNameLst>
                                          <p:attrName>style.visibility</p:attrName>
                                        </p:attrNameLst>
                                      </p:cBhvr>
                                      <p:to>
                                        <p:strVal val="visible"/>
                                      </p:to>
                                    </p:set>
                                    <p:anim calcmode="lin" valueType="num">
                                      <p:cBhvr>
                                        <p:cTn id="52" dur="500" fill="hold"/>
                                        <p:tgtEl>
                                          <p:spTgt spid="735234">
                                            <p:txEl>
                                              <p:pRg st="6" end="6"/>
                                            </p:txEl>
                                          </p:spTgt>
                                        </p:tgtEl>
                                        <p:attrNameLst>
                                          <p:attrName>ppt_w</p:attrName>
                                        </p:attrNameLst>
                                      </p:cBhvr>
                                      <p:tavLst>
                                        <p:tav tm="0">
                                          <p:val>
                                            <p:fltVal val="0"/>
                                          </p:val>
                                        </p:tav>
                                        <p:tav tm="100000">
                                          <p:val>
                                            <p:strVal val="#ppt_w"/>
                                          </p:val>
                                        </p:tav>
                                      </p:tavLst>
                                    </p:anim>
                                    <p:anim calcmode="lin" valueType="num">
                                      <p:cBhvr>
                                        <p:cTn id="53" dur="500" fill="hold"/>
                                        <p:tgtEl>
                                          <p:spTgt spid="735234">
                                            <p:txEl>
                                              <p:pRg st="6" end="6"/>
                                            </p:txEl>
                                          </p:spTgt>
                                        </p:tgtEl>
                                        <p:attrNameLst>
                                          <p:attrName>ppt_h</p:attrName>
                                        </p:attrNameLst>
                                      </p:cBhvr>
                                      <p:tavLst>
                                        <p:tav tm="0">
                                          <p:val>
                                            <p:fltVal val="0"/>
                                          </p:val>
                                        </p:tav>
                                        <p:tav tm="100000">
                                          <p:val>
                                            <p:strVal val="#ppt_h"/>
                                          </p:val>
                                        </p:tav>
                                      </p:tavLst>
                                    </p:anim>
                                    <p:animEffect transition="in" filter="fade">
                                      <p:cBhvr>
                                        <p:cTn id="54" dur="500"/>
                                        <p:tgtEl>
                                          <p:spTgt spid="735234">
                                            <p:txEl>
                                              <p:pRg st="6" end="6"/>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735234">
                                            <p:txEl>
                                              <p:pRg st="7" end="7"/>
                                            </p:txEl>
                                          </p:spTgt>
                                        </p:tgtEl>
                                        <p:attrNameLst>
                                          <p:attrName>style.visibility</p:attrName>
                                        </p:attrNameLst>
                                      </p:cBhvr>
                                      <p:to>
                                        <p:strVal val="visible"/>
                                      </p:to>
                                    </p:set>
                                    <p:anim calcmode="lin" valueType="num">
                                      <p:cBhvr>
                                        <p:cTn id="59" dur="500" fill="hold"/>
                                        <p:tgtEl>
                                          <p:spTgt spid="735234">
                                            <p:txEl>
                                              <p:pRg st="7" end="7"/>
                                            </p:txEl>
                                          </p:spTgt>
                                        </p:tgtEl>
                                        <p:attrNameLst>
                                          <p:attrName>ppt_w</p:attrName>
                                        </p:attrNameLst>
                                      </p:cBhvr>
                                      <p:tavLst>
                                        <p:tav tm="0">
                                          <p:val>
                                            <p:fltVal val="0"/>
                                          </p:val>
                                        </p:tav>
                                        <p:tav tm="100000">
                                          <p:val>
                                            <p:strVal val="#ppt_w"/>
                                          </p:val>
                                        </p:tav>
                                      </p:tavLst>
                                    </p:anim>
                                    <p:anim calcmode="lin" valueType="num">
                                      <p:cBhvr>
                                        <p:cTn id="60" dur="500" fill="hold"/>
                                        <p:tgtEl>
                                          <p:spTgt spid="735234">
                                            <p:txEl>
                                              <p:pRg st="7" end="7"/>
                                            </p:txEl>
                                          </p:spTgt>
                                        </p:tgtEl>
                                        <p:attrNameLst>
                                          <p:attrName>ppt_h</p:attrName>
                                        </p:attrNameLst>
                                      </p:cBhvr>
                                      <p:tavLst>
                                        <p:tav tm="0">
                                          <p:val>
                                            <p:fltVal val="0"/>
                                          </p:val>
                                        </p:tav>
                                        <p:tav tm="100000">
                                          <p:val>
                                            <p:strVal val="#ppt_h"/>
                                          </p:val>
                                        </p:tav>
                                      </p:tavLst>
                                    </p:anim>
                                    <p:animEffect transition="in" filter="fade">
                                      <p:cBhvr>
                                        <p:cTn id="61" dur="500"/>
                                        <p:tgtEl>
                                          <p:spTgt spid="735234">
                                            <p:txEl>
                                              <p:pRg st="7" end="7"/>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grpId="0" nodeType="clickEffect">
                                  <p:stCondLst>
                                    <p:cond delay="0"/>
                                  </p:stCondLst>
                                  <p:childTnLst>
                                    <p:set>
                                      <p:cBhvr>
                                        <p:cTn id="65" dur="1" fill="hold">
                                          <p:stCondLst>
                                            <p:cond delay="0"/>
                                          </p:stCondLst>
                                        </p:cTn>
                                        <p:tgtEl>
                                          <p:spTgt spid="735234">
                                            <p:txEl>
                                              <p:pRg st="8" end="8"/>
                                            </p:txEl>
                                          </p:spTgt>
                                        </p:tgtEl>
                                        <p:attrNameLst>
                                          <p:attrName>style.visibility</p:attrName>
                                        </p:attrNameLst>
                                      </p:cBhvr>
                                      <p:to>
                                        <p:strVal val="visible"/>
                                      </p:to>
                                    </p:set>
                                    <p:anim calcmode="lin" valueType="num">
                                      <p:cBhvr>
                                        <p:cTn id="66" dur="500" fill="hold"/>
                                        <p:tgtEl>
                                          <p:spTgt spid="735234">
                                            <p:txEl>
                                              <p:pRg st="8" end="8"/>
                                            </p:txEl>
                                          </p:spTgt>
                                        </p:tgtEl>
                                        <p:attrNameLst>
                                          <p:attrName>ppt_w</p:attrName>
                                        </p:attrNameLst>
                                      </p:cBhvr>
                                      <p:tavLst>
                                        <p:tav tm="0">
                                          <p:val>
                                            <p:fltVal val="0"/>
                                          </p:val>
                                        </p:tav>
                                        <p:tav tm="100000">
                                          <p:val>
                                            <p:strVal val="#ppt_w"/>
                                          </p:val>
                                        </p:tav>
                                      </p:tavLst>
                                    </p:anim>
                                    <p:anim calcmode="lin" valueType="num">
                                      <p:cBhvr>
                                        <p:cTn id="67" dur="500" fill="hold"/>
                                        <p:tgtEl>
                                          <p:spTgt spid="735234">
                                            <p:txEl>
                                              <p:pRg st="8" end="8"/>
                                            </p:txEl>
                                          </p:spTgt>
                                        </p:tgtEl>
                                        <p:attrNameLst>
                                          <p:attrName>ppt_h</p:attrName>
                                        </p:attrNameLst>
                                      </p:cBhvr>
                                      <p:tavLst>
                                        <p:tav tm="0">
                                          <p:val>
                                            <p:fltVal val="0"/>
                                          </p:val>
                                        </p:tav>
                                        <p:tav tm="100000">
                                          <p:val>
                                            <p:strVal val="#ppt_h"/>
                                          </p:val>
                                        </p:tav>
                                      </p:tavLst>
                                    </p:anim>
                                    <p:animEffect transition="in" filter="fade">
                                      <p:cBhvr>
                                        <p:cTn id="68" dur="500"/>
                                        <p:tgtEl>
                                          <p:spTgt spid="735234">
                                            <p:txEl>
                                              <p:pRg st="8" end="8"/>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735234">
                                            <p:txEl>
                                              <p:pRg st="9" end="9"/>
                                            </p:txEl>
                                          </p:spTgt>
                                        </p:tgtEl>
                                        <p:attrNameLst>
                                          <p:attrName>style.visibility</p:attrName>
                                        </p:attrNameLst>
                                      </p:cBhvr>
                                      <p:to>
                                        <p:strVal val="visible"/>
                                      </p:to>
                                    </p:set>
                                    <p:anim calcmode="lin" valueType="num">
                                      <p:cBhvr>
                                        <p:cTn id="73" dur="500" fill="hold"/>
                                        <p:tgtEl>
                                          <p:spTgt spid="735234">
                                            <p:txEl>
                                              <p:pRg st="9" end="9"/>
                                            </p:txEl>
                                          </p:spTgt>
                                        </p:tgtEl>
                                        <p:attrNameLst>
                                          <p:attrName>ppt_w</p:attrName>
                                        </p:attrNameLst>
                                      </p:cBhvr>
                                      <p:tavLst>
                                        <p:tav tm="0">
                                          <p:val>
                                            <p:fltVal val="0"/>
                                          </p:val>
                                        </p:tav>
                                        <p:tav tm="100000">
                                          <p:val>
                                            <p:strVal val="#ppt_w"/>
                                          </p:val>
                                        </p:tav>
                                      </p:tavLst>
                                    </p:anim>
                                    <p:anim calcmode="lin" valueType="num">
                                      <p:cBhvr>
                                        <p:cTn id="74" dur="500" fill="hold"/>
                                        <p:tgtEl>
                                          <p:spTgt spid="735234">
                                            <p:txEl>
                                              <p:pRg st="9" end="9"/>
                                            </p:txEl>
                                          </p:spTgt>
                                        </p:tgtEl>
                                        <p:attrNameLst>
                                          <p:attrName>ppt_h</p:attrName>
                                        </p:attrNameLst>
                                      </p:cBhvr>
                                      <p:tavLst>
                                        <p:tav tm="0">
                                          <p:val>
                                            <p:fltVal val="0"/>
                                          </p:val>
                                        </p:tav>
                                        <p:tav tm="100000">
                                          <p:val>
                                            <p:strVal val="#ppt_h"/>
                                          </p:val>
                                        </p:tav>
                                      </p:tavLst>
                                    </p:anim>
                                    <p:animEffect transition="in" filter="fade">
                                      <p:cBhvr>
                                        <p:cTn id="75" dur="500"/>
                                        <p:tgtEl>
                                          <p:spTgt spid="735234">
                                            <p:txEl>
                                              <p:pRg st="9" end="9"/>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grpId="0" nodeType="clickEffect">
                                  <p:stCondLst>
                                    <p:cond delay="0"/>
                                  </p:stCondLst>
                                  <p:childTnLst>
                                    <p:set>
                                      <p:cBhvr>
                                        <p:cTn id="79" dur="1" fill="hold">
                                          <p:stCondLst>
                                            <p:cond delay="0"/>
                                          </p:stCondLst>
                                        </p:cTn>
                                        <p:tgtEl>
                                          <p:spTgt spid="735234">
                                            <p:txEl>
                                              <p:pRg st="10" end="10"/>
                                            </p:txEl>
                                          </p:spTgt>
                                        </p:tgtEl>
                                        <p:attrNameLst>
                                          <p:attrName>style.visibility</p:attrName>
                                        </p:attrNameLst>
                                      </p:cBhvr>
                                      <p:to>
                                        <p:strVal val="visible"/>
                                      </p:to>
                                    </p:set>
                                    <p:anim calcmode="lin" valueType="num">
                                      <p:cBhvr>
                                        <p:cTn id="80" dur="500" fill="hold"/>
                                        <p:tgtEl>
                                          <p:spTgt spid="735234">
                                            <p:txEl>
                                              <p:pRg st="10" end="10"/>
                                            </p:txEl>
                                          </p:spTgt>
                                        </p:tgtEl>
                                        <p:attrNameLst>
                                          <p:attrName>ppt_w</p:attrName>
                                        </p:attrNameLst>
                                      </p:cBhvr>
                                      <p:tavLst>
                                        <p:tav tm="0">
                                          <p:val>
                                            <p:fltVal val="0"/>
                                          </p:val>
                                        </p:tav>
                                        <p:tav tm="100000">
                                          <p:val>
                                            <p:strVal val="#ppt_w"/>
                                          </p:val>
                                        </p:tav>
                                      </p:tavLst>
                                    </p:anim>
                                    <p:anim calcmode="lin" valueType="num">
                                      <p:cBhvr>
                                        <p:cTn id="81" dur="500" fill="hold"/>
                                        <p:tgtEl>
                                          <p:spTgt spid="735234">
                                            <p:txEl>
                                              <p:pRg st="10" end="10"/>
                                            </p:txEl>
                                          </p:spTgt>
                                        </p:tgtEl>
                                        <p:attrNameLst>
                                          <p:attrName>ppt_h</p:attrName>
                                        </p:attrNameLst>
                                      </p:cBhvr>
                                      <p:tavLst>
                                        <p:tav tm="0">
                                          <p:val>
                                            <p:fltVal val="0"/>
                                          </p:val>
                                        </p:tav>
                                        <p:tav tm="100000">
                                          <p:val>
                                            <p:strVal val="#ppt_h"/>
                                          </p:val>
                                        </p:tav>
                                      </p:tavLst>
                                    </p:anim>
                                    <p:animEffect transition="in" filter="fade">
                                      <p:cBhvr>
                                        <p:cTn id="82" dur="500"/>
                                        <p:tgtEl>
                                          <p:spTgt spid="735234">
                                            <p:txEl>
                                              <p:pRg st="10" end="1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735234">
                                            <p:txEl>
                                              <p:pRg st="11" end="11"/>
                                            </p:txEl>
                                          </p:spTgt>
                                        </p:tgtEl>
                                        <p:attrNameLst>
                                          <p:attrName>style.visibility</p:attrName>
                                        </p:attrNameLst>
                                      </p:cBhvr>
                                      <p:to>
                                        <p:strVal val="visible"/>
                                      </p:to>
                                    </p:set>
                                    <p:anim calcmode="lin" valueType="num">
                                      <p:cBhvr>
                                        <p:cTn id="87" dur="500" fill="hold"/>
                                        <p:tgtEl>
                                          <p:spTgt spid="735234">
                                            <p:txEl>
                                              <p:pRg st="11" end="11"/>
                                            </p:txEl>
                                          </p:spTgt>
                                        </p:tgtEl>
                                        <p:attrNameLst>
                                          <p:attrName>ppt_w</p:attrName>
                                        </p:attrNameLst>
                                      </p:cBhvr>
                                      <p:tavLst>
                                        <p:tav tm="0">
                                          <p:val>
                                            <p:fltVal val="0"/>
                                          </p:val>
                                        </p:tav>
                                        <p:tav tm="100000">
                                          <p:val>
                                            <p:strVal val="#ppt_w"/>
                                          </p:val>
                                        </p:tav>
                                      </p:tavLst>
                                    </p:anim>
                                    <p:anim calcmode="lin" valueType="num">
                                      <p:cBhvr>
                                        <p:cTn id="88" dur="500" fill="hold"/>
                                        <p:tgtEl>
                                          <p:spTgt spid="735234">
                                            <p:txEl>
                                              <p:pRg st="11" end="11"/>
                                            </p:txEl>
                                          </p:spTgt>
                                        </p:tgtEl>
                                        <p:attrNameLst>
                                          <p:attrName>ppt_h</p:attrName>
                                        </p:attrNameLst>
                                      </p:cBhvr>
                                      <p:tavLst>
                                        <p:tav tm="0">
                                          <p:val>
                                            <p:fltVal val="0"/>
                                          </p:val>
                                        </p:tav>
                                        <p:tav tm="100000">
                                          <p:val>
                                            <p:strVal val="#ppt_h"/>
                                          </p:val>
                                        </p:tav>
                                      </p:tavLst>
                                    </p:anim>
                                    <p:animEffect transition="in" filter="fade">
                                      <p:cBhvr>
                                        <p:cTn id="89" dur="500"/>
                                        <p:tgtEl>
                                          <p:spTgt spid="735234">
                                            <p:txEl>
                                              <p:pRg st="11" end="11"/>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53" presetClass="entr" presetSubtype="16" fill="hold" grpId="0" nodeType="clickEffect">
                                  <p:stCondLst>
                                    <p:cond delay="0"/>
                                  </p:stCondLst>
                                  <p:childTnLst>
                                    <p:set>
                                      <p:cBhvr>
                                        <p:cTn id="93" dur="1" fill="hold">
                                          <p:stCondLst>
                                            <p:cond delay="0"/>
                                          </p:stCondLst>
                                        </p:cTn>
                                        <p:tgtEl>
                                          <p:spTgt spid="735234">
                                            <p:txEl>
                                              <p:pRg st="12" end="12"/>
                                            </p:txEl>
                                          </p:spTgt>
                                        </p:tgtEl>
                                        <p:attrNameLst>
                                          <p:attrName>style.visibility</p:attrName>
                                        </p:attrNameLst>
                                      </p:cBhvr>
                                      <p:to>
                                        <p:strVal val="visible"/>
                                      </p:to>
                                    </p:set>
                                    <p:anim calcmode="lin" valueType="num">
                                      <p:cBhvr>
                                        <p:cTn id="94" dur="500" fill="hold"/>
                                        <p:tgtEl>
                                          <p:spTgt spid="735234">
                                            <p:txEl>
                                              <p:pRg st="12" end="12"/>
                                            </p:txEl>
                                          </p:spTgt>
                                        </p:tgtEl>
                                        <p:attrNameLst>
                                          <p:attrName>ppt_w</p:attrName>
                                        </p:attrNameLst>
                                      </p:cBhvr>
                                      <p:tavLst>
                                        <p:tav tm="0">
                                          <p:val>
                                            <p:fltVal val="0"/>
                                          </p:val>
                                        </p:tav>
                                        <p:tav tm="100000">
                                          <p:val>
                                            <p:strVal val="#ppt_w"/>
                                          </p:val>
                                        </p:tav>
                                      </p:tavLst>
                                    </p:anim>
                                    <p:anim calcmode="lin" valueType="num">
                                      <p:cBhvr>
                                        <p:cTn id="95" dur="500" fill="hold"/>
                                        <p:tgtEl>
                                          <p:spTgt spid="735234">
                                            <p:txEl>
                                              <p:pRg st="12" end="12"/>
                                            </p:txEl>
                                          </p:spTgt>
                                        </p:tgtEl>
                                        <p:attrNameLst>
                                          <p:attrName>ppt_h</p:attrName>
                                        </p:attrNameLst>
                                      </p:cBhvr>
                                      <p:tavLst>
                                        <p:tav tm="0">
                                          <p:val>
                                            <p:fltVal val="0"/>
                                          </p:val>
                                        </p:tav>
                                        <p:tav tm="100000">
                                          <p:val>
                                            <p:strVal val="#ppt_h"/>
                                          </p:val>
                                        </p:tav>
                                      </p:tavLst>
                                    </p:anim>
                                    <p:animEffect transition="in" filter="fade">
                                      <p:cBhvr>
                                        <p:cTn id="96" dur="500"/>
                                        <p:tgtEl>
                                          <p:spTgt spid="735234">
                                            <p:txEl>
                                              <p:pRg st="12" end="12"/>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53" presetClass="entr" presetSubtype="16" fill="hold" grpId="0" nodeType="clickEffect">
                                  <p:stCondLst>
                                    <p:cond delay="0"/>
                                  </p:stCondLst>
                                  <p:childTnLst>
                                    <p:set>
                                      <p:cBhvr>
                                        <p:cTn id="100" dur="1" fill="hold">
                                          <p:stCondLst>
                                            <p:cond delay="0"/>
                                          </p:stCondLst>
                                        </p:cTn>
                                        <p:tgtEl>
                                          <p:spTgt spid="735234">
                                            <p:txEl>
                                              <p:pRg st="13" end="13"/>
                                            </p:txEl>
                                          </p:spTgt>
                                        </p:tgtEl>
                                        <p:attrNameLst>
                                          <p:attrName>style.visibility</p:attrName>
                                        </p:attrNameLst>
                                      </p:cBhvr>
                                      <p:to>
                                        <p:strVal val="visible"/>
                                      </p:to>
                                    </p:set>
                                    <p:anim calcmode="lin" valueType="num">
                                      <p:cBhvr>
                                        <p:cTn id="101" dur="500" fill="hold"/>
                                        <p:tgtEl>
                                          <p:spTgt spid="735234">
                                            <p:txEl>
                                              <p:pRg st="13" end="13"/>
                                            </p:txEl>
                                          </p:spTgt>
                                        </p:tgtEl>
                                        <p:attrNameLst>
                                          <p:attrName>ppt_w</p:attrName>
                                        </p:attrNameLst>
                                      </p:cBhvr>
                                      <p:tavLst>
                                        <p:tav tm="0">
                                          <p:val>
                                            <p:fltVal val="0"/>
                                          </p:val>
                                        </p:tav>
                                        <p:tav tm="100000">
                                          <p:val>
                                            <p:strVal val="#ppt_w"/>
                                          </p:val>
                                        </p:tav>
                                      </p:tavLst>
                                    </p:anim>
                                    <p:anim calcmode="lin" valueType="num">
                                      <p:cBhvr>
                                        <p:cTn id="102" dur="500" fill="hold"/>
                                        <p:tgtEl>
                                          <p:spTgt spid="735234">
                                            <p:txEl>
                                              <p:pRg st="13" end="13"/>
                                            </p:txEl>
                                          </p:spTgt>
                                        </p:tgtEl>
                                        <p:attrNameLst>
                                          <p:attrName>ppt_h</p:attrName>
                                        </p:attrNameLst>
                                      </p:cBhvr>
                                      <p:tavLst>
                                        <p:tav tm="0">
                                          <p:val>
                                            <p:fltVal val="0"/>
                                          </p:val>
                                        </p:tav>
                                        <p:tav tm="100000">
                                          <p:val>
                                            <p:strVal val="#ppt_h"/>
                                          </p:val>
                                        </p:tav>
                                      </p:tavLst>
                                    </p:anim>
                                    <p:animEffect transition="in" filter="fade">
                                      <p:cBhvr>
                                        <p:cTn id="103" dur="500"/>
                                        <p:tgtEl>
                                          <p:spTgt spid="735234">
                                            <p:txEl>
                                              <p:pRg st="13" end="13"/>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53" presetClass="entr" presetSubtype="16" fill="hold" grpId="0" nodeType="clickEffect">
                                  <p:stCondLst>
                                    <p:cond delay="0"/>
                                  </p:stCondLst>
                                  <p:childTnLst>
                                    <p:set>
                                      <p:cBhvr>
                                        <p:cTn id="107" dur="1" fill="hold">
                                          <p:stCondLst>
                                            <p:cond delay="0"/>
                                          </p:stCondLst>
                                        </p:cTn>
                                        <p:tgtEl>
                                          <p:spTgt spid="735234">
                                            <p:txEl>
                                              <p:pRg st="14" end="14"/>
                                            </p:txEl>
                                          </p:spTgt>
                                        </p:tgtEl>
                                        <p:attrNameLst>
                                          <p:attrName>style.visibility</p:attrName>
                                        </p:attrNameLst>
                                      </p:cBhvr>
                                      <p:to>
                                        <p:strVal val="visible"/>
                                      </p:to>
                                    </p:set>
                                    <p:anim calcmode="lin" valueType="num">
                                      <p:cBhvr>
                                        <p:cTn id="108" dur="500" fill="hold"/>
                                        <p:tgtEl>
                                          <p:spTgt spid="735234">
                                            <p:txEl>
                                              <p:pRg st="14" end="14"/>
                                            </p:txEl>
                                          </p:spTgt>
                                        </p:tgtEl>
                                        <p:attrNameLst>
                                          <p:attrName>ppt_w</p:attrName>
                                        </p:attrNameLst>
                                      </p:cBhvr>
                                      <p:tavLst>
                                        <p:tav tm="0">
                                          <p:val>
                                            <p:fltVal val="0"/>
                                          </p:val>
                                        </p:tav>
                                        <p:tav tm="100000">
                                          <p:val>
                                            <p:strVal val="#ppt_w"/>
                                          </p:val>
                                        </p:tav>
                                      </p:tavLst>
                                    </p:anim>
                                    <p:anim calcmode="lin" valueType="num">
                                      <p:cBhvr>
                                        <p:cTn id="109" dur="500" fill="hold"/>
                                        <p:tgtEl>
                                          <p:spTgt spid="735234">
                                            <p:txEl>
                                              <p:pRg st="14" end="14"/>
                                            </p:txEl>
                                          </p:spTgt>
                                        </p:tgtEl>
                                        <p:attrNameLst>
                                          <p:attrName>ppt_h</p:attrName>
                                        </p:attrNameLst>
                                      </p:cBhvr>
                                      <p:tavLst>
                                        <p:tav tm="0">
                                          <p:val>
                                            <p:fltVal val="0"/>
                                          </p:val>
                                        </p:tav>
                                        <p:tav tm="100000">
                                          <p:val>
                                            <p:strVal val="#ppt_h"/>
                                          </p:val>
                                        </p:tav>
                                      </p:tavLst>
                                    </p:anim>
                                    <p:animEffect transition="in" filter="fade">
                                      <p:cBhvr>
                                        <p:cTn id="110" dur="500"/>
                                        <p:tgtEl>
                                          <p:spTgt spid="735234">
                                            <p:txEl>
                                              <p:pRg st="14" end="14"/>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53" presetClass="entr" presetSubtype="16" fill="hold" grpId="0" nodeType="clickEffect">
                                  <p:stCondLst>
                                    <p:cond delay="0"/>
                                  </p:stCondLst>
                                  <p:childTnLst>
                                    <p:set>
                                      <p:cBhvr>
                                        <p:cTn id="114" dur="1" fill="hold">
                                          <p:stCondLst>
                                            <p:cond delay="0"/>
                                          </p:stCondLst>
                                        </p:cTn>
                                        <p:tgtEl>
                                          <p:spTgt spid="735234">
                                            <p:txEl>
                                              <p:pRg st="15" end="15"/>
                                            </p:txEl>
                                          </p:spTgt>
                                        </p:tgtEl>
                                        <p:attrNameLst>
                                          <p:attrName>style.visibility</p:attrName>
                                        </p:attrNameLst>
                                      </p:cBhvr>
                                      <p:to>
                                        <p:strVal val="visible"/>
                                      </p:to>
                                    </p:set>
                                    <p:anim calcmode="lin" valueType="num">
                                      <p:cBhvr>
                                        <p:cTn id="115" dur="500" fill="hold"/>
                                        <p:tgtEl>
                                          <p:spTgt spid="735234">
                                            <p:txEl>
                                              <p:pRg st="15" end="15"/>
                                            </p:txEl>
                                          </p:spTgt>
                                        </p:tgtEl>
                                        <p:attrNameLst>
                                          <p:attrName>ppt_w</p:attrName>
                                        </p:attrNameLst>
                                      </p:cBhvr>
                                      <p:tavLst>
                                        <p:tav tm="0">
                                          <p:val>
                                            <p:fltVal val="0"/>
                                          </p:val>
                                        </p:tav>
                                        <p:tav tm="100000">
                                          <p:val>
                                            <p:strVal val="#ppt_w"/>
                                          </p:val>
                                        </p:tav>
                                      </p:tavLst>
                                    </p:anim>
                                    <p:anim calcmode="lin" valueType="num">
                                      <p:cBhvr>
                                        <p:cTn id="116" dur="500" fill="hold"/>
                                        <p:tgtEl>
                                          <p:spTgt spid="735234">
                                            <p:txEl>
                                              <p:pRg st="15" end="15"/>
                                            </p:txEl>
                                          </p:spTgt>
                                        </p:tgtEl>
                                        <p:attrNameLst>
                                          <p:attrName>ppt_h</p:attrName>
                                        </p:attrNameLst>
                                      </p:cBhvr>
                                      <p:tavLst>
                                        <p:tav tm="0">
                                          <p:val>
                                            <p:fltVal val="0"/>
                                          </p:val>
                                        </p:tav>
                                        <p:tav tm="100000">
                                          <p:val>
                                            <p:strVal val="#ppt_h"/>
                                          </p:val>
                                        </p:tav>
                                      </p:tavLst>
                                    </p:anim>
                                    <p:animEffect transition="in" filter="fade">
                                      <p:cBhvr>
                                        <p:cTn id="117" dur="500"/>
                                        <p:tgtEl>
                                          <p:spTgt spid="735234">
                                            <p:txEl>
                                              <p:pRg st="15" end="15"/>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53" presetClass="entr" presetSubtype="16" fill="hold" grpId="0" nodeType="clickEffect">
                                  <p:stCondLst>
                                    <p:cond delay="0"/>
                                  </p:stCondLst>
                                  <p:childTnLst>
                                    <p:set>
                                      <p:cBhvr>
                                        <p:cTn id="121" dur="1" fill="hold">
                                          <p:stCondLst>
                                            <p:cond delay="0"/>
                                          </p:stCondLst>
                                        </p:cTn>
                                        <p:tgtEl>
                                          <p:spTgt spid="735234">
                                            <p:txEl>
                                              <p:pRg st="16" end="16"/>
                                            </p:txEl>
                                          </p:spTgt>
                                        </p:tgtEl>
                                        <p:attrNameLst>
                                          <p:attrName>style.visibility</p:attrName>
                                        </p:attrNameLst>
                                      </p:cBhvr>
                                      <p:to>
                                        <p:strVal val="visible"/>
                                      </p:to>
                                    </p:set>
                                    <p:anim calcmode="lin" valueType="num">
                                      <p:cBhvr>
                                        <p:cTn id="122" dur="500" fill="hold"/>
                                        <p:tgtEl>
                                          <p:spTgt spid="735234">
                                            <p:txEl>
                                              <p:pRg st="16" end="16"/>
                                            </p:txEl>
                                          </p:spTgt>
                                        </p:tgtEl>
                                        <p:attrNameLst>
                                          <p:attrName>ppt_w</p:attrName>
                                        </p:attrNameLst>
                                      </p:cBhvr>
                                      <p:tavLst>
                                        <p:tav tm="0">
                                          <p:val>
                                            <p:fltVal val="0"/>
                                          </p:val>
                                        </p:tav>
                                        <p:tav tm="100000">
                                          <p:val>
                                            <p:strVal val="#ppt_w"/>
                                          </p:val>
                                        </p:tav>
                                      </p:tavLst>
                                    </p:anim>
                                    <p:anim calcmode="lin" valueType="num">
                                      <p:cBhvr>
                                        <p:cTn id="123" dur="500" fill="hold"/>
                                        <p:tgtEl>
                                          <p:spTgt spid="735234">
                                            <p:txEl>
                                              <p:pRg st="16" end="16"/>
                                            </p:txEl>
                                          </p:spTgt>
                                        </p:tgtEl>
                                        <p:attrNameLst>
                                          <p:attrName>ppt_h</p:attrName>
                                        </p:attrNameLst>
                                      </p:cBhvr>
                                      <p:tavLst>
                                        <p:tav tm="0">
                                          <p:val>
                                            <p:fltVal val="0"/>
                                          </p:val>
                                        </p:tav>
                                        <p:tav tm="100000">
                                          <p:val>
                                            <p:strVal val="#ppt_h"/>
                                          </p:val>
                                        </p:tav>
                                      </p:tavLst>
                                    </p:anim>
                                    <p:animEffect transition="in" filter="fade">
                                      <p:cBhvr>
                                        <p:cTn id="124" dur="500"/>
                                        <p:tgtEl>
                                          <p:spTgt spid="735234">
                                            <p:txEl>
                                              <p:pRg st="16" end="16"/>
                                            </p:txEl>
                                          </p:spTgt>
                                        </p:tgtEl>
                                      </p:cBhvr>
                                    </p:animEffect>
                                  </p:childTnLst>
                                </p:cTn>
                              </p:par>
                            </p:childTnLst>
                          </p:cTn>
                        </p:par>
                      </p:childTnLst>
                    </p:cTn>
                  </p:par>
                  <p:par>
                    <p:cTn id="125" fill="hold">
                      <p:stCondLst>
                        <p:cond delay="indefinite"/>
                      </p:stCondLst>
                      <p:childTnLst>
                        <p:par>
                          <p:cTn id="126" fill="hold">
                            <p:stCondLst>
                              <p:cond delay="0"/>
                            </p:stCondLst>
                            <p:childTnLst>
                              <p:par>
                                <p:cTn id="127" presetID="53" presetClass="entr" presetSubtype="16" fill="hold" grpId="0" nodeType="clickEffect">
                                  <p:stCondLst>
                                    <p:cond delay="0"/>
                                  </p:stCondLst>
                                  <p:childTnLst>
                                    <p:set>
                                      <p:cBhvr>
                                        <p:cTn id="128" dur="1" fill="hold">
                                          <p:stCondLst>
                                            <p:cond delay="0"/>
                                          </p:stCondLst>
                                        </p:cTn>
                                        <p:tgtEl>
                                          <p:spTgt spid="735234">
                                            <p:txEl>
                                              <p:pRg st="17" end="17"/>
                                            </p:txEl>
                                          </p:spTgt>
                                        </p:tgtEl>
                                        <p:attrNameLst>
                                          <p:attrName>style.visibility</p:attrName>
                                        </p:attrNameLst>
                                      </p:cBhvr>
                                      <p:to>
                                        <p:strVal val="visible"/>
                                      </p:to>
                                    </p:set>
                                    <p:anim calcmode="lin" valueType="num">
                                      <p:cBhvr>
                                        <p:cTn id="129" dur="500" fill="hold"/>
                                        <p:tgtEl>
                                          <p:spTgt spid="735234">
                                            <p:txEl>
                                              <p:pRg st="17" end="17"/>
                                            </p:txEl>
                                          </p:spTgt>
                                        </p:tgtEl>
                                        <p:attrNameLst>
                                          <p:attrName>ppt_w</p:attrName>
                                        </p:attrNameLst>
                                      </p:cBhvr>
                                      <p:tavLst>
                                        <p:tav tm="0">
                                          <p:val>
                                            <p:fltVal val="0"/>
                                          </p:val>
                                        </p:tav>
                                        <p:tav tm="100000">
                                          <p:val>
                                            <p:strVal val="#ppt_w"/>
                                          </p:val>
                                        </p:tav>
                                      </p:tavLst>
                                    </p:anim>
                                    <p:anim calcmode="lin" valueType="num">
                                      <p:cBhvr>
                                        <p:cTn id="130" dur="500" fill="hold"/>
                                        <p:tgtEl>
                                          <p:spTgt spid="735234">
                                            <p:txEl>
                                              <p:pRg st="17" end="17"/>
                                            </p:txEl>
                                          </p:spTgt>
                                        </p:tgtEl>
                                        <p:attrNameLst>
                                          <p:attrName>ppt_h</p:attrName>
                                        </p:attrNameLst>
                                      </p:cBhvr>
                                      <p:tavLst>
                                        <p:tav tm="0">
                                          <p:val>
                                            <p:fltVal val="0"/>
                                          </p:val>
                                        </p:tav>
                                        <p:tav tm="100000">
                                          <p:val>
                                            <p:strVal val="#ppt_h"/>
                                          </p:val>
                                        </p:tav>
                                      </p:tavLst>
                                    </p:anim>
                                    <p:animEffect transition="in" filter="fade">
                                      <p:cBhvr>
                                        <p:cTn id="131" dur="500"/>
                                        <p:tgtEl>
                                          <p:spTgt spid="735234">
                                            <p:txEl>
                                              <p:pRg st="17" end="17"/>
                                            </p:txEl>
                                          </p:spTgt>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4" fill="hold" grpId="0" nodeType="clickEffect">
                                  <p:stCondLst>
                                    <p:cond delay="0"/>
                                  </p:stCondLst>
                                  <p:childTnLst>
                                    <p:set>
                                      <p:cBhvr>
                                        <p:cTn id="135" dur="1" fill="hold">
                                          <p:stCondLst>
                                            <p:cond delay="0"/>
                                          </p:stCondLst>
                                        </p:cTn>
                                        <p:tgtEl>
                                          <p:spTgt spid="2">
                                            <p:txEl>
                                              <p:pRg st="1" end="1"/>
                                            </p:txEl>
                                          </p:spTgt>
                                        </p:tgtEl>
                                        <p:attrNameLst>
                                          <p:attrName>style.visibility</p:attrName>
                                        </p:attrNameLst>
                                      </p:cBhvr>
                                      <p:to>
                                        <p:strVal val="visible"/>
                                      </p:to>
                                    </p:set>
                                    <p:animEffect transition="in" filter="wipe(down)">
                                      <p:cBhvr>
                                        <p:cTn id="136" dur="500"/>
                                        <p:tgtEl>
                                          <p:spTgt spid="2">
                                            <p:txEl>
                                              <p:pRg st="1" end="1"/>
                                            </p:txEl>
                                          </p:spTgt>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4" fill="hold" grpId="0" nodeType="clickEffect">
                                  <p:stCondLst>
                                    <p:cond delay="0"/>
                                  </p:stCondLst>
                                  <p:childTnLst>
                                    <p:set>
                                      <p:cBhvr>
                                        <p:cTn id="140" dur="1" fill="hold">
                                          <p:stCondLst>
                                            <p:cond delay="0"/>
                                          </p:stCondLst>
                                        </p:cTn>
                                        <p:tgtEl>
                                          <p:spTgt spid="2">
                                            <p:txEl>
                                              <p:pRg st="2" end="2"/>
                                            </p:txEl>
                                          </p:spTgt>
                                        </p:tgtEl>
                                        <p:attrNameLst>
                                          <p:attrName>style.visibility</p:attrName>
                                        </p:attrNameLst>
                                      </p:cBhvr>
                                      <p:to>
                                        <p:strVal val="visible"/>
                                      </p:to>
                                    </p:set>
                                    <p:animEffect transition="in" filter="wipe(down)">
                                      <p:cBhvr>
                                        <p:cTn id="141" dur="500"/>
                                        <p:tgtEl>
                                          <p:spTgt spid="2">
                                            <p:txEl>
                                              <p:pRg st="2" end="2"/>
                                            </p:txEl>
                                          </p:spTgt>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4" fill="hold" grpId="0" nodeType="clickEffect">
                                  <p:stCondLst>
                                    <p:cond delay="0"/>
                                  </p:stCondLst>
                                  <p:childTnLst>
                                    <p:set>
                                      <p:cBhvr>
                                        <p:cTn id="145" dur="1" fill="hold">
                                          <p:stCondLst>
                                            <p:cond delay="0"/>
                                          </p:stCondLst>
                                        </p:cTn>
                                        <p:tgtEl>
                                          <p:spTgt spid="2">
                                            <p:txEl>
                                              <p:pRg st="3" end="3"/>
                                            </p:txEl>
                                          </p:spTgt>
                                        </p:tgtEl>
                                        <p:attrNameLst>
                                          <p:attrName>style.visibility</p:attrName>
                                        </p:attrNameLst>
                                      </p:cBhvr>
                                      <p:to>
                                        <p:strVal val="visible"/>
                                      </p:to>
                                    </p:set>
                                    <p:animEffect transition="in" filter="wipe(down)">
                                      <p:cBhvr>
                                        <p:cTn id="146"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5234" grpId="0" uiExpand="1" build="p" autoUpdateAnimBg="0"/>
      <p:bldP spid="2"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内容占位符 2"/>
          <p:cNvSpPr>
            <a:spLocks noGrp="1"/>
          </p:cNvSpPr>
          <p:nvPr>
            <p:ph idx="1"/>
          </p:nvPr>
        </p:nvSpPr>
        <p:spPr>
          <a:xfrm>
            <a:off x="142875" y="642938"/>
            <a:ext cx="8715375" cy="3225800"/>
          </a:xfrm>
        </p:spPr>
        <p:txBody>
          <a:bodyPr/>
          <a:lstStyle/>
          <a:p>
            <a:pPr eaLnBrk="1" hangingPunct="1">
              <a:buClrTx/>
              <a:buFont typeface="Wingdings" panose="05000000000000000000" pitchFamily="2" charset="2"/>
              <a:buChar char="Ø"/>
            </a:pPr>
            <a:r>
              <a:rPr lang="zh-CN" altLang="en-US" sz="1800" b="1" dirty="0">
                <a:solidFill>
                  <a:schemeClr val="tx1"/>
                </a:solidFill>
                <a:cs typeface="Times New Roman" panose="02020603050405020304" pitchFamily="18" charset="0"/>
              </a:rPr>
              <a:t>输入：一个串</a:t>
            </a:r>
            <a:r>
              <a:rPr lang="en-US" altLang="zh-CN" sz="1800" b="1" i="1" dirty="0">
                <a:solidFill>
                  <a:schemeClr val="tx1"/>
                </a:solidFill>
                <a:cs typeface="Times New Roman" panose="02020603050405020304" pitchFamily="18" charset="0"/>
              </a:rPr>
              <a:t>w</a:t>
            </a:r>
            <a:r>
              <a:rPr lang="zh-CN" altLang="en-US" sz="1800" b="1" dirty="0">
                <a:solidFill>
                  <a:schemeClr val="tx1"/>
                </a:solidFill>
                <a:cs typeface="Times New Roman" panose="02020603050405020304" pitchFamily="18" charset="0"/>
              </a:rPr>
              <a:t>和文法</a:t>
            </a:r>
            <a:r>
              <a:rPr lang="en-US" altLang="zh-CN" sz="1800" b="1" i="1" dirty="0">
                <a:solidFill>
                  <a:schemeClr val="tx1"/>
                </a:solidFill>
                <a:cs typeface="Times New Roman" panose="02020603050405020304" pitchFamily="18" charset="0"/>
              </a:rPr>
              <a:t>G</a:t>
            </a:r>
            <a:r>
              <a:rPr lang="zh-CN" altLang="en-US" sz="1800" b="1" dirty="0">
                <a:solidFill>
                  <a:schemeClr val="tx1"/>
                </a:solidFill>
                <a:cs typeface="Times New Roman" panose="02020603050405020304" pitchFamily="18" charset="0"/>
              </a:rPr>
              <a:t>的分析表</a:t>
            </a:r>
            <a:r>
              <a:rPr lang="en-US" altLang="zh-CN" sz="1800" b="1" dirty="0">
                <a:solidFill>
                  <a:schemeClr val="tx1"/>
                </a:solidFill>
                <a:cs typeface="Times New Roman" panose="02020603050405020304" pitchFamily="18" charset="0"/>
              </a:rPr>
              <a:t> </a:t>
            </a:r>
            <a:r>
              <a:rPr lang="en-US" altLang="zh-CN" sz="1800" b="1" i="1" dirty="0">
                <a:solidFill>
                  <a:schemeClr val="tx1"/>
                </a:solidFill>
                <a:cs typeface="Times New Roman" panose="02020603050405020304" pitchFamily="18" charset="0"/>
              </a:rPr>
              <a:t>M</a:t>
            </a:r>
            <a:endParaRPr lang="en-US" altLang="zh-CN" sz="1800" b="1" dirty="0">
              <a:solidFill>
                <a:schemeClr val="tx1"/>
              </a:solidFill>
              <a:cs typeface="Times New Roman" panose="02020603050405020304" pitchFamily="18" charset="0"/>
            </a:endParaRPr>
          </a:p>
          <a:p>
            <a:pPr eaLnBrk="1" hangingPunct="1">
              <a:buClrTx/>
              <a:buFont typeface="Wingdings" panose="05000000000000000000" pitchFamily="2" charset="2"/>
              <a:buChar char="Ø"/>
            </a:pPr>
            <a:r>
              <a:rPr lang="zh-CN" altLang="en-US" sz="1800" b="1" dirty="0">
                <a:solidFill>
                  <a:schemeClr val="tx1"/>
                </a:solidFill>
                <a:cs typeface="Times New Roman" panose="02020603050405020304" pitchFamily="18" charset="0"/>
              </a:rPr>
              <a:t>输出：如果</a:t>
            </a:r>
            <a:r>
              <a:rPr lang="en-US" altLang="zh-CN" sz="1800" b="1" i="1" dirty="0">
                <a:solidFill>
                  <a:schemeClr val="tx1"/>
                </a:solidFill>
                <a:cs typeface="Times New Roman" panose="02020603050405020304" pitchFamily="18" charset="0"/>
              </a:rPr>
              <a:t>w</a:t>
            </a:r>
            <a:r>
              <a:rPr lang="zh-CN" altLang="en-US" sz="1800" b="1" dirty="0">
                <a:solidFill>
                  <a:schemeClr val="tx1"/>
                </a:solidFill>
                <a:cs typeface="Times New Roman" panose="02020603050405020304" pitchFamily="18" charset="0"/>
              </a:rPr>
              <a:t>在</a:t>
            </a:r>
            <a:r>
              <a:rPr lang="en-US" altLang="zh-CN" sz="1800" b="1" i="1" dirty="0">
                <a:solidFill>
                  <a:schemeClr val="tx1"/>
                </a:solidFill>
                <a:cs typeface="Times New Roman" panose="02020603050405020304" pitchFamily="18" charset="0"/>
              </a:rPr>
              <a:t>L</a:t>
            </a:r>
            <a:r>
              <a:rPr lang="en-US" altLang="zh-CN" sz="1800" b="1" dirty="0">
                <a:solidFill>
                  <a:schemeClr val="tx1"/>
                </a:solidFill>
                <a:cs typeface="Times New Roman" panose="02020603050405020304" pitchFamily="18" charset="0"/>
              </a:rPr>
              <a:t>(</a:t>
            </a:r>
            <a:r>
              <a:rPr lang="en-US" altLang="zh-CN" sz="1800" b="1" i="1" dirty="0">
                <a:solidFill>
                  <a:schemeClr val="tx1"/>
                </a:solidFill>
                <a:cs typeface="Times New Roman" panose="02020603050405020304" pitchFamily="18" charset="0"/>
              </a:rPr>
              <a:t>G </a:t>
            </a:r>
            <a:r>
              <a:rPr lang="en-US" altLang="zh-CN" sz="1800" b="1" dirty="0">
                <a:solidFill>
                  <a:schemeClr val="tx1"/>
                </a:solidFill>
                <a:cs typeface="Times New Roman" panose="02020603050405020304" pitchFamily="18" charset="0"/>
              </a:rPr>
              <a:t>)</a:t>
            </a:r>
            <a:r>
              <a:rPr lang="zh-CN" altLang="en-US" sz="1800" b="1" dirty="0">
                <a:solidFill>
                  <a:schemeClr val="tx1"/>
                </a:solidFill>
                <a:cs typeface="Times New Roman" panose="02020603050405020304" pitchFamily="18" charset="0"/>
              </a:rPr>
              <a:t>中，输出</a:t>
            </a:r>
            <a:r>
              <a:rPr lang="en-US" altLang="zh-CN" sz="1800" b="1" i="1" dirty="0">
                <a:solidFill>
                  <a:schemeClr val="tx1"/>
                </a:solidFill>
                <a:cs typeface="Times New Roman" panose="02020603050405020304" pitchFamily="18" charset="0"/>
              </a:rPr>
              <a:t>w</a:t>
            </a:r>
            <a:r>
              <a:rPr lang="zh-CN" altLang="en-US" sz="1800" b="1" dirty="0">
                <a:solidFill>
                  <a:schemeClr val="tx1"/>
                </a:solidFill>
                <a:cs typeface="Times New Roman" panose="02020603050405020304" pitchFamily="18" charset="0"/>
              </a:rPr>
              <a:t>的最左推导；否则给出错误指示</a:t>
            </a:r>
            <a:endParaRPr lang="en-US" altLang="zh-CN" sz="1800" b="1" dirty="0">
              <a:solidFill>
                <a:schemeClr val="tx1"/>
              </a:solidFill>
              <a:cs typeface="Times New Roman" panose="02020603050405020304" pitchFamily="18" charset="0"/>
            </a:endParaRPr>
          </a:p>
          <a:p>
            <a:pPr eaLnBrk="1" hangingPunct="1">
              <a:buClrTx/>
              <a:buFont typeface="Wingdings" panose="05000000000000000000" pitchFamily="2" charset="2"/>
              <a:buChar char="Ø"/>
            </a:pPr>
            <a:r>
              <a:rPr lang="zh-CN" altLang="en-US" sz="1800" b="1" dirty="0">
                <a:solidFill>
                  <a:schemeClr val="tx1"/>
                </a:solidFill>
                <a:cs typeface="Times New Roman" panose="02020603050405020304" pitchFamily="18" charset="0"/>
              </a:rPr>
              <a:t>方法：最初，语法分析器的</a:t>
            </a:r>
            <a:r>
              <a:rPr lang="zh-CN" altLang="en-US" sz="1800" b="1" dirty="0">
                <a:solidFill>
                  <a:srgbClr val="0070C0"/>
                </a:solidFill>
                <a:cs typeface="Times New Roman" panose="02020603050405020304" pitchFamily="18" charset="0"/>
              </a:rPr>
              <a:t>格局</a:t>
            </a:r>
            <a:r>
              <a:rPr lang="zh-CN" altLang="en-US" sz="1800" b="1" dirty="0">
                <a:solidFill>
                  <a:schemeClr val="tx1"/>
                </a:solidFill>
                <a:cs typeface="Times New Roman" panose="02020603050405020304" pitchFamily="18" charset="0"/>
              </a:rPr>
              <a:t>如下：输入缓冲区中是</a:t>
            </a:r>
            <a:r>
              <a:rPr lang="en-US" altLang="zh-CN" sz="1800" b="1" i="1" dirty="0">
                <a:solidFill>
                  <a:srgbClr val="0070C0"/>
                </a:solidFill>
                <a:cs typeface="Times New Roman" panose="02020603050405020304" pitchFamily="18" charset="0"/>
              </a:rPr>
              <a:t>w</a:t>
            </a:r>
            <a:r>
              <a:rPr lang="en-US" altLang="zh-CN" sz="1800" b="1" dirty="0">
                <a:solidFill>
                  <a:srgbClr val="0070C0"/>
                </a:solidFill>
                <a:cs typeface="Times New Roman" panose="02020603050405020304" pitchFamily="18" charset="0"/>
              </a:rPr>
              <a:t>$</a:t>
            </a:r>
            <a:r>
              <a:rPr lang="zh-CN" altLang="en-US" sz="1800" b="1" dirty="0">
                <a:solidFill>
                  <a:schemeClr val="tx1"/>
                </a:solidFill>
                <a:cs typeface="Times New Roman" panose="02020603050405020304" pitchFamily="18" charset="0"/>
              </a:rPr>
              <a:t>，</a:t>
            </a:r>
            <a:r>
              <a:rPr lang="en-US" altLang="zh-CN" sz="1800" b="1" i="1" dirty="0">
                <a:solidFill>
                  <a:schemeClr val="tx1"/>
                </a:solidFill>
                <a:cs typeface="Times New Roman" panose="02020603050405020304" pitchFamily="18" charset="0"/>
              </a:rPr>
              <a:t>G</a:t>
            </a:r>
            <a:r>
              <a:rPr lang="zh-CN" altLang="en-US" sz="1800" b="1" dirty="0">
                <a:solidFill>
                  <a:schemeClr val="tx1"/>
                </a:solidFill>
                <a:cs typeface="Times New Roman" panose="02020603050405020304" pitchFamily="18" charset="0"/>
              </a:rPr>
              <a:t>的开始符号位于栈顶，其下面是</a:t>
            </a:r>
            <a:r>
              <a:rPr lang="en-US" altLang="zh-CN" sz="1800" b="1" dirty="0">
                <a:solidFill>
                  <a:schemeClr val="tx1"/>
                </a:solidFill>
                <a:cs typeface="Times New Roman" panose="02020603050405020304" pitchFamily="18" charset="0"/>
              </a:rPr>
              <a:t>$</a:t>
            </a:r>
            <a:r>
              <a:rPr lang="zh-CN" altLang="en-US" sz="1800" b="1" dirty="0">
                <a:solidFill>
                  <a:schemeClr val="tx1"/>
                </a:solidFill>
                <a:cs typeface="Times New Roman" panose="02020603050405020304" pitchFamily="18" charset="0"/>
              </a:rPr>
              <a:t>。下面的程序使用预测分析表</a:t>
            </a:r>
            <a:r>
              <a:rPr lang="en-US" altLang="zh-CN" sz="1800" b="1" i="1" dirty="0">
                <a:solidFill>
                  <a:schemeClr val="tx1"/>
                </a:solidFill>
                <a:cs typeface="Times New Roman" panose="02020603050405020304" pitchFamily="18" charset="0"/>
              </a:rPr>
              <a:t>M</a:t>
            </a:r>
            <a:r>
              <a:rPr lang="zh-CN" altLang="en-US" sz="1800" b="1" dirty="0">
                <a:solidFill>
                  <a:schemeClr val="tx1"/>
                </a:solidFill>
                <a:cs typeface="Times New Roman" panose="02020603050405020304" pitchFamily="18" charset="0"/>
              </a:rPr>
              <a:t>生成了处理这个输入的预测分析过程</a:t>
            </a:r>
          </a:p>
        </p:txBody>
      </p:sp>
      <p:sp>
        <p:nvSpPr>
          <p:cNvPr id="69635" name="标题 1"/>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rPr>
              <a:t>表驱动的预测分析法</a:t>
            </a:r>
          </a:p>
        </p:txBody>
      </p:sp>
      <p:sp>
        <p:nvSpPr>
          <p:cNvPr id="7" name="内容占位符 1"/>
          <p:cNvSpPr txBox="1"/>
          <p:nvPr/>
        </p:nvSpPr>
        <p:spPr bwMode="auto">
          <a:xfrm>
            <a:off x="896938" y="2000250"/>
            <a:ext cx="7318375" cy="3000375"/>
          </a:xfrm>
          <a:prstGeom prst="rect">
            <a:avLst/>
          </a:prstGeom>
          <a:solidFill>
            <a:schemeClr val="accent2">
              <a:lumMod val="40000"/>
              <a:lumOff val="60000"/>
            </a:schemeClr>
          </a:solidFill>
          <a:ln w="9525">
            <a:solidFill>
              <a:schemeClr val="tx1"/>
            </a:solidFill>
            <a:miter lim="800000"/>
          </a:ln>
        </p:spPr>
        <p:txBody>
          <a:bodyPr/>
          <a:lstStyle>
            <a:lvl1pPr marL="273050" indent="-27305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1500"/>
              </a:lnSpc>
              <a:spcBef>
                <a:spcPct val="20000"/>
              </a:spcBef>
              <a:buSzPct val="100000"/>
              <a:buFont typeface="Symbol" panose="05050102010706020507" pitchFamily="18" charset="2"/>
              <a:buNone/>
              <a:defRPr/>
            </a:pPr>
            <a:r>
              <a:rPr lang="zh-CN" altLang="en-US" sz="1600" b="1" dirty="0">
                <a:latin typeface="Times New Roman" panose="02020603050405020304" pitchFamily="18" charset="0"/>
                <a:ea typeface="华文楷体" panose="02010600040101010101" pitchFamily="2" charset="-122"/>
              </a:rPr>
              <a:t>设置</a:t>
            </a:r>
            <a:r>
              <a:rPr lang="en-US" altLang="zh-CN" sz="1600" b="1" i="1" dirty="0" err="1">
                <a:latin typeface="Times New Roman" panose="02020603050405020304" pitchFamily="18" charset="0"/>
                <a:ea typeface="华文楷体" panose="02010600040101010101" pitchFamily="2" charset="-122"/>
              </a:rPr>
              <a:t>ip</a:t>
            </a:r>
            <a:r>
              <a:rPr lang="zh-CN" altLang="en-US" sz="1600" b="1" dirty="0">
                <a:latin typeface="Times New Roman" panose="02020603050405020304" pitchFamily="18" charset="0"/>
                <a:ea typeface="华文楷体" panose="02010600040101010101" pitchFamily="2" charset="-122"/>
              </a:rPr>
              <a:t>使它指向</a:t>
            </a:r>
            <a:r>
              <a:rPr lang="en-US" altLang="zh-CN" sz="1600" b="1" i="1" dirty="0">
                <a:latin typeface="Times New Roman" panose="02020603050405020304" pitchFamily="18" charset="0"/>
                <a:ea typeface="华文楷体" panose="02010600040101010101" pitchFamily="2" charset="-122"/>
              </a:rPr>
              <a:t>w</a:t>
            </a:r>
            <a:r>
              <a:rPr lang="zh-CN" altLang="en-US" sz="1600" b="1" dirty="0">
                <a:latin typeface="Times New Roman" panose="02020603050405020304" pitchFamily="18" charset="0"/>
                <a:ea typeface="华文楷体" panose="02010600040101010101" pitchFamily="2" charset="-122"/>
              </a:rPr>
              <a:t>的第一个符号，其中</a:t>
            </a:r>
            <a:r>
              <a:rPr lang="en-US" altLang="zh-CN" sz="1600" b="1" i="1" dirty="0" err="1">
                <a:latin typeface="Times New Roman" panose="02020603050405020304" pitchFamily="18" charset="0"/>
              </a:rPr>
              <a:t>ip</a:t>
            </a:r>
            <a:r>
              <a:rPr lang="en-US" altLang="zh-CN" sz="1600" b="1" i="1" dirty="0">
                <a:latin typeface="Times New Roman" panose="02020603050405020304" pitchFamily="18" charset="0"/>
              </a:rPr>
              <a:t> </a:t>
            </a:r>
            <a:r>
              <a:rPr lang="zh-CN" altLang="en-US" sz="1600" b="1" dirty="0">
                <a:latin typeface="华文楷体" panose="02010600040101010101" pitchFamily="2" charset="-122"/>
                <a:ea typeface="华文楷体" panose="02010600040101010101" pitchFamily="2" charset="-122"/>
              </a:rPr>
              <a:t>是输入指针；</a:t>
            </a:r>
            <a:endParaRPr lang="en-US" altLang="zh-CN" sz="1600" b="1" dirty="0">
              <a:latin typeface="华文楷体" panose="02010600040101010101" pitchFamily="2" charset="-122"/>
              <a:ea typeface="华文楷体" panose="02010600040101010101" pitchFamily="2" charset="-122"/>
            </a:endParaRPr>
          </a:p>
          <a:p>
            <a:pPr eaLnBrk="1" hangingPunct="1">
              <a:lnSpc>
                <a:spcPts val="1500"/>
              </a:lnSpc>
              <a:spcBef>
                <a:spcPct val="20000"/>
              </a:spcBef>
              <a:buSzPct val="100000"/>
              <a:buFont typeface="Symbol" panose="05050102010706020507" pitchFamily="18" charset="2"/>
              <a:buNone/>
              <a:defRPr/>
            </a:pPr>
            <a:r>
              <a:rPr lang="zh-CN" altLang="en-US" sz="1600" b="1" dirty="0">
                <a:latin typeface="Times New Roman" panose="02020603050405020304" pitchFamily="18" charset="0"/>
                <a:ea typeface="华文楷体" panose="02010600040101010101" pitchFamily="2" charset="-122"/>
              </a:rPr>
              <a:t>令</a:t>
            </a:r>
            <a:r>
              <a:rPr lang="en-US" altLang="zh-CN" sz="1600" b="1" i="1" dirty="0">
                <a:latin typeface="Times New Roman" panose="02020603050405020304" pitchFamily="18" charset="0"/>
                <a:ea typeface="华文楷体" panose="02010600040101010101" pitchFamily="2" charset="-122"/>
              </a:rPr>
              <a:t>X</a:t>
            </a:r>
            <a:r>
              <a:rPr lang="en-US" altLang="zh-CN" sz="1600" b="1" dirty="0">
                <a:latin typeface="Times New Roman" panose="02020603050405020304" pitchFamily="18" charset="0"/>
                <a:ea typeface="华文楷体" panose="02010600040101010101" pitchFamily="2" charset="-122"/>
              </a:rPr>
              <a:t>=</a:t>
            </a:r>
            <a:r>
              <a:rPr lang="zh-CN" altLang="en-US" sz="1600" b="1" dirty="0">
                <a:latin typeface="Times New Roman" panose="02020603050405020304" pitchFamily="18" charset="0"/>
                <a:ea typeface="华文楷体" panose="02010600040101010101" pitchFamily="2" charset="-122"/>
              </a:rPr>
              <a:t>栈顶符号；</a:t>
            </a:r>
            <a:endParaRPr lang="en-US" altLang="zh-CN" sz="1600" b="1" dirty="0">
              <a:latin typeface="Times New Roman" panose="02020603050405020304" pitchFamily="18" charset="0"/>
              <a:ea typeface="华文楷体" panose="02010600040101010101" pitchFamily="2" charset="-122"/>
            </a:endParaRPr>
          </a:p>
          <a:p>
            <a:pPr eaLnBrk="1" hangingPunct="1">
              <a:lnSpc>
                <a:spcPts val="1500"/>
              </a:lnSpc>
              <a:spcBef>
                <a:spcPct val="20000"/>
              </a:spcBef>
              <a:buSzPct val="100000"/>
              <a:buFont typeface="Symbol" panose="05050102010706020507" pitchFamily="18" charset="2"/>
              <a:buNone/>
              <a:defRPr/>
            </a:pPr>
            <a:r>
              <a:rPr lang="en-US" altLang="zh-CN" sz="1600" b="1" dirty="0">
                <a:latin typeface="Times New Roman" panose="02020603050405020304" pitchFamily="18" charset="0"/>
                <a:ea typeface="华文楷体" panose="02010600040101010101" pitchFamily="2" charset="-122"/>
              </a:rPr>
              <a:t>while </a:t>
            </a:r>
            <a:r>
              <a:rPr lang="en-US" altLang="zh-CN" sz="1600" b="1" dirty="0">
                <a:latin typeface="Times New Roman" panose="02020603050405020304" pitchFamily="18" charset="0"/>
                <a:ea typeface="楷体" panose="02010609060101010101" pitchFamily="49" charset="-122"/>
              </a:rPr>
              <a:t> ( </a:t>
            </a:r>
            <a:r>
              <a:rPr lang="en-US" altLang="zh-CN" sz="1600" b="1" i="1" dirty="0">
                <a:latin typeface="Times New Roman" panose="02020603050405020304" pitchFamily="18" charset="0"/>
              </a:rPr>
              <a:t>X </a:t>
            </a:r>
            <a:r>
              <a:rPr lang="en-US" altLang="zh-CN" sz="1600" b="1" dirty="0">
                <a:latin typeface="Times New Roman" panose="02020603050405020304" pitchFamily="18" charset="0"/>
              </a:rPr>
              <a:t>≠ </a:t>
            </a:r>
            <a:r>
              <a:rPr lang="zh-CN" altLang="en-US" sz="1600" b="1" dirty="0">
                <a:latin typeface="Times New Roman" panose="02020603050405020304" pitchFamily="18" charset="0"/>
              </a:rPr>
              <a:t>＄</a:t>
            </a:r>
            <a:r>
              <a:rPr lang="en-US" altLang="zh-CN" sz="1600" b="1" dirty="0">
                <a:latin typeface="Times New Roman" panose="02020603050405020304" pitchFamily="18" charset="0"/>
              </a:rPr>
              <a:t> </a:t>
            </a:r>
            <a:r>
              <a:rPr lang="en-US" altLang="zh-CN" sz="1600" b="1" dirty="0">
                <a:latin typeface="Times New Roman" panose="02020603050405020304" pitchFamily="18" charset="0"/>
                <a:ea typeface="楷体" panose="02010609060101010101" pitchFamily="49" charset="-122"/>
              </a:rPr>
              <a:t>)</a:t>
            </a:r>
            <a:r>
              <a:rPr lang="zh-CN" altLang="en-US" sz="1600" b="1" dirty="0">
                <a:latin typeface="Times New Roman" panose="02020603050405020304" pitchFamily="18" charset="0"/>
                <a:ea typeface="华文楷体" panose="02010600040101010101" pitchFamily="2" charset="-122"/>
              </a:rPr>
              <a:t>｛</a:t>
            </a:r>
            <a:r>
              <a:rPr lang="en-US" altLang="zh-CN" sz="1600" b="1" dirty="0">
                <a:latin typeface="Times New Roman" panose="02020603050405020304" pitchFamily="18" charset="0"/>
                <a:ea typeface="华文楷体" panose="02010600040101010101" pitchFamily="2" charset="-122"/>
              </a:rPr>
              <a:t>     </a:t>
            </a:r>
            <a:r>
              <a:rPr lang="en-US" altLang="zh-CN" sz="1600" b="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栈非空 </a:t>
            </a:r>
            <a:r>
              <a:rPr lang="en-US" altLang="zh-CN" sz="1600" b="1" dirty="0">
                <a:latin typeface="Times New Roman" panose="02020603050405020304" pitchFamily="18" charset="0"/>
                <a:ea typeface="楷体" panose="02010609060101010101" pitchFamily="49" charset="-122"/>
              </a:rPr>
              <a:t>*/ </a:t>
            </a:r>
          </a:p>
          <a:p>
            <a:pPr eaLnBrk="1" hangingPunct="1">
              <a:lnSpc>
                <a:spcPts val="1500"/>
              </a:lnSpc>
              <a:spcBef>
                <a:spcPct val="20000"/>
              </a:spcBef>
              <a:buSzPct val="100000"/>
              <a:buFont typeface="Symbol" panose="05050102010706020507" pitchFamily="18" charset="2"/>
              <a:buNone/>
              <a:defRPr/>
            </a:pPr>
            <a:r>
              <a:rPr lang="en-US" altLang="zh-CN" sz="1600" b="1" i="1" dirty="0">
                <a:latin typeface="Times New Roman" panose="02020603050405020304" pitchFamily="18" charset="0"/>
                <a:ea typeface="楷体" panose="02010609060101010101" pitchFamily="49" charset="-122"/>
              </a:rPr>
              <a:t>            </a:t>
            </a:r>
            <a:r>
              <a:rPr lang="en-US" altLang="zh-CN" sz="1600" b="1" dirty="0">
                <a:latin typeface="Times New Roman" panose="02020603050405020304" pitchFamily="18" charset="0"/>
                <a:ea typeface="楷体" panose="02010609060101010101" pitchFamily="49" charset="-122"/>
              </a:rPr>
              <a:t>if</a:t>
            </a:r>
            <a:r>
              <a:rPr lang="en-US" altLang="zh-CN" sz="1600" b="1" i="1" dirty="0">
                <a:latin typeface="Times New Roman" panose="02020603050405020304" pitchFamily="18" charset="0"/>
                <a:ea typeface="楷体" panose="02010609060101010101" pitchFamily="49" charset="-122"/>
              </a:rPr>
              <a:t> </a:t>
            </a:r>
            <a:r>
              <a:rPr lang="en-US" altLang="zh-CN" sz="1600" b="1" dirty="0">
                <a:latin typeface="Times New Roman" panose="02020603050405020304" pitchFamily="18" charset="0"/>
                <a:ea typeface="楷体" panose="02010609060101010101" pitchFamily="49" charset="-122"/>
              </a:rPr>
              <a:t>( </a:t>
            </a:r>
            <a:r>
              <a:rPr lang="en-US" altLang="zh-CN" sz="1600" b="1" i="1" dirty="0">
                <a:latin typeface="Times New Roman" panose="02020603050405020304" pitchFamily="18" charset="0"/>
                <a:ea typeface="楷体" panose="02010609060101010101" pitchFamily="49" charset="-122"/>
              </a:rPr>
              <a:t>X </a:t>
            </a:r>
            <a:r>
              <a:rPr lang="zh-CN" altLang="en-US" sz="1600" b="1" dirty="0">
                <a:latin typeface="Times New Roman" panose="02020603050405020304" pitchFamily="18" charset="0"/>
                <a:ea typeface="楷体" panose="02010609060101010101" pitchFamily="49" charset="-122"/>
              </a:rPr>
              <a:t>等于</a:t>
            </a:r>
            <a:r>
              <a:rPr lang="en-US" altLang="zh-CN" sz="1600" b="1" i="1" dirty="0" err="1">
                <a:latin typeface="Times New Roman" panose="02020603050405020304" pitchFamily="18" charset="0"/>
              </a:rPr>
              <a:t>ip</a:t>
            </a:r>
            <a:r>
              <a:rPr lang="zh-CN" altLang="en-US" sz="1600" b="1" dirty="0">
                <a:latin typeface="华文楷体" panose="02010600040101010101" pitchFamily="2" charset="-122"/>
                <a:ea typeface="华文楷体" panose="02010600040101010101" pitchFamily="2" charset="-122"/>
              </a:rPr>
              <a:t>所指向的符号</a:t>
            </a:r>
            <a:r>
              <a:rPr lang="en-US" altLang="zh-CN" sz="1600" b="1" i="1" dirty="0">
                <a:latin typeface="Times New Roman" panose="02020603050405020304" pitchFamily="18" charset="0"/>
                <a:ea typeface="楷体" panose="02010609060101010101" pitchFamily="49" charset="-122"/>
              </a:rPr>
              <a:t>a</a:t>
            </a:r>
            <a:r>
              <a:rPr lang="en-US" altLang="zh-CN" sz="1600" b="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执行栈的弹出操作，将</a:t>
            </a:r>
            <a:r>
              <a:rPr lang="en-US" altLang="zh-CN" sz="1600" b="1" i="1" dirty="0" err="1">
                <a:latin typeface="Times New Roman" panose="02020603050405020304" pitchFamily="18" charset="0"/>
              </a:rPr>
              <a:t>ip</a:t>
            </a:r>
            <a:r>
              <a:rPr lang="zh-CN" altLang="en-US" sz="1600" b="1" dirty="0">
                <a:latin typeface="华文楷体" panose="02010600040101010101" pitchFamily="2" charset="-122"/>
                <a:ea typeface="华文楷体" panose="02010600040101010101" pitchFamily="2" charset="-122"/>
              </a:rPr>
              <a:t>向前移动一个位置；</a:t>
            </a:r>
            <a:endParaRPr lang="en-US" altLang="zh-CN" sz="1600" b="1" dirty="0">
              <a:latin typeface="华文楷体" panose="02010600040101010101" pitchFamily="2" charset="-122"/>
              <a:ea typeface="华文楷体" panose="02010600040101010101" pitchFamily="2" charset="-122"/>
            </a:endParaRPr>
          </a:p>
          <a:p>
            <a:pPr eaLnBrk="1" hangingPunct="1">
              <a:lnSpc>
                <a:spcPts val="1500"/>
              </a:lnSpc>
              <a:spcBef>
                <a:spcPct val="20000"/>
              </a:spcBef>
              <a:buSzPct val="100000"/>
              <a:defRPr/>
            </a:pPr>
            <a:r>
              <a:rPr lang="en-US" altLang="zh-CN" sz="1600" b="1" dirty="0">
                <a:latin typeface="Times New Roman" panose="02020603050405020304" pitchFamily="18" charset="0"/>
                <a:ea typeface="楷体" panose="02010609060101010101" pitchFamily="49" charset="-122"/>
              </a:rPr>
              <a:t>            else  if ( </a:t>
            </a:r>
            <a:r>
              <a:rPr lang="en-US" altLang="zh-CN" sz="1600" b="1" i="1" dirty="0">
                <a:latin typeface="Times New Roman" panose="02020603050405020304" pitchFamily="18" charset="0"/>
                <a:ea typeface="楷体" panose="02010609060101010101" pitchFamily="49" charset="-122"/>
              </a:rPr>
              <a:t>X</a:t>
            </a:r>
            <a:r>
              <a:rPr lang="zh-CN" altLang="en-US" sz="1600" b="1" dirty="0">
                <a:latin typeface="Times New Roman" panose="02020603050405020304" pitchFamily="18" charset="0"/>
                <a:ea typeface="楷体" panose="02010609060101010101" pitchFamily="49" charset="-122"/>
              </a:rPr>
              <a:t>是一个终结符号</a:t>
            </a:r>
            <a:r>
              <a:rPr lang="en-US" altLang="zh-CN" sz="1600" b="1" dirty="0">
                <a:latin typeface="Times New Roman" panose="02020603050405020304" pitchFamily="18" charset="0"/>
                <a:ea typeface="楷体" panose="02010609060101010101" pitchFamily="49" charset="-122"/>
              </a:rPr>
              <a:t>)  </a:t>
            </a:r>
            <a:r>
              <a:rPr lang="en-US" altLang="zh-CN" sz="1600" b="1" i="1" dirty="0">
                <a:latin typeface="Times New Roman" panose="02020603050405020304" pitchFamily="18" charset="0"/>
                <a:ea typeface="楷体" panose="02010609060101010101" pitchFamily="49" charset="-122"/>
              </a:rPr>
              <a:t>error</a:t>
            </a:r>
            <a:r>
              <a:rPr lang="en-US" altLang="zh-CN" sz="1600" b="1" dirty="0">
                <a:latin typeface="Times New Roman" panose="02020603050405020304" pitchFamily="18" charset="0"/>
                <a:ea typeface="楷体" panose="02010609060101010101" pitchFamily="49" charset="-122"/>
              </a:rPr>
              <a:t> ( ) ;</a:t>
            </a:r>
          </a:p>
          <a:p>
            <a:pPr eaLnBrk="1" hangingPunct="1">
              <a:lnSpc>
                <a:spcPts val="1500"/>
              </a:lnSpc>
              <a:spcBef>
                <a:spcPct val="20000"/>
              </a:spcBef>
              <a:buSzPct val="100000"/>
              <a:defRPr/>
            </a:pPr>
            <a:r>
              <a:rPr lang="en-US" altLang="zh-CN" sz="1600" b="1" dirty="0">
                <a:latin typeface="Times New Roman" panose="02020603050405020304" pitchFamily="18" charset="0"/>
                <a:ea typeface="楷体" panose="02010609060101010101" pitchFamily="49" charset="-122"/>
              </a:rPr>
              <a:t>            else  if ( </a:t>
            </a:r>
            <a:r>
              <a:rPr lang="en-US" altLang="zh-CN" sz="1600" b="1" i="1" dirty="0">
                <a:latin typeface="Times New Roman" panose="02020603050405020304" pitchFamily="18" charset="0"/>
                <a:ea typeface="楷体" panose="02010609060101010101" pitchFamily="49" charset="-122"/>
              </a:rPr>
              <a:t>M</a:t>
            </a:r>
            <a:r>
              <a:rPr lang="en-US" altLang="zh-CN" sz="1600" b="1" dirty="0">
                <a:latin typeface="Times New Roman" panose="02020603050405020304" pitchFamily="18" charset="0"/>
                <a:ea typeface="楷体" panose="02010609060101010101" pitchFamily="49" charset="-122"/>
              </a:rPr>
              <a:t>[</a:t>
            </a:r>
            <a:r>
              <a:rPr lang="en-US" altLang="zh-CN" sz="1600" b="1" i="1" dirty="0">
                <a:latin typeface="Times New Roman" panose="02020603050405020304" pitchFamily="18" charset="0"/>
                <a:ea typeface="楷体" panose="02010609060101010101" pitchFamily="49" charset="-122"/>
              </a:rPr>
              <a:t>X</a:t>
            </a:r>
            <a:r>
              <a:rPr lang="zh-CN" altLang="en-US" sz="1600" b="1" dirty="0">
                <a:latin typeface="Times New Roman" panose="02020603050405020304" pitchFamily="18" charset="0"/>
                <a:ea typeface="楷体" panose="02010609060101010101" pitchFamily="49" charset="-122"/>
              </a:rPr>
              <a:t>，</a:t>
            </a:r>
            <a:r>
              <a:rPr lang="en-US" altLang="zh-CN" sz="1600" b="1" i="1" dirty="0">
                <a:latin typeface="Times New Roman" panose="02020603050405020304" pitchFamily="18" charset="0"/>
                <a:ea typeface="楷体" panose="02010609060101010101" pitchFamily="49" charset="-122"/>
              </a:rPr>
              <a:t>a</a:t>
            </a:r>
            <a:r>
              <a:rPr lang="en-US" altLang="zh-CN" sz="1600" b="1" dirty="0">
                <a:latin typeface="Times New Roman" panose="02020603050405020304" pitchFamily="18" charset="0"/>
                <a:ea typeface="楷体" panose="02010609060101010101" pitchFamily="49" charset="-122"/>
              </a:rPr>
              <a:t>]</a:t>
            </a:r>
            <a:r>
              <a:rPr lang="zh-CN" altLang="en-US" sz="1600" b="1" dirty="0">
                <a:latin typeface="Times New Roman" panose="02020603050405020304" pitchFamily="18" charset="0"/>
                <a:ea typeface="楷体" panose="02010609060101010101" pitchFamily="49" charset="-122"/>
              </a:rPr>
              <a:t>是一个报错条目</a:t>
            </a:r>
            <a:r>
              <a:rPr lang="en-US" altLang="zh-CN" sz="1600" b="1" dirty="0">
                <a:latin typeface="Times New Roman" panose="02020603050405020304" pitchFamily="18" charset="0"/>
                <a:ea typeface="楷体" panose="02010609060101010101" pitchFamily="49" charset="-122"/>
              </a:rPr>
              <a:t>)  </a:t>
            </a:r>
            <a:r>
              <a:rPr lang="en-US" altLang="zh-CN" sz="1600" b="1" i="1" dirty="0">
                <a:latin typeface="Times New Roman" panose="02020603050405020304" pitchFamily="18" charset="0"/>
                <a:ea typeface="楷体" panose="02010609060101010101" pitchFamily="49" charset="-122"/>
              </a:rPr>
              <a:t>error</a:t>
            </a:r>
            <a:r>
              <a:rPr lang="en-US" altLang="zh-CN" sz="1600" b="1" dirty="0">
                <a:latin typeface="Times New Roman" panose="02020603050405020304" pitchFamily="18" charset="0"/>
                <a:ea typeface="楷体" panose="02010609060101010101" pitchFamily="49" charset="-122"/>
              </a:rPr>
              <a:t> ( ) ;           </a:t>
            </a:r>
          </a:p>
          <a:p>
            <a:pPr eaLnBrk="1" hangingPunct="1">
              <a:lnSpc>
                <a:spcPts val="1500"/>
              </a:lnSpc>
              <a:spcBef>
                <a:spcPct val="20000"/>
              </a:spcBef>
              <a:buSzPct val="100000"/>
              <a:defRPr/>
            </a:pPr>
            <a:r>
              <a:rPr lang="en-US" altLang="zh-CN" sz="1600" b="1" dirty="0">
                <a:latin typeface="Times New Roman" panose="02020603050405020304" pitchFamily="18" charset="0"/>
                <a:ea typeface="楷体" panose="02010609060101010101" pitchFamily="49" charset="-122"/>
              </a:rPr>
              <a:t>            else  if ( </a:t>
            </a:r>
            <a:r>
              <a:rPr lang="en-US" altLang="zh-CN" sz="1600" b="1" i="1" dirty="0">
                <a:latin typeface="Times New Roman" panose="02020603050405020304" pitchFamily="18" charset="0"/>
                <a:ea typeface="楷体" panose="02010609060101010101" pitchFamily="49" charset="-122"/>
              </a:rPr>
              <a:t>M</a:t>
            </a:r>
            <a:r>
              <a:rPr lang="en-US" altLang="zh-CN" sz="1600" b="1" dirty="0">
                <a:latin typeface="Times New Roman" panose="02020603050405020304" pitchFamily="18" charset="0"/>
                <a:ea typeface="楷体" panose="02010609060101010101" pitchFamily="49" charset="-122"/>
              </a:rPr>
              <a:t>[</a:t>
            </a:r>
            <a:r>
              <a:rPr lang="en-US" altLang="zh-CN" sz="1600" b="1" i="1" dirty="0">
                <a:latin typeface="Times New Roman" panose="02020603050405020304" pitchFamily="18" charset="0"/>
                <a:ea typeface="楷体" panose="02010609060101010101" pitchFamily="49" charset="-122"/>
              </a:rPr>
              <a:t>X</a:t>
            </a:r>
            <a:r>
              <a:rPr lang="zh-CN" altLang="en-US" sz="1600" b="1" dirty="0">
                <a:latin typeface="Times New Roman" panose="02020603050405020304" pitchFamily="18" charset="0"/>
                <a:ea typeface="楷体" panose="02010609060101010101" pitchFamily="49" charset="-122"/>
              </a:rPr>
              <a:t>，</a:t>
            </a:r>
            <a:r>
              <a:rPr lang="en-US" altLang="zh-CN" sz="1600" b="1" i="1" dirty="0">
                <a:latin typeface="Times New Roman" panose="02020603050405020304" pitchFamily="18" charset="0"/>
                <a:ea typeface="楷体" panose="02010609060101010101" pitchFamily="49" charset="-122"/>
              </a:rPr>
              <a:t>a</a:t>
            </a:r>
            <a:r>
              <a:rPr lang="en-US" altLang="zh-CN" sz="1600" b="1" dirty="0">
                <a:latin typeface="Times New Roman" panose="02020603050405020304" pitchFamily="18" charset="0"/>
                <a:ea typeface="楷体" panose="02010609060101010101" pitchFamily="49" charset="-122"/>
              </a:rPr>
              <a:t>] = </a:t>
            </a:r>
            <a:r>
              <a:rPr lang="en-US" altLang="zh-CN" sz="1600" b="1" i="1" dirty="0">
                <a:latin typeface="Times New Roman" panose="02020603050405020304" pitchFamily="18" charset="0"/>
                <a:ea typeface="楷体" panose="02010609060101010101" pitchFamily="49" charset="-122"/>
              </a:rPr>
              <a:t>X </a:t>
            </a:r>
            <a:r>
              <a:rPr lang="en-US" altLang="zh-CN" sz="1600" b="1" dirty="0">
                <a:latin typeface="Times New Roman" panose="02020603050405020304" pitchFamily="18" charset="0"/>
                <a:ea typeface="楷体" panose="02010609060101010101" pitchFamily="49" charset="-122"/>
              </a:rPr>
              <a:t>→</a:t>
            </a:r>
            <a:r>
              <a:rPr lang="en-US" altLang="zh-CN" sz="1600" b="1" i="1" dirty="0">
                <a:latin typeface="Times New Roman" panose="02020603050405020304" pitchFamily="18" charset="0"/>
                <a:ea typeface="楷体" panose="02010609060101010101" pitchFamily="49" charset="-122"/>
              </a:rPr>
              <a:t>Y</a:t>
            </a:r>
            <a:r>
              <a:rPr lang="en-US" altLang="zh-CN" sz="1600" b="1" baseline="-25000" dirty="0">
                <a:latin typeface="Times New Roman" panose="02020603050405020304" pitchFamily="18" charset="0"/>
                <a:ea typeface="楷体" panose="02010609060101010101" pitchFamily="49" charset="-122"/>
              </a:rPr>
              <a:t>1</a:t>
            </a:r>
            <a:r>
              <a:rPr lang="en-US" altLang="zh-CN" sz="1600" b="1" i="1" dirty="0">
                <a:latin typeface="Times New Roman" panose="02020603050405020304" pitchFamily="18" charset="0"/>
                <a:ea typeface="楷体" panose="02010609060101010101" pitchFamily="49" charset="-122"/>
              </a:rPr>
              <a:t>Y</a:t>
            </a:r>
            <a:r>
              <a:rPr lang="en-US" altLang="zh-CN" sz="1600" b="1" baseline="-25000" dirty="0">
                <a:latin typeface="Times New Roman" panose="02020603050405020304" pitchFamily="18" charset="0"/>
                <a:ea typeface="楷体" panose="02010609060101010101" pitchFamily="49" charset="-122"/>
              </a:rPr>
              <a:t>2</a:t>
            </a:r>
            <a:r>
              <a:rPr lang="en-US" altLang="zh-CN" sz="1600" b="1" i="1" dirty="0">
                <a:latin typeface="Times New Roman" panose="02020603050405020304" pitchFamily="18" charset="0"/>
                <a:ea typeface="楷体" panose="02010609060101010101" pitchFamily="49" charset="-122"/>
              </a:rPr>
              <a:t> … </a:t>
            </a:r>
            <a:r>
              <a:rPr lang="en-US" altLang="zh-CN" sz="1600" b="1" i="1" dirty="0" err="1">
                <a:latin typeface="Times New Roman" panose="02020603050405020304" pitchFamily="18" charset="0"/>
                <a:ea typeface="楷体" panose="02010609060101010101" pitchFamily="49" charset="-122"/>
              </a:rPr>
              <a:t>Y</a:t>
            </a:r>
            <a:r>
              <a:rPr lang="en-US" altLang="zh-CN" sz="1600" b="1" i="1" baseline="-25000" dirty="0" err="1">
                <a:latin typeface="Times New Roman" panose="02020603050405020304" pitchFamily="18" charset="0"/>
                <a:ea typeface="楷体" panose="02010609060101010101" pitchFamily="49" charset="-122"/>
              </a:rPr>
              <a:t>k</a:t>
            </a:r>
            <a:r>
              <a:rPr lang="en-US" altLang="zh-CN" sz="1600" b="1" i="1" dirty="0">
                <a:latin typeface="Times New Roman" panose="02020603050405020304" pitchFamily="18" charset="0"/>
                <a:ea typeface="楷体" panose="02010609060101010101" pitchFamily="49" charset="-122"/>
              </a:rPr>
              <a:t> </a:t>
            </a:r>
            <a:r>
              <a:rPr lang="en-US" altLang="zh-CN" sz="1600" b="1" dirty="0">
                <a:latin typeface="Times New Roman" panose="02020603050405020304" pitchFamily="18" charset="0"/>
              </a:rPr>
              <a:t> </a:t>
            </a:r>
            <a:r>
              <a:rPr lang="en-US" altLang="zh-CN" sz="1600" b="1" dirty="0">
                <a:latin typeface="Times New Roman" panose="02020603050405020304" pitchFamily="18" charset="0"/>
                <a:ea typeface="楷体" panose="02010609060101010101" pitchFamily="49" charset="-122"/>
              </a:rPr>
              <a:t>)</a:t>
            </a:r>
            <a:r>
              <a:rPr lang="zh-CN" altLang="en-US" sz="1600" b="1" dirty="0">
                <a:latin typeface="Times New Roman" panose="02020603050405020304" pitchFamily="18" charset="0"/>
              </a:rPr>
              <a:t>｛</a:t>
            </a:r>
            <a:r>
              <a:rPr lang="en-US" altLang="zh-CN" sz="1600" b="1" dirty="0">
                <a:latin typeface="Times New Roman" panose="02020603050405020304" pitchFamily="18" charset="0"/>
              </a:rPr>
              <a:t> </a:t>
            </a:r>
          </a:p>
          <a:p>
            <a:pPr eaLnBrk="1" hangingPunct="1">
              <a:lnSpc>
                <a:spcPts val="1500"/>
              </a:lnSpc>
              <a:spcBef>
                <a:spcPct val="20000"/>
              </a:spcBef>
              <a:buSzPct val="100000"/>
              <a:defRPr/>
            </a:pPr>
            <a:r>
              <a:rPr lang="zh-CN" altLang="en-US" sz="1600" b="1" dirty="0">
                <a:latin typeface="华文楷体" panose="02010600040101010101" pitchFamily="2" charset="-122"/>
                <a:ea typeface="华文楷体" panose="02010600040101010101" pitchFamily="2" charset="-122"/>
              </a:rPr>
              <a:t>                         输出产生式 </a:t>
            </a:r>
            <a:r>
              <a:rPr lang="en-US" altLang="zh-CN" sz="1600" b="1" i="1" dirty="0">
                <a:latin typeface="Times New Roman" panose="02020603050405020304" pitchFamily="18" charset="0"/>
                <a:ea typeface="楷体" panose="02010609060101010101" pitchFamily="49" charset="-122"/>
              </a:rPr>
              <a:t>X </a:t>
            </a:r>
            <a:r>
              <a:rPr lang="en-US" altLang="zh-CN" sz="1600" b="1" dirty="0">
                <a:latin typeface="Times New Roman" panose="02020603050405020304" pitchFamily="18" charset="0"/>
                <a:ea typeface="楷体" panose="02010609060101010101" pitchFamily="49" charset="-122"/>
              </a:rPr>
              <a:t>→</a:t>
            </a:r>
            <a:r>
              <a:rPr lang="en-US" altLang="zh-CN" sz="1600" b="1" i="1" dirty="0">
                <a:latin typeface="Times New Roman" panose="02020603050405020304" pitchFamily="18" charset="0"/>
                <a:ea typeface="楷体" panose="02010609060101010101" pitchFamily="49" charset="-122"/>
              </a:rPr>
              <a:t>Y</a:t>
            </a:r>
            <a:r>
              <a:rPr lang="en-US" altLang="zh-CN" sz="1600" b="1" baseline="-25000" dirty="0">
                <a:latin typeface="Times New Roman" panose="02020603050405020304" pitchFamily="18" charset="0"/>
                <a:ea typeface="楷体" panose="02010609060101010101" pitchFamily="49" charset="-122"/>
              </a:rPr>
              <a:t>1</a:t>
            </a:r>
            <a:r>
              <a:rPr lang="en-US" altLang="zh-CN" sz="1600" b="1" i="1" dirty="0">
                <a:latin typeface="Times New Roman" panose="02020603050405020304" pitchFamily="18" charset="0"/>
                <a:ea typeface="楷体" panose="02010609060101010101" pitchFamily="49" charset="-122"/>
              </a:rPr>
              <a:t>Y</a:t>
            </a:r>
            <a:r>
              <a:rPr lang="en-US" altLang="zh-CN" sz="1600" b="1" baseline="-25000" dirty="0">
                <a:latin typeface="Times New Roman" panose="02020603050405020304" pitchFamily="18" charset="0"/>
                <a:ea typeface="楷体" panose="02010609060101010101" pitchFamily="49" charset="-122"/>
              </a:rPr>
              <a:t>2</a:t>
            </a:r>
            <a:r>
              <a:rPr lang="en-US" altLang="zh-CN" sz="1600" b="1" i="1" dirty="0">
                <a:latin typeface="Times New Roman" panose="02020603050405020304" pitchFamily="18" charset="0"/>
                <a:ea typeface="楷体" panose="02010609060101010101" pitchFamily="49" charset="-122"/>
              </a:rPr>
              <a:t> … </a:t>
            </a:r>
            <a:r>
              <a:rPr lang="en-US" altLang="zh-CN" sz="1600" b="1" i="1" dirty="0" err="1">
                <a:latin typeface="Times New Roman" panose="02020603050405020304" pitchFamily="18" charset="0"/>
                <a:ea typeface="楷体" panose="02010609060101010101" pitchFamily="49" charset="-122"/>
              </a:rPr>
              <a:t>Y</a:t>
            </a:r>
            <a:r>
              <a:rPr lang="en-US" altLang="zh-CN" sz="1600" b="1" i="1" baseline="-25000" dirty="0" err="1">
                <a:latin typeface="Times New Roman" panose="02020603050405020304" pitchFamily="18" charset="0"/>
                <a:ea typeface="楷体" panose="02010609060101010101" pitchFamily="49" charset="-122"/>
              </a:rPr>
              <a:t>k</a:t>
            </a:r>
            <a:r>
              <a:rPr lang="en-US" altLang="zh-CN" sz="1600" b="1" i="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a:t>
            </a:r>
            <a:endParaRPr lang="en-US" altLang="zh-CN" sz="1600" b="1" dirty="0">
              <a:latin typeface="Times New Roman" panose="02020603050405020304" pitchFamily="18" charset="0"/>
              <a:ea typeface="楷体" panose="02010609060101010101" pitchFamily="49" charset="-122"/>
            </a:endParaRPr>
          </a:p>
          <a:p>
            <a:pPr eaLnBrk="1" hangingPunct="1">
              <a:lnSpc>
                <a:spcPts val="1500"/>
              </a:lnSpc>
              <a:spcBef>
                <a:spcPct val="20000"/>
              </a:spcBef>
              <a:buSzPct val="100000"/>
              <a:defRPr/>
            </a:pPr>
            <a:r>
              <a:rPr lang="en-US" altLang="zh-CN" sz="1600" b="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弹</a:t>
            </a:r>
            <a:r>
              <a:rPr lang="zh-CN" altLang="en-US" sz="1600" b="1" dirty="0">
                <a:latin typeface="华文楷体" panose="02010600040101010101" pitchFamily="2" charset="-122"/>
                <a:ea typeface="华文楷体" panose="02010600040101010101" pitchFamily="2" charset="-122"/>
              </a:rPr>
              <a:t>出栈顶符号；</a:t>
            </a:r>
            <a:endParaRPr lang="en-US" altLang="zh-CN" sz="1600" b="1" dirty="0">
              <a:latin typeface="华文楷体" panose="02010600040101010101" pitchFamily="2" charset="-122"/>
              <a:ea typeface="华文楷体" panose="02010600040101010101" pitchFamily="2" charset="-122"/>
            </a:endParaRPr>
          </a:p>
          <a:p>
            <a:pPr eaLnBrk="1" hangingPunct="1">
              <a:lnSpc>
                <a:spcPts val="1200"/>
              </a:lnSpc>
              <a:spcBef>
                <a:spcPct val="20000"/>
              </a:spcBef>
              <a:buSzPct val="100000"/>
              <a:defRPr/>
            </a:pPr>
            <a:r>
              <a:rPr lang="en-US" altLang="zh-CN" sz="1600" b="1" dirty="0">
                <a:latin typeface="华文楷体" panose="02010600040101010101" pitchFamily="2" charset="-122"/>
                <a:ea typeface="华文楷体" panose="02010600040101010101" pitchFamily="2" charset="-122"/>
              </a:rPr>
              <a:t>                        </a:t>
            </a:r>
            <a:r>
              <a:rPr lang="zh-CN" altLang="en-US" sz="1600" b="1" dirty="0">
                <a:latin typeface="华文楷体" panose="02010600040101010101" pitchFamily="2" charset="-122"/>
                <a:ea typeface="华文楷体" panose="02010600040101010101" pitchFamily="2" charset="-122"/>
              </a:rPr>
              <a:t>将</a:t>
            </a:r>
            <a:r>
              <a:rPr lang="en-US" altLang="zh-CN" sz="1600" b="1" i="1" dirty="0" err="1">
                <a:latin typeface="Times New Roman" panose="02020603050405020304" pitchFamily="18" charset="0"/>
                <a:ea typeface="楷体" panose="02010609060101010101" pitchFamily="49" charset="-122"/>
              </a:rPr>
              <a:t>Y</a:t>
            </a:r>
            <a:r>
              <a:rPr lang="en-US" altLang="zh-CN" sz="1600" b="1" i="1" baseline="-25000" dirty="0" err="1">
                <a:latin typeface="Times New Roman" panose="02020603050405020304" pitchFamily="18" charset="0"/>
                <a:ea typeface="楷体" panose="02010609060101010101" pitchFamily="49" charset="-122"/>
              </a:rPr>
              <a:t>k</a:t>
            </a:r>
            <a:r>
              <a:rPr lang="zh-CN" altLang="en-US" sz="1600" b="1" dirty="0">
                <a:latin typeface="Times New Roman" panose="02020603050405020304" pitchFamily="18" charset="0"/>
                <a:ea typeface="楷体" panose="02010609060101010101" pitchFamily="49" charset="-122"/>
              </a:rPr>
              <a:t>，</a:t>
            </a:r>
            <a:r>
              <a:rPr lang="en-US" altLang="zh-CN" sz="1600" b="1" i="1" dirty="0">
                <a:latin typeface="Times New Roman" panose="02020603050405020304" pitchFamily="18" charset="0"/>
                <a:ea typeface="楷体" panose="02010609060101010101" pitchFamily="49" charset="-122"/>
              </a:rPr>
              <a:t>Y</a:t>
            </a:r>
            <a:r>
              <a:rPr lang="en-US" altLang="zh-CN" sz="1600" b="1" i="1" baseline="-25000" dirty="0">
                <a:latin typeface="Times New Roman" panose="02020603050405020304" pitchFamily="18" charset="0"/>
                <a:ea typeface="楷体" panose="02010609060101010101" pitchFamily="49" charset="-122"/>
              </a:rPr>
              <a:t>k</a:t>
            </a:r>
            <a:r>
              <a:rPr lang="en-US" altLang="zh-CN" sz="1600" b="1" baseline="-25000" dirty="0">
                <a:latin typeface="Times New Roman" panose="02020603050405020304" pitchFamily="18" charset="0"/>
                <a:ea typeface="楷体" panose="02010609060101010101" pitchFamily="49" charset="-122"/>
              </a:rPr>
              <a:t>-1</a:t>
            </a:r>
            <a:r>
              <a:rPr lang="en-US" altLang="zh-CN" sz="1600" b="1" i="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a:t>
            </a:r>
            <a:r>
              <a:rPr lang="en-US" altLang="zh-CN" sz="1600" b="1" i="1" dirty="0">
                <a:latin typeface="Times New Roman" panose="02020603050405020304" pitchFamily="18" charset="0"/>
                <a:ea typeface="楷体" panose="02010609060101010101" pitchFamily="49" charset="-122"/>
              </a:rPr>
              <a:t>Y</a:t>
            </a:r>
            <a:r>
              <a:rPr lang="en-US" altLang="zh-CN" sz="1600" b="1" i="1" baseline="-25000" dirty="0">
                <a:latin typeface="Times New Roman" panose="02020603050405020304" pitchFamily="18" charset="0"/>
                <a:ea typeface="楷体" panose="02010609060101010101" pitchFamily="49" charset="-122"/>
              </a:rPr>
              <a:t>1</a:t>
            </a:r>
            <a:r>
              <a:rPr lang="en-US" altLang="zh-CN" sz="1600" b="1" i="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压入栈中，其中</a:t>
            </a:r>
            <a:r>
              <a:rPr lang="en-US" altLang="zh-CN" sz="1600" b="1" i="1" dirty="0">
                <a:latin typeface="Times New Roman" panose="02020603050405020304" pitchFamily="18" charset="0"/>
                <a:ea typeface="楷体" panose="02010609060101010101" pitchFamily="49" charset="-122"/>
              </a:rPr>
              <a:t>Y</a:t>
            </a:r>
            <a:r>
              <a:rPr lang="en-US" altLang="zh-CN" sz="1600" b="1" i="1" baseline="-25000" dirty="0">
                <a:latin typeface="Times New Roman" panose="02020603050405020304" pitchFamily="18" charset="0"/>
                <a:ea typeface="楷体" panose="02010609060101010101" pitchFamily="49" charset="-122"/>
              </a:rPr>
              <a:t>1</a:t>
            </a:r>
            <a:r>
              <a:rPr lang="zh-CN" altLang="en-US" sz="1600" b="1" dirty="0">
                <a:latin typeface="Times New Roman" panose="02020603050405020304" pitchFamily="18" charset="0"/>
                <a:ea typeface="楷体" panose="02010609060101010101" pitchFamily="49" charset="-122"/>
              </a:rPr>
              <a:t>位于栈顶。</a:t>
            </a:r>
            <a:endParaRPr lang="en-US" altLang="zh-CN" sz="1600" b="1" dirty="0">
              <a:latin typeface="华文楷体" panose="02010600040101010101" pitchFamily="2" charset="-122"/>
              <a:ea typeface="华文楷体" panose="02010600040101010101" pitchFamily="2" charset="-122"/>
            </a:endParaRPr>
          </a:p>
          <a:p>
            <a:pPr eaLnBrk="1" hangingPunct="1">
              <a:lnSpc>
                <a:spcPts val="1200"/>
              </a:lnSpc>
              <a:spcBef>
                <a:spcPct val="20000"/>
              </a:spcBef>
              <a:buSzPct val="100000"/>
              <a:defRPr/>
            </a:pPr>
            <a:r>
              <a:rPr lang="en-US" altLang="zh-CN" sz="1600" b="1" dirty="0">
                <a:latin typeface="Times New Roman" panose="02020603050405020304" pitchFamily="18" charset="0"/>
                <a:ea typeface="楷体" panose="02010609060101010101" pitchFamily="49" charset="-122"/>
              </a:rPr>
              <a:t>            }</a:t>
            </a:r>
          </a:p>
          <a:p>
            <a:pPr eaLnBrk="1" hangingPunct="1">
              <a:lnSpc>
                <a:spcPts val="1200"/>
              </a:lnSpc>
              <a:spcBef>
                <a:spcPct val="20000"/>
              </a:spcBef>
              <a:buSzPct val="100000"/>
              <a:buFont typeface="Symbol" panose="05050102010706020507" pitchFamily="18" charset="2"/>
              <a:buNone/>
              <a:defRPr/>
            </a:pPr>
            <a:r>
              <a:rPr lang="zh-CN" altLang="en-US" sz="1600" b="1" dirty="0">
                <a:latin typeface="Times New Roman" panose="02020603050405020304" pitchFamily="18" charset="0"/>
              </a:rPr>
              <a:t>            </a:t>
            </a:r>
            <a:r>
              <a:rPr lang="zh-CN" altLang="en-US" sz="1600" b="1" dirty="0">
                <a:latin typeface="华文楷体" panose="02010600040101010101" pitchFamily="2" charset="-122"/>
                <a:ea typeface="华文楷体" panose="02010600040101010101" pitchFamily="2" charset="-122"/>
              </a:rPr>
              <a:t>令</a:t>
            </a:r>
            <a:r>
              <a:rPr lang="en-US" altLang="zh-CN" sz="1600" b="1" i="1" dirty="0">
                <a:latin typeface="Times New Roman" panose="02020603050405020304" pitchFamily="18" charset="0"/>
                <a:ea typeface="华文楷体" panose="02010600040101010101" pitchFamily="2" charset="-122"/>
              </a:rPr>
              <a:t>X</a:t>
            </a:r>
            <a:r>
              <a:rPr lang="en-US" altLang="zh-CN" sz="1600" b="1" dirty="0">
                <a:latin typeface="Times New Roman" panose="02020603050405020304" pitchFamily="18" charset="0"/>
                <a:ea typeface="华文楷体" panose="02010600040101010101" pitchFamily="2" charset="-122"/>
              </a:rPr>
              <a:t>=</a:t>
            </a:r>
            <a:r>
              <a:rPr lang="zh-CN" altLang="en-US" sz="1600" b="1" dirty="0">
                <a:latin typeface="华文楷体" panose="02010600040101010101" pitchFamily="2" charset="-122"/>
                <a:ea typeface="华文楷体" panose="02010600040101010101" pitchFamily="2" charset="-122"/>
              </a:rPr>
              <a:t>栈顶符号</a:t>
            </a:r>
            <a:endParaRPr lang="en-US" altLang="zh-CN" sz="1600" b="1" dirty="0">
              <a:latin typeface="华文楷体" panose="02010600040101010101" pitchFamily="2" charset="-122"/>
              <a:ea typeface="华文楷体" panose="02010600040101010101" pitchFamily="2" charset="-122"/>
            </a:endParaRPr>
          </a:p>
          <a:p>
            <a:pPr eaLnBrk="1" hangingPunct="1">
              <a:lnSpc>
                <a:spcPts val="1200"/>
              </a:lnSpc>
              <a:spcBef>
                <a:spcPct val="20000"/>
              </a:spcBef>
              <a:buSzPct val="100000"/>
              <a:buFont typeface="Symbol" panose="05050102010706020507" pitchFamily="18" charset="2"/>
              <a:buNone/>
              <a:defRPr/>
            </a:pPr>
            <a:r>
              <a:rPr lang="en-US" altLang="zh-CN" sz="1600" b="1" dirty="0">
                <a:latin typeface="Times New Roman" panose="02020603050405020304" pitchFamily="18" charset="0"/>
                <a:ea typeface="楷体" panose="02010609060101010101" pitchFamily="49" charset="-122"/>
              </a:rPr>
              <a:t>}                 </a:t>
            </a:r>
          </a:p>
          <a:p>
            <a:pPr eaLnBrk="1" hangingPunct="1">
              <a:lnSpc>
                <a:spcPts val="1500"/>
              </a:lnSpc>
              <a:spcBef>
                <a:spcPct val="20000"/>
              </a:spcBef>
              <a:buSzPct val="100000"/>
              <a:buFont typeface="Symbol" panose="05050102010706020507" pitchFamily="18" charset="2"/>
              <a:buNone/>
              <a:defRPr/>
            </a:pPr>
            <a:endParaRPr lang="zh-CN" altLang="en-US" sz="1500" b="1" dirty="0">
              <a:latin typeface="Times New Roman" panose="02020603050405020304" pitchFamily="18" charset="0"/>
              <a:ea typeface="华文楷体" panose="02010600040101010101" pitchFamily="2" charset="-122"/>
            </a:endParaRP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58</a:t>
            </a:fld>
            <a:endParaRPr lang="en-US" altLang="zh-C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oup 18"/>
          <p:cNvGraphicFramePr>
            <a:graphicFrameLocks noGrp="1"/>
          </p:cNvGraphicFramePr>
          <p:nvPr>
            <p:custDataLst>
              <p:tags r:id="rId1"/>
            </p:custDataLst>
          </p:nvPr>
        </p:nvGraphicFramePr>
        <p:xfrm>
          <a:off x="706755" y="821055"/>
          <a:ext cx="7750175" cy="4164965"/>
        </p:xfrm>
        <a:graphic>
          <a:graphicData uri="http://schemas.openxmlformats.org/drawingml/2006/table">
            <a:tbl>
              <a:tblPr/>
              <a:tblGrid>
                <a:gridCol w="1644015">
                  <a:extLst>
                    <a:ext uri="{9D8B030D-6E8A-4147-A177-3AD203B41FA5}">
                      <a16:colId xmlns:a16="http://schemas.microsoft.com/office/drawing/2014/main" val="20000"/>
                    </a:ext>
                  </a:extLst>
                </a:gridCol>
                <a:gridCol w="2451100">
                  <a:extLst>
                    <a:ext uri="{9D8B030D-6E8A-4147-A177-3AD203B41FA5}">
                      <a16:colId xmlns:a16="http://schemas.microsoft.com/office/drawing/2014/main" val="20001"/>
                    </a:ext>
                  </a:extLst>
                </a:gridCol>
                <a:gridCol w="3655060">
                  <a:extLst>
                    <a:ext uri="{9D8B030D-6E8A-4147-A177-3AD203B41FA5}">
                      <a16:colId xmlns:a16="http://schemas.microsoft.com/office/drawing/2014/main" val="20002"/>
                    </a:ext>
                  </a:extLst>
                </a:gridCol>
              </a:tblGrid>
              <a:tr h="38671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等线" panose="02010600030101010101" pitchFamily="2" charset="-122"/>
                          <a:ea typeface="等线" panose="02010600030101010101" pitchFamily="2" charset="-122"/>
                        </a:rPr>
                        <a:t>维度</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等线" panose="02010600030101010101" pitchFamily="2" charset="-122"/>
                          <a:ea typeface="等线" panose="02010600030101010101" pitchFamily="2" charset="-122"/>
                        </a:rPr>
                        <a:t>递归的预测分析法</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等线" panose="02010600030101010101" pitchFamily="2" charset="-122"/>
                          <a:ea typeface="等线" panose="02010600030101010101" pitchFamily="2" charset="-122"/>
                        </a:rPr>
                        <a:t>非递归的预测分析法</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0"/>
                  </a:ext>
                </a:extLst>
              </a:tr>
              <a:tr h="40703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mn-ea"/>
                          <a:ea typeface="+mn-ea"/>
                        </a:rPr>
                        <a:t>实现方式</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mn-ea"/>
                          <a:ea typeface="+mn-ea"/>
                        </a:rPr>
                        <a:t>递归，栈溢出风险</a:t>
                      </a:r>
                      <a:endParaRPr kumimoji="0" lang="en-US" altLang="zh-CN" sz="2000" b="1" i="0" u="none" strike="noStrike" cap="none" normalizeH="0" baseline="0" dirty="0">
                        <a:ln>
                          <a:noFill/>
                        </a:ln>
                        <a:solidFill>
                          <a:schemeClr val="tx1"/>
                        </a:solidFill>
                        <a:effectLst/>
                        <a:latin typeface="+mn-ea"/>
                        <a:ea typeface="+mn-ea"/>
                      </a:endParaRP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mn-ea"/>
                          <a:ea typeface="+mn-ea"/>
                        </a:rPr>
                        <a:t>显式栈</a:t>
                      </a:r>
                      <a:r>
                        <a:rPr kumimoji="0" lang="en-US" altLang="zh-CN" sz="2000" b="1" i="0" u="none" strike="noStrike" cap="none" normalizeH="0" baseline="0" dirty="0">
                          <a:ln>
                            <a:noFill/>
                          </a:ln>
                          <a:solidFill>
                            <a:schemeClr val="tx1"/>
                          </a:solidFill>
                          <a:effectLst/>
                          <a:latin typeface="+mn-ea"/>
                          <a:ea typeface="+mn-ea"/>
                        </a:rPr>
                        <a:t>+</a:t>
                      </a:r>
                      <a:r>
                        <a:rPr kumimoji="0" lang="zh-CN" altLang="en-US" sz="2000" b="1" i="0" u="none" strike="noStrike" cap="none" normalizeH="0" baseline="0" dirty="0">
                          <a:ln>
                            <a:noFill/>
                          </a:ln>
                          <a:solidFill>
                            <a:schemeClr val="tx1"/>
                          </a:solidFill>
                          <a:effectLst/>
                          <a:latin typeface="+mn-ea"/>
                          <a:ea typeface="+mn-ea"/>
                        </a:rPr>
                        <a:t>循环，栈可控</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671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mn-ea"/>
                          <a:ea typeface="+mn-ea"/>
                        </a:rPr>
                        <a:t>维护和扩展</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2"/>
                          </a:solidFill>
                          <a:effectLst/>
                          <a:latin typeface="+mn-ea"/>
                          <a:ea typeface="+mn-ea"/>
                        </a:rPr>
                        <a:t>直观易懂，较好</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mn-ea"/>
                          <a:ea typeface="+mn-ea"/>
                        </a:rPr>
                        <a:t>较差</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671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mn-ea"/>
                          <a:ea typeface="+mn-ea"/>
                        </a:rPr>
                        <a:t>实现难度</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2"/>
                          </a:solidFill>
                          <a:effectLst/>
                          <a:latin typeface="+mn-ea"/>
                          <a:ea typeface="+mn-ea"/>
                        </a:rPr>
                        <a:t>容易</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mn-ea"/>
                          <a:ea typeface="+mn-ea"/>
                        </a:rPr>
                        <a:t>较难（尤其语义分析）</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65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mn-ea"/>
                          <a:ea typeface="+mn-ea"/>
                        </a:rPr>
                        <a:t>时间效率</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mn-ea"/>
                          <a:ea typeface="+mn-ea"/>
                        </a:rPr>
                        <a:t>O (n) +</a:t>
                      </a:r>
                      <a:r>
                        <a:rPr kumimoji="0" lang="zh-CN" altLang="en-US" sz="2000" b="1" i="0" u="none" strike="noStrike" cap="none" normalizeH="0" baseline="0" dirty="0">
                          <a:ln>
                            <a:noFill/>
                          </a:ln>
                          <a:solidFill>
                            <a:schemeClr val="tx1"/>
                          </a:solidFill>
                          <a:effectLst/>
                          <a:latin typeface="+mn-ea"/>
                          <a:ea typeface="+mn-ea"/>
                        </a:rPr>
                        <a:t>函数调用</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mn-ea"/>
                          <a:ea typeface="+mn-ea"/>
                        </a:rPr>
                        <a:t>O(n)</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671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mn-ea"/>
                          <a:ea typeface="+mn-ea"/>
                        </a:rPr>
                        <a:t>自动生成</a:t>
                      </a:r>
                      <a:endParaRPr kumimoji="0" lang="en-US" altLang="zh-CN" sz="2000" b="1" i="0" u="none" strike="noStrike" cap="none" normalizeH="0" baseline="0">
                        <a:ln>
                          <a:noFill/>
                        </a:ln>
                        <a:solidFill>
                          <a:schemeClr val="tx1"/>
                        </a:solidFill>
                        <a:effectLst/>
                        <a:latin typeface="+mn-ea"/>
                        <a:ea typeface="+mn-ea"/>
                      </a:endParaRP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mn-ea"/>
                          <a:ea typeface="+mn-ea"/>
                        </a:rPr>
                        <a:t>较难</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mn-ea"/>
                          <a:ea typeface="+mn-ea"/>
                        </a:rPr>
                        <a:t>较易</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671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mn-ea"/>
                          <a:ea typeface="+mn-ea"/>
                        </a:rPr>
                        <a:t>错误</a:t>
                      </a:r>
                      <a:r>
                        <a:rPr kumimoji="0" lang="en-US" altLang="zh-CN" sz="2000" b="1" i="0" u="none" strike="noStrike" cap="none" normalizeH="0" baseline="0">
                          <a:ln>
                            <a:noFill/>
                          </a:ln>
                          <a:solidFill>
                            <a:schemeClr val="tx1"/>
                          </a:solidFill>
                          <a:effectLst/>
                          <a:latin typeface="+mn-ea"/>
                          <a:ea typeface="+mn-ea"/>
                        </a:rPr>
                        <a:t> </a:t>
                      </a:r>
                      <a:r>
                        <a:rPr kumimoji="0" lang="zh-CN" altLang="en-US" sz="2000" b="1" i="0" u="none" strike="noStrike" cap="none" normalizeH="0" baseline="0">
                          <a:ln>
                            <a:noFill/>
                          </a:ln>
                          <a:solidFill>
                            <a:schemeClr val="tx1"/>
                          </a:solidFill>
                          <a:effectLst/>
                          <a:latin typeface="+mn-ea"/>
                          <a:ea typeface="+mn-ea"/>
                        </a:rPr>
                        <a:t>处理</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lang="zh-CN" altLang="en-US" sz="2000" b="1" dirty="0">
                          <a:ln>
                            <a:noFill/>
                          </a:ln>
                          <a:solidFill>
                            <a:schemeClr val="tx2"/>
                          </a:solidFill>
                          <a:effectLst/>
                          <a:latin typeface="+mn-ea"/>
                          <a:sym typeface="+mn-ea"/>
                        </a:rPr>
                        <a:t>极强（可定制精确诊断、自动恢复）</a:t>
                      </a:r>
                      <a:endParaRPr kumimoji="0" lang="zh-CN" altLang="en-US" sz="2000" b="1" i="0" u="none" strike="noStrike" cap="none" normalizeH="0" baseline="0" dirty="0">
                        <a:ln>
                          <a:noFill/>
                        </a:ln>
                        <a:solidFill>
                          <a:schemeClr val="tx2"/>
                        </a:solidFill>
                        <a:effectLst/>
                        <a:latin typeface="+mn-ea"/>
                        <a:ea typeface="+mn-ea"/>
                        <a:sym typeface="+mn-ea"/>
                      </a:endParaRP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lang="zh-CN" altLang="en-US" sz="2000" b="1" dirty="0">
                          <a:ln>
                            <a:noFill/>
                          </a:ln>
                          <a:solidFill>
                            <a:schemeClr val="tx1"/>
                          </a:solidFill>
                          <a:effectLst/>
                          <a:latin typeface="+mn-ea"/>
                          <a:sym typeface="+mn-ea"/>
                        </a:rPr>
                        <a:t>有限（仅能报告语法错误位置）</a:t>
                      </a:r>
                      <a:endParaRPr kumimoji="0" lang="zh-CN" altLang="en-US" sz="2000" b="1" i="0" u="none" strike="noStrike" cap="none" normalizeH="0" baseline="0" dirty="0">
                        <a:ln>
                          <a:noFill/>
                        </a:ln>
                        <a:solidFill>
                          <a:schemeClr val="tx1"/>
                        </a:solidFill>
                        <a:effectLst/>
                        <a:latin typeface="+mn-ea"/>
                        <a:ea typeface="+mn-ea"/>
                        <a:sym typeface="+mn-ea"/>
                      </a:endParaRP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671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mn-ea"/>
                          <a:ea typeface="+mn-ea"/>
                        </a:rPr>
                        <a:t>应用场景</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2"/>
                          </a:solidFill>
                          <a:effectLst/>
                          <a:latin typeface="+mn-ea"/>
                          <a:ea typeface="+mn-ea"/>
                        </a:rPr>
                        <a:t>现代主流通用语言</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mn-ea"/>
                          <a:ea typeface="+mn-ea"/>
                        </a:rPr>
                        <a:t>配置文件解析、</a:t>
                      </a:r>
                      <a:r>
                        <a:rPr kumimoji="0" lang="en-US" altLang="zh-CN" sz="2000" b="1" i="0" u="none" strike="noStrike" cap="none" normalizeH="0" baseline="0" dirty="0">
                          <a:ln>
                            <a:noFill/>
                          </a:ln>
                          <a:solidFill>
                            <a:schemeClr val="tx1"/>
                          </a:solidFill>
                          <a:effectLst/>
                          <a:latin typeface="+mn-ea"/>
                          <a:ea typeface="+mn-ea"/>
                        </a:rPr>
                        <a:t>DSL </a:t>
                      </a:r>
                      <a:r>
                        <a:rPr kumimoji="0" lang="zh-CN" altLang="en-US" sz="2000" b="1" i="0" u="none" strike="noStrike" cap="none" normalizeH="0" baseline="0" dirty="0">
                          <a:ln>
                            <a:noFill/>
                          </a:ln>
                          <a:solidFill>
                            <a:schemeClr val="tx1"/>
                          </a:solidFill>
                          <a:effectLst/>
                          <a:latin typeface="+mn-ea"/>
                          <a:ea typeface="+mn-ea"/>
                        </a:rPr>
                        <a:t>领域专用语言、嵌入式系统、受限环境、自动生成（</a:t>
                      </a:r>
                      <a:r>
                        <a:rPr kumimoji="0" lang="en-US" altLang="zh-CN" sz="2000" b="1" i="0" u="none" strike="noStrike" cap="none" normalizeH="0" baseline="0" dirty="0">
                          <a:ln>
                            <a:noFill/>
                          </a:ln>
                          <a:solidFill>
                            <a:schemeClr val="tx1"/>
                          </a:solidFill>
                          <a:effectLst/>
                          <a:latin typeface="+mn-ea"/>
                          <a:ea typeface="+mn-ea"/>
                        </a:rPr>
                        <a:t>ANTLR</a:t>
                      </a:r>
                      <a:r>
                        <a:rPr kumimoji="0" lang="zh-CN" altLang="en-US" sz="2000" b="1" i="0" u="none" strike="noStrike" cap="none" normalizeH="0" baseline="0" dirty="0">
                          <a:ln>
                            <a:noFill/>
                          </a:ln>
                          <a:solidFill>
                            <a:schemeClr val="tx1"/>
                          </a:solidFill>
                          <a:effectLst/>
                          <a:latin typeface="+mn-ea"/>
                          <a:ea typeface="+mn-ea"/>
                        </a:rPr>
                        <a:t>）</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0683" name="Rectangle 2"/>
          <p:cNvSpPr>
            <a:spLocks noGrp="1" noChangeArrowheads="1"/>
          </p:cNvSpPr>
          <p:nvPr>
            <p:ph type="title"/>
          </p:nvPr>
        </p:nvSpPr>
        <p:spPr>
          <a:xfrm>
            <a:off x="755650" y="268288"/>
            <a:ext cx="83883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递归的预测分析法</a:t>
            </a:r>
            <a:r>
              <a:rPr lang="en-US" altLang="zh-CN"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vs.</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非递归的预测分析法</a:t>
            </a:r>
          </a:p>
        </p:txBody>
      </p:sp>
      <p:sp>
        <p:nvSpPr>
          <p:cNvPr id="4" name="灯片编号占位符 3"/>
          <p:cNvSpPr>
            <a:spLocks noGrp="1"/>
          </p:cNvSpPr>
          <p:nvPr>
            <p:ph type="sldNum" sz="quarter" idx="12"/>
          </p:nvPr>
        </p:nvSpPr>
        <p:spPr/>
        <p:txBody>
          <a:bodyPr/>
          <a:lstStyle/>
          <a:p>
            <a:pPr>
              <a:defRPr/>
            </a:pPr>
            <a:fld id="{EA567855-7F13-4FC5-AD61-2B82F6443E16}" type="slidenum">
              <a:rPr lang="zh-CN" altLang="en-US" smtClean="0"/>
              <a:t>59</a:t>
            </a:fld>
            <a:endParaRPr lang="en-US"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131590"/>
            <a:ext cx="7560840" cy="3456384"/>
          </a:xfrm>
        </p:spPr>
        <p:txBody>
          <a:bodyPr>
            <a:normAutofit/>
          </a:bodyPr>
          <a:lstStyle/>
          <a:p>
            <a:pPr>
              <a:lnSpc>
                <a:spcPct val="110000"/>
              </a:lnSpc>
              <a:spcBef>
                <a:spcPts val="0"/>
              </a:spcBef>
            </a:pPr>
            <a:r>
              <a:rPr lang="en-US" altLang="zh-CN" dirty="0"/>
              <a:t>if </a:t>
            </a:r>
            <a:r>
              <a:rPr lang="zh-CN" altLang="en-US" dirty="0"/>
              <a:t>语句的文法</a:t>
            </a:r>
            <a:r>
              <a:rPr lang="en-US" altLang="zh-CN" dirty="0"/>
              <a:t>G(S):</a:t>
            </a:r>
          </a:p>
          <a:p>
            <a:pPr marL="0" indent="0">
              <a:lnSpc>
                <a:spcPct val="110000"/>
              </a:lnSpc>
              <a:spcBef>
                <a:spcPts val="0"/>
              </a:spcBef>
              <a:buNone/>
            </a:pPr>
            <a:r>
              <a:rPr lang="en-US" altLang="zh-CN" dirty="0"/>
              <a:t>		</a:t>
            </a:r>
            <a:r>
              <a:rPr lang="en-US" altLang="zh-CN" i="1" dirty="0"/>
              <a:t>S </a:t>
            </a:r>
            <a:r>
              <a:rPr lang="en-US" altLang="zh-CN" dirty="0">
                <a:sym typeface="Symbol" panose="05050102010706020507" pitchFamily="18" charset="2"/>
              </a:rPr>
              <a:t></a:t>
            </a:r>
            <a:r>
              <a:rPr lang="en-US" altLang="zh-CN" i="1" dirty="0">
                <a:sym typeface="Symbol" panose="05050102010706020507" pitchFamily="18" charset="2"/>
              </a:rPr>
              <a:t> </a:t>
            </a:r>
            <a:r>
              <a:rPr lang="en-US" altLang="zh-CN" i="1" dirty="0" err="1">
                <a:solidFill>
                  <a:srgbClr val="0070C0"/>
                </a:solidFill>
                <a:sym typeface="Symbol" panose="05050102010706020507" pitchFamily="18" charset="2"/>
              </a:rPr>
              <a:t>iEtS</a:t>
            </a:r>
            <a:r>
              <a:rPr lang="en-US" altLang="zh-CN" i="1" dirty="0">
                <a:sym typeface="Symbol" panose="05050102010706020507" pitchFamily="18" charset="2"/>
              </a:rPr>
              <a:t> | </a:t>
            </a:r>
            <a:r>
              <a:rPr lang="en-US" altLang="zh-CN" i="1" dirty="0" err="1">
                <a:solidFill>
                  <a:srgbClr val="0070C0"/>
                </a:solidFill>
                <a:sym typeface="Symbol" panose="05050102010706020507" pitchFamily="18" charset="2"/>
              </a:rPr>
              <a:t>iEtS</a:t>
            </a:r>
            <a:r>
              <a:rPr lang="en-US" altLang="zh-CN" i="1" dirty="0" err="1">
                <a:sym typeface="Symbol" panose="05050102010706020507" pitchFamily="18" charset="2"/>
              </a:rPr>
              <a:t>eS</a:t>
            </a:r>
            <a:r>
              <a:rPr lang="en-US" altLang="zh-CN" i="1" dirty="0">
                <a:sym typeface="Symbol" panose="05050102010706020507" pitchFamily="18" charset="2"/>
              </a:rPr>
              <a:t> | a</a:t>
            </a:r>
          </a:p>
          <a:p>
            <a:pPr marL="0" indent="0">
              <a:lnSpc>
                <a:spcPct val="110000"/>
              </a:lnSpc>
              <a:spcBef>
                <a:spcPts val="0"/>
              </a:spcBef>
              <a:buNone/>
            </a:pPr>
            <a:r>
              <a:rPr lang="en-US" altLang="zh-CN" dirty="0">
                <a:sym typeface="Symbol" panose="05050102010706020507" pitchFamily="18" charset="2"/>
              </a:rPr>
              <a:t>		</a:t>
            </a:r>
            <a:r>
              <a:rPr lang="en-US" altLang="zh-CN" i="1" dirty="0">
                <a:sym typeface="Symbol" panose="05050102010706020507" pitchFamily="18" charset="2"/>
              </a:rPr>
              <a:t>E </a:t>
            </a:r>
            <a:r>
              <a:rPr lang="en-US" altLang="zh-CN" dirty="0">
                <a:sym typeface="Symbol" panose="05050102010706020507" pitchFamily="18" charset="2"/>
              </a:rPr>
              <a:t></a:t>
            </a:r>
            <a:r>
              <a:rPr lang="en-US" altLang="zh-CN" i="1" dirty="0">
                <a:sym typeface="Symbol" panose="05050102010706020507" pitchFamily="18" charset="2"/>
              </a:rPr>
              <a:t> b</a:t>
            </a:r>
          </a:p>
          <a:p>
            <a:pPr marL="0" indent="0">
              <a:lnSpc>
                <a:spcPct val="110000"/>
              </a:lnSpc>
              <a:spcBef>
                <a:spcPts val="0"/>
              </a:spcBef>
              <a:buNone/>
            </a:pPr>
            <a:endParaRPr lang="en-US" altLang="zh-CN" dirty="0">
              <a:sym typeface="Symbol" panose="05050102010706020507" pitchFamily="18" charset="2"/>
            </a:endParaRPr>
          </a:p>
          <a:p>
            <a:pPr marL="0" indent="0">
              <a:lnSpc>
                <a:spcPct val="110000"/>
              </a:lnSpc>
              <a:spcBef>
                <a:spcPts val="0"/>
              </a:spcBef>
              <a:buNone/>
            </a:pPr>
            <a:r>
              <a:rPr lang="zh-CN" altLang="en-US" dirty="0">
                <a:sym typeface="Symbol" panose="05050102010706020507" pitchFamily="18" charset="2"/>
              </a:rPr>
              <a:t>提取左公因子之后，改写成：</a:t>
            </a:r>
            <a:endParaRPr lang="en-US" altLang="zh-CN" dirty="0">
              <a:sym typeface="Symbol" panose="05050102010706020507" pitchFamily="18" charset="2"/>
            </a:endParaRPr>
          </a:p>
          <a:p>
            <a:pPr marL="0" indent="0">
              <a:lnSpc>
                <a:spcPct val="110000"/>
              </a:lnSpc>
              <a:spcBef>
                <a:spcPts val="0"/>
              </a:spcBef>
              <a:buNone/>
            </a:pPr>
            <a:r>
              <a:rPr lang="en-US" altLang="zh-CN" dirty="0"/>
              <a:t>		</a:t>
            </a:r>
            <a:r>
              <a:rPr lang="en-US" altLang="zh-CN" i="1" dirty="0"/>
              <a:t>S </a:t>
            </a:r>
            <a:r>
              <a:rPr lang="en-US" altLang="zh-CN" dirty="0">
                <a:sym typeface="Symbol" panose="05050102010706020507" pitchFamily="18" charset="2"/>
              </a:rPr>
              <a:t></a:t>
            </a:r>
            <a:r>
              <a:rPr lang="en-US" altLang="zh-CN" i="1" dirty="0">
                <a:sym typeface="Symbol" panose="05050102010706020507" pitchFamily="18" charset="2"/>
              </a:rPr>
              <a:t> </a:t>
            </a:r>
            <a:r>
              <a:rPr lang="en-US" altLang="zh-CN" i="1" dirty="0" err="1">
                <a:solidFill>
                  <a:schemeClr val="accent2"/>
                </a:solidFill>
                <a:sym typeface="Symbol" panose="05050102010706020507" pitchFamily="18" charset="2"/>
              </a:rPr>
              <a:t>iEtS</a:t>
            </a:r>
            <a:r>
              <a:rPr lang="en-US" altLang="zh-CN" i="1" dirty="0" err="1">
                <a:solidFill>
                  <a:srgbClr val="0000FF"/>
                </a:solidFill>
                <a:sym typeface="Symbol" panose="05050102010706020507" pitchFamily="18" charset="2"/>
              </a:rPr>
              <a:t>S</a:t>
            </a:r>
            <a:r>
              <a:rPr lang="en-US" altLang="zh-CN" i="1" dirty="0">
                <a:solidFill>
                  <a:srgbClr val="0000FF"/>
                </a:solidFill>
                <a:sym typeface="Symbol" panose="05050102010706020507" pitchFamily="18" charset="2"/>
              </a:rPr>
              <a:t>’</a:t>
            </a:r>
            <a:r>
              <a:rPr lang="en-US" altLang="zh-CN" i="1" dirty="0">
                <a:sym typeface="Symbol" panose="05050102010706020507" pitchFamily="18" charset="2"/>
              </a:rPr>
              <a:t> | a</a:t>
            </a:r>
          </a:p>
          <a:p>
            <a:pPr marL="0" indent="0">
              <a:lnSpc>
                <a:spcPct val="110000"/>
              </a:lnSpc>
              <a:spcBef>
                <a:spcPts val="0"/>
              </a:spcBef>
              <a:buNone/>
            </a:pPr>
            <a:r>
              <a:rPr lang="en-US" altLang="zh-CN" i="1" dirty="0">
                <a:sym typeface="Symbol" panose="05050102010706020507" pitchFamily="18" charset="2"/>
              </a:rPr>
              <a:t>		</a:t>
            </a:r>
            <a:r>
              <a:rPr lang="en-US" altLang="zh-CN" i="1" dirty="0">
                <a:solidFill>
                  <a:srgbClr val="0000FF"/>
                </a:solidFill>
                <a:sym typeface="Symbol" panose="05050102010706020507" pitchFamily="18" charset="2"/>
              </a:rPr>
              <a:t>S</a:t>
            </a:r>
            <a:r>
              <a:rPr lang="en-US" altLang="zh-CN" i="1" dirty="0">
                <a:solidFill>
                  <a:srgbClr val="0000FF"/>
                </a:solidFill>
                <a:latin typeface="+mn-lt"/>
                <a:sym typeface="Symbol" panose="05050102010706020507" pitchFamily="18" charset="2"/>
              </a:rPr>
              <a:t>’</a:t>
            </a:r>
            <a:r>
              <a:rPr lang="en-US" altLang="zh-CN" dirty="0">
                <a:solidFill>
                  <a:srgbClr val="0000FF"/>
                </a:solidFill>
                <a:sym typeface="Symbol" panose="05050102010706020507" pitchFamily="18" charset="2"/>
              </a:rPr>
              <a:t></a:t>
            </a:r>
            <a:r>
              <a:rPr lang="en-US" altLang="zh-CN" i="1" dirty="0">
                <a:solidFill>
                  <a:srgbClr val="0000FF"/>
                </a:solidFill>
                <a:sym typeface="Symbol" panose="05050102010706020507" pitchFamily="18" charset="2"/>
              </a:rPr>
              <a:t> </a:t>
            </a:r>
            <a:r>
              <a:rPr lang="en-US" altLang="zh-CN" i="1" dirty="0" err="1">
                <a:solidFill>
                  <a:srgbClr val="0000FF"/>
                </a:solidFill>
                <a:sym typeface="Symbol" panose="05050102010706020507" pitchFamily="18" charset="2"/>
              </a:rPr>
              <a:t>eS</a:t>
            </a:r>
            <a:r>
              <a:rPr lang="en-US" altLang="zh-CN" i="1" dirty="0">
                <a:solidFill>
                  <a:srgbClr val="0000FF"/>
                </a:solidFill>
                <a:sym typeface="Symbol" panose="05050102010706020507" pitchFamily="18" charset="2"/>
              </a:rPr>
              <a:t> | </a:t>
            </a:r>
          </a:p>
          <a:p>
            <a:pPr marL="0" indent="0">
              <a:lnSpc>
                <a:spcPct val="110000"/>
              </a:lnSpc>
              <a:spcBef>
                <a:spcPts val="0"/>
              </a:spcBef>
              <a:buNone/>
            </a:pPr>
            <a:r>
              <a:rPr lang="en-US" altLang="zh-CN" i="1" dirty="0">
                <a:sym typeface="Symbol" panose="05050102010706020507" pitchFamily="18" charset="2"/>
              </a:rPr>
              <a:t>		E </a:t>
            </a:r>
            <a:r>
              <a:rPr lang="en-US" altLang="zh-CN" dirty="0">
                <a:sym typeface="Symbol" panose="05050102010706020507" pitchFamily="18" charset="2"/>
              </a:rPr>
              <a:t></a:t>
            </a:r>
            <a:r>
              <a:rPr lang="en-US" altLang="zh-CN" i="1" dirty="0">
                <a:sym typeface="Symbol" panose="05050102010706020507" pitchFamily="18" charset="2"/>
              </a:rPr>
              <a:t> b</a:t>
            </a:r>
          </a:p>
          <a:p>
            <a:pPr marL="0" indent="0">
              <a:lnSpc>
                <a:spcPct val="110000"/>
              </a:lnSpc>
              <a:spcBef>
                <a:spcPts val="0"/>
              </a:spcBef>
              <a:buNone/>
            </a:pPr>
            <a:endParaRPr lang="zh-CN" altLang="en-US" dirty="0"/>
          </a:p>
        </p:txBody>
      </p:sp>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二义性文法的预测分析表冲突处理</a:t>
            </a:r>
          </a:p>
        </p:txBody>
      </p:sp>
      <p:sp>
        <p:nvSpPr>
          <p:cNvPr id="5" name="灯片编号占位符 4"/>
          <p:cNvSpPr>
            <a:spLocks noGrp="1"/>
          </p:cNvSpPr>
          <p:nvPr>
            <p:ph type="sldNum" sz="quarter" idx="12"/>
          </p:nvPr>
        </p:nvSpPr>
        <p:spPr/>
        <p:txBody>
          <a:bodyPr/>
          <a:lstStyle/>
          <a:p>
            <a:pPr>
              <a:defRPr/>
            </a:pPr>
            <a:fld id="{EA567855-7F13-4FC5-AD61-2B82F6443E16}" type="slidenum">
              <a:rPr lang="zh-CN" altLang="en-US" smtClean="0"/>
              <a:t>60</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left)">
                                      <p:cBhvr>
                                        <p:cTn id="18" dur="500"/>
                                        <p:tgtEl>
                                          <p:spTgt spid="3">
                                            <p:txEl>
                                              <p:pRg st="4" end="4"/>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wipe(left)">
                                      <p:cBhvr>
                                        <p:cTn id="21" dur="500"/>
                                        <p:tgtEl>
                                          <p:spTgt spid="3">
                                            <p:txEl>
                                              <p:pRg st="5" end="5"/>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wipe(left)">
                                      <p:cBhvr>
                                        <p:cTn id="24" dur="500"/>
                                        <p:tgtEl>
                                          <p:spTgt spid="3">
                                            <p:txEl>
                                              <p:pRg st="6" end="6"/>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wipe(left)">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771550"/>
            <a:ext cx="8147248" cy="1872208"/>
          </a:xfrm>
        </p:spPr>
        <p:txBody>
          <a:bodyPr>
            <a:normAutofit/>
          </a:bodyPr>
          <a:lstStyle/>
          <a:p>
            <a:pPr>
              <a:lnSpc>
                <a:spcPct val="110000"/>
              </a:lnSpc>
              <a:spcBef>
                <a:spcPts val="0"/>
              </a:spcBef>
            </a:pPr>
            <a:r>
              <a:rPr lang="zh-CN" altLang="en-US" sz="2000" dirty="0"/>
              <a:t>改造后</a:t>
            </a:r>
            <a:r>
              <a:rPr lang="en-US" altLang="zh-CN" sz="2000" dirty="0"/>
              <a:t>if </a:t>
            </a:r>
            <a:r>
              <a:rPr lang="zh-CN" altLang="en-US" sz="2000" dirty="0"/>
              <a:t>语句的文法</a:t>
            </a:r>
            <a:r>
              <a:rPr lang="en-US" altLang="zh-CN" sz="2000" dirty="0"/>
              <a:t>G(S):</a:t>
            </a:r>
          </a:p>
          <a:p>
            <a:pPr marL="0" indent="0">
              <a:lnSpc>
                <a:spcPct val="110000"/>
              </a:lnSpc>
              <a:spcBef>
                <a:spcPts val="0"/>
              </a:spcBef>
              <a:buNone/>
            </a:pPr>
            <a:r>
              <a:rPr lang="en-US" altLang="zh-CN" sz="2000" dirty="0"/>
              <a:t>		</a:t>
            </a:r>
            <a:r>
              <a:rPr lang="en-US" altLang="zh-CN" sz="2000" i="1" dirty="0"/>
              <a:t>S </a:t>
            </a:r>
            <a:r>
              <a:rPr lang="en-US" altLang="zh-CN" sz="2000" dirty="0">
                <a:sym typeface="Symbol" panose="05050102010706020507" pitchFamily="18" charset="2"/>
              </a:rPr>
              <a:t></a:t>
            </a:r>
            <a:r>
              <a:rPr lang="en-US" altLang="zh-CN" sz="2000" i="1" dirty="0">
                <a:sym typeface="Symbol" panose="05050102010706020507" pitchFamily="18" charset="2"/>
              </a:rPr>
              <a:t> </a:t>
            </a:r>
            <a:r>
              <a:rPr lang="en-US" altLang="zh-CN" sz="2000" i="1" dirty="0" err="1">
                <a:sym typeface="Symbol" panose="05050102010706020507" pitchFamily="18" charset="2"/>
              </a:rPr>
              <a:t>iEtSS</a:t>
            </a:r>
            <a:r>
              <a:rPr lang="en-US" altLang="zh-CN" sz="2000" i="1" dirty="0">
                <a:sym typeface="Symbol" panose="05050102010706020507" pitchFamily="18" charset="2"/>
              </a:rPr>
              <a:t>’ | a</a:t>
            </a:r>
          </a:p>
          <a:p>
            <a:pPr marL="0" indent="0">
              <a:lnSpc>
                <a:spcPct val="110000"/>
              </a:lnSpc>
              <a:spcBef>
                <a:spcPts val="0"/>
              </a:spcBef>
              <a:buNone/>
            </a:pPr>
            <a:r>
              <a:rPr lang="en-US" altLang="zh-CN" sz="2000" i="1" dirty="0">
                <a:sym typeface="Symbol" panose="05050102010706020507" pitchFamily="18" charset="2"/>
              </a:rPr>
              <a:t>		S</a:t>
            </a:r>
            <a:r>
              <a:rPr lang="en-US" altLang="zh-CN" sz="2000" i="1" dirty="0">
                <a:latin typeface="+mn-lt"/>
                <a:sym typeface="Symbol" panose="05050102010706020507" pitchFamily="18" charset="2"/>
              </a:rPr>
              <a:t>’</a:t>
            </a:r>
            <a:r>
              <a:rPr lang="en-US" altLang="zh-CN" sz="2000" dirty="0">
                <a:sym typeface="Symbol" panose="05050102010706020507" pitchFamily="18" charset="2"/>
              </a:rPr>
              <a:t></a:t>
            </a:r>
            <a:r>
              <a:rPr lang="en-US" altLang="zh-CN" sz="2000" i="1" dirty="0">
                <a:sym typeface="Symbol" panose="05050102010706020507" pitchFamily="18" charset="2"/>
              </a:rPr>
              <a:t> </a:t>
            </a:r>
            <a:r>
              <a:rPr lang="en-US" altLang="zh-CN" sz="2000" i="1" dirty="0" err="1">
                <a:sym typeface="Symbol" panose="05050102010706020507" pitchFamily="18" charset="2"/>
              </a:rPr>
              <a:t>eS</a:t>
            </a:r>
            <a:r>
              <a:rPr lang="en-US" altLang="zh-CN" sz="2000" i="1" dirty="0">
                <a:sym typeface="Symbol" panose="05050102010706020507" pitchFamily="18" charset="2"/>
              </a:rPr>
              <a:t> | </a:t>
            </a:r>
          </a:p>
          <a:p>
            <a:pPr marL="0" indent="0">
              <a:lnSpc>
                <a:spcPct val="110000"/>
              </a:lnSpc>
              <a:spcBef>
                <a:spcPts val="0"/>
              </a:spcBef>
              <a:buNone/>
            </a:pPr>
            <a:r>
              <a:rPr lang="en-US" altLang="zh-CN" sz="2000" i="1" dirty="0">
                <a:sym typeface="Symbol" panose="05050102010706020507" pitchFamily="18" charset="2"/>
              </a:rPr>
              <a:t>		E </a:t>
            </a:r>
            <a:r>
              <a:rPr lang="en-US" altLang="zh-CN" sz="2000" dirty="0">
                <a:sym typeface="Symbol" panose="05050102010706020507" pitchFamily="18" charset="2"/>
              </a:rPr>
              <a:t></a:t>
            </a:r>
            <a:r>
              <a:rPr lang="en-US" altLang="zh-CN" sz="2000" i="1" dirty="0">
                <a:sym typeface="Symbol" panose="05050102010706020507" pitchFamily="18" charset="2"/>
              </a:rPr>
              <a:t> b</a:t>
            </a:r>
          </a:p>
          <a:p>
            <a:pPr marL="0" indent="0">
              <a:lnSpc>
                <a:spcPct val="110000"/>
              </a:lnSpc>
              <a:spcBef>
                <a:spcPts val="0"/>
              </a:spcBef>
              <a:buNone/>
            </a:pPr>
            <a:endParaRPr lang="zh-CN" altLang="en-US" sz="2000" dirty="0"/>
          </a:p>
        </p:txBody>
      </p:sp>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二义性文法的预测分析表冲突处理</a:t>
            </a:r>
          </a:p>
        </p:txBody>
      </p:sp>
      <p:graphicFrame>
        <p:nvGraphicFramePr>
          <p:cNvPr id="6" name="表格 5"/>
          <p:cNvGraphicFramePr>
            <a:graphicFrameLocks noGrp="1"/>
          </p:cNvGraphicFramePr>
          <p:nvPr/>
        </p:nvGraphicFramePr>
        <p:xfrm>
          <a:off x="395536" y="2211710"/>
          <a:ext cx="8147247" cy="1817915"/>
        </p:xfrm>
        <a:graphic>
          <a:graphicData uri="http://schemas.openxmlformats.org/drawingml/2006/table">
            <a:tbl>
              <a:tblPr firstRow="1" firstCol="1" bandRow="1">
                <a:tableStyleId>{5940675A-B579-460E-94D1-54222C63F5DA}</a:tableStyleId>
              </a:tblPr>
              <a:tblGrid>
                <a:gridCol w="1296144">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584176">
                  <a:extLst>
                    <a:ext uri="{9D8B030D-6E8A-4147-A177-3AD203B41FA5}">
                      <a16:colId xmlns:a16="http://schemas.microsoft.com/office/drawing/2014/main" val="20003"/>
                    </a:ext>
                  </a:extLst>
                </a:gridCol>
                <a:gridCol w="1728192">
                  <a:extLst>
                    <a:ext uri="{9D8B030D-6E8A-4147-A177-3AD203B41FA5}">
                      <a16:colId xmlns:a16="http://schemas.microsoft.com/office/drawing/2014/main" val="20004"/>
                    </a:ext>
                  </a:extLst>
                </a:gridCol>
                <a:gridCol w="580228">
                  <a:extLst>
                    <a:ext uri="{9D8B030D-6E8A-4147-A177-3AD203B41FA5}">
                      <a16:colId xmlns:a16="http://schemas.microsoft.com/office/drawing/2014/main" val="20005"/>
                    </a:ext>
                  </a:extLst>
                </a:gridCol>
                <a:gridCol w="1086299">
                  <a:extLst>
                    <a:ext uri="{9D8B030D-6E8A-4147-A177-3AD203B41FA5}">
                      <a16:colId xmlns:a16="http://schemas.microsoft.com/office/drawing/2014/main" val="20006"/>
                    </a:ext>
                  </a:extLst>
                </a:gridCol>
              </a:tblGrid>
              <a:tr h="299357">
                <a:tc rowSpan="2">
                  <a:txBody>
                    <a:bodyPr/>
                    <a:lstStyle/>
                    <a:p>
                      <a:pPr indent="0" algn="ctr">
                        <a:lnSpc>
                          <a:spcPct val="100000"/>
                        </a:lnSpc>
                        <a:spcAft>
                          <a:spcPts val="0"/>
                        </a:spcAft>
                      </a:pPr>
                      <a:r>
                        <a:rPr lang="zh-CN" altLang="en-US" sz="2000" b="1" dirty="0">
                          <a:effectLst/>
                          <a:latin typeface="Times New Roman" panose="02020603050405020304" pitchFamily="18" charset="0"/>
                          <a:cs typeface="Times New Roman" panose="02020603050405020304" pitchFamily="18" charset="0"/>
                        </a:rPr>
                        <a:t>非终结符</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solidFill>
                      <a:srgbClr val="B5CEED"/>
                    </a:solidFill>
                  </a:tcPr>
                </a:tc>
                <a:tc gridSpan="6">
                  <a:txBody>
                    <a:bodyPr/>
                    <a:lstStyle/>
                    <a:p>
                      <a:pPr indent="0" algn="ctr">
                        <a:lnSpc>
                          <a:spcPct val="100000"/>
                        </a:lnSpc>
                        <a:spcAft>
                          <a:spcPts val="0"/>
                        </a:spcAft>
                      </a:pPr>
                      <a:r>
                        <a:rPr lang="zh-CN" altLang="en-US" sz="2000" b="1" dirty="0">
                          <a:effectLst/>
                          <a:latin typeface="Times New Roman" panose="02020603050405020304" pitchFamily="18" charset="0"/>
                          <a:cs typeface="Times New Roman" panose="02020603050405020304" pitchFamily="18" charset="0"/>
                        </a:rPr>
                        <a:t>输入符号</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solidFill>
                      <a:srgbClr val="B5CEED"/>
                    </a:solidFill>
                  </a:tcPr>
                </a:tc>
                <a:tc hMerge="1">
                  <a:txBody>
                    <a:bodyPr/>
                    <a:lstStyle/>
                    <a:p>
                      <a:endParaRPr lang="zh-CN"/>
                    </a:p>
                  </a:txBody>
                  <a:tcPr marL="0" marR="0" marT="0" marB="0" anchor="ctr"/>
                </a:tc>
                <a:tc hMerge="1">
                  <a:txBody>
                    <a:bodyPr/>
                    <a:lstStyle/>
                    <a:p>
                      <a:endParaRPr lang="zh-CN"/>
                    </a:p>
                  </a:txBody>
                  <a:tcPr marL="0" marR="0" marT="0" marB="0" anchor="ctr"/>
                </a:tc>
                <a:tc hMerge="1">
                  <a:txBody>
                    <a:bodyPr/>
                    <a:lstStyle/>
                    <a:p>
                      <a:endParaRPr lang="zh-CN"/>
                    </a:p>
                  </a:txBody>
                  <a:tcPr marL="0" marR="0" marT="0" marB="0" anchor="ctr"/>
                </a:tc>
                <a:tc hMerge="1">
                  <a:txBody>
                    <a:bodyPr/>
                    <a:lstStyle/>
                    <a:p>
                      <a:endParaRPr lang="zh-CN"/>
                    </a:p>
                  </a:txBody>
                  <a:tcPr marL="0" marR="0" marT="0" marB="0" anchor="ctr"/>
                </a:tc>
                <a:tc hMerge="1">
                  <a:txBody>
                    <a:bodyPr/>
                    <a:lstStyle/>
                    <a:p>
                      <a:endParaRPr lang="zh-CN"/>
                    </a:p>
                  </a:txBody>
                  <a:tcPr marL="0" marR="0" marT="0" marB="0" anchor="ctr"/>
                </a:tc>
                <a:extLst>
                  <a:ext uri="{0D108BD9-81ED-4DB2-BD59-A6C34878D82A}">
                    <a16:rowId xmlns:a16="http://schemas.microsoft.com/office/drawing/2014/main" val="10000"/>
                  </a:ext>
                </a:extLst>
              </a:tr>
              <a:tr h="299357">
                <a:tc vMerge="1">
                  <a:txBody>
                    <a:bodyPr/>
                    <a:lstStyle/>
                    <a:p>
                      <a:endParaRPr lang="zh-CN"/>
                    </a:p>
                  </a:txBody>
                  <a:tcPr marL="0" marR="0" marT="0" marB="0" anchor="ctr"/>
                </a:tc>
                <a:tc>
                  <a:txBody>
                    <a:bodyPr/>
                    <a:lstStyle/>
                    <a:p>
                      <a:pPr indent="0" algn="ctr">
                        <a:lnSpc>
                          <a:spcPct val="100000"/>
                        </a:lnSpc>
                        <a:spcAft>
                          <a:spcPts val="0"/>
                        </a:spcAft>
                      </a:pPr>
                      <a:r>
                        <a:rPr lang="en-US" sz="2000" b="1" i="1" dirty="0">
                          <a:effectLst/>
                          <a:latin typeface="Times New Roman" panose="02020603050405020304" pitchFamily="18" charset="0"/>
                          <a:cs typeface="Times New Roman" panose="02020603050405020304" pitchFamily="18" charset="0"/>
                        </a:rPr>
                        <a:t>a</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i="1" dirty="0">
                          <a:effectLst/>
                          <a:latin typeface="Times New Roman" panose="02020603050405020304" pitchFamily="18" charset="0"/>
                          <a:cs typeface="Times New Roman" panose="02020603050405020304" pitchFamily="18" charset="0"/>
                        </a:rPr>
                        <a:t>b</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i="1" dirty="0">
                          <a:effectLst/>
                          <a:latin typeface="Times New Roman" panose="02020603050405020304" pitchFamily="18" charset="0"/>
                          <a:cs typeface="Times New Roman" panose="02020603050405020304" pitchFamily="18" charset="0"/>
                        </a:rPr>
                        <a:t>e</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i="1" dirty="0" err="1">
                          <a:effectLst/>
                          <a:latin typeface="Times New Roman" panose="02020603050405020304" pitchFamily="18" charset="0"/>
                          <a:cs typeface="Times New Roman" panose="02020603050405020304" pitchFamily="18" charset="0"/>
                        </a:rPr>
                        <a:t>i</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i="1" dirty="0">
                          <a:effectLst/>
                          <a:latin typeface="Times New Roman" panose="02020603050405020304" pitchFamily="18" charset="0"/>
                          <a:cs typeface="Times New Roman" panose="02020603050405020304" pitchFamily="18" charset="0"/>
                        </a:rPr>
                        <a:t>t</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altLang="zh-CN" sz="2000" b="1" i="1" dirty="0">
                          <a:effectLst/>
                          <a:latin typeface="Times New Roman" panose="02020603050405020304" pitchFamily="18" charset="0"/>
                          <a:cs typeface="Times New Roman" panose="02020603050405020304" pitchFamily="18" charset="0"/>
                        </a:rPr>
                        <a:t>$</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extLst>
                  <a:ext uri="{0D108BD9-81ED-4DB2-BD59-A6C34878D82A}">
                    <a16:rowId xmlns:a16="http://schemas.microsoft.com/office/drawing/2014/main" val="10001"/>
                  </a:ext>
                </a:extLst>
              </a:tr>
              <a:tr h="299357">
                <a:tc>
                  <a:txBody>
                    <a:bodyPr/>
                    <a:lstStyle/>
                    <a:p>
                      <a:pPr indent="0" algn="ctr">
                        <a:lnSpc>
                          <a:spcPct val="100000"/>
                        </a:lnSpc>
                        <a:spcAft>
                          <a:spcPts val="0"/>
                        </a:spcAft>
                      </a:pPr>
                      <a:r>
                        <a:rPr lang="en-US" sz="2000" b="1" i="1" dirty="0">
                          <a:effectLst/>
                          <a:latin typeface="Times New Roman" panose="02020603050405020304" pitchFamily="18" charset="0"/>
                          <a:cs typeface="Times New Roman" panose="02020603050405020304" pitchFamily="18" charset="0"/>
                        </a:rPr>
                        <a:t>S</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solidFill>
                      <a:srgbClr val="B5CEED"/>
                    </a:solidFill>
                  </a:tcPr>
                </a:tc>
                <a:tc>
                  <a:txBody>
                    <a:bodyPr/>
                    <a:lstStyle/>
                    <a:p>
                      <a:pPr indent="0" algn="ctr">
                        <a:lnSpc>
                          <a:spcPct val="100000"/>
                        </a:lnSpc>
                        <a:spcAft>
                          <a:spcPts val="0"/>
                        </a:spcAft>
                      </a:pPr>
                      <a:r>
                        <a:rPr lang="en-US" sz="2000" b="1" i="1" dirty="0">
                          <a:effectLst/>
                          <a:latin typeface="Times New Roman" panose="02020603050405020304" pitchFamily="18" charset="0"/>
                          <a:cs typeface="Times New Roman" panose="02020603050405020304" pitchFamily="18" charset="0"/>
                        </a:rPr>
                        <a:t>S</a:t>
                      </a:r>
                      <a:r>
                        <a:rPr lang="zh-CN" sz="2000" b="1" dirty="0">
                          <a:effectLst/>
                          <a:latin typeface="Times New Roman" panose="02020603050405020304" pitchFamily="18" charset="0"/>
                          <a:cs typeface="Times New Roman" panose="02020603050405020304" pitchFamily="18" charset="0"/>
                        </a:rPr>
                        <a:t>→</a:t>
                      </a:r>
                      <a:r>
                        <a:rPr lang="en-US" sz="2000" b="1" i="1" dirty="0">
                          <a:effectLst/>
                          <a:latin typeface="Times New Roman" panose="02020603050405020304" pitchFamily="18" charset="0"/>
                          <a:cs typeface="Times New Roman" panose="02020603050405020304" pitchFamily="18" charset="0"/>
                        </a:rPr>
                        <a:t>a</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a:effectLst/>
                          <a:latin typeface="Times New Roman" panose="02020603050405020304" pitchFamily="18" charset="0"/>
                          <a:cs typeface="Times New Roman" panose="02020603050405020304" pitchFamily="18" charset="0"/>
                        </a:rPr>
                        <a:t> </a:t>
                      </a:r>
                      <a:endParaRPr lang="zh-CN" sz="2000" b="1">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i="1" dirty="0">
                          <a:effectLst/>
                          <a:latin typeface="Times New Roman" panose="02020603050405020304" pitchFamily="18" charset="0"/>
                          <a:cs typeface="Times New Roman" panose="02020603050405020304" pitchFamily="18" charset="0"/>
                        </a:rPr>
                        <a:t>S</a:t>
                      </a:r>
                      <a:r>
                        <a:rPr lang="zh-CN" sz="2000" b="1" i="0" dirty="0">
                          <a:effectLst/>
                          <a:latin typeface="Times New Roman" panose="02020603050405020304" pitchFamily="18" charset="0"/>
                          <a:cs typeface="Times New Roman" panose="02020603050405020304" pitchFamily="18" charset="0"/>
                        </a:rPr>
                        <a:t>→</a:t>
                      </a:r>
                      <a:r>
                        <a:rPr lang="en-US" sz="2000" b="1" i="1" dirty="0" err="1">
                          <a:effectLst/>
                          <a:latin typeface="Times New Roman" panose="02020603050405020304" pitchFamily="18" charset="0"/>
                          <a:cs typeface="Times New Roman" panose="02020603050405020304" pitchFamily="18" charset="0"/>
                        </a:rPr>
                        <a:t>i</a:t>
                      </a:r>
                      <a:r>
                        <a:rPr lang="en-US" altLang="zh-CN" sz="2000" b="1" i="1" dirty="0" err="1">
                          <a:effectLst/>
                          <a:latin typeface="Times New Roman" panose="02020603050405020304" pitchFamily="18" charset="0"/>
                          <a:cs typeface="Times New Roman" panose="02020603050405020304" pitchFamily="18" charset="0"/>
                        </a:rPr>
                        <a:t>E</a:t>
                      </a:r>
                      <a:r>
                        <a:rPr lang="en-US" sz="2000" b="1" i="1" dirty="0" err="1">
                          <a:effectLst/>
                          <a:latin typeface="Times New Roman" panose="02020603050405020304" pitchFamily="18" charset="0"/>
                          <a:cs typeface="Times New Roman" panose="02020603050405020304" pitchFamily="18" charset="0"/>
                        </a:rPr>
                        <a:t>tSS</a:t>
                      </a:r>
                      <a:r>
                        <a:rPr lang="en-US" sz="2000" b="1" i="1" dirty="0">
                          <a:effectLst/>
                          <a:latin typeface="Times New Roman" panose="02020603050405020304" pitchFamily="18" charset="0"/>
                          <a:cs typeface="Times New Roman" panose="02020603050405020304" pitchFamily="18" charset="0"/>
                          <a:sym typeface="Symbol" panose="05050102010706020507" pitchFamily="18" charset="2"/>
                        </a:rPr>
                        <a:t></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extLst>
                  <a:ext uri="{0D108BD9-81ED-4DB2-BD59-A6C34878D82A}">
                    <a16:rowId xmlns:a16="http://schemas.microsoft.com/office/drawing/2014/main" val="10002"/>
                  </a:ext>
                </a:extLst>
              </a:tr>
              <a:tr h="598715">
                <a:tc>
                  <a:txBody>
                    <a:bodyPr/>
                    <a:lstStyle/>
                    <a:p>
                      <a:pPr indent="0" algn="ctr">
                        <a:lnSpc>
                          <a:spcPct val="100000"/>
                        </a:lnSpc>
                        <a:spcAft>
                          <a:spcPts val="0"/>
                        </a:spcAft>
                      </a:pPr>
                      <a:r>
                        <a:rPr lang="en-US" sz="2000" b="1" i="1" dirty="0">
                          <a:effectLst/>
                          <a:latin typeface="Times New Roman" panose="02020603050405020304" pitchFamily="18" charset="0"/>
                          <a:cs typeface="Times New Roman" panose="02020603050405020304" pitchFamily="18" charset="0"/>
                        </a:rPr>
                        <a:t>S</a:t>
                      </a:r>
                      <a:r>
                        <a:rPr lang="en-US" sz="2000" b="1" dirty="0">
                          <a:effectLst/>
                          <a:latin typeface="Times New Roman" panose="02020603050405020304" pitchFamily="18" charset="0"/>
                          <a:cs typeface="Times New Roman" panose="02020603050405020304" pitchFamily="18" charset="0"/>
                          <a:sym typeface="Symbol" panose="05050102010706020507" pitchFamily="18" charset="2"/>
                        </a:rPr>
                        <a:t></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solidFill>
                      <a:srgbClr val="B5CEED"/>
                    </a:solidFill>
                  </a:tcP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i="1" dirty="0">
                          <a:effectLst/>
                          <a:latin typeface="Times New Roman" panose="02020603050405020304" pitchFamily="18" charset="0"/>
                          <a:cs typeface="Times New Roman" panose="02020603050405020304" pitchFamily="18" charset="0"/>
                        </a:rPr>
                        <a:t>S</a:t>
                      </a:r>
                      <a:r>
                        <a:rPr lang="en-US" sz="2000" b="1" i="0" dirty="0">
                          <a:effectLst/>
                          <a:latin typeface="Times New Roman" panose="02020603050405020304" pitchFamily="18" charset="0"/>
                          <a:cs typeface="Times New Roman" panose="02020603050405020304" pitchFamily="18" charset="0"/>
                          <a:sym typeface="Symbol" panose="05050102010706020507" pitchFamily="18" charset="2"/>
                        </a:rPr>
                        <a:t></a:t>
                      </a:r>
                      <a:r>
                        <a:rPr lang="zh-CN" sz="2000" b="1" i="0" dirty="0">
                          <a:effectLst/>
                          <a:latin typeface="Times New Roman" panose="02020603050405020304" pitchFamily="18" charset="0"/>
                          <a:cs typeface="Times New Roman" panose="02020603050405020304" pitchFamily="18" charset="0"/>
                        </a:rPr>
                        <a:t>→</a:t>
                      </a:r>
                      <a:r>
                        <a:rPr lang="en-US" sz="2000" b="1" i="1" dirty="0">
                          <a:effectLst/>
                          <a:latin typeface="Times New Roman" panose="02020603050405020304" pitchFamily="18" charset="0"/>
                          <a:cs typeface="Times New Roman" panose="02020603050405020304" pitchFamily="18" charset="0"/>
                          <a:sym typeface="Symbol" panose="05050102010706020507" pitchFamily="18" charset="2"/>
                        </a:rPr>
                        <a:t></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extLst>
                  <a:ext uri="{0D108BD9-81ED-4DB2-BD59-A6C34878D82A}">
                    <a16:rowId xmlns:a16="http://schemas.microsoft.com/office/drawing/2014/main" val="10003"/>
                  </a:ext>
                </a:extLst>
              </a:tr>
              <a:tr h="299357">
                <a:tc>
                  <a:txBody>
                    <a:bodyPr/>
                    <a:lstStyle/>
                    <a:p>
                      <a:pPr indent="0" algn="ctr">
                        <a:lnSpc>
                          <a:spcPct val="100000"/>
                        </a:lnSpc>
                        <a:spcAft>
                          <a:spcPts val="0"/>
                        </a:spcAft>
                      </a:pPr>
                      <a:r>
                        <a:rPr lang="en-US" altLang="zh-CN" sz="2000" b="1" i="1" dirty="0">
                          <a:solidFill>
                            <a:schemeClr val="tx1"/>
                          </a:solidFill>
                          <a:effectLst/>
                          <a:latin typeface="Times New Roman" panose="02020603050405020304" pitchFamily="18" charset="0"/>
                          <a:ea typeface="+mn-ea"/>
                          <a:cs typeface="Times New Roman" panose="02020603050405020304" pitchFamily="18" charset="0"/>
                        </a:rPr>
                        <a:t>E</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solidFill>
                      <a:srgbClr val="B5CEED"/>
                    </a:solidFill>
                  </a:tcPr>
                </a:tc>
                <a:tc>
                  <a:txBody>
                    <a:bodyPr/>
                    <a:lstStyle/>
                    <a:p>
                      <a:pPr indent="0" algn="ctr">
                        <a:lnSpc>
                          <a:spcPct val="100000"/>
                        </a:lnSpc>
                        <a:spcAft>
                          <a:spcPts val="0"/>
                        </a:spcAft>
                      </a:pPr>
                      <a:r>
                        <a:rPr lang="en-US" sz="2000" b="1">
                          <a:effectLst/>
                          <a:latin typeface="Times New Roman" panose="02020603050405020304" pitchFamily="18" charset="0"/>
                          <a:cs typeface="Times New Roman" panose="02020603050405020304" pitchFamily="18" charset="0"/>
                        </a:rPr>
                        <a:t> </a:t>
                      </a:r>
                      <a:endParaRPr lang="zh-CN" sz="2000" b="1">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altLang="zh-CN" sz="2000" b="1" i="1" dirty="0">
                          <a:effectLst/>
                          <a:latin typeface="Times New Roman" panose="02020603050405020304" pitchFamily="18" charset="0"/>
                          <a:cs typeface="Times New Roman" panose="02020603050405020304" pitchFamily="18" charset="0"/>
                        </a:rPr>
                        <a:t>E</a:t>
                      </a:r>
                      <a:r>
                        <a:rPr lang="zh-CN" sz="2000" b="1" dirty="0">
                          <a:effectLst/>
                          <a:latin typeface="Times New Roman" panose="02020603050405020304" pitchFamily="18" charset="0"/>
                          <a:cs typeface="Times New Roman" panose="02020603050405020304" pitchFamily="18" charset="0"/>
                        </a:rPr>
                        <a:t>→</a:t>
                      </a:r>
                      <a:r>
                        <a:rPr lang="en-US" sz="2000" b="1" i="1" dirty="0">
                          <a:effectLst/>
                          <a:latin typeface="Times New Roman" panose="02020603050405020304" pitchFamily="18" charset="0"/>
                          <a:cs typeface="Times New Roman" panose="02020603050405020304" pitchFamily="18" charset="0"/>
                        </a:rPr>
                        <a:t>b</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a:effectLst/>
                          <a:latin typeface="Times New Roman" panose="02020603050405020304" pitchFamily="18" charset="0"/>
                          <a:cs typeface="Times New Roman" panose="02020603050405020304" pitchFamily="18" charset="0"/>
                        </a:rPr>
                        <a:t> </a:t>
                      </a:r>
                      <a:endParaRPr lang="zh-CN" sz="2000" b="1">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extLst>
                  <a:ext uri="{0D108BD9-81ED-4DB2-BD59-A6C34878D82A}">
                    <a16:rowId xmlns:a16="http://schemas.microsoft.com/office/drawing/2014/main" val="10004"/>
                  </a:ext>
                </a:extLst>
              </a:tr>
            </a:tbl>
          </a:graphicData>
        </a:graphic>
      </p:graphicFrame>
      <p:sp>
        <p:nvSpPr>
          <p:cNvPr id="5" name="文本框 4"/>
          <p:cNvSpPr txBox="1"/>
          <p:nvPr/>
        </p:nvSpPr>
        <p:spPr>
          <a:xfrm>
            <a:off x="4499992" y="843558"/>
            <a:ext cx="4104456" cy="1323439"/>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SELECT( </a:t>
            </a:r>
            <a:r>
              <a:rPr lang="en-US" altLang="zh-CN" sz="2000" b="1" i="1" dirty="0">
                <a:latin typeface="Times New Roman" panose="02020603050405020304" pitchFamily="18" charset="0"/>
                <a:cs typeface="Times New Roman" panose="02020603050405020304" pitchFamily="18" charset="0"/>
                <a:sym typeface="Symbol" panose="05050102010706020507" pitchFamily="18" charset="2"/>
              </a:rPr>
              <a:t>S’</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i="1"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2000" b="1" dirty="0">
                <a:latin typeface="Times New Roman" panose="02020603050405020304" pitchFamily="18" charset="0"/>
                <a:cs typeface="Times New Roman" panose="02020603050405020304" pitchFamily="18" charset="0"/>
              </a:rPr>
              <a:t>FOLLOW( </a:t>
            </a:r>
            <a:r>
              <a:rPr lang="en-US" altLang="zh-CN" sz="2000" b="1" i="1" dirty="0">
                <a:latin typeface="Times New Roman" panose="02020603050405020304" pitchFamily="18" charset="0"/>
                <a:cs typeface="Times New Roman" panose="02020603050405020304" pitchFamily="18" charset="0"/>
              </a:rPr>
              <a:t>S</a:t>
            </a:r>
            <a:r>
              <a:rPr lang="en-US" altLang="zh-CN" sz="2000" b="1" dirty="0">
                <a:latin typeface="Times New Roman" panose="02020603050405020304" pitchFamily="18" charset="0"/>
                <a:cs typeface="Times New Roman" panose="02020603050405020304" pitchFamily="18" charset="0"/>
              </a:rPr>
              <a:t>’ ) </a:t>
            </a:r>
          </a:p>
          <a:p>
            <a:r>
              <a:rPr lang="en-US" altLang="zh-CN" sz="2000" b="1" dirty="0">
                <a:latin typeface="Times New Roman" panose="02020603050405020304" pitchFamily="18" charset="0"/>
                <a:cs typeface="Times New Roman" panose="02020603050405020304" pitchFamily="18" charset="0"/>
              </a:rPr>
              <a:t>                                = { </a:t>
            </a:r>
            <a:r>
              <a:rPr lang="en-US" altLang="zh-CN" sz="2000" b="1" i="1" dirty="0">
                <a:latin typeface="Times New Roman" panose="02020603050405020304" pitchFamily="18" charset="0"/>
                <a:cs typeface="Times New Roman" panose="02020603050405020304" pitchFamily="18" charset="0"/>
              </a:rPr>
              <a:t>e, $ </a:t>
            </a:r>
            <a:r>
              <a:rPr lang="en-US" altLang="zh-CN" sz="2000" b="1" dirty="0">
                <a:latin typeface="Times New Roman" panose="02020603050405020304" pitchFamily="18" charset="0"/>
                <a:cs typeface="Times New Roman" panose="02020603050405020304" pitchFamily="18" charset="0"/>
              </a:rPr>
              <a:t>}</a:t>
            </a:r>
          </a:p>
          <a:p>
            <a:r>
              <a:rPr lang="en-US" altLang="zh-CN" sz="2000" b="1" dirty="0">
                <a:latin typeface="Times New Roman" panose="02020603050405020304" pitchFamily="18" charset="0"/>
                <a:cs typeface="Times New Roman" panose="02020603050405020304" pitchFamily="18" charset="0"/>
              </a:rPr>
              <a:t>SELECT( </a:t>
            </a:r>
            <a:r>
              <a:rPr lang="en-US" altLang="zh-CN" sz="2000" b="1" i="1" dirty="0">
                <a:latin typeface="Times New Roman" panose="02020603050405020304" pitchFamily="18" charset="0"/>
                <a:cs typeface="Times New Roman" panose="02020603050405020304" pitchFamily="18" charset="0"/>
                <a:sym typeface="Symbol" panose="05050102010706020507" pitchFamily="18" charset="2"/>
              </a:rPr>
              <a:t>S’</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i="1" dirty="0" err="1">
                <a:latin typeface="Times New Roman" panose="02020603050405020304" pitchFamily="18" charset="0"/>
                <a:cs typeface="Times New Roman" panose="02020603050405020304" pitchFamily="18" charset="0"/>
                <a:sym typeface="Symbol" panose="05050102010706020507" pitchFamily="18" charset="2"/>
              </a:rPr>
              <a:t>eS</a:t>
            </a:r>
            <a:r>
              <a:rPr lang="en-US" altLang="zh-CN" sz="20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 = FIRST( </a:t>
            </a:r>
            <a:r>
              <a:rPr lang="en-US" altLang="zh-CN" sz="2000" b="1" i="1" dirty="0" err="1">
                <a:latin typeface="Times New Roman" panose="02020603050405020304" pitchFamily="18" charset="0"/>
                <a:cs typeface="Times New Roman" panose="02020603050405020304" pitchFamily="18" charset="0"/>
                <a:sym typeface="Symbol" panose="05050102010706020507" pitchFamily="18" charset="2"/>
              </a:rPr>
              <a:t>eS</a:t>
            </a:r>
            <a:r>
              <a:rPr lang="en-US" altLang="zh-CN" sz="20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 </a:t>
            </a:r>
          </a:p>
          <a:p>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                                = { </a:t>
            </a:r>
            <a:r>
              <a:rPr lang="en-US" altLang="zh-CN" sz="2000" b="1" i="1" dirty="0">
                <a:latin typeface="Times New Roman" panose="02020603050405020304" pitchFamily="18" charset="0"/>
                <a:cs typeface="Times New Roman" panose="02020603050405020304" pitchFamily="18" charset="0"/>
                <a:sym typeface="Symbol" panose="05050102010706020507" pitchFamily="18" charset="2"/>
              </a:rPr>
              <a:t>e </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251520" y="4083918"/>
            <a:ext cx="8784976" cy="792140"/>
          </a:xfrm>
          <a:prstGeom prst="rect">
            <a:avLst/>
          </a:prstGeom>
          <a:noFill/>
        </p:spPr>
        <p:txBody>
          <a:bodyPr wrap="square" rtlCol="0">
            <a:spAutoFit/>
          </a:bodyPr>
          <a:lstStyle/>
          <a:p>
            <a:pPr marL="285750" indent="-285750">
              <a:lnSpc>
                <a:spcPts val="2800"/>
              </a:lnSpc>
              <a:buFont typeface="Wingdings" panose="05000000000000000000" pitchFamily="2" charset="2"/>
              <a:buChar char="Ø"/>
            </a:pPr>
            <a:r>
              <a:rPr lang="zh-CN" altLang="en-US" sz="2000" b="1" dirty="0">
                <a:latin typeface="+mn-ea"/>
                <a:ea typeface="+mn-ea"/>
              </a:rPr>
              <a:t>通过消歧规则消解冲突，</a:t>
            </a:r>
            <a:r>
              <a:rPr lang="zh-CN" altLang="en-US" sz="2000" b="1" dirty="0">
                <a:latin typeface="+mn-ea"/>
                <a:ea typeface="+mn-ea"/>
                <a:cs typeface="Times New Roman" panose="02020603050405020304" pitchFamily="18" charset="0"/>
              </a:rPr>
              <a:t>仍然可以使用预测分析法对该文法进行分析。</a:t>
            </a:r>
            <a:endParaRPr lang="en-US" altLang="zh-CN" sz="2000" b="1" dirty="0">
              <a:latin typeface="+mn-ea"/>
              <a:ea typeface="+mn-ea"/>
              <a:cs typeface="Times New Roman" panose="02020603050405020304" pitchFamily="18" charset="0"/>
            </a:endParaRPr>
          </a:p>
          <a:p>
            <a:pPr marL="285750" indent="-285750">
              <a:lnSpc>
                <a:spcPts val="2800"/>
              </a:lnSpc>
              <a:buFont typeface="Wingdings" panose="05000000000000000000" pitchFamily="2" charset="2"/>
              <a:buChar char="Ø"/>
            </a:pPr>
            <a:r>
              <a:rPr lang="zh-CN" altLang="en-US" sz="2000" b="1" dirty="0">
                <a:latin typeface="+mn-ea"/>
                <a:ea typeface="+mn-ea"/>
                <a:cs typeface="Times New Roman" panose="02020603050405020304" pitchFamily="18" charset="0"/>
              </a:rPr>
              <a:t>但不存在普遍适用的规则来消除任意文法预测分析表中的冲突条目。</a:t>
            </a:r>
            <a:endParaRPr lang="zh-CN" altLang="zh-CN" sz="2000" b="1" dirty="0">
              <a:latin typeface="+mn-ea"/>
              <a:ea typeface="+mn-ea"/>
              <a:cs typeface="Times New Roman" panose="02020603050405020304" pitchFamily="18" charset="0"/>
            </a:endParaRPr>
          </a:p>
        </p:txBody>
      </p:sp>
      <p:sp>
        <p:nvSpPr>
          <p:cNvPr id="8" name="矩形 7"/>
          <p:cNvSpPr/>
          <p:nvPr/>
        </p:nvSpPr>
        <p:spPr>
          <a:xfrm>
            <a:off x="3703653" y="3089092"/>
            <a:ext cx="904415" cy="400110"/>
          </a:xfrm>
          <a:prstGeom prst="rect">
            <a:avLst/>
          </a:prstGeom>
        </p:spPr>
        <p:txBody>
          <a:bodyPr wrap="none">
            <a:spAutoFit/>
          </a:bodyPr>
          <a:lstStyle/>
          <a:p>
            <a:pPr algn="ctr" defTabSz="457200" eaLnBrk="1" fontAlgn="auto" hangingPunct="1">
              <a:spcBef>
                <a:spcPts val="0"/>
              </a:spcBef>
              <a:spcAft>
                <a:spcPts val="0"/>
              </a:spcAft>
              <a:defRPr/>
            </a:pPr>
            <a:r>
              <a:rPr lang="en-US" altLang="zh-CN" sz="2000" b="1" i="1" dirty="0">
                <a:solidFill>
                  <a:srgbClr val="FF0000"/>
                </a:solidFill>
                <a:latin typeface="Times New Roman" panose="02020603050405020304" pitchFamily="18" charset="0"/>
                <a:cs typeface="Times New Roman" panose="02020603050405020304" pitchFamily="18" charset="0"/>
              </a:rPr>
              <a:t>S</a:t>
            </a:r>
            <a:r>
              <a:rPr lang="en-US" altLang="zh-CN" sz="20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i="1" dirty="0" err="1">
                <a:solidFill>
                  <a:srgbClr val="FF0000"/>
                </a:solidFill>
                <a:latin typeface="Times New Roman" panose="02020603050405020304" pitchFamily="18" charset="0"/>
                <a:cs typeface="Times New Roman" panose="02020603050405020304" pitchFamily="18" charset="0"/>
              </a:rPr>
              <a:t>eS</a:t>
            </a:r>
            <a:endParaRPr lang="zh-CN" altLang="zh-CN" sz="2000" b="1" i="1" dirty="0">
              <a:solidFill>
                <a:srgbClr val="FF0000"/>
              </a:solidFill>
              <a:latin typeface="Times New Roman" panose="02020603050405020304" pitchFamily="18" charset="0"/>
              <a:cs typeface="Times New Roman" panose="02020603050405020304" pitchFamily="18" charset="0"/>
            </a:endParaRPr>
          </a:p>
        </p:txBody>
      </p:sp>
      <p:sp>
        <p:nvSpPr>
          <p:cNvPr id="9" name="矩形 8"/>
          <p:cNvSpPr/>
          <p:nvPr/>
        </p:nvSpPr>
        <p:spPr>
          <a:xfrm>
            <a:off x="3751058" y="3377124"/>
            <a:ext cx="760144" cy="400110"/>
          </a:xfrm>
          <a:prstGeom prst="rect">
            <a:avLst/>
          </a:prstGeom>
        </p:spPr>
        <p:txBody>
          <a:bodyPr wrap="none">
            <a:spAutoFit/>
          </a:bodyPr>
          <a:lstStyle/>
          <a:p>
            <a:pPr indent="0" algn="ctr">
              <a:lnSpc>
                <a:spcPct val="100000"/>
              </a:lnSpc>
              <a:spcAft>
                <a:spcPts val="0"/>
              </a:spcAft>
            </a:pPr>
            <a:r>
              <a:rPr lang="en-US" altLang="zh-CN" sz="2000" b="1" i="1" dirty="0">
                <a:solidFill>
                  <a:srgbClr val="FF0000"/>
                </a:solidFill>
                <a:latin typeface="Times New Roman" panose="02020603050405020304" pitchFamily="18" charset="0"/>
                <a:cs typeface="Times New Roman" panose="02020603050405020304" pitchFamily="18" charset="0"/>
              </a:rPr>
              <a:t>S</a:t>
            </a:r>
            <a:r>
              <a:rPr lang="en-US" altLang="zh-CN" sz="20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zh-CN" altLang="zh-CN" sz="2000" b="1" i="1" dirty="0">
              <a:solidFill>
                <a:srgbClr val="FF0000"/>
              </a:solidFill>
              <a:latin typeface="Times New Roman" panose="02020603050405020304" pitchFamily="18" charset="0"/>
              <a:cs typeface="Times New Roman" panose="02020603050405020304" pitchFamily="18" charset="0"/>
            </a:endParaRPr>
          </a:p>
        </p:txBody>
      </p:sp>
      <p:cxnSp>
        <p:nvCxnSpPr>
          <p:cNvPr id="15" name="直接连接符 14"/>
          <p:cNvCxnSpPr/>
          <p:nvPr/>
        </p:nvCxnSpPr>
        <p:spPr bwMode="auto">
          <a:xfrm>
            <a:off x="3751058" y="3602440"/>
            <a:ext cx="82094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灯片编号占位符 9"/>
          <p:cNvSpPr>
            <a:spLocks noGrp="1"/>
          </p:cNvSpPr>
          <p:nvPr>
            <p:ph type="sldNum" sz="quarter" idx="12"/>
          </p:nvPr>
        </p:nvSpPr>
        <p:spPr/>
        <p:txBody>
          <a:bodyPr/>
          <a:lstStyle/>
          <a:p>
            <a:pPr>
              <a:defRPr/>
            </a:pPr>
            <a:fld id="{EA567855-7F13-4FC5-AD61-2B82F6443E16}" type="slidenum">
              <a:rPr lang="zh-CN" altLang="en-US" smtClean="0"/>
              <a:t>61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dow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1219" name="Rectangle 3"/>
          <p:cNvSpPr>
            <a:spLocks noGrp="1" noChangeArrowheads="1"/>
          </p:cNvSpPr>
          <p:nvPr>
            <p:ph idx="1"/>
          </p:nvPr>
        </p:nvSpPr>
        <p:spPr>
          <a:xfrm>
            <a:off x="467544" y="987573"/>
            <a:ext cx="8219256" cy="3877143"/>
          </a:xfrm>
          <a:noFill/>
        </p:spPr>
        <p:txBody>
          <a:bodyPr vert="horz" wrap="square" lIns="69056" tIns="34529" rIns="69056" bIns="34529" numCol="1" anchor="t" anchorCtr="0" compatLnSpc="1"/>
          <a:lstStyle/>
          <a:p>
            <a:pPr eaLnBrk="1" hangingPunct="1">
              <a:lnSpc>
                <a:spcPts val="2700"/>
              </a:lnSpc>
              <a:buFont typeface="Wingdings" panose="05000000000000000000" pitchFamily="2" charset="2"/>
              <a:buNone/>
            </a:pPr>
            <a:r>
              <a:rPr lang="en-US" altLang="zh-CN" sz="2100" dirty="0">
                <a:latin typeface="华文楷体" panose="02010600040101010101" pitchFamily="2" charset="-122"/>
                <a:ea typeface="华文楷体" panose="02010600040101010101" pitchFamily="2" charset="-122"/>
              </a:rPr>
              <a:t>1. </a:t>
            </a:r>
            <a:r>
              <a:rPr lang="zh-CN" altLang="en-US" sz="2100" dirty="0">
                <a:latin typeface="华文楷体" panose="02010600040101010101" pitchFamily="2" charset="-122"/>
                <a:ea typeface="华文楷体" panose="02010600040101010101" pitchFamily="2" charset="-122"/>
              </a:rPr>
              <a:t>改造文法：消除二义性、消除左递归、提取左公因子</a:t>
            </a:r>
          </a:p>
          <a:p>
            <a:pPr eaLnBrk="1" hangingPunct="1">
              <a:lnSpc>
                <a:spcPts val="2700"/>
              </a:lnSpc>
              <a:buNone/>
            </a:pPr>
            <a:r>
              <a:rPr lang="en-US" altLang="zh-CN" sz="2100" dirty="0">
                <a:latin typeface="华文楷体" panose="02010600040101010101" pitchFamily="2" charset="-122"/>
                <a:ea typeface="华文楷体" panose="02010600040101010101" pitchFamily="2" charset="-122"/>
              </a:rPr>
              <a:t>2. </a:t>
            </a:r>
            <a:r>
              <a:rPr lang="zh-CN" altLang="en-US" sz="2100" dirty="0">
                <a:latin typeface="华文楷体" panose="02010600040101010101" pitchFamily="2" charset="-122"/>
                <a:ea typeface="华文楷体" panose="02010600040101010101" pitchFamily="2" charset="-122"/>
              </a:rPr>
              <a:t>判断是否</a:t>
            </a:r>
            <a:r>
              <a:rPr lang="en-US" altLang="zh-CN" sz="2100" dirty="0">
                <a:latin typeface="华文楷体" panose="02010600040101010101" pitchFamily="2" charset="-122"/>
              </a:rPr>
              <a:t>LL(1)</a:t>
            </a:r>
            <a:r>
              <a:rPr lang="zh-CN" altLang="en-US" sz="2100" dirty="0">
                <a:latin typeface="华文楷体" panose="02010600040101010101" pitchFamily="2" charset="-122"/>
              </a:rPr>
              <a:t>文法：具有相同左部的产生式的</a:t>
            </a:r>
            <a:r>
              <a:rPr lang="en-US" altLang="zh-CN" sz="2100" dirty="0">
                <a:latin typeface="华文楷体" panose="02010600040101010101" pitchFamily="2" charset="-122"/>
              </a:rPr>
              <a:t>SELECT</a:t>
            </a:r>
            <a:r>
              <a:rPr lang="zh-CN" altLang="en-US" sz="2100" dirty="0">
                <a:latin typeface="华文楷体" panose="02010600040101010101" pitchFamily="2" charset="-122"/>
              </a:rPr>
              <a:t>集互不相交。</a:t>
            </a:r>
          </a:p>
          <a:p>
            <a:pPr lvl="1" eaLnBrk="1" hangingPunct="1">
              <a:lnSpc>
                <a:spcPts val="2700"/>
              </a:lnSpc>
              <a:buFont typeface="Wingdings" panose="05000000000000000000" pitchFamily="2" charset="2"/>
              <a:buNone/>
            </a:pPr>
            <a:r>
              <a:rPr lang="zh-CN" altLang="en-US" sz="1900" dirty="0">
                <a:latin typeface="华文楷体" panose="02010600040101010101" pitchFamily="2" charset="-122"/>
                <a:ea typeface="华文楷体" panose="02010600040101010101" pitchFamily="2" charset="-122"/>
              </a:rPr>
              <a:t>（</a:t>
            </a:r>
            <a:r>
              <a:rPr lang="en-US" altLang="zh-CN" sz="1900" dirty="0">
                <a:latin typeface="华文楷体" panose="02010600040101010101" pitchFamily="2" charset="-122"/>
                <a:ea typeface="华文楷体" panose="02010600040101010101" pitchFamily="2" charset="-122"/>
              </a:rPr>
              <a:t>1</a:t>
            </a:r>
            <a:r>
              <a:rPr lang="zh-CN" altLang="en-US" sz="1900" dirty="0">
                <a:latin typeface="华文楷体" panose="02010600040101010101" pitchFamily="2" charset="-122"/>
                <a:ea typeface="华文楷体" panose="02010600040101010101" pitchFamily="2" charset="-122"/>
              </a:rPr>
              <a:t>）求每个非终结符的</a:t>
            </a:r>
            <a:r>
              <a:rPr lang="en-US" altLang="zh-CN" sz="1900" dirty="0">
                <a:latin typeface="华文楷体" panose="02010600040101010101" pitchFamily="2" charset="-122"/>
                <a:ea typeface="华文楷体" panose="02010600040101010101" pitchFamily="2" charset="-122"/>
              </a:rPr>
              <a:t>FIRST</a:t>
            </a:r>
            <a:r>
              <a:rPr lang="zh-CN" altLang="en-US" sz="1900" dirty="0">
                <a:latin typeface="华文楷体" panose="02010600040101010101" pitchFamily="2" charset="-122"/>
                <a:ea typeface="华文楷体" panose="02010600040101010101" pitchFamily="2" charset="-122"/>
              </a:rPr>
              <a:t>集和</a:t>
            </a:r>
            <a:r>
              <a:rPr lang="en-US" altLang="zh-CN" sz="1900" dirty="0">
                <a:latin typeface="华文楷体" panose="02010600040101010101" pitchFamily="2" charset="-122"/>
                <a:ea typeface="华文楷体" panose="02010600040101010101" pitchFamily="2" charset="-122"/>
              </a:rPr>
              <a:t>FOLLOW</a:t>
            </a:r>
            <a:r>
              <a:rPr lang="zh-CN" altLang="en-US" sz="1900" dirty="0">
                <a:latin typeface="华文楷体" panose="02010600040101010101" pitchFamily="2" charset="-122"/>
                <a:ea typeface="华文楷体" panose="02010600040101010101" pitchFamily="2" charset="-122"/>
              </a:rPr>
              <a:t>集</a:t>
            </a:r>
            <a:endParaRPr lang="en-US" altLang="zh-CN" sz="1900" dirty="0">
              <a:latin typeface="华文楷体" panose="02010600040101010101" pitchFamily="2" charset="-122"/>
              <a:ea typeface="华文楷体" panose="02010600040101010101" pitchFamily="2" charset="-122"/>
            </a:endParaRPr>
          </a:p>
          <a:p>
            <a:pPr lvl="1" eaLnBrk="1" hangingPunct="1">
              <a:lnSpc>
                <a:spcPts val="2700"/>
              </a:lnSpc>
              <a:buFont typeface="Wingdings" panose="05000000000000000000" pitchFamily="2" charset="2"/>
              <a:buNone/>
            </a:pPr>
            <a:r>
              <a:rPr lang="zh-CN" altLang="en-US" sz="1900" dirty="0">
                <a:latin typeface="华文楷体" panose="02010600040101010101" pitchFamily="2" charset="-122"/>
                <a:ea typeface="华文楷体" panose="02010600040101010101" pitchFamily="2" charset="-122"/>
              </a:rPr>
              <a:t>（</a:t>
            </a:r>
            <a:r>
              <a:rPr lang="en-US" altLang="zh-CN" sz="1900" dirty="0">
                <a:latin typeface="华文楷体" panose="02010600040101010101" pitchFamily="2" charset="-122"/>
                <a:ea typeface="华文楷体" panose="02010600040101010101" pitchFamily="2" charset="-122"/>
              </a:rPr>
              <a:t>2</a:t>
            </a:r>
            <a:r>
              <a:rPr lang="zh-CN" altLang="en-US" sz="1900" dirty="0">
                <a:latin typeface="华文楷体" panose="02010600040101010101" pitchFamily="2" charset="-122"/>
                <a:ea typeface="华文楷体" panose="02010600040101010101" pitchFamily="2" charset="-122"/>
              </a:rPr>
              <a:t>）求每个候选式的</a:t>
            </a:r>
            <a:r>
              <a:rPr lang="en-US" altLang="zh-CN" sz="1900" dirty="0">
                <a:latin typeface="华文楷体" panose="02010600040101010101" pitchFamily="2" charset="-122"/>
                <a:ea typeface="华文楷体" panose="02010600040101010101" pitchFamily="2" charset="-122"/>
              </a:rPr>
              <a:t>FIRST</a:t>
            </a:r>
            <a:r>
              <a:rPr lang="zh-CN" altLang="zh-CN" sz="1900" dirty="0">
                <a:latin typeface="华文楷体" panose="02010600040101010101" pitchFamily="2" charset="-122"/>
                <a:ea typeface="华文楷体" panose="02010600040101010101" pitchFamily="2" charset="-122"/>
              </a:rPr>
              <a:t>集</a:t>
            </a:r>
            <a:endParaRPr lang="en-US" altLang="zh-CN" sz="1900" dirty="0">
              <a:latin typeface="华文楷体" panose="02010600040101010101" pitchFamily="2" charset="-122"/>
              <a:ea typeface="华文楷体" panose="02010600040101010101" pitchFamily="2" charset="-122"/>
            </a:endParaRPr>
          </a:p>
          <a:p>
            <a:pPr lvl="1" eaLnBrk="1" hangingPunct="1">
              <a:lnSpc>
                <a:spcPts val="2700"/>
              </a:lnSpc>
              <a:buFont typeface="Wingdings" panose="05000000000000000000" pitchFamily="2" charset="2"/>
              <a:buNone/>
            </a:pPr>
            <a:r>
              <a:rPr lang="zh-CN" altLang="en-US" sz="1900" dirty="0">
                <a:latin typeface="华文楷体" panose="02010600040101010101" pitchFamily="2" charset="-122"/>
                <a:ea typeface="华文楷体" panose="02010600040101010101" pitchFamily="2" charset="-122"/>
              </a:rPr>
              <a:t>（</a:t>
            </a:r>
            <a:r>
              <a:rPr lang="en-US" altLang="zh-CN" sz="1900" dirty="0">
                <a:latin typeface="华文楷体" panose="02010600040101010101" pitchFamily="2" charset="-122"/>
                <a:ea typeface="华文楷体" panose="02010600040101010101" pitchFamily="2" charset="-122"/>
              </a:rPr>
              <a:t>3</a:t>
            </a:r>
            <a:r>
              <a:rPr lang="zh-CN" altLang="en-US" sz="1900" dirty="0">
                <a:latin typeface="华文楷体" panose="02010600040101010101" pitchFamily="2" charset="-122"/>
                <a:ea typeface="华文楷体" panose="02010600040101010101" pitchFamily="2" charset="-122"/>
              </a:rPr>
              <a:t>）求具有相同左部产生式的</a:t>
            </a:r>
            <a:r>
              <a:rPr lang="en-US" altLang="zh-CN" sz="1900" dirty="0">
                <a:latin typeface="华文楷体" panose="02010600040101010101" pitchFamily="2" charset="-122"/>
                <a:ea typeface="华文楷体" panose="02010600040101010101" pitchFamily="2" charset="-122"/>
              </a:rPr>
              <a:t>SELECT</a:t>
            </a:r>
            <a:r>
              <a:rPr lang="zh-CN" altLang="en-US" sz="1900" dirty="0">
                <a:latin typeface="华文楷体" panose="02010600040101010101" pitchFamily="2" charset="-122"/>
                <a:ea typeface="华文楷体" panose="02010600040101010101" pitchFamily="2" charset="-122"/>
              </a:rPr>
              <a:t>集</a:t>
            </a:r>
            <a:endParaRPr lang="zh-CN" altLang="zh-CN" sz="1900" dirty="0">
              <a:latin typeface="华文楷体" panose="02010600040101010101" pitchFamily="2" charset="-122"/>
              <a:ea typeface="华文楷体" panose="02010600040101010101" pitchFamily="2" charset="-122"/>
            </a:endParaRPr>
          </a:p>
          <a:p>
            <a:pPr eaLnBrk="1" hangingPunct="1">
              <a:lnSpc>
                <a:spcPts val="2700"/>
              </a:lnSpc>
              <a:buFont typeface="Wingdings" panose="05000000000000000000" pitchFamily="2" charset="2"/>
              <a:buNone/>
            </a:pPr>
            <a:r>
              <a:rPr lang="en-US" altLang="zh-CN" sz="2100" dirty="0">
                <a:latin typeface="华文楷体" panose="02010600040101010101" pitchFamily="2" charset="-122"/>
                <a:ea typeface="华文楷体" panose="02010600040101010101" pitchFamily="2" charset="-122"/>
              </a:rPr>
              <a:t>3. </a:t>
            </a:r>
            <a:r>
              <a:rPr lang="zh-CN" altLang="en-US" sz="2100" dirty="0">
                <a:latin typeface="华文楷体" panose="02010600040101010101" pitchFamily="2" charset="-122"/>
                <a:ea typeface="华文楷体" panose="02010600040101010101" pitchFamily="2" charset="-122"/>
              </a:rPr>
              <a:t>若是</a:t>
            </a:r>
            <a:r>
              <a:rPr lang="en-US" altLang="zh-CN" sz="2100" dirty="0">
                <a:latin typeface="华文楷体" panose="02010600040101010101" pitchFamily="2" charset="-122"/>
                <a:ea typeface="华文楷体" panose="02010600040101010101" pitchFamily="2" charset="-122"/>
              </a:rPr>
              <a:t>LL(1)</a:t>
            </a:r>
            <a:r>
              <a:rPr lang="zh-CN" altLang="en-US" sz="2100" dirty="0">
                <a:latin typeface="华文楷体" panose="02010600040101010101" pitchFamily="2" charset="-122"/>
                <a:ea typeface="华文楷体" panose="02010600040101010101" pitchFamily="2" charset="-122"/>
              </a:rPr>
              <a:t>文法，构造预测析表，实现预测分析器。</a:t>
            </a:r>
            <a:endParaRPr lang="en-US" altLang="zh-CN" sz="2100" dirty="0">
              <a:latin typeface="华文楷体" panose="02010600040101010101" pitchFamily="2" charset="-122"/>
              <a:ea typeface="华文楷体" panose="02010600040101010101" pitchFamily="2" charset="-122"/>
            </a:endParaRPr>
          </a:p>
          <a:p>
            <a:pPr eaLnBrk="1" hangingPunct="1">
              <a:lnSpc>
                <a:spcPts val="2700"/>
              </a:lnSpc>
              <a:buFont typeface="Wingdings" panose="05000000000000000000" pitchFamily="2" charset="2"/>
              <a:buNone/>
            </a:pPr>
            <a:r>
              <a:rPr lang="en-US" altLang="zh-CN" sz="2100" dirty="0">
                <a:latin typeface="华文楷体" panose="02010600040101010101" pitchFamily="2" charset="-122"/>
                <a:ea typeface="华文楷体" panose="02010600040101010101" pitchFamily="2" charset="-122"/>
              </a:rPr>
              <a:t>4. </a:t>
            </a:r>
            <a:r>
              <a:rPr lang="zh-CN" altLang="en-US" sz="2100" dirty="0">
                <a:latin typeface="华文楷体" panose="02010600040101010101" pitchFamily="2" charset="-122"/>
                <a:ea typeface="华文楷体" panose="02010600040101010101" pitchFamily="2" charset="-122"/>
              </a:rPr>
              <a:t>若不是 </a:t>
            </a:r>
            <a:r>
              <a:rPr lang="en-US" altLang="zh-CN" sz="2100" dirty="0">
                <a:latin typeface="华文楷体" panose="02010600040101010101" pitchFamily="2" charset="-122"/>
                <a:ea typeface="华文楷体" panose="02010600040101010101" pitchFamily="2" charset="-122"/>
              </a:rPr>
              <a:t>LL(1)</a:t>
            </a:r>
            <a:r>
              <a:rPr lang="zh-CN" altLang="en-US" sz="2100" dirty="0">
                <a:latin typeface="华文楷体" panose="02010600040101010101" pitchFamily="2" charset="-122"/>
                <a:ea typeface="华文楷体" panose="02010600040101010101" pitchFamily="2" charset="-122"/>
              </a:rPr>
              <a:t>文法</a:t>
            </a:r>
            <a:r>
              <a:rPr lang="en-US" altLang="zh-CN" sz="18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说明文法的复杂性超过预测分析法的分析能力。</a:t>
            </a:r>
            <a:endParaRPr lang="en-US" altLang="zh-CN" sz="2000" dirty="0">
              <a:latin typeface="华文楷体" panose="02010600040101010101" pitchFamily="2" charset="-122"/>
              <a:ea typeface="华文楷体" panose="02010600040101010101" pitchFamily="2" charset="-122"/>
            </a:endParaRPr>
          </a:p>
          <a:p>
            <a:pPr lvl="1" eaLnBrk="1" hangingPunct="1">
              <a:lnSpc>
                <a:spcPts val="2700"/>
              </a:lnSpc>
            </a:pPr>
            <a:r>
              <a:rPr lang="zh-CN" altLang="en-US" sz="2000" dirty="0">
                <a:latin typeface="华文楷体" panose="02010600040101010101" pitchFamily="2" charset="-122"/>
                <a:ea typeface="华文楷体" panose="02010600040101010101" pitchFamily="2" charset="-122"/>
              </a:rPr>
              <a:t>若附加新的“信息”，能处理冲突表项，依然可以采用预测分析法。</a:t>
            </a:r>
            <a:endParaRPr lang="en-US" altLang="zh-CN" sz="2000" dirty="0">
              <a:latin typeface="华文楷体" panose="02010600040101010101" pitchFamily="2" charset="-122"/>
              <a:ea typeface="华文楷体" panose="02010600040101010101" pitchFamily="2" charset="-122"/>
            </a:endParaRPr>
          </a:p>
          <a:p>
            <a:pPr lvl="1" eaLnBrk="1" hangingPunct="1">
              <a:lnSpc>
                <a:spcPts val="2700"/>
              </a:lnSpc>
            </a:pPr>
            <a:r>
              <a:rPr lang="zh-CN" altLang="en-US" sz="2000" dirty="0">
                <a:latin typeface="华文楷体" panose="02010600040101010101" pitchFamily="2" charset="-122"/>
                <a:ea typeface="华文楷体" panose="02010600040101010101" pitchFamily="2" charset="-122"/>
              </a:rPr>
              <a:t>无法处理冲突，建议采用自底向上分析方法。</a:t>
            </a:r>
            <a:endParaRPr lang="zh-CN" altLang="en-US" sz="1800" dirty="0">
              <a:latin typeface="华文楷体" panose="02010600040101010101" pitchFamily="2" charset="-122"/>
              <a:ea typeface="华文楷体" panose="02010600040101010101" pitchFamily="2" charset="-122"/>
            </a:endParaRPr>
          </a:p>
        </p:txBody>
      </p:sp>
      <p:sp>
        <p:nvSpPr>
          <p:cNvPr id="65540" name="Rectangle 2"/>
          <p:cNvSpPr>
            <a:spLocks noGrp="1" noChangeArrowheads="1"/>
          </p:cNvSpPr>
          <p:nvPr>
            <p:ph type="title"/>
          </p:nvPr>
        </p:nvSpPr>
        <p:spPr>
          <a:noFill/>
        </p:spPr>
        <p:txBody>
          <a:bodyPr vert="horz" wrap="square" lIns="69056" tIns="34529" rIns="69056" bIns="34529" numCol="1" anchor="ctr" anchorCtr="0" compatLnSpc="1"/>
          <a:lstStyle/>
          <a:p>
            <a:pPr eaLnBrk="1" hangingPunct="1"/>
            <a:r>
              <a:rPr lang="zh-CN" altLang="en-US">
                <a:latin typeface="微软雅黑" panose="020B0503020204020204" pitchFamily="34" charset="-122"/>
                <a:ea typeface="微软雅黑" panose="020B0503020204020204" pitchFamily="34" charset="-122"/>
              </a:rPr>
              <a:t>预测分析法的实现步骤</a:t>
            </a:r>
          </a:p>
        </p:txBody>
      </p:sp>
      <p:sp>
        <p:nvSpPr>
          <p:cNvPr id="65539"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CFD8210C-0A69-44FB-A206-279D141EDB79}" type="slidenum">
              <a:rPr lang="en-US" altLang="zh-CN" sz="1050" b="0">
                <a:latin typeface="Arial" panose="020B0604020202020204" pitchFamily="34" charset="0"/>
                <a:ea typeface="宋体" panose="02010600030101010101" pitchFamily="2" charset="-122"/>
              </a:rPr>
              <a:t>62</a:t>
            </a:fld>
            <a:endParaRPr lang="en-US" altLang="zh-CN" sz="1050" b="0"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161219">
                                            <p:txEl>
                                              <p:pRg st="0" end="0"/>
                                            </p:txEl>
                                          </p:spTgt>
                                        </p:tgtEl>
                                        <p:attrNameLst>
                                          <p:attrName>style.visibility</p:attrName>
                                        </p:attrNameLst>
                                      </p:cBhvr>
                                      <p:to>
                                        <p:strVal val="visible"/>
                                      </p:to>
                                    </p:set>
                                    <p:animEffect transition="in" filter="wipe(up)">
                                      <p:cBhvr>
                                        <p:cTn id="7" dur="75"/>
                                        <p:tgtEl>
                                          <p:spTgt spid="116121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1161219">
                                            <p:txEl>
                                              <p:pRg st="1" end="1"/>
                                            </p:txEl>
                                          </p:spTgt>
                                        </p:tgtEl>
                                        <p:attrNameLst>
                                          <p:attrName>style.visibility</p:attrName>
                                        </p:attrNameLst>
                                      </p:cBhvr>
                                      <p:to>
                                        <p:strVal val="visible"/>
                                      </p:to>
                                    </p:set>
                                    <p:animEffect transition="in" filter="wipe(up)">
                                      <p:cBhvr>
                                        <p:cTn id="12" dur="75"/>
                                        <p:tgtEl>
                                          <p:spTgt spid="116121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par>
                                <p:cTn id="13" presetID="22" presetClass="entr" presetSubtype="1" fill="hold" grpId="0" nodeType="withEffect">
                                  <p:stCondLst>
                                    <p:cond delay="0"/>
                                  </p:stCondLst>
                                  <p:iterate type="lt">
                                    <p:tmPct val="100000"/>
                                  </p:iterate>
                                  <p:childTnLst>
                                    <p:set>
                                      <p:cBhvr>
                                        <p:cTn id="14" dur="1" fill="hold">
                                          <p:stCondLst>
                                            <p:cond delay="0"/>
                                          </p:stCondLst>
                                        </p:cTn>
                                        <p:tgtEl>
                                          <p:spTgt spid="1161219">
                                            <p:txEl>
                                              <p:pRg st="2" end="2"/>
                                            </p:txEl>
                                          </p:spTgt>
                                        </p:tgtEl>
                                        <p:attrNameLst>
                                          <p:attrName>style.visibility</p:attrName>
                                        </p:attrNameLst>
                                      </p:cBhvr>
                                      <p:to>
                                        <p:strVal val="visible"/>
                                      </p:to>
                                    </p:set>
                                    <p:animEffect transition="in" filter="wipe(up)">
                                      <p:cBhvr>
                                        <p:cTn id="15" dur="75"/>
                                        <p:tgtEl>
                                          <p:spTgt spid="1161219">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3" name="TYPE.WAV"/>
                                        </p:tgtEl>
                                      </p:cMediaNode>
                                    </p:audio>
                                  </p:subTnLst>
                                </p:cTn>
                              </p:par>
                              <p:par>
                                <p:cTn id="16" presetID="22" presetClass="entr" presetSubtype="1" fill="hold" grpId="0" nodeType="withEffect">
                                  <p:stCondLst>
                                    <p:cond delay="0"/>
                                  </p:stCondLst>
                                  <p:iterate type="lt">
                                    <p:tmPct val="100000"/>
                                  </p:iterate>
                                  <p:childTnLst>
                                    <p:set>
                                      <p:cBhvr>
                                        <p:cTn id="17" dur="1" fill="hold">
                                          <p:stCondLst>
                                            <p:cond delay="0"/>
                                          </p:stCondLst>
                                        </p:cTn>
                                        <p:tgtEl>
                                          <p:spTgt spid="1161219">
                                            <p:txEl>
                                              <p:pRg st="3" end="3"/>
                                            </p:txEl>
                                          </p:spTgt>
                                        </p:tgtEl>
                                        <p:attrNameLst>
                                          <p:attrName>style.visibility</p:attrName>
                                        </p:attrNameLst>
                                      </p:cBhvr>
                                      <p:to>
                                        <p:strVal val="visible"/>
                                      </p:to>
                                    </p:set>
                                    <p:animEffect transition="in" filter="wipe(up)">
                                      <p:cBhvr>
                                        <p:cTn id="18" dur="75"/>
                                        <p:tgtEl>
                                          <p:spTgt spid="1161219">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3" name="TYPE.WAV"/>
                                        </p:tgtEl>
                                      </p:cMediaNode>
                                    </p:audio>
                                  </p:subTnLst>
                                </p:cTn>
                              </p:par>
                              <p:par>
                                <p:cTn id="19" presetID="22" presetClass="entr" presetSubtype="1" fill="hold" grpId="0" nodeType="withEffect">
                                  <p:stCondLst>
                                    <p:cond delay="0"/>
                                  </p:stCondLst>
                                  <p:iterate type="lt">
                                    <p:tmPct val="100000"/>
                                  </p:iterate>
                                  <p:childTnLst>
                                    <p:set>
                                      <p:cBhvr>
                                        <p:cTn id="20" dur="1" fill="hold">
                                          <p:stCondLst>
                                            <p:cond delay="0"/>
                                          </p:stCondLst>
                                        </p:cTn>
                                        <p:tgtEl>
                                          <p:spTgt spid="1161219">
                                            <p:txEl>
                                              <p:pRg st="4" end="4"/>
                                            </p:txEl>
                                          </p:spTgt>
                                        </p:tgtEl>
                                        <p:attrNameLst>
                                          <p:attrName>style.visibility</p:attrName>
                                        </p:attrNameLst>
                                      </p:cBhvr>
                                      <p:to>
                                        <p:strVal val="visible"/>
                                      </p:to>
                                    </p:set>
                                    <p:animEffect transition="in" filter="wipe(up)">
                                      <p:cBhvr>
                                        <p:cTn id="21" dur="75"/>
                                        <p:tgtEl>
                                          <p:spTgt spid="1161219">
                                            <p:txEl>
                                              <p:pRg st="4" end="4"/>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3" name="TYPE.WAV"/>
                                        </p:tgtEl>
                                      </p:cMediaNode>
                                    </p:audio>
                                  </p:sub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iterate type="lt">
                                    <p:tmPct val="100000"/>
                                  </p:iterate>
                                  <p:childTnLst>
                                    <p:set>
                                      <p:cBhvr>
                                        <p:cTn id="25" dur="1" fill="hold">
                                          <p:stCondLst>
                                            <p:cond delay="0"/>
                                          </p:stCondLst>
                                        </p:cTn>
                                        <p:tgtEl>
                                          <p:spTgt spid="1161219">
                                            <p:txEl>
                                              <p:pRg st="5" end="5"/>
                                            </p:txEl>
                                          </p:spTgt>
                                        </p:tgtEl>
                                        <p:attrNameLst>
                                          <p:attrName>style.visibility</p:attrName>
                                        </p:attrNameLst>
                                      </p:cBhvr>
                                      <p:to>
                                        <p:strVal val="visible"/>
                                      </p:to>
                                    </p:set>
                                    <p:animEffect transition="in" filter="wipe(up)">
                                      <p:cBhvr>
                                        <p:cTn id="26" dur="75"/>
                                        <p:tgtEl>
                                          <p:spTgt spid="1161219">
                                            <p:txEl>
                                              <p:pRg st="5" end="5"/>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3" name="TYPE.WAV"/>
                                        </p:tgtEl>
                                      </p:cMediaNode>
                                    </p:audio>
                                  </p:sub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iterate type="lt">
                                    <p:tmPct val="100000"/>
                                  </p:iterate>
                                  <p:childTnLst>
                                    <p:set>
                                      <p:cBhvr>
                                        <p:cTn id="30" dur="1" fill="hold">
                                          <p:stCondLst>
                                            <p:cond delay="0"/>
                                          </p:stCondLst>
                                        </p:cTn>
                                        <p:tgtEl>
                                          <p:spTgt spid="1161219">
                                            <p:txEl>
                                              <p:pRg st="6" end="6"/>
                                            </p:txEl>
                                          </p:spTgt>
                                        </p:tgtEl>
                                        <p:attrNameLst>
                                          <p:attrName>style.visibility</p:attrName>
                                        </p:attrNameLst>
                                      </p:cBhvr>
                                      <p:to>
                                        <p:strVal val="visible"/>
                                      </p:to>
                                    </p:set>
                                    <p:animEffect transition="in" filter="wipe(up)">
                                      <p:cBhvr>
                                        <p:cTn id="31" dur="75"/>
                                        <p:tgtEl>
                                          <p:spTgt spid="1161219">
                                            <p:txEl>
                                              <p:pRg st="6" end="6"/>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3" name="TYPE.WAV"/>
                                        </p:tgtEl>
                                      </p:cMediaNode>
                                    </p:audio>
                                  </p:subTnLst>
                                </p:cTn>
                              </p:par>
                              <p:par>
                                <p:cTn id="32" presetID="22" presetClass="entr" presetSubtype="1" fill="hold" grpId="0" nodeType="withEffect">
                                  <p:stCondLst>
                                    <p:cond delay="0"/>
                                  </p:stCondLst>
                                  <p:iterate type="lt">
                                    <p:tmPct val="100000"/>
                                  </p:iterate>
                                  <p:childTnLst>
                                    <p:set>
                                      <p:cBhvr>
                                        <p:cTn id="33" dur="1" fill="hold">
                                          <p:stCondLst>
                                            <p:cond delay="0"/>
                                          </p:stCondLst>
                                        </p:cTn>
                                        <p:tgtEl>
                                          <p:spTgt spid="1161219">
                                            <p:txEl>
                                              <p:pRg st="7" end="7"/>
                                            </p:txEl>
                                          </p:spTgt>
                                        </p:tgtEl>
                                        <p:attrNameLst>
                                          <p:attrName>style.visibility</p:attrName>
                                        </p:attrNameLst>
                                      </p:cBhvr>
                                      <p:to>
                                        <p:strVal val="visible"/>
                                      </p:to>
                                    </p:set>
                                    <p:animEffect transition="in" filter="wipe(up)">
                                      <p:cBhvr>
                                        <p:cTn id="34" dur="75"/>
                                        <p:tgtEl>
                                          <p:spTgt spid="1161219">
                                            <p:txEl>
                                              <p:pRg st="7" end="7"/>
                                            </p:txEl>
                                          </p:spTgt>
                                        </p:tgtEl>
                                      </p:cBhvr>
                                    </p:animEffect>
                                  </p:childTnLst>
                                  <p:subTnLst>
                                    <p:audio>
                                      <p:cMediaNode>
                                        <p:cTn display="0" masterRel="sameClick">
                                          <p:stCondLst>
                                            <p:cond evt="begin" delay="0">
                                              <p:tn val="32"/>
                                            </p:cond>
                                          </p:stCondLst>
                                          <p:endCondLst>
                                            <p:cond evt="onStopAudio" delay="0">
                                              <p:tgtEl>
                                                <p:sldTgt/>
                                              </p:tgtEl>
                                            </p:cond>
                                          </p:endCondLst>
                                        </p:cTn>
                                        <p:tgtEl>
                                          <p:sndTgt r:embed="rId3" name="TYPE.WAV"/>
                                        </p:tgtEl>
                                      </p:cMediaNode>
                                    </p:audio>
                                  </p:subTnLst>
                                </p:cTn>
                              </p:par>
                              <p:par>
                                <p:cTn id="35" presetID="22" presetClass="entr" presetSubtype="1" fill="hold" grpId="0" nodeType="withEffect">
                                  <p:stCondLst>
                                    <p:cond delay="0"/>
                                  </p:stCondLst>
                                  <p:iterate type="lt">
                                    <p:tmPct val="100000"/>
                                  </p:iterate>
                                  <p:childTnLst>
                                    <p:set>
                                      <p:cBhvr>
                                        <p:cTn id="36" dur="1" fill="hold">
                                          <p:stCondLst>
                                            <p:cond delay="0"/>
                                          </p:stCondLst>
                                        </p:cTn>
                                        <p:tgtEl>
                                          <p:spTgt spid="1161219">
                                            <p:txEl>
                                              <p:pRg st="8" end="8"/>
                                            </p:txEl>
                                          </p:spTgt>
                                        </p:tgtEl>
                                        <p:attrNameLst>
                                          <p:attrName>style.visibility</p:attrName>
                                        </p:attrNameLst>
                                      </p:cBhvr>
                                      <p:to>
                                        <p:strVal val="visible"/>
                                      </p:to>
                                    </p:set>
                                    <p:animEffect transition="in" filter="wipe(up)">
                                      <p:cBhvr>
                                        <p:cTn id="37" dur="75"/>
                                        <p:tgtEl>
                                          <p:spTgt spid="1161219">
                                            <p:txEl>
                                              <p:pRg st="8" end="8"/>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1219" grpId="0" build="p"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55576" y="843557"/>
            <a:ext cx="7560840" cy="4021159"/>
          </a:xfrm>
        </p:spPr>
        <p:txBody>
          <a:bodyPr/>
          <a:lstStyle/>
          <a:p>
            <a:pPr marL="0" indent="0">
              <a:buNone/>
            </a:pPr>
            <a:r>
              <a:rPr lang="zh-CN" altLang="en-US" dirty="0"/>
              <a:t>练习：判断文法是不是</a:t>
            </a:r>
            <a:r>
              <a:rPr lang="en-US" altLang="zh-CN" dirty="0"/>
              <a:t>LL(1)</a:t>
            </a:r>
            <a:r>
              <a:rPr lang="zh-CN" altLang="en-US" dirty="0"/>
              <a:t>文法 </a:t>
            </a:r>
          </a:p>
          <a:p>
            <a:pPr marL="0" indent="0" algn="ctr">
              <a:buNone/>
            </a:pPr>
            <a:r>
              <a:rPr lang="en-US" altLang="zh-CN" dirty="0"/>
              <a:t> </a:t>
            </a:r>
            <a:r>
              <a:rPr lang="en-US" altLang="zh-CN" i="1" dirty="0"/>
              <a:t>S</a:t>
            </a:r>
            <a:r>
              <a:rPr lang="en-US" altLang="zh-CN" dirty="0"/>
              <a:t>-&gt;</a:t>
            </a:r>
            <a:r>
              <a:rPr lang="en-US" altLang="zh-CN" i="1" dirty="0" err="1"/>
              <a:t>aA</a:t>
            </a:r>
            <a:r>
              <a:rPr lang="en-US" altLang="zh-CN" dirty="0"/>
              <a:t> | </a:t>
            </a:r>
            <a:r>
              <a:rPr lang="en-US" altLang="zh-CN" i="1" dirty="0"/>
              <a:t>BC</a:t>
            </a:r>
            <a:r>
              <a:rPr lang="en-US" altLang="zh-CN" dirty="0"/>
              <a:t>      </a:t>
            </a:r>
            <a:r>
              <a:rPr lang="en-US" altLang="zh-CN" i="1" dirty="0"/>
              <a:t>A</a:t>
            </a:r>
            <a:r>
              <a:rPr lang="en-US" altLang="zh-CN" dirty="0"/>
              <a:t>-&gt;</a:t>
            </a:r>
            <a:r>
              <a:rPr lang="en-US" altLang="zh-CN" i="1" dirty="0" err="1"/>
              <a:t>bA</a:t>
            </a:r>
            <a:r>
              <a:rPr lang="en-US" altLang="zh-CN" dirty="0" err="1"/>
              <a:t>|</a:t>
            </a:r>
            <a:r>
              <a:rPr lang="en-US" altLang="zh-CN" i="1" dirty="0" err="1"/>
              <a:t>c</a:t>
            </a:r>
            <a:r>
              <a:rPr lang="en-US" altLang="zh-CN" dirty="0"/>
              <a:t>        </a:t>
            </a:r>
            <a:r>
              <a:rPr lang="en-US" altLang="zh-CN" i="1" dirty="0"/>
              <a:t>B</a:t>
            </a:r>
            <a:r>
              <a:rPr lang="en-US" altLang="zh-CN" dirty="0"/>
              <a:t>-&gt;</a:t>
            </a:r>
            <a:r>
              <a:rPr lang="en-US" altLang="zh-CN" i="1" dirty="0"/>
              <a:t>Ac</a:t>
            </a:r>
            <a:r>
              <a:rPr lang="en-US" altLang="zh-CN" dirty="0"/>
              <a:t>|</a:t>
            </a:r>
            <a:r>
              <a:rPr lang="en-US" altLang="zh-CN" i="1" dirty="0">
                <a:sym typeface="Symbol" panose="05050102010706020507" pitchFamily="18" charset="2"/>
              </a:rPr>
              <a:t> </a:t>
            </a:r>
            <a:r>
              <a:rPr lang="en-US" altLang="zh-CN" dirty="0">
                <a:sym typeface="Symbol" panose="05050102010706020507" pitchFamily="18" charset="2"/>
              </a:rPr>
              <a:t></a:t>
            </a:r>
            <a:r>
              <a:rPr lang="zh-CN" altLang="en-US" dirty="0"/>
              <a:t>        </a:t>
            </a:r>
            <a:r>
              <a:rPr lang="en-US" altLang="zh-CN" i="1" dirty="0"/>
              <a:t>C</a:t>
            </a:r>
            <a:r>
              <a:rPr lang="en-US" altLang="zh-CN" dirty="0"/>
              <a:t>-&gt;</a:t>
            </a:r>
            <a:r>
              <a:rPr lang="en-US" altLang="zh-CN" i="1" dirty="0"/>
              <a:t>d</a:t>
            </a:r>
            <a:r>
              <a:rPr lang="en-US" altLang="zh-CN" dirty="0"/>
              <a:t> |</a:t>
            </a:r>
            <a:r>
              <a:rPr lang="en-US" altLang="zh-CN" i="1" dirty="0">
                <a:sym typeface="Symbol" panose="05050102010706020507" pitchFamily="18" charset="2"/>
              </a:rPr>
              <a:t> </a:t>
            </a:r>
            <a:r>
              <a:rPr lang="zh-CN" altLang="en-US" dirty="0"/>
              <a:t> </a:t>
            </a:r>
            <a:endParaRPr lang="en-US" altLang="zh-CN" dirty="0"/>
          </a:p>
          <a:p>
            <a:pPr marL="0" indent="0">
              <a:buNone/>
            </a:pPr>
            <a:r>
              <a:rPr lang="zh-CN" altLang="en-US" sz="2000" dirty="0">
                <a:solidFill>
                  <a:srgbClr val="0070C0"/>
                </a:solidFill>
              </a:rPr>
              <a:t>参考答案：</a:t>
            </a:r>
            <a:endParaRPr lang="en-US" altLang="zh-CN" sz="2000" dirty="0">
              <a:solidFill>
                <a:srgbClr val="0070C0"/>
              </a:solidFill>
            </a:endParaRPr>
          </a:p>
          <a:p>
            <a:pPr marL="0" indent="0">
              <a:buNone/>
            </a:pPr>
            <a:r>
              <a:rPr lang="en-US" altLang="zh-CN" sz="2000" dirty="0">
                <a:solidFill>
                  <a:srgbClr val="0070C0"/>
                </a:solidFill>
              </a:rPr>
              <a:t>FIRST(S) =  {</a:t>
            </a:r>
            <a:r>
              <a:rPr lang="en-US" altLang="zh-CN" sz="2000" i="1" dirty="0">
                <a:solidFill>
                  <a:srgbClr val="0070C0"/>
                </a:solidFill>
              </a:rPr>
              <a:t>a, b, c, </a:t>
            </a:r>
            <a:r>
              <a:rPr lang="en-US" altLang="zh-CN" sz="2000" i="1" dirty="0">
                <a:solidFill>
                  <a:srgbClr val="FF0000"/>
                </a:solidFill>
              </a:rPr>
              <a:t>d,</a:t>
            </a:r>
            <a:r>
              <a:rPr lang="en-US" altLang="zh-CN" sz="2000" i="1" dirty="0">
                <a:solidFill>
                  <a:srgbClr val="FF0000"/>
                </a:solidFill>
                <a:sym typeface="Symbol" panose="05050102010706020507" pitchFamily="18" charset="2"/>
              </a:rPr>
              <a:t>  </a:t>
            </a:r>
            <a:r>
              <a:rPr lang="en-US" altLang="zh-CN" sz="2000" dirty="0">
                <a:solidFill>
                  <a:srgbClr val="0070C0"/>
                </a:solidFill>
              </a:rPr>
              <a:t>} ;   </a:t>
            </a:r>
            <a:r>
              <a:rPr lang="zh-CN" altLang="en-US" sz="2000" dirty="0"/>
              <a:t>因</a:t>
            </a:r>
            <a:r>
              <a:rPr lang="en-US" altLang="zh-CN" sz="2000" dirty="0">
                <a:sym typeface="Symbol" panose="05050102010706020507" pitchFamily="18" charset="2"/>
              </a:rPr>
              <a:t></a:t>
            </a:r>
            <a:r>
              <a:rPr lang="en-US" altLang="zh-CN" sz="2000" dirty="0">
                <a:cs typeface="Times New Roman" panose="02020603050405020304" pitchFamily="18" charset="0"/>
                <a:sym typeface="Symbol" panose="05050102010706020507" pitchFamily="18" charset="2"/>
              </a:rPr>
              <a:t> </a:t>
            </a:r>
            <a:r>
              <a:rPr lang="en-US" altLang="zh-CN" sz="2000" i="1" dirty="0">
                <a:cs typeface="Times New Roman" panose="02020603050405020304" pitchFamily="18" charset="0"/>
              </a:rPr>
              <a:t>FIRST</a:t>
            </a:r>
            <a:r>
              <a:rPr lang="en-US" altLang="zh-CN" sz="2000" dirty="0">
                <a:cs typeface="Times New Roman" panose="02020603050405020304" pitchFamily="18" charset="0"/>
              </a:rPr>
              <a:t>(</a:t>
            </a:r>
            <a:r>
              <a:rPr lang="en-US" altLang="zh-CN" sz="2000" i="1" dirty="0">
                <a:cs typeface="Times New Roman" panose="02020603050405020304" pitchFamily="18" charset="0"/>
              </a:rPr>
              <a:t>B</a:t>
            </a:r>
            <a:r>
              <a:rPr lang="en-US" altLang="zh-CN" sz="2000" dirty="0">
                <a:cs typeface="Times New Roman" panose="02020603050405020304" pitchFamily="18" charset="0"/>
              </a:rPr>
              <a:t>) </a:t>
            </a:r>
            <a:r>
              <a:rPr lang="zh-CN" altLang="en-US" sz="2000" dirty="0">
                <a:cs typeface="Times New Roman" panose="02020603050405020304" pitchFamily="18" charset="0"/>
              </a:rPr>
              <a:t>且 </a:t>
            </a:r>
            <a:r>
              <a:rPr lang="en-US" altLang="zh-CN" sz="2000" dirty="0">
                <a:sym typeface="Symbol" panose="05050102010706020507" pitchFamily="18" charset="2"/>
              </a:rPr>
              <a:t></a:t>
            </a:r>
            <a:r>
              <a:rPr lang="en-US" altLang="zh-CN" sz="2000" dirty="0">
                <a:cs typeface="Times New Roman" panose="02020603050405020304" pitchFamily="18" charset="0"/>
                <a:sym typeface="Symbol" panose="05050102010706020507" pitchFamily="18" charset="2"/>
              </a:rPr>
              <a:t> </a:t>
            </a:r>
            <a:r>
              <a:rPr lang="en-US" altLang="zh-CN" sz="2000" i="1" dirty="0">
                <a:cs typeface="Times New Roman" panose="02020603050405020304" pitchFamily="18" charset="0"/>
              </a:rPr>
              <a:t>FIRST</a:t>
            </a:r>
            <a:r>
              <a:rPr lang="en-US" altLang="zh-CN" sz="2000" dirty="0">
                <a:cs typeface="Times New Roman" panose="02020603050405020304" pitchFamily="18" charset="0"/>
              </a:rPr>
              <a:t>(C) </a:t>
            </a:r>
            <a:endParaRPr lang="en-US" altLang="zh-CN" sz="2000" dirty="0">
              <a:solidFill>
                <a:srgbClr val="0070C0"/>
              </a:solidFill>
            </a:endParaRPr>
          </a:p>
          <a:p>
            <a:pPr marL="0" indent="0">
              <a:buNone/>
            </a:pPr>
            <a:r>
              <a:rPr lang="en-US" altLang="zh-CN" sz="2000" dirty="0"/>
              <a:t>FIRST(A) = {</a:t>
            </a:r>
            <a:r>
              <a:rPr lang="en-US" altLang="zh-CN" sz="2000" dirty="0" err="1"/>
              <a:t>b,c</a:t>
            </a:r>
            <a:r>
              <a:rPr lang="en-US" altLang="zh-CN" sz="2000" dirty="0"/>
              <a:t>}; FIRST(B) = { </a:t>
            </a:r>
            <a:r>
              <a:rPr lang="en-US" altLang="zh-CN" sz="2000" i="1" dirty="0" err="1"/>
              <a:t>b</a:t>
            </a:r>
            <a:r>
              <a:rPr lang="en-US" altLang="zh-CN" sz="2000" dirty="0" err="1"/>
              <a:t>,</a:t>
            </a:r>
            <a:r>
              <a:rPr lang="en-US" altLang="zh-CN" sz="2000" i="1" dirty="0" err="1"/>
              <a:t>c</a:t>
            </a:r>
            <a:r>
              <a:rPr lang="en-US" altLang="zh-CN" sz="2000" dirty="0"/>
              <a:t>,</a:t>
            </a:r>
            <a:r>
              <a:rPr lang="en-US" altLang="zh-CN" sz="2000" i="1" dirty="0">
                <a:sym typeface="Symbol" panose="05050102010706020507" pitchFamily="18" charset="2"/>
              </a:rPr>
              <a:t> </a:t>
            </a:r>
            <a:r>
              <a:rPr lang="en-US" altLang="zh-CN" sz="2000" dirty="0">
                <a:sym typeface="Symbol" panose="05050102010706020507" pitchFamily="18" charset="2"/>
              </a:rPr>
              <a:t>} ; FIRST(C)={</a:t>
            </a:r>
            <a:r>
              <a:rPr lang="en-US" altLang="zh-CN" sz="2000" i="1" dirty="0">
                <a:sym typeface="Symbol" panose="05050102010706020507" pitchFamily="18" charset="2"/>
              </a:rPr>
              <a:t>d</a:t>
            </a:r>
            <a:r>
              <a:rPr lang="en-US" altLang="zh-CN" sz="2000" dirty="0">
                <a:sym typeface="Symbol" panose="05050102010706020507" pitchFamily="18" charset="2"/>
              </a:rPr>
              <a:t>,</a:t>
            </a:r>
            <a:r>
              <a:rPr lang="en-US" altLang="zh-CN" sz="2000" i="1" dirty="0">
                <a:sym typeface="Symbol" panose="05050102010706020507" pitchFamily="18" charset="2"/>
              </a:rPr>
              <a:t> </a:t>
            </a:r>
            <a:r>
              <a:rPr lang="en-US" altLang="zh-CN" sz="2000" dirty="0">
                <a:sym typeface="Symbol" panose="05050102010706020507" pitchFamily="18" charset="2"/>
              </a:rPr>
              <a:t>};</a:t>
            </a:r>
          </a:p>
          <a:p>
            <a:pPr marL="0" indent="0">
              <a:buNone/>
            </a:pPr>
            <a:r>
              <a:rPr lang="en-US" altLang="zh-CN" sz="2000" dirty="0"/>
              <a:t>FOLLOW(S)={$}; FOLLOW(A)={</a:t>
            </a:r>
            <a:r>
              <a:rPr lang="en-US" altLang="zh-CN" sz="2000" i="1" dirty="0"/>
              <a:t>c</a:t>
            </a:r>
            <a:r>
              <a:rPr lang="en-US" altLang="zh-CN" sz="2000" dirty="0"/>
              <a:t>,$}; </a:t>
            </a:r>
            <a:r>
              <a:rPr lang="en-US" altLang="zh-CN" sz="2000" dirty="0">
                <a:solidFill>
                  <a:srgbClr val="0070C0"/>
                </a:solidFill>
              </a:rPr>
              <a:t>FOLLOW(B) = {</a:t>
            </a:r>
            <a:r>
              <a:rPr lang="en-US" altLang="zh-CN" sz="2000" i="1" dirty="0">
                <a:solidFill>
                  <a:srgbClr val="0070C0"/>
                </a:solidFill>
              </a:rPr>
              <a:t>d</a:t>
            </a:r>
            <a:r>
              <a:rPr lang="en-US" altLang="zh-CN" sz="2000" dirty="0">
                <a:solidFill>
                  <a:srgbClr val="0070C0"/>
                </a:solidFill>
              </a:rPr>
              <a:t>, </a:t>
            </a:r>
            <a:r>
              <a:rPr lang="en-US" altLang="zh-CN" sz="2000" dirty="0">
                <a:solidFill>
                  <a:srgbClr val="FF0000"/>
                </a:solidFill>
              </a:rPr>
              <a:t>$</a:t>
            </a:r>
            <a:r>
              <a:rPr lang="en-US" altLang="zh-CN" sz="2000" dirty="0">
                <a:solidFill>
                  <a:srgbClr val="0070C0"/>
                </a:solidFill>
              </a:rPr>
              <a:t>};</a:t>
            </a:r>
            <a:r>
              <a:rPr lang="zh-CN" altLang="en-US" sz="2000" dirty="0">
                <a:solidFill>
                  <a:srgbClr val="0070C0"/>
                </a:solidFill>
              </a:rPr>
              <a:t> </a:t>
            </a:r>
            <a:r>
              <a:rPr lang="en-US" altLang="zh-CN" sz="2000" dirty="0"/>
              <a:t>FOLLOW(C)={$};</a:t>
            </a:r>
          </a:p>
          <a:p>
            <a:pPr marL="0" indent="0">
              <a:buNone/>
            </a:pPr>
            <a:r>
              <a:rPr lang="en-US" altLang="zh-CN" sz="2000" dirty="0"/>
              <a:t>SELECT(S-&gt;</a:t>
            </a:r>
            <a:r>
              <a:rPr lang="en-US" altLang="zh-CN" sz="2000" i="1" dirty="0" err="1"/>
              <a:t>a</a:t>
            </a:r>
            <a:r>
              <a:rPr lang="en-US" altLang="zh-CN" sz="2000" dirty="0" err="1"/>
              <a:t>A</a:t>
            </a:r>
            <a:r>
              <a:rPr lang="en-US" altLang="zh-CN" sz="2000" dirty="0"/>
              <a:t>)={</a:t>
            </a:r>
            <a:r>
              <a:rPr lang="en-US" altLang="zh-CN" sz="2000" i="1" dirty="0"/>
              <a:t>a</a:t>
            </a:r>
            <a:r>
              <a:rPr lang="en-US" altLang="zh-CN" sz="2000" dirty="0"/>
              <a:t>}; </a:t>
            </a:r>
            <a:r>
              <a:rPr lang="en-US" altLang="zh-CN" sz="2000" dirty="0">
                <a:solidFill>
                  <a:srgbClr val="0070C0"/>
                </a:solidFill>
              </a:rPr>
              <a:t>SELECT(S-&gt;BC) = { </a:t>
            </a:r>
            <a:r>
              <a:rPr lang="en-US" altLang="zh-CN" sz="2000" i="1" dirty="0">
                <a:solidFill>
                  <a:srgbClr val="0070C0"/>
                </a:solidFill>
              </a:rPr>
              <a:t>b, c, d,</a:t>
            </a:r>
            <a:r>
              <a:rPr lang="zh-CN" altLang="en-US" sz="2000" i="1" dirty="0">
                <a:solidFill>
                  <a:srgbClr val="0070C0"/>
                </a:solidFill>
              </a:rPr>
              <a:t> </a:t>
            </a:r>
            <a:r>
              <a:rPr lang="en-US" altLang="zh-CN" sz="2000" dirty="0">
                <a:solidFill>
                  <a:srgbClr val="FF0000"/>
                </a:solidFill>
              </a:rPr>
              <a:t>$</a:t>
            </a:r>
            <a:r>
              <a:rPr lang="en-US" altLang="zh-CN" sz="2000" dirty="0">
                <a:solidFill>
                  <a:srgbClr val="0070C0"/>
                </a:solidFill>
              </a:rPr>
              <a:t>);</a:t>
            </a:r>
          </a:p>
          <a:p>
            <a:pPr marL="0" indent="0">
              <a:buNone/>
            </a:pPr>
            <a:r>
              <a:rPr lang="en-US" altLang="zh-CN" sz="2000" dirty="0"/>
              <a:t>SELECT(</a:t>
            </a:r>
            <a:r>
              <a:rPr lang="en-US" altLang="zh-CN" sz="2000" i="1" dirty="0"/>
              <a:t>A</a:t>
            </a:r>
            <a:r>
              <a:rPr lang="en-US" altLang="zh-CN" sz="2000" dirty="0"/>
              <a:t>-&gt;</a:t>
            </a:r>
            <a:r>
              <a:rPr lang="en-US" altLang="zh-CN" sz="2000" i="1" dirty="0" err="1"/>
              <a:t>bA</a:t>
            </a:r>
            <a:r>
              <a:rPr lang="en-US" altLang="zh-CN" sz="2000" dirty="0"/>
              <a:t>)={</a:t>
            </a:r>
            <a:r>
              <a:rPr lang="en-US" altLang="zh-CN" sz="2000" i="1" dirty="0"/>
              <a:t>b</a:t>
            </a:r>
            <a:r>
              <a:rPr lang="en-US" altLang="zh-CN" sz="2000" dirty="0"/>
              <a:t>}; SELECT(</a:t>
            </a:r>
            <a:r>
              <a:rPr lang="en-US" altLang="zh-CN" sz="2000" i="1" dirty="0"/>
              <a:t>A</a:t>
            </a:r>
            <a:r>
              <a:rPr lang="en-US" altLang="zh-CN" sz="2000" dirty="0"/>
              <a:t>-&gt;</a:t>
            </a:r>
            <a:r>
              <a:rPr lang="en-US" altLang="zh-CN" sz="2000" i="1" dirty="0"/>
              <a:t>c</a:t>
            </a:r>
            <a:r>
              <a:rPr lang="en-US" altLang="zh-CN" sz="2000" dirty="0"/>
              <a:t>)={</a:t>
            </a:r>
            <a:r>
              <a:rPr lang="en-US" altLang="zh-CN" sz="2000" i="1" dirty="0"/>
              <a:t>c</a:t>
            </a:r>
            <a:r>
              <a:rPr lang="en-US" altLang="zh-CN" sz="2000" dirty="0"/>
              <a:t>}; </a:t>
            </a:r>
          </a:p>
          <a:p>
            <a:pPr marL="0" indent="0">
              <a:buNone/>
            </a:pPr>
            <a:r>
              <a:rPr lang="en-US" altLang="zh-CN" sz="2000" dirty="0"/>
              <a:t>SELECT(</a:t>
            </a:r>
            <a:r>
              <a:rPr lang="en-US" altLang="zh-CN" sz="2000" i="1" dirty="0"/>
              <a:t>B</a:t>
            </a:r>
            <a:r>
              <a:rPr lang="en-US" altLang="zh-CN" sz="2000" dirty="0"/>
              <a:t>-&gt;</a:t>
            </a:r>
            <a:r>
              <a:rPr lang="en-US" altLang="zh-CN" sz="2000" i="1" dirty="0"/>
              <a:t>Ac</a:t>
            </a:r>
            <a:r>
              <a:rPr lang="en-US" altLang="zh-CN" sz="2000" dirty="0"/>
              <a:t>)={</a:t>
            </a:r>
            <a:r>
              <a:rPr lang="en-US" altLang="zh-CN" sz="2000" i="1" dirty="0" err="1"/>
              <a:t>b</a:t>
            </a:r>
            <a:r>
              <a:rPr lang="en-US" altLang="zh-CN" sz="2000" dirty="0" err="1"/>
              <a:t>,</a:t>
            </a:r>
            <a:r>
              <a:rPr lang="en-US" altLang="zh-CN" sz="2000" i="1" dirty="0" err="1"/>
              <a:t>c</a:t>
            </a:r>
            <a:r>
              <a:rPr lang="en-US" altLang="zh-CN" sz="2000" dirty="0"/>
              <a:t>}; SELECT(</a:t>
            </a:r>
            <a:r>
              <a:rPr lang="en-US" altLang="zh-CN" sz="2000" i="1" dirty="0"/>
              <a:t>B</a:t>
            </a:r>
            <a:r>
              <a:rPr lang="en-US" altLang="zh-CN" sz="2000" dirty="0"/>
              <a:t>-&gt;</a:t>
            </a:r>
            <a:r>
              <a:rPr lang="en-US" altLang="zh-CN" sz="2000" dirty="0">
                <a:sym typeface="Symbol" panose="05050102010706020507" pitchFamily="18" charset="2"/>
              </a:rPr>
              <a:t></a:t>
            </a:r>
            <a:r>
              <a:rPr lang="zh-CN" altLang="en-US" sz="2000" dirty="0"/>
              <a:t> </a:t>
            </a:r>
            <a:r>
              <a:rPr lang="en-US" altLang="zh-CN" sz="2000" dirty="0"/>
              <a:t>)={</a:t>
            </a:r>
            <a:r>
              <a:rPr lang="en-US" altLang="zh-CN" sz="2000" i="1" dirty="0"/>
              <a:t>d</a:t>
            </a:r>
            <a:r>
              <a:rPr lang="en-US" altLang="zh-CN" sz="2000" dirty="0"/>
              <a:t>,$}; </a:t>
            </a:r>
          </a:p>
          <a:p>
            <a:pPr marL="0" indent="0">
              <a:buNone/>
            </a:pPr>
            <a:r>
              <a:rPr lang="en-US" altLang="zh-CN" sz="2000" dirty="0"/>
              <a:t>SELECT(</a:t>
            </a:r>
            <a:r>
              <a:rPr lang="en-US" altLang="zh-CN" sz="2000" i="1" dirty="0"/>
              <a:t>C</a:t>
            </a:r>
            <a:r>
              <a:rPr lang="en-US" altLang="zh-CN" sz="2000" dirty="0"/>
              <a:t>-&gt;</a:t>
            </a:r>
            <a:r>
              <a:rPr lang="en-US" altLang="zh-CN" sz="2000" i="1" dirty="0"/>
              <a:t>d</a:t>
            </a:r>
            <a:r>
              <a:rPr lang="en-US" altLang="zh-CN" sz="2000" dirty="0"/>
              <a:t> )={</a:t>
            </a:r>
            <a:r>
              <a:rPr lang="en-US" altLang="zh-CN" sz="2000" i="1" dirty="0"/>
              <a:t>d</a:t>
            </a:r>
            <a:r>
              <a:rPr lang="en-US" altLang="zh-CN" sz="2000" dirty="0"/>
              <a:t>}; SELECT(</a:t>
            </a:r>
            <a:r>
              <a:rPr lang="en-US" altLang="zh-CN" sz="2000" i="1" dirty="0"/>
              <a:t>C</a:t>
            </a:r>
            <a:r>
              <a:rPr lang="en-US" altLang="zh-CN" sz="2000" dirty="0"/>
              <a:t>-&gt;</a:t>
            </a:r>
            <a:r>
              <a:rPr lang="en-US" altLang="zh-CN" sz="2000" i="1" dirty="0">
                <a:sym typeface="Symbol" panose="05050102010706020507" pitchFamily="18" charset="2"/>
              </a:rPr>
              <a:t></a:t>
            </a:r>
            <a:r>
              <a:rPr lang="zh-CN" altLang="en-US" sz="2000" dirty="0"/>
              <a:t> </a:t>
            </a:r>
            <a:r>
              <a:rPr lang="en-US" altLang="zh-CN" sz="2000" dirty="0"/>
              <a:t>)={$};</a:t>
            </a:r>
          </a:p>
        </p:txBody>
      </p:sp>
      <p:sp>
        <p:nvSpPr>
          <p:cNvPr id="3" name="标题 2"/>
          <p:cNvSpPr>
            <a:spLocks noGrp="1"/>
          </p:cNvSpPr>
          <p:nvPr>
            <p:ph type="title"/>
          </p:nvPr>
        </p:nvSpPr>
        <p:spPr/>
        <p:txBody>
          <a:bodyPr/>
          <a:lstStyle/>
          <a:p>
            <a:r>
              <a:rPr lang="zh-CN" altLang="en-US" dirty="0"/>
              <a:t>判定</a:t>
            </a:r>
            <a:r>
              <a:rPr lang="en-US" altLang="zh-CN" dirty="0"/>
              <a:t>LL(1)</a:t>
            </a:r>
            <a:r>
              <a:rPr lang="zh-CN" altLang="en-US" dirty="0"/>
              <a:t>文法</a:t>
            </a:r>
          </a:p>
        </p:txBody>
      </p:sp>
      <p:sp>
        <p:nvSpPr>
          <p:cNvPr id="4" name="灯片编号占位符 3"/>
          <p:cNvSpPr>
            <a:spLocks noGrp="1"/>
          </p:cNvSpPr>
          <p:nvPr>
            <p:ph type="sldNum" sz="quarter" idx="12"/>
          </p:nvPr>
        </p:nvSpPr>
        <p:spPr/>
        <p:txBody>
          <a:bodyPr/>
          <a:lstStyle/>
          <a:p>
            <a:pPr>
              <a:defRPr/>
            </a:pPr>
            <a:fld id="{EA567855-7F13-4FC5-AD61-2B82F6443E16}" type="slidenum">
              <a:rPr lang="zh-CN" altLang="en-US" smtClean="0"/>
              <a:t>63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down)">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down)">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wipe(down)">
                                      <p:cBhvr>
                                        <p:cTn id="20" dur="500"/>
                                        <p:tgtEl>
                                          <p:spTgt spid="2">
                                            <p:txEl>
                                              <p:pRg st="3" end="3"/>
                                            </p:tx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down)">
                                      <p:cBhvr>
                                        <p:cTn id="23" dur="5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wipe(down)">
                                      <p:cBhvr>
                                        <p:cTn id="28" dur="500"/>
                                        <p:tgtEl>
                                          <p:spTgt spid="2">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animEffect transition="in" filter="wipe(down)">
                                      <p:cBhvr>
                                        <p:cTn id="33" dur="500"/>
                                        <p:tgtEl>
                                          <p:spTgt spid="2">
                                            <p:txEl>
                                              <p:pRg st="6" end="6"/>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2">
                                            <p:txEl>
                                              <p:pRg st="7" end="7"/>
                                            </p:txEl>
                                          </p:spTgt>
                                        </p:tgtEl>
                                        <p:attrNameLst>
                                          <p:attrName>style.visibility</p:attrName>
                                        </p:attrNameLst>
                                      </p:cBhvr>
                                      <p:to>
                                        <p:strVal val="visible"/>
                                      </p:to>
                                    </p:set>
                                    <p:animEffect transition="in" filter="wipe(down)">
                                      <p:cBhvr>
                                        <p:cTn id="36" dur="500"/>
                                        <p:tgtEl>
                                          <p:spTgt spid="2">
                                            <p:txEl>
                                              <p:pRg st="7" end="7"/>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wipe(down)">
                                      <p:cBhvr>
                                        <p:cTn id="39" dur="500"/>
                                        <p:tgtEl>
                                          <p:spTgt spid="2">
                                            <p:txEl>
                                              <p:pRg st="8" end="8"/>
                                            </p:tx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2">
                                            <p:txEl>
                                              <p:pRg st="9" end="9"/>
                                            </p:txEl>
                                          </p:spTgt>
                                        </p:tgtEl>
                                        <p:attrNameLst>
                                          <p:attrName>style.visibility</p:attrName>
                                        </p:attrNameLst>
                                      </p:cBhvr>
                                      <p:to>
                                        <p:strVal val="visible"/>
                                      </p:to>
                                    </p:set>
                                    <p:animEffect transition="in" filter="wipe(down)">
                                      <p:cBhvr>
                                        <p:cTn id="42"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55576" y="771550"/>
            <a:ext cx="7560840" cy="3585840"/>
          </a:xfrm>
        </p:spPr>
        <p:txBody>
          <a:bodyPr/>
          <a:lstStyle/>
          <a:p>
            <a:r>
              <a:rPr lang="zh-CN" altLang="en-US" sz="2800" dirty="0">
                <a:solidFill>
                  <a:srgbClr val="000000"/>
                </a:solidFill>
                <a:cs typeface="Times New Roman" panose="02020603050405020304" pitchFamily="18" charset="0"/>
                <a:sym typeface="微软雅黑" panose="020B0503020204020204" pitchFamily="34" charset="-122"/>
              </a:rPr>
              <a:t>练习</a:t>
            </a:r>
            <a:r>
              <a:rPr lang="en-US" altLang="zh-CN" dirty="0">
                <a:solidFill>
                  <a:srgbClr val="000000"/>
                </a:solidFill>
                <a:cs typeface="Times New Roman" panose="02020603050405020304" pitchFamily="18" charset="0"/>
                <a:sym typeface="微软雅黑" panose="020B0503020204020204" pitchFamily="34" charset="-122"/>
              </a:rPr>
              <a:t>: </a:t>
            </a:r>
            <a:r>
              <a:rPr lang="zh-CN" altLang="en-US" dirty="0">
                <a:solidFill>
                  <a:srgbClr val="000000"/>
                </a:solidFill>
                <a:cs typeface="Times New Roman" panose="02020603050405020304" pitchFamily="18" charset="0"/>
                <a:sym typeface="微软雅黑" panose="020B0503020204020204" pitchFamily="34" charset="-122"/>
              </a:rPr>
              <a:t>请先改造文法，消除左递归和左公因子。然后再求所有非终结符的</a:t>
            </a:r>
            <a:r>
              <a:rPr lang="en-US" altLang="zh-CN" dirty="0">
                <a:solidFill>
                  <a:srgbClr val="000000"/>
                </a:solidFill>
                <a:cs typeface="Times New Roman" panose="02020603050405020304" pitchFamily="18" charset="0"/>
                <a:sym typeface="微软雅黑" panose="020B0503020204020204" pitchFamily="34" charset="-122"/>
              </a:rPr>
              <a:t>FIRST</a:t>
            </a:r>
            <a:r>
              <a:rPr lang="zh-CN" altLang="en-US" dirty="0">
                <a:solidFill>
                  <a:srgbClr val="000000"/>
                </a:solidFill>
                <a:cs typeface="Times New Roman" panose="02020603050405020304" pitchFamily="18" charset="0"/>
                <a:sym typeface="微软雅黑" panose="020B0503020204020204" pitchFamily="34" charset="-122"/>
              </a:rPr>
              <a:t>集，</a:t>
            </a:r>
            <a:r>
              <a:rPr lang="en-US" altLang="zh-CN" dirty="0">
                <a:solidFill>
                  <a:srgbClr val="000000"/>
                </a:solidFill>
                <a:cs typeface="Times New Roman" panose="02020603050405020304" pitchFamily="18" charset="0"/>
                <a:sym typeface="微软雅黑" panose="020B0503020204020204" pitchFamily="34" charset="-122"/>
              </a:rPr>
              <a:t>FOLLOW</a:t>
            </a:r>
            <a:r>
              <a:rPr lang="zh-CN" altLang="en-US" dirty="0">
                <a:solidFill>
                  <a:srgbClr val="000000"/>
                </a:solidFill>
                <a:cs typeface="Times New Roman" panose="02020603050405020304" pitchFamily="18" charset="0"/>
                <a:sym typeface="微软雅黑" panose="020B0503020204020204" pitchFamily="34" charset="-122"/>
              </a:rPr>
              <a:t>集，求所有产生式的</a:t>
            </a:r>
            <a:r>
              <a:rPr lang="en-US" altLang="zh-CN" dirty="0">
                <a:solidFill>
                  <a:srgbClr val="000000"/>
                </a:solidFill>
                <a:cs typeface="Times New Roman" panose="02020603050405020304" pitchFamily="18" charset="0"/>
                <a:sym typeface="微软雅黑" panose="020B0503020204020204" pitchFamily="34" charset="-122"/>
              </a:rPr>
              <a:t>SELECT</a:t>
            </a:r>
            <a:r>
              <a:rPr lang="zh-CN" altLang="en-US" dirty="0">
                <a:solidFill>
                  <a:srgbClr val="000000"/>
                </a:solidFill>
                <a:cs typeface="Times New Roman" panose="02020603050405020304" pitchFamily="18" charset="0"/>
                <a:sym typeface="微软雅黑" panose="020B0503020204020204" pitchFamily="34" charset="-122"/>
              </a:rPr>
              <a:t>集并画出预测分析表。</a:t>
            </a:r>
            <a:endParaRPr lang="en-US" altLang="zh-CN" dirty="0">
              <a:solidFill>
                <a:srgbClr val="000000"/>
              </a:solidFill>
              <a:cs typeface="Times New Roman" panose="02020603050405020304" pitchFamily="18" charset="0"/>
              <a:sym typeface="微软雅黑" panose="020B0503020204020204" pitchFamily="34" charset="-122"/>
            </a:endParaRPr>
          </a:p>
          <a:p>
            <a:pPr algn="ctr"/>
            <a:r>
              <a:rPr lang="en-US" altLang="zh-CN" i="1" dirty="0">
                <a:solidFill>
                  <a:srgbClr val="000000"/>
                </a:solidFill>
                <a:ea typeface="微软雅黑" panose="020B0503020204020204" pitchFamily="34" charset="-122"/>
                <a:cs typeface="Times New Roman" panose="02020603050405020304" pitchFamily="18" charset="0"/>
                <a:sym typeface="微软雅黑" panose="020B0503020204020204" pitchFamily="34" charset="-122"/>
              </a:rPr>
              <a:t>S</a:t>
            </a:r>
            <a:r>
              <a:rPr lang="en-US" altLang="zh-CN" dirty="0">
                <a:sym typeface="Symbol" panose="05050102010706020507" pitchFamily="18" charset="2"/>
              </a:rPr>
              <a:t>  </a:t>
            </a:r>
            <a:r>
              <a:rPr lang="en-US" altLang="zh-CN" i="1" dirty="0" err="1">
                <a:solidFill>
                  <a:srgbClr val="000000"/>
                </a:solidFill>
                <a:ea typeface="微软雅黑" panose="020B0503020204020204" pitchFamily="34" charset="-122"/>
                <a:cs typeface="Times New Roman" panose="02020603050405020304" pitchFamily="18" charset="0"/>
                <a:sym typeface="微软雅黑" panose="020B0503020204020204" pitchFamily="34" charset="-122"/>
              </a:rPr>
              <a:t>SAB|ab</a:t>
            </a:r>
            <a:r>
              <a:rPr lang="en-US" altLang="zh-CN" i="1" dirty="0">
                <a:solidFill>
                  <a:srgbClr val="000000"/>
                </a:solidFill>
                <a:ea typeface="微软雅黑" panose="020B0503020204020204" pitchFamily="34" charset="-122"/>
                <a:cs typeface="Times New Roman" panose="02020603050405020304" pitchFamily="18" charset="0"/>
                <a:sym typeface="微软雅黑" panose="020B0503020204020204" pitchFamily="34" charset="-122"/>
              </a:rPr>
              <a:t>      A</a:t>
            </a:r>
            <a:r>
              <a:rPr lang="en-US" altLang="zh-CN" dirty="0">
                <a:sym typeface="Symbol" panose="05050102010706020507" pitchFamily="18" charset="2"/>
              </a:rPr>
              <a:t>  </a:t>
            </a:r>
            <a:r>
              <a:rPr lang="en-US" altLang="zh-CN" i="1" dirty="0">
                <a:solidFill>
                  <a:srgbClr val="000000"/>
                </a:solidFill>
                <a:ea typeface="微软雅黑" panose="020B0503020204020204" pitchFamily="34" charset="-122"/>
                <a:cs typeface="Times New Roman" panose="02020603050405020304" pitchFamily="18" charset="0"/>
                <a:sym typeface="微软雅黑" panose="020B0503020204020204" pitchFamily="34" charset="-122"/>
              </a:rPr>
              <a:t>Ba|</a:t>
            </a:r>
            <a:r>
              <a:rPr lang="en-US" altLang="zh-CN" i="1" dirty="0">
                <a:cs typeface="Times New Roman" panose="02020603050405020304" pitchFamily="18" charset="0"/>
                <a:sym typeface="Symbol" panose="05050102010706020507" pitchFamily="18" charset="2"/>
              </a:rPr>
              <a:t></a:t>
            </a:r>
            <a:r>
              <a:rPr lang="en-US" altLang="zh-CN" i="1" dirty="0">
                <a:solidFill>
                  <a:srgbClr val="000000"/>
                </a:solidFill>
                <a:ea typeface="微软雅黑" panose="020B0503020204020204" pitchFamily="34" charset="-122"/>
                <a:cs typeface="Times New Roman" panose="02020603050405020304" pitchFamily="18" charset="0"/>
                <a:sym typeface="微软雅黑" panose="020B0503020204020204" pitchFamily="34" charset="-122"/>
              </a:rPr>
              <a:t>     B</a:t>
            </a:r>
            <a:r>
              <a:rPr lang="en-US" altLang="zh-CN" dirty="0">
                <a:sym typeface="Symbol" panose="05050102010706020507" pitchFamily="18" charset="2"/>
              </a:rPr>
              <a:t>  </a:t>
            </a:r>
            <a:r>
              <a:rPr lang="en-US" altLang="zh-CN" i="1" dirty="0" err="1">
                <a:solidFill>
                  <a:srgbClr val="000000"/>
                </a:solidFill>
                <a:ea typeface="微软雅黑" panose="020B0503020204020204" pitchFamily="34" charset="-122"/>
                <a:cs typeface="Times New Roman" panose="02020603050405020304" pitchFamily="18" charset="0"/>
                <a:sym typeface="微软雅黑" panose="020B0503020204020204" pitchFamily="34" charset="-122"/>
              </a:rPr>
              <a:t>Db|D</a:t>
            </a:r>
            <a:r>
              <a:rPr lang="en-US" altLang="zh-CN" i="1" dirty="0">
                <a:solidFill>
                  <a:srgbClr val="000000"/>
                </a:solidFill>
                <a:ea typeface="微软雅黑" panose="020B0503020204020204" pitchFamily="34" charset="-122"/>
                <a:cs typeface="Times New Roman" panose="02020603050405020304" pitchFamily="18" charset="0"/>
                <a:sym typeface="微软雅黑" panose="020B0503020204020204" pitchFamily="34" charset="-122"/>
              </a:rPr>
              <a:t>      D</a:t>
            </a:r>
            <a:r>
              <a:rPr lang="en-US" altLang="zh-CN" dirty="0">
                <a:sym typeface="Symbol" panose="05050102010706020507" pitchFamily="18" charset="2"/>
              </a:rPr>
              <a:t> </a:t>
            </a:r>
            <a:r>
              <a:rPr lang="en-US" altLang="zh-CN" i="1" dirty="0">
                <a:solidFill>
                  <a:srgbClr val="000000"/>
                </a:solidFill>
                <a:ea typeface="微软雅黑" panose="020B0503020204020204" pitchFamily="34" charset="-122"/>
                <a:cs typeface="Times New Roman" panose="02020603050405020304" pitchFamily="18" charset="0"/>
                <a:sym typeface="微软雅黑" panose="020B0503020204020204" pitchFamily="34" charset="-122"/>
              </a:rPr>
              <a:t> d|</a:t>
            </a:r>
            <a:r>
              <a:rPr lang="en-US" altLang="zh-CN" i="1" dirty="0">
                <a:cs typeface="Times New Roman" panose="02020603050405020304" pitchFamily="18" charset="0"/>
                <a:sym typeface="Symbol" panose="05050102010706020507" pitchFamily="18" charset="2"/>
              </a:rPr>
              <a:t></a:t>
            </a:r>
            <a:endParaRPr lang="zh-CN" altLang="en-US" i="1" dirty="0">
              <a:solidFill>
                <a:srgbClr val="000000"/>
              </a:solidFill>
              <a:ea typeface="微软雅黑" panose="020B0503020204020204" pitchFamily="34" charset="-122"/>
              <a:cs typeface="Times New Roman" panose="02020603050405020304" pitchFamily="18" charset="0"/>
              <a:sym typeface="微软雅黑" panose="020B0503020204020204" pitchFamily="34" charset="-122"/>
            </a:endParaRPr>
          </a:p>
          <a:p>
            <a:endParaRPr lang="zh-CN" altLang="en-US" dirty="0"/>
          </a:p>
        </p:txBody>
      </p:sp>
      <p:sp>
        <p:nvSpPr>
          <p:cNvPr id="3" name="标题 2"/>
          <p:cNvSpPr>
            <a:spLocks noGrp="1"/>
          </p:cNvSpPr>
          <p:nvPr>
            <p:ph type="title"/>
          </p:nvPr>
        </p:nvSpPr>
        <p:spPr/>
        <p:txBody>
          <a:bodyPr/>
          <a:lstStyle/>
          <a:p>
            <a:r>
              <a:rPr lang="zh-CN" altLang="en-US" dirty="0"/>
              <a:t>课后练习</a:t>
            </a:r>
          </a:p>
        </p:txBody>
      </p:sp>
      <p:sp>
        <p:nvSpPr>
          <p:cNvPr id="4" name="灯片编号占位符 3"/>
          <p:cNvSpPr>
            <a:spLocks noGrp="1"/>
          </p:cNvSpPr>
          <p:nvPr>
            <p:ph type="sldNum" sz="quarter" idx="12"/>
          </p:nvPr>
        </p:nvSpPr>
        <p:spPr/>
        <p:txBody>
          <a:bodyPr/>
          <a:lstStyle/>
          <a:p>
            <a:pPr>
              <a:defRPr/>
            </a:pPr>
            <a:fld id="{EA567855-7F13-4FC5-AD61-2B82F6443E16}" type="slidenum">
              <a:rPr lang="zh-CN" altLang="en-US" smtClean="0"/>
              <a:t>64</a:t>
            </a:fld>
            <a:endParaRPr lang="en-US" altLang="zh-CN"/>
          </a:p>
        </p:txBody>
      </p:sp>
      <p:sp>
        <p:nvSpPr>
          <p:cNvPr id="5" name="矩形 4"/>
          <p:cNvSpPr/>
          <p:nvPr/>
        </p:nvSpPr>
        <p:spPr>
          <a:xfrm>
            <a:off x="827584" y="2571750"/>
            <a:ext cx="8049333" cy="2339102"/>
          </a:xfrm>
          <a:prstGeom prst="rect">
            <a:avLst/>
          </a:prstGeom>
        </p:spPr>
        <p:txBody>
          <a:bodyPr wrap="square">
            <a:spAutoFit/>
          </a:bodyPr>
          <a:lstStyle/>
          <a:p>
            <a:r>
              <a:rPr lang="zh-CN" altLang="en-US" sz="2000" b="1" dirty="0">
                <a:latin typeface="Times New Roman" panose="02020603050405020304" pitchFamily="18" charset="0"/>
                <a:cs typeface="Times New Roman" panose="02020603050405020304" pitchFamily="18" charset="0"/>
              </a:rPr>
              <a:t>参考答案：</a:t>
            </a:r>
            <a:endParaRPr lang="en-US" altLang="zh-CN" sz="2000"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FIRST(S) = {a}; FIRST(S’)=FIRST(A)= {a, b, d,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cs typeface="Times New Roman" panose="02020603050405020304" pitchFamily="18" charset="0"/>
              </a:rPr>
              <a:t>}; </a:t>
            </a:r>
          </a:p>
          <a:p>
            <a:r>
              <a:rPr lang="en-US" altLang="zh-CN" b="1" dirty="0">
                <a:latin typeface="Times New Roman" panose="02020603050405020304" pitchFamily="18" charset="0"/>
                <a:cs typeface="Times New Roman" panose="02020603050405020304" pitchFamily="18" charset="0"/>
              </a:rPr>
              <a:t>FIRST(B) = {b, d,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cs typeface="Times New Roman" panose="02020603050405020304" pitchFamily="18" charset="0"/>
              </a:rPr>
              <a:t>};</a:t>
            </a:r>
          </a:p>
          <a:p>
            <a:r>
              <a:rPr lang="en-US" altLang="zh-CN" b="1" dirty="0">
                <a:latin typeface="Times New Roman" panose="02020603050405020304" pitchFamily="18" charset="0"/>
                <a:cs typeface="Times New Roman" panose="02020603050405020304" pitchFamily="18" charset="0"/>
              </a:rPr>
              <a:t>FIRST(B’) = {b,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cs typeface="Times New Roman" panose="02020603050405020304" pitchFamily="18" charset="0"/>
              </a:rPr>
              <a:t>}; FIRST(D)={ d,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cs typeface="Times New Roman" panose="02020603050405020304" pitchFamily="18" charset="0"/>
              </a:rPr>
              <a:t>} ;</a:t>
            </a:r>
          </a:p>
          <a:p>
            <a:r>
              <a:rPr lang="en-US" altLang="zh-CN" b="1" dirty="0">
                <a:latin typeface="Times New Roman" panose="02020603050405020304" pitchFamily="18" charset="0"/>
                <a:cs typeface="Times New Roman" panose="02020603050405020304" pitchFamily="18" charset="0"/>
              </a:rPr>
              <a:t>FOLLOW(A)</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FOLLOW(B) = FOLLOW(B’) = FOLLOW(D)=</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a, b, d, $ }; </a:t>
            </a:r>
          </a:p>
          <a:p>
            <a:r>
              <a:rPr lang="en-US" altLang="zh-CN" b="1" dirty="0">
                <a:latin typeface="Times New Roman" panose="02020603050405020304" pitchFamily="18" charset="0"/>
                <a:cs typeface="Times New Roman" panose="02020603050405020304" pitchFamily="18" charset="0"/>
              </a:rPr>
              <a:t>FOLLOW(S) = FOLLOW(S’) = { $ };</a:t>
            </a:r>
          </a:p>
          <a:p>
            <a:r>
              <a:rPr lang="en-US" altLang="zh-CN" b="1" dirty="0">
                <a:latin typeface="Times New Roman" panose="02020603050405020304" pitchFamily="18" charset="0"/>
                <a:cs typeface="Times New Roman" panose="02020603050405020304" pitchFamily="18" charset="0"/>
              </a:rPr>
              <a:t>SELECT(S’-&gt;ABS’) = {a, b, d, $};     SELECT(A-&gt;Ba) = {a, b, d};</a:t>
            </a:r>
          </a:p>
          <a:p>
            <a:r>
              <a:rPr lang="en-US" altLang="zh-CN" b="1" dirty="0">
                <a:latin typeface="Times New Roman" panose="02020603050405020304" pitchFamily="18" charset="0"/>
                <a:cs typeface="Times New Roman" panose="02020603050405020304" pitchFamily="18" charset="0"/>
              </a:rPr>
              <a:t>SELECT(B-&gt;DB’)</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 b, d, $}</a:t>
            </a:r>
            <a:endParaRPr lang="zh-CN" alt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7" name="Rectangle 3"/>
          <p:cNvSpPr>
            <a:spLocks noGrp="1" noChangeArrowheads="1"/>
          </p:cNvSpPr>
          <p:nvPr>
            <p:ph idx="1"/>
          </p:nvPr>
        </p:nvSpPr>
        <p:spPr>
          <a:xfrm>
            <a:off x="714375" y="917574"/>
            <a:ext cx="7907338" cy="3957637"/>
          </a:xfrm>
        </p:spPr>
        <p:txBody>
          <a:bodyPr/>
          <a:lstStyle/>
          <a:p>
            <a:pPr eaLnBrk="1" hangingPunct="1">
              <a:lnSpc>
                <a:spcPts val="4000"/>
              </a:lnSpc>
              <a:spcBef>
                <a:spcPts val="0"/>
              </a:spcBef>
              <a:buClrTx/>
              <a:buFont typeface="Wingdings" panose="05000000000000000000" pitchFamily="2" charset="2"/>
              <a:buChar char="Ø"/>
              <a:defRPr/>
            </a:pPr>
            <a:r>
              <a:rPr lang="zh-CN" altLang="en-US" dirty="0"/>
              <a:t>错误处理两个任务</a:t>
            </a:r>
            <a:endParaRPr lang="en-US" altLang="zh-CN" dirty="0"/>
          </a:p>
          <a:p>
            <a:pPr lvl="1" eaLnBrk="1" hangingPunct="1">
              <a:lnSpc>
                <a:spcPts val="4000"/>
              </a:lnSpc>
              <a:spcBef>
                <a:spcPts val="0"/>
              </a:spcBef>
              <a:defRPr/>
            </a:pPr>
            <a:r>
              <a:rPr lang="zh-CN" altLang="en-US" sz="2400" b="1" dirty="0">
                <a:solidFill>
                  <a:schemeClr val="tx1"/>
                </a:solidFill>
              </a:rPr>
              <a:t>检测到错误并报错</a:t>
            </a:r>
            <a:r>
              <a:rPr lang="en-US" altLang="zh-CN" sz="2400" b="1" dirty="0">
                <a:solidFill>
                  <a:schemeClr val="tx1"/>
                </a:solidFill>
              </a:rPr>
              <a:t>——</a:t>
            </a:r>
            <a:r>
              <a:rPr lang="zh-CN" altLang="en-US" sz="2400" b="1" dirty="0">
                <a:solidFill>
                  <a:schemeClr val="tx1"/>
                </a:solidFill>
              </a:rPr>
              <a:t>位置和类型</a:t>
            </a:r>
            <a:endParaRPr lang="en-US" altLang="zh-CN" sz="2400" b="1" dirty="0">
              <a:solidFill>
                <a:schemeClr val="tx1"/>
              </a:solidFill>
            </a:endParaRPr>
          </a:p>
          <a:p>
            <a:pPr lvl="1" eaLnBrk="1" hangingPunct="1">
              <a:lnSpc>
                <a:spcPts val="4000"/>
              </a:lnSpc>
              <a:spcBef>
                <a:spcPts val="0"/>
              </a:spcBef>
              <a:defRPr/>
            </a:pPr>
            <a:r>
              <a:rPr lang="zh-CN" altLang="en-US" sz="2400" dirty="0"/>
              <a:t>错误恢复</a:t>
            </a:r>
            <a:r>
              <a:rPr lang="en-US" altLang="zh-CN" sz="2400" dirty="0"/>
              <a:t>—— </a:t>
            </a:r>
            <a:r>
              <a:rPr lang="zh-CN" altLang="en-US" sz="2400" dirty="0"/>
              <a:t>快速</a:t>
            </a:r>
            <a:endParaRPr lang="en-US" altLang="zh-CN" sz="2400" b="1" dirty="0">
              <a:solidFill>
                <a:schemeClr val="tx1"/>
              </a:solidFill>
            </a:endParaRPr>
          </a:p>
          <a:p>
            <a:pPr eaLnBrk="1" hangingPunct="1">
              <a:lnSpc>
                <a:spcPts val="4000"/>
              </a:lnSpc>
              <a:spcBef>
                <a:spcPts val="0"/>
              </a:spcBef>
              <a:buClrTx/>
              <a:buFont typeface="Wingdings" panose="05000000000000000000" pitchFamily="2" charset="2"/>
              <a:buChar char="Ø"/>
              <a:defRPr/>
            </a:pPr>
            <a:r>
              <a:rPr lang="zh-CN" altLang="en-US" b="1" dirty="0">
                <a:solidFill>
                  <a:schemeClr val="tx1"/>
                </a:solidFill>
              </a:rPr>
              <a:t>两种情况下可以检测到</a:t>
            </a:r>
            <a:r>
              <a:rPr lang="zh-CN" altLang="en-US" dirty="0"/>
              <a:t>语法</a:t>
            </a:r>
            <a:r>
              <a:rPr lang="zh-CN" altLang="en-US" b="1" dirty="0">
                <a:solidFill>
                  <a:schemeClr val="tx1"/>
                </a:solidFill>
              </a:rPr>
              <a:t>错误</a:t>
            </a:r>
            <a:endParaRPr lang="en-US" altLang="zh-CN" b="1" dirty="0">
              <a:solidFill>
                <a:schemeClr val="tx1"/>
              </a:solidFill>
            </a:endParaRPr>
          </a:p>
          <a:p>
            <a:pPr lvl="1" eaLnBrk="1" hangingPunct="1">
              <a:lnSpc>
                <a:spcPts val="4000"/>
              </a:lnSpc>
              <a:spcBef>
                <a:spcPts val="0"/>
              </a:spcBef>
              <a:buClrTx/>
              <a:buFont typeface="Wingdings" panose="05000000000000000000" pitchFamily="2" charset="2"/>
              <a:buChar char="Ø"/>
              <a:defRPr/>
            </a:pPr>
            <a:r>
              <a:rPr lang="zh-CN" altLang="en-US" sz="2400" b="1" dirty="0">
                <a:solidFill>
                  <a:schemeClr val="tx1"/>
                </a:solidFill>
                <a:latin typeface="华文楷体" panose="02010600040101010101" pitchFamily="2" charset="-122"/>
              </a:rPr>
              <a:t>栈顶的</a:t>
            </a:r>
            <a:r>
              <a:rPr lang="zh-CN" altLang="en-US" sz="2400" b="1" dirty="0">
                <a:solidFill>
                  <a:schemeClr val="tx2">
                    <a:lumMod val="60000"/>
                    <a:lumOff val="40000"/>
                  </a:schemeClr>
                </a:solidFill>
                <a:latin typeface="华文楷体" panose="02010600040101010101" pitchFamily="2" charset="-122"/>
              </a:rPr>
              <a:t>终结符</a:t>
            </a:r>
            <a:r>
              <a:rPr lang="zh-CN" altLang="en-US" sz="2400" b="1" dirty="0">
                <a:solidFill>
                  <a:schemeClr val="tx1"/>
                </a:solidFill>
                <a:latin typeface="华文楷体" panose="02010600040101010101" pitchFamily="2" charset="-122"/>
              </a:rPr>
              <a:t>和当前</a:t>
            </a:r>
            <a:r>
              <a:rPr lang="zh-CN" altLang="en-US" sz="2400" b="1" dirty="0">
                <a:solidFill>
                  <a:schemeClr val="tx2">
                    <a:lumMod val="60000"/>
                    <a:lumOff val="40000"/>
                  </a:schemeClr>
                </a:solidFill>
                <a:latin typeface="华文楷体" panose="02010600040101010101" pitchFamily="2" charset="-122"/>
              </a:rPr>
              <a:t>输入符号</a:t>
            </a:r>
            <a:r>
              <a:rPr lang="zh-CN" altLang="en-US" sz="2400" b="1" dirty="0">
                <a:solidFill>
                  <a:schemeClr val="tx1"/>
                </a:solidFill>
                <a:latin typeface="华文楷体" panose="02010600040101010101" pitchFamily="2" charset="-122"/>
              </a:rPr>
              <a:t>不匹配</a:t>
            </a:r>
            <a:endParaRPr lang="en-US" altLang="zh-CN" sz="2400" b="1" dirty="0">
              <a:solidFill>
                <a:schemeClr val="tx1"/>
              </a:solidFill>
              <a:latin typeface="华文楷体" panose="02010600040101010101" pitchFamily="2" charset="-122"/>
            </a:endParaRPr>
          </a:p>
          <a:p>
            <a:pPr lvl="1" eaLnBrk="1" hangingPunct="1">
              <a:lnSpc>
                <a:spcPts val="4000"/>
              </a:lnSpc>
              <a:spcBef>
                <a:spcPts val="0"/>
              </a:spcBef>
              <a:buClrTx/>
              <a:buFont typeface="Wingdings" panose="05000000000000000000" pitchFamily="2" charset="2"/>
              <a:buChar char="Ø"/>
              <a:defRPr/>
            </a:pPr>
            <a:r>
              <a:rPr lang="zh-CN" altLang="en-US" sz="2400" b="1" dirty="0">
                <a:solidFill>
                  <a:schemeClr val="tx1"/>
                </a:solidFill>
              </a:rPr>
              <a:t>栈顶</a:t>
            </a:r>
            <a:r>
              <a:rPr lang="zh-CN" altLang="en-US" sz="2400" b="1" dirty="0">
                <a:solidFill>
                  <a:schemeClr val="tx2">
                    <a:lumMod val="60000"/>
                    <a:lumOff val="40000"/>
                  </a:schemeClr>
                </a:solidFill>
              </a:rPr>
              <a:t>非终结符</a:t>
            </a:r>
            <a:r>
              <a:rPr lang="en-US" altLang="zh-CN" sz="2400" b="1" i="1" dirty="0">
                <a:solidFill>
                  <a:schemeClr val="tx2">
                    <a:lumMod val="60000"/>
                    <a:lumOff val="40000"/>
                  </a:schemeClr>
                </a:solidFill>
              </a:rPr>
              <a:t>A</a:t>
            </a:r>
            <a:r>
              <a:rPr lang="zh-CN" altLang="en-US" sz="2400" b="1" dirty="0">
                <a:solidFill>
                  <a:schemeClr val="tx1"/>
                </a:solidFill>
              </a:rPr>
              <a:t>与当前</a:t>
            </a:r>
            <a:r>
              <a:rPr lang="zh-CN" altLang="en-US" sz="2400" b="1" dirty="0">
                <a:solidFill>
                  <a:schemeClr val="tx2">
                    <a:lumMod val="60000"/>
                    <a:lumOff val="40000"/>
                  </a:schemeClr>
                </a:solidFill>
              </a:rPr>
              <a:t>输入符号</a:t>
            </a:r>
            <a:r>
              <a:rPr lang="en-US" altLang="zh-CN" sz="2400" b="1" i="1" dirty="0">
                <a:solidFill>
                  <a:schemeClr val="tx2">
                    <a:lumMod val="60000"/>
                    <a:lumOff val="40000"/>
                  </a:schemeClr>
                </a:solidFill>
              </a:rPr>
              <a:t>a</a:t>
            </a:r>
            <a:r>
              <a:rPr lang="zh-CN" altLang="en-US" sz="2400" b="1" dirty="0">
                <a:solidFill>
                  <a:schemeClr val="tx1"/>
                </a:solidFill>
              </a:rPr>
              <a:t>在预测分析表对应项中的信息为空</a:t>
            </a:r>
            <a:endParaRPr lang="en-US" altLang="zh-CN" sz="2400" b="1" dirty="0">
              <a:solidFill>
                <a:schemeClr val="tx1"/>
              </a:solidFill>
            </a:endParaRPr>
          </a:p>
        </p:txBody>
      </p:sp>
      <p:sp>
        <p:nvSpPr>
          <p:cNvPr id="74755" name="Rectangle 2"/>
          <p:cNvSpPr>
            <a:spLocks noGrp="1" noChangeArrowheads="1"/>
          </p:cNvSpPr>
          <p:nvPr>
            <p:ph type="title"/>
          </p:nvPr>
        </p:nvSpPr>
        <p:spPr>
          <a:xfrm>
            <a:off x="755650" y="268288"/>
            <a:ext cx="7931150" cy="358775"/>
          </a:xfrm>
        </p:spPr>
        <p:txBody>
          <a:bodyPr/>
          <a:lstStyle/>
          <a:p>
            <a:pPr eaLnBrk="1" hangingPunct="1">
              <a:defRPr/>
            </a:pPr>
            <a:r>
              <a:rPr lang="en-US" altLang="zh-CN"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4.2.4 </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预测分析中的错误处理</a:t>
            </a:r>
            <a:endParaRPr lang="en-US" altLang="zh-CN"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65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53667">
                                            <p:txEl>
                                              <p:pRg st="0" end="0"/>
                                            </p:txEl>
                                          </p:spTgt>
                                        </p:tgtEl>
                                        <p:attrNameLst>
                                          <p:attrName>style.visibility</p:attrName>
                                        </p:attrNameLst>
                                      </p:cBhvr>
                                      <p:to>
                                        <p:strVal val="visible"/>
                                      </p:to>
                                    </p:set>
                                    <p:anim calcmode="lin" valueType="num">
                                      <p:cBhvr>
                                        <p:cTn id="7" dur="500" fill="hold"/>
                                        <p:tgtEl>
                                          <p:spTgt spid="75366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5366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5366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53667">
                                            <p:txEl>
                                              <p:pRg st="1" end="1"/>
                                            </p:txEl>
                                          </p:spTgt>
                                        </p:tgtEl>
                                        <p:attrNameLst>
                                          <p:attrName>style.visibility</p:attrName>
                                        </p:attrNameLst>
                                      </p:cBhvr>
                                      <p:to>
                                        <p:strVal val="visible"/>
                                      </p:to>
                                    </p:set>
                                    <p:anim calcmode="lin" valueType="num">
                                      <p:cBhvr>
                                        <p:cTn id="14" dur="500" fill="hold"/>
                                        <p:tgtEl>
                                          <p:spTgt spid="753667">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753667">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753667">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753667">
                                            <p:txEl>
                                              <p:pRg st="2" end="2"/>
                                            </p:txEl>
                                          </p:spTgt>
                                        </p:tgtEl>
                                        <p:attrNameLst>
                                          <p:attrName>style.visibility</p:attrName>
                                        </p:attrNameLst>
                                      </p:cBhvr>
                                      <p:to>
                                        <p:strVal val="visible"/>
                                      </p:to>
                                    </p:set>
                                    <p:anim calcmode="lin" valueType="num">
                                      <p:cBhvr>
                                        <p:cTn id="21" dur="500" fill="hold"/>
                                        <p:tgtEl>
                                          <p:spTgt spid="753667">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753667">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75366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753667">
                                            <p:txEl>
                                              <p:pRg st="3" end="3"/>
                                            </p:txEl>
                                          </p:spTgt>
                                        </p:tgtEl>
                                        <p:attrNameLst>
                                          <p:attrName>style.visibility</p:attrName>
                                        </p:attrNameLst>
                                      </p:cBhvr>
                                      <p:to>
                                        <p:strVal val="visible"/>
                                      </p:to>
                                    </p:set>
                                    <p:anim calcmode="lin" valueType="num">
                                      <p:cBhvr>
                                        <p:cTn id="28" dur="500" fill="hold"/>
                                        <p:tgtEl>
                                          <p:spTgt spid="753667">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753667">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753667">
                                            <p:txEl>
                                              <p:pRg st="3" end="3"/>
                                            </p:txEl>
                                          </p:spTgt>
                                        </p:tgtEl>
                                      </p:cBhvr>
                                    </p:animEffect>
                                  </p:childTnLst>
                                </p:cTn>
                              </p:par>
                              <p:par>
                                <p:cTn id="31" presetID="53" presetClass="entr" presetSubtype="16" fill="hold" nodeType="withEffect">
                                  <p:stCondLst>
                                    <p:cond delay="0"/>
                                  </p:stCondLst>
                                  <p:childTnLst>
                                    <p:set>
                                      <p:cBhvr>
                                        <p:cTn id="32" dur="1" fill="hold">
                                          <p:stCondLst>
                                            <p:cond delay="0"/>
                                          </p:stCondLst>
                                        </p:cTn>
                                        <p:tgtEl>
                                          <p:spTgt spid="753667">
                                            <p:txEl>
                                              <p:pRg st="4" end="4"/>
                                            </p:txEl>
                                          </p:spTgt>
                                        </p:tgtEl>
                                        <p:attrNameLst>
                                          <p:attrName>style.visibility</p:attrName>
                                        </p:attrNameLst>
                                      </p:cBhvr>
                                      <p:to>
                                        <p:strVal val="visible"/>
                                      </p:to>
                                    </p:set>
                                    <p:anim calcmode="lin" valueType="num">
                                      <p:cBhvr>
                                        <p:cTn id="33" dur="500" fill="hold"/>
                                        <p:tgtEl>
                                          <p:spTgt spid="753667">
                                            <p:txEl>
                                              <p:pRg st="4" end="4"/>
                                            </p:txEl>
                                          </p:spTgt>
                                        </p:tgtEl>
                                        <p:attrNameLst>
                                          <p:attrName>ppt_w</p:attrName>
                                        </p:attrNameLst>
                                      </p:cBhvr>
                                      <p:tavLst>
                                        <p:tav tm="0">
                                          <p:val>
                                            <p:fltVal val="0"/>
                                          </p:val>
                                        </p:tav>
                                        <p:tav tm="100000">
                                          <p:val>
                                            <p:strVal val="#ppt_w"/>
                                          </p:val>
                                        </p:tav>
                                      </p:tavLst>
                                    </p:anim>
                                    <p:anim calcmode="lin" valueType="num">
                                      <p:cBhvr>
                                        <p:cTn id="34" dur="500" fill="hold"/>
                                        <p:tgtEl>
                                          <p:spTgt spid="753667">
                                            <p:txEl>
                                              <p:pRg st="4" end="4"/>
                                            </p:txEl>
                                          </p:spTgt>
                                        </p:tgtEl>
                                        <p:attrNameLst>
                                          <p:attrName>ppt_h</p:attrName>
                                        </p:attrNameLst>
                                      </p:cBhvr>
                                      <p:tavLst>
                                        <p:tav tm="0">
                                          <p:val>
                                            <p:fltVal val="0"/>
                                          </p:val>
                                        </p:tav>
                                        <p:tav tm="100000">
                                          <p:val>
                                            <p:strVal val="#ppt_h"/>
                                          </p:val>
                                        </p:tav>
                                      </p:tavLst>
                                    </p:anim>
                                    <p:animEffect transition="in" filter="fade">
                                      <p:cBhvr>
                                        <p:cTn id="35" dur="500"/>
                                        <p:tgtEl>
                                          <p:spTgt spid="753667">
                                            <p:txEl>
                                              <p:pRg st="4" end="4"/>
                                            </p:txEl>
                                          </p:spTgt>
                                        </p:tgtEl>
                                      </p:cBhvr>
                                    </p:animEffect>
                                  </p:childTnLst>
                                </p:cTn>
                              </p:par>
                              <p:par>
                                <p:cTn id="36" presetID="53" presetClass="entr" presetSubtype="16" fill="hold" nodeType="withEffect">
                                  <p:stCondLst>
                                    <p:cond delay="0"/>
                                  </p:stCondLst>
                                  <p:childTnLst>
                                    <p:set>
                                      <p:cBhvr>
                                        <p:cTn id="37" dur="1" fill="hold">
                                          <p:stCondLst>
                                            <p:cond delay="0"/>
                                          </p:stCondLst>
                                        </p:cTn>
                                        <p:tgtEl>
                                          <p:spTgt spid="753667">
                                            <p:txEl>
                                              <p:pRg st="5" end="5"/>
                                            </p:txEl>
                                          </p:spTgt>
                                        </p:tgtEl>
                                        <p:attrNameLst>
                                          <p:attrName>style.visibility</p:attrName>
                                        </p:attrNameLst>
                                      </p:cBhvr>
                                      <p:to>
                                        <p:strVal val="visible"/>
                                      </p:to>
                                    </p:set>
                                    <p:anim calcmode="lin" valueType="num">
                                      <p:cBhvr>
                                        <p:cTn id="38" dur="500" fill="hold"/>
                                        <p:tgtEl>
                                          <p:spTgt spid="753667">
                                            <p:txEl>
                                              <p:pRg st="5" end="5"/>
                                            </p:txEl>
                                          </p:spTgt>
                                        </p:tgtEl>
                                        <p:attrNameLst>
                                          <p:attrName>ppt_w</p:attrName>
                                        </p:attrNameLst>
                                      </p:cBhvr>
                                      <p:tavLst>
                                        <p:tav tm="0">
                                          <p:val>
                                            <p:fltVal val="0"/>
                                          </p:val>
                                        </p:tav>
                                        <p:tav tm="100000">
                                          <p:val>
                                            <p:strVal val="#ppt_w"/>
                                          </p:val>
                                        </p:tav>
                                      </p:tavLst>
                                    </p:anim>
                                    <p:anim calcmode="lin" valueType="num">
                                      <p:cBhvr>
                                        <p:cTn id="39" dur="500" fill="hold"/>
                                        <p:tgtEl>
                                          <p:spTgt spid="753667">
                                            <p:txEl>
                                              <p:pRg st="5" end="5"/>
                                            </p:txEl>
                                          </p:spTgt>
                                        </p:tgtEl>
                                        <p:attrNameLst>
                                          <p:attrName>ppt_h</p:attrName>
                                        </p:attrNameLst>
                                      </p:cBhvr>
                                      <p:tavLst>
                                        <p:tav tm="0">
                                          <p:val>
                                            <p:fltVal val="0"/>
                                          </p:val>
                                        </p:tav>
                                        <p:tav tm="100000">
                                          <p:val>
                                            <p:strVal val="#ppt_h"/>
                                          </p:val>
                                        </p:tav>
                                      </p:tavLst>
                                    </p:anim>
                                    <p:animEffect transition="in" filter="fade">
                                      <p:cBhvr>
                                        <p:cTn id="40" dur="500"/>
                                        <p:tgtEl>
                                          <p:spTgt spid="7536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7" name="Rectangle 3"/>
          <p:cNvSpPr>
            <a:spLocks noGrp="1" noChangeArrowheads="1"/>
          </p:cNvSpPr>
          <p:nvPr>
            <p:ph idx="1"/>
          </p:nvPr>
        </p:nvSpPr>
        <p:spPr>
          <a:xfrm>
            <a:off x="539750" y="714375"/>
            <a:ext cx="8267700" cy="4233639"/>
          </a:xfrm>
        </p:spPr>
        <p:txBody>
          <a:bodyPr/>
          <a:lstStyle/>
          <a:p>
            <a:pPr eaLnBrk="1" hangingPunct="1">
              <a:lnSpc>
                <a:spcPts val="3500"/>
              </a:lnSpc>
              <a:spcBef>
                <a:spcPts val="0"/>
              </a:spcBef>
              <a:buClrTx/>
              <a:buFont typeface="Wingdings" panose="05000000000000000000" pitchFamily="2" charset="2"/>
              <a:buChar char="Ø"/>
              <a:defRPr/>
            </a:pPr>
            <a:r>
              <a:rPr lang="zh-CN" altLang="en-US" sz="2000" b="1" dirty="0">
                <a:solidFill>
                  <a:schemeClr val="tx1"/>
                </a:solidFill>
              </a:rPr>
              <a:t>恐慌模式恢复</a:t>
            </a:r>
            <a:r>
              <a:rPr lang="en-US" altLang="zh-CN" sz="2000" b="1" dirty="0">
                <a:solidFill>
                  <a:schemeClr val="tx1"/>
                </a:solidFill>
              </a:rPr>
              <a:t>(</a:t>
            </a:r>
            <a:r>
              <a:rPr lang="zh-CN" altLang="en-US" sz="2000" b="1" dirty="0">
                <a:solidFill>
                  <a:schemeClr val="tx1"/>
                </a:solidFill>
              </a:rPr>
              <a:t>紧急恢复）</a:t>
            </a:r>
            <a:endParaRPr lang="en-US" altLang="zh-CN" sz="2000" b="1" dirty="0">
              <a:solidFill>
                <a:schemeClr val="tx1"/>
              </a:solidFill>
            </a:endParaRPr>
          </a:p>
          <a:p>
            <a:pPr lvl="1" eaLnBrk="1" hangingPunct="1">
              <a:lnSpc>
                <a:spcPts val="2800"/>
              </a:lnSpc>
              <a:spcBef>
                <a:spcPts val="0"/>
              </a:spcBef>
              <a:defRPr/>
            </a:pPr>
            <a:r>
              <a:rPr lang="zh-CN" altLang="en-US" sz="2000" dirty="0"/>
              <a:t>情况</a:t>
            </a:r>
            <a:r>
              <a:rPr lang="en-US" altLang="zh-CN" sz="2000" dirty="0"/>
              <a:t>1</a:t>
            </a:r>
            <a:r>
              <a:rPr lang="zh-CN" altLang="en-US" sz="2000" dirty="0"/>
              <a:t>：如果</a:t>
            </a:r>
            <a:r>
              <a:rPr lang="zh-CN" altLang="en-US" sz="2000" dirty="0">
                <a:solidFill>
                  <a:srgbClr val="0070C0"/>
                </a:solidFill>
              </a:rPr>
              <a:t>终结符</a:t>
            </a:r>
            <a:r>
              <a:rPr lang="zh-CN" altLang="en-US" sz="2000" dirty="0"/>
              <a:t>在栈顶而</a:t>
            </a:r>
            <a:r>
              <a:rPr lang="zh-CN" altLang="en-US" sz="2000" dirty="0">
                <a:solidFill>
                  <a:srgbClr val="0070C0"/>
                </a:solidFill>
              </a:rPr>
              <a:t>不能匹配</a:t>
            </a:r>
            <a:r>
              <a:rPr lang="zh-CN" altLang="en-US" sz="2000" dirty="0"/>
              <a:t>，</a:t>
            </a:r>
            <a:r>
              <a:rPr lang="zh-CN" altLang="en-US" sz="2000" dirty="0">
                <a:solidFill>
                  <a:srgbClr val="0070C0"/>
                </a:solidFill>
              </a:rPr>
              <a:t>弹出此终结符</a:t>
            </a:r>
            <a:r>
              <a:rPr lang="zh-CN" altLang="en-US" sz="2000" dirty="0"/>
              <a:t>（当做已经匹配成功了），继续分析栈中符号；</a:t>
            </a:r>
            <a:endParaRPr lang="en-US" altLang="zh-CN" sz="2000" b="1" dirty="0">
              <a:solidFill>
                <a:schemeClr val="tx1"/>
              </a:solidFill>
            </a:endParaRPr>
          </a:p>
          <a:p>
            <a:pPr lvl="1" eaLnBrk="1" hangingPunct="1">
              <a:lnSpc>
                <a:spcPts val="2800"/>
              </a:lnSpc>
              <a:spcBef>
                <a:spcPts val="0"/>
              </a:spcBef>
              <a:defRPr/>
            </a:pPr>
            <a:r>
              <a:rPr lang="zh-CN" altLang="en-US" sz="2000" dirty="0"/>
              <a:t>情况</a:t>
            </a:r>
            <a:r>
              <a:rPr lang="en-US" altLang="zh-CN" sz="2000" dirty="0"/>
              <a:t>2</a:t>
            </a:r>
            <a:r>
              <a:rPr lang="zh-CN" altLang="en-US" sz="2000" dirty="0"/>
              <a:t>：如果</a:t>
            </a:r>
            <a:r>
              <a:rPr lang="en-US" altLang="zh-CN" sz="2000" dirty="0"/>
              <a:t>M[</a:t>
            </a:r>
            <a:r>
              <a:rPr lang="en-US" altLang="zh-CN" sz="2000" i="1" dirty="0"/>
              <a:t>A</a:t>
            </a:r>
            <a:r>
              <a:rPr lang="en-US" altLang="zh-CN" sz="2000" dirty="0"/>
              <a:t>, </a:t>
            </a:r>
            <a:r>
              <a:rPr lang="en-US" altLang="zh-CN" sz="2000" i="1" dirty="0"/>
              <a:t>a</a:t>
            </a:r>
            <a:r>
              <a:rPr lang="en-US" altLang="zh-CN" sz="2000" dirty="0"/>
              <a:t>]</a:t>
            </a:r>
            <a:r>
              <a:rPr lang="zh-CN" altLang="en-US" sz="2000" dirty="0"/>
              <a:t>为空，则</a:t>
            </a:r>
            <a:r>
              <a:rPr lang="zh-CN" altLang="en-US" sz="2000" b="1" dirty="0">
                <a:solidFill>
                  <a:srgbClr val="0070C0"/>
                </a:solidFill>
              </a:rPr>
              <a:t>忽略输入中的一些符号</a:t>
            </a:r>
            <a:r>
              <a:rPr lang="zh-CN" altLang="en-US" sz="2000" b="1" dirty="0">
                <a:solidFill>
                  <a:schemeClr val="tx1"/>
                </a:solidFill>
              </a:rPr>
              <a:t>，直至遇到</a:t>
            </a:r>
            <a:r>
              <a:rPr lang="zh-CN" altLang="en-US" sz="2000" b="1" dirty="0">
                <a:solidFill>
                  <a:srgbClr val="0070C0"/>
                </a:solidFill>
                <a:latin typeface="华文楷体" panose="02010600040101010101" pitchFamily="2" charset="-122"/>
              </a:rPr>
              <a:t>同步</a:t>
            </a:r>
            <a:r>
              <a:rPr lang="zh-CN" altLang="en-US" sz="2000" dirty="0">
                <a:solidFill>
                  <a:srgbClr val="0070C0"/>
                </a:solidFill>
                <a:latin typeface="华文楷体" panose="02010600040101010101" pitchFamily="2" charset="-122"/>
              </a:rPr>
              <a:t>符号</a:t>
            </a:r>
            <a:r>
              <a:rPr lang="en-US" altLang="zh-CN" sz="1600" b="1" dirty="0">
                <a:solidFill>
                  <a:schemeClr val="tx1"/>
                </a:solidFill>
                <a:cs typeface="Times New Roman" panose="02020603050405020304" pitchFamily="18" charset="0"/>
              </a:rPr>
              <a:t>(</a:t>
            </a:r>
            <a:r>
              <a:rPr lang="en-US" altLang="zh-CN" sz="1600" b="1" i="1" dirty="0">
                <a:solidFill>
                  <a:schemeClr val="tx1"/>
                </a:solidFill>
                <a:cs typeface="Times New Roman" panose="02020603050405020304" pitchFamily="18" charset="0"/>
              </a:rPr>
              <a:t>synchronizing token</a:t>
            </a:r>
            <a:r>
              <a:rPr lang="en-US" altLang="zh-CN" sz="1600" b="1" dirty="0">
                <a:solidFill>
                  <a:schemeClr val="tx1"/>
                </a:solidFill>
                <a:cs typeface="Times New Roman" panose="02020603050405020304" pitchFamily="18" charset="0"/>
              </a:rPr>
              <a:t>)</a:t>
            </a:r>
            <a:r>
              <a:rPr lang="zh-CN" altLang="en-US" sz="1600" b="1" dirty="0">
                <a:solidFill>
                  <a:schemeClr val="tx1"/>
                </a:solidFill>
                <a:cs typeface="Times New Roman" panose="02020603050405020304" pitchFamily="18" charset="0"/>
              </a:rPr>
              <a:t>，</a:t>
            </a:r>
            <a:r>
              <a:rPr lang="zh-CN" altLang="en-US" sz="2000" b="1" dirty="0">
                <a:solidFill>
                  <a:srgbClr val="0070C0"/>
                </a:solidFill>
                <a:cs typeface="Times New Roman" panose="02020603050405020304" pitchFamily="18" charset="0"/>
              </a:rPr>
              <a:t>弹出</a:t>
            </a:r>
            <a:r>
              <a:rPr lang="en-US" altLang="zh-CN" sz="2000" b="1" i="1" dirty="0">
                <a:solidFill>
                  <a:srgbClr val="0070C0"/>
                </a:solidFill>
                <a:cs typeface="Times New Roman" panose="02020603050405020304" pitchFamily="18" charset="0"/>
              </a:rPr>
              <a:t>A</a:t>
            </a:r>
            <a:r>
              <a:rPr lang="zh-CN" altLang="en-US" sz="1600" dirty="0">
                <a:cs typeface="Times New Roman" panose="02020603050405020304" pitchFamily="18" charset="0"/>
              </a:rPr>
              <a:t>；</a:t>
            </a:r>
            <a:r>
              <a:rPr lang="zh-CN" altLang="en-US" sz="2000" dirty="0">
                <a:cs typeface="Times New Roman" panose="02020603050405020304" pitchFamily="18" charset="0"/>
              </a:rPr>
              <a:t>或</a:t>
            </a:r>
            <a:r>
              <a:rPr lang="en-US" altLang="zh-CN" sz="2000" dirty="0">
                <a:solidFill>
                  <a:srgbClr val="0070C0"/>
                </a:solidFill>
              </a:rPr>
              <a:t>M[</a:t>
            </a:r>
            <a:r>
              <a:rPr lang="en-US" altLang="zh-CN" sz="2000" i="1" dirty="0">
                <a:solidFill>
                  <a:srgbClr val="0070C0"/>
                </a:solidFill>
              </a:rPr>
              <a:t>A</a:t>
            </a:r>
            <a:r>
              <a:rPr lang="en-US" altLang="zh-CN" sz="2000" dirty="0">
                <a:solidFill>
                  <a:srgbClr val="0070C0"/>
                </a:solidFill>
              </a:rPr>
              <a:t>, </a:t>
            </a:r>
            <a:r>
              <a:rPr lang="en-US" altLang="zh-CN" sz="2000" i="1" dirty="0">
                <a:solidFill>
                  <a:srgbClr val="0070C0"/>
                </a:solidFill>
              </a:rPr>
              <a:t>a</a:t>
            </a:r>
            <a:r>
              <a:rPr lang="en-US" altLang="zh-CN" sz="2000" dirty="0">
                <a:solidFill>
                  <a:srgbClr val="0070C0"/>
                </a:solidFill>
              </a:rPr>
              <a:t>]</a:t>
            </a:r>
            <a:r>
              <a:rPr lang="zh-CN" altLang="en-US" sz="2000" dirty="0">
                <a:solidFill>
                  <a:srgbClr val="0070C0"/>
                </a:solidFill>
              </a:rPr>
              <a:t>包含产生式，继续分析</a:t>
            </a:r>
            <a:r>
              <a:rPr lang="zh-CN" altLang="en-US" sz="2000" dirty="0">
                <a:cs typeface="Times New Roman" panose="02020603050405020304" pitchFamily="18" charset="0"/>
              </a:rPr>
              <a:t>。</a:t>
            </a:r>
            <a:endParaRPr lang="en-US" altLang="zh-CN" sz="2800" b="1" dirty="0">
              <a:solidFill>
                <a:schemeClr val="tx1"/>
              </a:solidFill>
              <a:latin typeface="华文楷体" panose="02010600040101010101" pitchFamily="2" charset="-122"/>
            </a:endParaRPr>
          </a:p>
          <a:p>
            <a:pPr lvl="1" eaLnBrk="1" hangingPunct="1">
              <a:spcBef>
                <a:spcPts val="0"/>
              </a:spcBef>
              <a:defRPr/>
            </a:pPr>
            <a:r>
              <a:rPr lang="zh-CN" altLang="en-US" sz="2000" b="1" dirty="0">
                <a:solidFill>
                  <a:srgbClr val="0070C0"/>
                </a:solidFill>
                <a:cs typeface="Times New Roman" panose="02020603050405020304" pitchFamily="18" charset="0"/>
              </a:rPr>
              <a:t>同步符号的设置</a:t>
            </a:r>
            <a:r>
              <a:rPr lang="zh-CN" altLang="en-US" sz="2000" b="1" dirty="0">
                <a:solidFill>
                  <a:schemeClr val="tx1"/>
                </a:solidFill>
                <a:cs typeface="Times New Roman" panose="02020603050405020304" pitchFamily="18" charset="0"/>
              </a:rPr>
              <a:t>：</a:t>
            </a:r>
            <a:endParaRPr lang="en-US" altLang="zh-CN" sz="2000" b="1" dirty="0">
              <a:solidFill>
                <a:schemeClr val="tx1"/>
              </a:solidFill>
              <a:cs typeface="Times New Roman" panose="02020603050405020304" pitchFamily="18" charset="0"/>
            </a:endParaRPr>
          </a:p>
          <a:p>
            <a:pPr lvl="2" eaLnBrk="1" hangingPunct="1">
              <a:spcBef>
                <a:spcPts val="0"/>
              </a:spcBef>
              <a:defRPr/>
            </a:pPr>
            <a:r>
              <a:rPr lang="zh-CN" altLang="en-US" sz="1800" b="1" dirty="0">
                <a:solidFill>
                  <a:schemeClr val="tx1"/>
                </a:solidFill>
                <a:cs typeface="Times New Roman" panose="02020603050405020304" pitchFamily="18" charset="0"/>
              </a:rPr>
              <a:t>可以把 </a:t>
            </a:r>
            <a:r>
              <a:rPr lang="en-US" altLang="zh-CN" sz="1800" b="1" i="1" dirty="0">
                <a:solidFill>
                  <a:srgbClr val="0070C0"/>
                </a:solidFill>
                <a:cs typeface="Times New Roman" panose="02020603050405020304" pitchFamily="18" charset="0"/>
              </a:rPr>
              <a:t>FOLLOW</a:t>
            </a:r>
            <a:r>
              <a:rPr lang="en-US" altLang="zh-CN" sz="1800" b="1" dirty="0">
                <a:solidFill>
                  <a:srgbClr val="0070C0"/>
                </a:solidFill>
                <a:cs typeface="Times New Roman" panose="02020603050405020304" pitchFamily="18" charset="0"/>
              </a:rPr>
              <a:t>(</a:t>
            </a:r>
            <a:r>
              <a:rPr lang="en-US" altLang="zh-CN" sz="1800" b="1" i="1" dirty="0">
                <a:solidFill>
                  <a:srgbClr val="0070C0"/>
                </a:solidFill>
                <a:cs typeface="Times New Roman" panose="02020603050405020304" pitchFamily="18" charset="0"/>
              </a:rPr>
              <a:t>A</a:t>
            </a:r>
            <a:r>
              <a:rPr lang="en-US" altLang="zh-CN" sz="1800" b="1" dirty="0">
                <a:solidFill>
                  <a:srgbClr val="0070C0"/>
                </a:solidFill>
                <a:cs typeface="Times New Roman" panose="02020603050405020304" pitchFamily="18" charset="0"/>
              </a:rPr>
              <a:t>)</a:t>
            </a:r>
            <a:r>
              <a:rPr lang="zh-CN" altLang="en-US" sz="1800" b="1" dirty="0">
                <a:solidFill>
                  <a:srgbClr val="0070C0"/>
                </a:solidFill>
                <a:cs typeface="Times New Roman" panose="02020603050405020304" pitchFamily="18" charset="0"/>
              </a:rPr>
              <a:t>中符号</a:t>
            </a:r>
            <a:r>
              <a:rPr lang="zh-CN" altLang="en-US" sz="1800" b="1" dirty="0">
                <a:cs typeface="Times New Roman" panose="02020603050405020304" pitchFamily="18" charset="0"/>
              </a:rPr>
              <a:t>设置为</a:t>
            </a:r>
            <a:r>
              <a:rPr lang="zh-CN" altLang="en-US" sz="1800" b="1" dirty="0">
                <a:solidFill>
                  <a:schemeClr val="tx1"/>
                </a:solidFill>
                <a:cs typeface="Times New Roman" panose="02020603050405020304" pitchFamily="18" charset="0"/>
              </a:rPr>
              <a:t>同步符号，遇到</a:t>
            </a:r>
            <a:r>
              <a:rPr lang="en-US" altLang="zh-CN" sz="1800" b="1" i="1" dirty="0">
                <a:solidFill>
                  <a:schemeClr val="tx1"/>
                </a:solidFill>
                <a:cs typeface="Times New Roman" panose="02020603050405020304" pitchFamily="18" charset="0"/>
              </a:rPr>
              <a:t>FOLLOW(A)</a:t>
            </a:r>
            <a:r>
              <a:rPr lang="zh-CN" altLang="en-US" sz="1800" b="1" dirty="0">
                <a:solidFill>
                  <a:schemeClr val="tx1"/>
                </a:solidFill>
                <a:cs typeface="Times New Roman" panose="02020603050405020304" pitchFamily="18" charset="0"/>
              </a:rPr>
              <a:t>中的符号，</a:t>
            </a:r>
            <a:r>
              <a:rPr lang="zh-CN" altLang="en-US" sz="1800" b="1" dirty="0">
                <a:solidFill>
                  <a:srgbClr val="0070C0"/>
                </a:solidFill>
                <a:cs typeface="Times New Roman" panose="02020603050405020304" pitchFamily="18" charset="0"/>
              </a:rPr>
              <a:t>将</a:t>
            </a:r>
            <a:r>
              <a:rPr lang="en-US" altLang="zh-CN" sz="1800" b="1" i="1" dirty="0">
                <a:solidFill>
                  <a:srgbClr val="0070C0"/>
                </a:solidFill>
                <a:cs typeface="Times New Roman" panose="02020603050405020304" pitchFamily="18" charset="0"/>
              </a:rPr>
              <a:t>A</a:t>
            </a:r>
            <a:r>
              <a:rPr lang="zh-CN" altLang="en-US" sz="1800" b="1" dirty="0">
                <a:solidFill>
                  <a:srgbClr val="0070C0"/>
                </a:solidFill>
                <a:cs typeface="Times New Roman" panose="02020603050405020304" pitchFamily="18" charset="0"/>
              </a:rPr>
              <a:t>弹出</a:t>
            </a:r>
            <a:r>
              <a:rPr lang="en-US" altLang="zh-CN" sz="1800" dirty="0">
                <a:cs typeface="Times New Roman" panose="02020603050405020304" pitchFamily="18" charset="0"/>
              </a:rPr>
              <a:t>(</a:t>
            </a:r>
            <a:r>
              <a:rPr lang="zh-CN" altLang="en-US" sz="1800" dirty="0">
                <a:cs typeface="Times New Roman" panose="02020603050405020304" pitchFamily="18" charset="0"/>
              </a:rPr>
              <a:t>当做</a:t>
            </a:r>
            <a:r>
              <a:rPr lang="en-US" altLang="zh-CN" sz="1800" dirty="0">
                <a:cs typeface="Times New Roman" panose="02020603050405020304" pitchFamily="18" charset="0"/>
              </a:rPr>
              <a:t>A</a:t>
            </a:r>
            <a:r>
              <a:rPr lang="zh-CN" altLang="en-US" sz="1800" dirty="0">
                <a:cs typeface="Times New Roman" panose="02020603050405020304" pitchFamily="18" charset="0"/>
              </a:rPr>
              <a:t>已经推导成功了</a:t>
            </a:r>
            <a:r>
              <a:rPr lang="en-US" altLang="zh-CN" sz="1800" b="1" dirty="0">
                <a:solidFill>
                  <a:schemeClr val="tx1"/>
                </a:solidFill>
                <a:cs typeface="Times New Roman" panose="02020603050405020304" pitchFamily="18" charset="0"/>
              </a:rPr>
              <a:t>)</a:t>
            </a:r>
            <a:r>
              <a:rPr lang="zh-CN" altLang="en-US" sz="1800" b="1" dirty="0">
                <a:solidFill>
                  <a:schemeClr val="tx1"/>
                </a:solidFill>
                <a:cs typeface="Times New Roman" panose="02020603050405020304" pitchFamily="18" charset="0"/>
              </a:rPr>
              <a:t>，继续分析栈中符号。</a:t>
            </a:r>
            <a:endParaRPr lang="en-US" altLang="zh-CN" sz="1800" b="1" dirty="0">
              <a:solidFill>
                <a:schemeClr val="tx1"/>
              </a:solidFill>
              <a:cs typeface="Times New Roman" panose="02020603050405020304" pitchFamily="18" charset="0"/>
            </a:endParaRPr>
          </a:p>
          <a:p>
            <a:pPr lvl="2" eaLnBrk="1" hangingPunct="1">
              <a:spcBef>
                <a:spcPts val="0"/>
              </a:spcBef>
              <a:defRPr/>
            </a:pPr>
            <a:r>
              <a:rPr lang="zh-CN" altLang="en-US" sz="1800" dirty="0">
                <a:cs typeface="Times New Roman" panose="02020603050405020304" pitchFamily="18" charset="0"/>
              </a:rPr>
              <a:t>可以把</a:t>
            </a:r>
            <a:r>
              <a:rPr lang="zh-CN" altLang="en-US" sz="1800" dirty="0">
                <a:solidFill>
                  <a:srgbClr val="0070C0"/>
                </a:solidFill>
                <a:cs typeface="Times New Roman" panose="02020603050405020304" pitchFamily="18" charset="0"/>
              </a:rPr>
              <a:t>较高层构造的开始符号</a:t>
            </a:r>
            <a:r>
              <a:rPr lang="zh-CN" altLang="en-US" sz="1800" dirty="0">
                <a:cs typeface="Times New Roman" panose="02020603050405020304" pitchFamily="18" charset="0"/>
              </a:rPr>
              <a:t>设置为较低层构造对应非终结符的同步符号，遇到这些符号时，</a:t>
            </a:r>
            <a:r>
              <a:rPr lang="zh-CN" altLang="en-US" sz="1800" dirty="0">
                <a:solidFill>
                  <a:srgbClr val="0070C0"/>
                </a:solidFill>
                <a:cs typeface="Times New Roman" panose="02020603050405020304" pitchFamily="18" charset="0"/>
              </a:rPr>
              <a:t>将</a:t>
            </a:r>
            <a:r>
              <a:rPr lang="en-US" altLang="zh-CN" sz="1800" i="1" dirty="0">
                <a:solidFill>
                  <a:srgbClr val="0070C0"/>
                </a:solidFill>
                <a:cs typeface="Times New Roman" panose="02020603050405020304" pitchFamily="18" charset="0"/>
              </a:rPr>
              <a:t>A</a:t>
            </a:r>
            <a:r>
              <a:rPr lang="zh-CN" altLang="en-US" sz="1800" dirty="0">
                <a:solidFill>
                  <a:srgbClr val="0070C0"/>
                </a:solidFill>
                <a:cs typeface="Times New Roman" panose="02020603050405020304" pitchFamily="18" charset="0"/>
              </a:rPr>
              <a:t>弹出</a:t>
            </a:r>
            <a:r>
              <a:rPr lang="zh-CN" altLang="en-US" sz="1800" dirty="0">
                <a:cs typeface="Times New Roman" panose="02020603050405020304" pitchFamily="18" charset="0"/>
              </a:rPr>
              <a:t>，继续分析栈中符号。</a:t>
            </a:r>
            <a:endParaRPr lang="en-US" altLang="zh-CN" sz="1800" dirty="0">
              <a:cs typeface="Times New Roman" panose="02020603050405020304" pitchFamily="18" charset="0"/>
            </a:endParaRPr>
          </a:p>
          <a:p>
            <a:pPr lvl="1" eaLnBrk="1" hangingPunct="1">
              <a:spcBef>
                <a:spcPts val="0"/>
              </a:spcBef>
              <a:defRPr/>
            </a:pPr>
            <a:r>
              <a:rPr lang="zh-CN" altLang="en-US" sz="2000" b="1" dirty="0">
                <a:solidFill>
                  <a:srgbClr val="0070C0"/>
                </a:solidFill>
                <a:cs typeface="Times New Roman" panose="02020603050405020304" pitchFamily="18" charset="0"/>
              </a:rPr>
              <a:t>如果</a:t>
            </a:r>
            <a:r>
              <a:rPr lang="en-US" altLang="zh-CN" sz="2000" b="1" i="1" dirty="0">
                <a:solidFill>
                  <a:srgbClr val="0070C0"/>
                </a:solidFill>
                <a:cs typeface="Times New Roman" panose="02020603050405020304" pitchFamily="18" charset="0"/>
              </a:rPr>
              <a:t>A</a:t>
            </a:r>
            <a:r>
              <a:rPr lang="zh-CN" altLang="en-US" sz="2000" b="1" dirty="0">
                <a:solidFill>
                  <a:srgbClr val="0070C0"/>
                </a:solidFill>
                <a:cs typeface="Times New Roman" panose="02020603050405020304" pitchFamily="18" charset="0"/>
              </a:rPr>
              <a:t>可以生成空串，可以把推导出</a:t>
            </a:r>
            <a:r>
              <a:rPr lang="en-US" altLang="zh-CN" sz="2000" i="1" dirty="0">
                <a:sym typeface="Symbol" panose="05050102010706020507" pitchFamily="18" charset="2"/>
              </a:rPr>
              <a:t></a:t>
            </a:r>
            <a:r>
              <a:rPr lang="zh-CN" altLang="en-US" sz="2000" dirty="0">
                <a:sym typeface="Symbol" panose="05050102010706020507" pitchFamily="18" charset="2"/>
              </a:rPr>
              <a:t>的产生式当作错误处理的默认选择，好处是无需设计同步符号，实现简单，代价是推迟错误的发现时机。</a:t>
            </a:r>
            <a:endParaRPr lang="en-US" altLang="zh-CN" sz="2000" b="1" dirty="0">
              <a:solidFill>
                <a:srgbClr val="2D83F4"/>
              </a:solidFill>
            </a:endParaRPr>
          </a:p>
        </p:txBody>
      </p:sp>
      <p:sp>
        <p:nvSpPr>
          <p:cNvPr id="74755" name="Rectangle 2"/>
          <p:cNvSpPr>
            <a:spLocks noGrp="1" noChangeArrowheads="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预测分析中的错误恢复</a:t>
            </a:r>
            <a:endParaRPr lang="en-US" altLang="zh-CN"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66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53667">
                                            <p:txEl>
                                              <p:pRg st="0" end="0"/>
                                            </p:txEl>
                                          </p:spTgt>
                                        </p:tgtEl>
                                        <p:attrNameLst>
                                          <p:attrName>style.visibility</p:attrName>
                                        </p:attrNameLst>
                                      </p:cBhvr>
                                      <p:to>
                                        <p:strVal val="visible"/>
                                      </p:to>
                                    </p:set>
                                    <p:anim calcmode="lin" valueType="num">
                                      <p:cBhvr>
                                        <p:cTn id="7" dur="500" fill="hold"/>
                                        <p:tgtEl>
                                          <p:spTgt spid="75366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5366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5366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53667">
                                            <p:txEl>
                                              <p:pRg st="1" end="1"/>
                                            </p:txEl>
                                          </p:spTgt>
                                        </p:tgtEl>
                                        <p:attrNameLst>
                                          <p:attrName>style.visibility</p:attrName>
                                        </p:attrNameLst>
                                      </p:cBhvr>
                                      <p:to>
                                        <p:strVal val="visible"/>
                                      </p:to>
                                    </p:set>
                                    <p:anim calcmode="lin" valueType="num">
                                      <p:cBhvr>
                                        <p:cTn id="14" dur="500" fill="hold"/>
                                        <p:tgtEl>
                                          <p:spTgt spid="753667">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753667">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753667">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753667">
                                            <p:txEl>
                                              <p:pRg st="2" end="2"/>
                                            </p:txEl>
                                          </p:spTgt>
                                        </p:tgtEl>
                                        <p:attrNameLst>
                                          <p:attrName>style.visibility</p:attrName>
                                        </p:attrNameLst>
                                      </p:cBhvr>
                                      <p:to>
                                        <p:strVal val="visible"/>
                                      </p:to>
                                    </p:set>
                                    <p:anim calcmode="lin" valueType="num">
                                      <p:cBhvr>
                                        <p:cTn id="21" dur="500" fill="hold"/>
                                        <p:tgtEl>
                                          <p:spTgt spid="753667">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753667">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75366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753667">
                                            <p:txEl>
                                              <p:pRg st="3" end="3"/>
                                            </p:txEl>
                                          </p:spTgt>
                                        </p:tgtEl>
                                        <p:attrNameLst>
                                          <p:attrName>style.visibility</p:attrName>
                                        </p:attrNameLst>
                                      </p:cBhvr>
                                      <p:to>
                                        <p:strVal val="visible"/>
                                      </p:to>
                                    </p:set>
                                    <p:anim calcmode="lin" valueType="num">
                                      <p:cBhvr>
                                        <p:cTn id="28" dur="500" fill="hold"/>
                                        <p:tgtEl>
                                          <p:spTgt spid="753667">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753667">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75366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753667">
                                            <p:txEl>
                                              <p:pRg st="4" end="4"/>
                                            </p:txEl>
                                          </p:spTgt>
                                        </p:tgtEl>
                                        <p:attrNameLst>
                                          <p:attrName>style.visibility</p:attrName>
                                        </p:attrNameLst>
                                      </p:cBhvr>
                                      <p:to>
                                        <p:strVal val="visible"/>
                                      </p:to>
                                    </p:set>
                                    <p:anim calcmode="lin" valueType="num">
                                      <p:cBhvr>
                                        <p:cTn id="35" dur="500" fill="hold"/>
                                        <p:tgtEl>
                                          <p:spTgt spid="753667">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753667">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753667">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753667">
                                            <p:txEl>
                                              <p:pRg st="5" end="5"/>
                                            </p:txEl>
                                          </p:spTgt>
                                        </p:tgtEl>
                                        <p:attrNameLst>
                                          <p:attrName>style.visibility</p:attrName>
                                        </p:attrNameLst>
                                      </p:cBhvr>
                                      <p:to>
                                        <p:strVal val="visible"/>
                                      </p:to>
                                    </p:set>
                                    <p:anim calcmode="lin" valueType="num">
                                      <p:cBhvr>
                                        <p:cTn id="42" dur="500" fill="hold"/>
                                        <p:tgtEl>
                                          <p:spTgt spid="753667">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753667">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753667">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753667">
                                            <p:txEl>
                                              <p:pRg st="6" end="6"/>
                                            </p:txEl>
                                          </p:spTgt>
                                        </p:tgtEl>
                                        <p:attrNameLst>
                                          <p:attrName>style.visibility</p:attrName>
                                        </p:attrNameLst>
                                      </p:cBhvr>
                                      <p:to>
                                        <p:strVal val="visible"/>
                                      </p:to>
                                    </p:set>
                                    <p:anim calcmode="lin" valueType="num">
                                      <p:cBhvr>
                                        <p:cTn id="49" dur="500" fill="hold"/>
                                        <p:tgtEl>
                                          <p:spTgt spid="753667">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753667">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7536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Group 18"/>
          <p:cNvGraphicFramePr>
            <a:graphicFrameLocks noGrp="1"/>
          </p:cNvGraphicFramePr>
          <p:nvPr/>
        </p:nvGraphicFramePr>
        <p:xfrm>
          <a:off x="6719888" y="722313"/>
          <a:ext cx="2119312" cy="1931988"/>
        </p:xfrm>
        <a:graphic>
          <a:graphicData uri="http://schemas.openxmlformats.org/drawingml/2006/table">
            <a:tbl>
              <a:tblPr/>
              <a:tblGrid>
                <a:gridCol w="627442">
                  <a:extLst>
                    <a:ext uri="{9D8B030D-6E8A-4147-A177-3AD203B41FA5}">
                      <a16:colId xmlns:a16="http://schemas.microsoft.com/office/drawing/2014/main" val="20000"/>
                    </a:ext>
                  </a:extLst>
                </a:gridCol>
                <a:gridCol w="1491870">
                  <a:extLst>
                    <a:ext uri="{9D8B030D-6E8A-4147-A177-3AD203B41FA5}">
                      <a16:colId xmlns:a16="http://schemas.microsoft.com/office/drawing/2014/main" val="20001"/>
                    </a:ext>
                  </a:extLst>
                </a:gridCol>
              </a:tblGrid>
              <a:tr h="35716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marL="301021" marR="301021" marT="34296" marB="3429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marL="301021" marR="301021" marT="34296" marB="3429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0"/>
                  </a:ext>
                </a:extLst>
              </a:tr>
              <a:tr h="31251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475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251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51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51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125" name="Rectangle 3"/>
          <p:cNvSpPr>
            <a:spLocks noGrp="1" noChangeArrowheads="1"/>
          </p:cNvSpPr>
          <p:nvPr>
            <p:ph type="body" sz="half" idx="4294967295"/>
          </p:nvPr>
        </p:nvSpPr>
        <p:spPr>
          <a:xfrm>
            <a:off x="0" y="3166393"/>
            <a:ext cx="9036050" cy="1925637"/>
          </a:xfrm>
        </p:spPr>
        <p:txBody>
          <a:bodyPr/>
          <a:lstStyle/>
          <a:p>
            <a:pPr eaLnBrk="1" hangingPunct="1">
              <a:lnSpc>
                <a:spcPts val="3500"/>
              </a:lnSpc>
              <a:spcBef>
                <a:spcPts val="0"/>
              </a:spcBef>
              <a:buClrTx/>
              <a:buFont typeface="Wingdings" panose="05000000000000000000" pitchFamily="2" charset="2"/>
              <a:buChar char="Ø"/>
              <a:defRPr/>
            </a:pPr>
            <a:r>
              <a:rPr lang="zh-CN" altLang="en-US" sz="2300" b="1" dirty="0">
                <a:solidFill>
                  <a:srgbClr val="000000"/>
                </a:solidFill>
                <a:latin typeface="+mn-ea"/>
                <a:cs typeface="Times New Roman" panose="02020603050405020304" pitchFamily="18" charset="0"/>
              </a:rPr>
              <a:t>紧急错误恢复</a:t>
            </a:r>
          </a:p>
          <a:p>
            <a:pPr lvl="1" eaLnBrk="1" hangingPunct="1">
              <a:lnSpc>
                <a:spcPts val="2500"/>
              </a:lnSpc>
              <a:spcBef>
                <a:spcPts val="0"/>
              </a:spcBef>
              <a:buClrTx/>
              <a:buFont typeface="Wingdings" panose="05000000000000000000" pitchFamily="2" charset="2"/>
              <a:buChar char="Ø"/>
              <a:defRPr/>
            </a:pPr>
            <a:r>
              <a:rPr lang="zh-CN" altLang="en-US" sz="1900" b="1" dirty="0">
                <a:solidFill>
                  <a:srgbClr val="000000"/>
                </a:solidFill>
                <a:latin typeface="+mn-ea"/>
                <a:cs typeface="Times New Roman" panose="02020603050405020304" pitchFamily="18" charset="0"/>
              </a:rPr>
              <a:t>如果</a:t>
            </a:r>
            <a:r>
              <a:rPr lang="en-US" altLang="zh-CN" sz="1900" b="1" dirty="0">
                <a:solidFill>
                  <a:srgbClr val="000000"/>
                </a:solidFill>
                <a:latin typeface="+mn-ea"/>
                <a:cs typeface="Times New Roman" panose="02020603050405020304" pitchFamily="18" charset="0"/>
              </a:rPr>
              <a:t>M[</a:t>
            </a:r>
            <a:r>
              <a:rPr lang="en-US" altLang="zh-CN" sz="1900" b="1" i="1" dirty="0">
                <a:solidFill>
                  <a:srgbClr val="000000"/>
                </a:solidFill>
                <a:latin typeface="Times New Roman" panose="02020603050405020304" pitchFamily="18" charset="0"/>
                <a:cs typeface="Times New Roman" panose="02020603050405020304" pitchFamily="18" charset="0"/>
              </a:rPr>
              <a:t>A</a:t>
            </a:r>
            <a:r>
              <a:rPr lang="en-US" altLang="zh-CN" sz="1900" b="1" dirty="0">
                <a:solidFill>
                  <a:srgbClr val="000000"/>
                </a:solidFill>
                <a:latin typeface="Times New Roman" panose="02020603050405020304" pitchFamily="18" charset="0"/>
                <a:cs typeface="Times New Roman" panose="02020603050405020304" pitchFamily="18" charset="0"/>
              </a:rPr>
              <a:t>, </a:t>
            </a:r>
            <a:r>
              <a:rPr lang="en-US" altLang="zh-CN" sz="1900" b="1" i="1" dirty="0">
                <a:solidFill>
                  <a:srgbClr val="000000"/>
                </a:solidFill>
                <a:latin typeface="Times New Roman" panose="02020603050405020304" pitchFamily="18" charset="0"/>
                <a:cs typeface="Times New Roman" panose="02020603050405020304" pitchFamily="18" charset="0"/>
              </a:rPr>
              <a:t>a</a:t>
            </a:r>
            <a:r>
              <a:rPr lang="en-US" altLang="zh-CN" sz="1900" b="1" dirty="0">
                <a:solidFill>
                  <a:srgbClr val="000000"/>
                </a:solidFill>
                <a:latin typeface="+mn-ea"/>
                <a:cs typeface="Times New Roman" panose="02020603050405020304" pitchFamily="18" charset="0"/>
              </a:rPr>
              <a:t>]</a:t>
            </a:r>
            <a:r>
              <a:rPr lang="zh-CN" altLang="en-US" sz="1900" b="1" dirty="0">
                <a:solidFill>
                  <a:srgbClr val="000000"/>
                </a:solidFill>
                <a:latin typeface="+mn-ea"/>
                <a:cs typeface="Times New Roman" panose="02020603050405020304" pitchFamily="18" charset="0"/>
              </a:rPr>
              <a:t>是空，检测到错误，</a:t>
            </a:r>
            <a:r>
              <a:rPr lang="zh-CN" altLang="en-US" sz="1900" b="1" dirty="0">
                <a:solidFill>
                  <a:srgbClr val="0070C0"/>
                </a:solidFill>
                <a:latin typeface="+mn-ea"/>
                <a:cs typeface="Times New Roman" panose="02020603050405020304" pitchFamily="18" charset="0"/>
              </a:rPr>
              <a:t>忽略输入符号</a:t>
            </a:r>
            <a:r>
              <a:rPr lang="en-US" altLang="zh-CN" sz="1900" b="1" i="1" dirty="0">
                <a:solidFill>
                  <a:srgbClr val="0070C0"/>
                </a:solidFill>
                <a:latin typeface="Times New Roman" panose="02020603050405020304" pitchFamily="18" charset="0"/>
                <a:cs typeface="Times New Roman" panose="02020603050405020304" pitchFamily="18" charset="0"/>
              </a:rPr>
              <a:t>a</a:t>
            </a:r>
          </a:p>
          <a:p>
            <a:pPr lvl="1" eaLnBrk="1" hangingPunct="1">
              <a:lnSpc>
                <a:spcPts val="2500"/>
              </a:lnSpc>
              <a:spcBef>
                <a:spcPts val="0"/>
              </a:spcBef>
              <a:buClrTx/>
              <a:buFont typeface="Wingdings" panose="05000000000000000000" pitchFamily="2" charset="2"/>
              <a:buChar char="Ø"/>
              <a:defRPr/>
            </a:pPr>
            <a:r>
              <a:rPr lang="zh-CN" altLang="en-US" sz="1900" b="1" dirty="0">
                <a:solidFill>
                  <a:srgbClr val="000000"/>
                </a:solidFill>
                <a:latin typeface="+mn-ea"/>
                <a:cs typeface="Times New Roman" panose="02020603050405020304" pitchFamily="18" charset="0"/>
              </a:rPr>
              <a:t>如果</a:t>
            </a:r>
            <a:r>
              <a:rPr lang="en-US" altLang="zh-CN" sz="1900" b="1" dirty="0">
                <a:solidFill>
                  <a:srgbClr val="000000"/>
                </a:solidFill>
                <a:latin typeface="+mn-ea"/>
                <a:cs typeface="Times New Roman" panose="02020603050405020304" pitchFamily="18" charset="0"/>
              </a:rPr>
              <a:t>M[</a:t>
            </a:r>
            <a:r>
              <a:rPr lang="en-US" altLang="zh-CN" sz="1900" b="1" i="1" dirty="0">
                <a:solidFill>
                  <a:srgbClr val="000000"/>
                </a:solidFill>
                <a:latin typeface="Times New Roman" panose="02020603050405020304" pitchFamily="18" charset="0"/>
                <a:cs typeface="Times New Roman" panose="02020603050405020304" pitchFamily="18" charset="0"/>
              </a:rPr>
              <a:t>A</a:t>
            </a:r>
            <a:r>
              <a:rPr lang="en-US" altLang="zh-CN" sz="1900" b="1" dirty="0">
                <a:solidFill>
                  <a:srgbClr val="000000"/>
                </a:solidFill>
                <a:latin typeface="Times New Roman" panose="02020603050405020304" pitchFamily="18" charset="0"/>
                <a:cs typeface="Times New Roman" panose="02020603050405020304" pitchFamily="18" charset="0"/>
              </a:rPr>
              <a:t>, </a:t>
            </a:r>
            <a:r>
              <a:rPr lang="en-US" altLang="zh-CN" sz="1900" b="1" i="1" dirty="0">
                <a:solidFill>
                  <a:srgbClr val="000000"/>
                </a:solidFill>
                <a:latin typeface="Times New Roman" panose="02020603050405020304" pitchFamily="18" charset="0"/>
                <a:cs typeface="Times New Roman" panose="02020603050405020304" pitchFamily="18" charset="0"/>
              </a:rPr>
              <a:t>a</a:t>
            </a:r>
            <a:r>
              <a:rPr lang="en-US" altLang="zh-CN" sz="1900" b="1" dirty="0">
                <a:solidFill>
                  <a:srgbClr val="000000"/>
                </a:solidFill>
                <a:latin typeface="+mn-ea"/>
                <a:cs typeface="Times New Roman" panose="02020603050405020304" pitchFamily="18" charset="0"/>
              </a:rPr>
              <a:t>]</a:t>
            </a:r>
            <a:r>
              <a:rPr lang="zh-CN" altLang="en-US" sz="1900" b="1" dirty="0">
                <a:solidFill>
                  <a:srgbClr val="000000"/>
                </a:solidFill>
                <a:latin typeface="+mn-ea"/>
                <a:cs typeface="Times New Roman" panose="02020603050405020304" pitchFamily="18" charset="0"/>
              </a:rPr>
              <a:t>是</a:t>
            </a:r>
            <a:r>
              <a:rPr lang="en-US" altLang="zh-CN" sz="1900" b="1" i="1" dirty="0">
                <a:solidFill>
                  <a:srgbClr val="000000"/>
                </a:solidFill>
                <a:latin typeface="Times New Roman" panose="02020603050405020304" pitchFamily="18" charset="0"/>
                <a:cs typeface="Times New Roman" panose="02020603050405020304" pitchFamily="18" charset="0"/>
              </a:rPr>
              <a:t>synch</a:t>
            </a:r>
            <a:r>
              <a:rPr lang="zh-CN" altLang="en-US" sz="1900" b="1" dirty="0">
                <a:solidFill>
                  <a:srgbClr val="000000"/>
                </a:solidFill>
                <a:latin typeface="+mn-ea"/>
                <a:cs typeface="Times New Roman" panose="02020603050405020304" pitchFamily="18" charset="0"/>
              </a:rPr>
              <a:t>，则</a:t>
            </a:r>
            <a:r>
              <a:rPr lang="zh-CN" altLang="en-US" sz="1900" b="1" dirty="0">
                <a:solidFill>
                  <a:srgbClr val="0070C0"/>
                </a:solidFill>
                <a:latin typeface="+mn-ea"/>
                <a:cs typeface="Times New Roman" panose="02020603050405020304" pitchFamily="18" charset="0"/>
              </a:rPr>
              <a:t>弹出</a:t>
            </a:r>
            <a:r>
              <a:rPr lang="zh-CN" altLang="en-US" sz="1900" b="1" dirty="0">
                <a:solidFill>
                  <a:schemeClr val="tx1"/>
                </a:solidFill>
                <a:latin typeface="+mn-ea"/>
                <a:cs typeface="Times New Roman" panose="02020603050405020304" pitchFamily="18" charset="0"/>
              </a:rPr>
              <a:t>栈顶的非终结符</a:t>
            </a:r>
            <a:r>
              <a:rPr lang="en-US" altLang="zh-CN" sz="1900" b="1" i="1" dirty="0">
                <a:solidFill>
                  <a:srgbClr val="0070C0"/>
                </a:solidFill>
                <a:latin typeface="Times New Roman" panose="02020603050405020304" pitchFamily="18" charset="0"/>
                <a:cs typeface="Times New Roman" panose="02020603050405020304" pitchFamily="18" charset="0"/>
              </a:rPr>
              <a:t>A</a:t>
            </a:r>
            <a:r>
              <a:rPr lang="zh-CN" altLang="en-US" sz="1900" b="1" dirty="0">
                <a:solidFill>
                  <a:srgbClr val="000000"/>
                </a:solidFill>
                <a:latin typeface="+mn-ea"/>
                <a:cs typeface="Times New Roman" panose="02020603050405020304" pitchFamily="18" charset="0"/>
              </a:rPr>
              <a:t>，继续分析后面的语法成分</a:t>
            </a:r>
            <a:endParaRPr lang="en-US" altLang="zh-CN" sz="1900" b="1" dirty="0">
              <a:solidFill>
                <a:srgbClr val="000000"/>
              </a:solidFill>
              <a:latin typeface="+mn-ea"/>
              <a:cs typeface="Times New Roman" panose="02020603050405020304" pitchFamily="18" charset="0"/>
            </a:endParaRPr>
          </a:p>
          <a:p>
            <a:pPr lvl="1" eaLnBrk="1" hangingPunct="1">
              <a:lnSpc>
                <a:spcPts val="2500"/>
              </a:lnSpc>
              <a:spcBef>
                <a:spcPts val="0"/>
              </a:spcBef>
              <a:buClrTx/>
              <a:buFont typeface="Wingdings" panose="05000000000000000000" pitchFamily="2" charset="2"/>
              <a:buChar char="Ø"/>
              <a:defRPr/>
            </a:pPr>
            <a:r>
              <a:rPr lang="zh-CN" altLang="en-US" sz="1900" b="1" dirty="0">
                <a:solidFill>
                  <a:srgbClr val="000000"/>
                </a:solidFill>
                <a:latin typeface="+mn-ea"/>
                <a:cs typeface="Times New Roman" panose="02020603050405020304" pitchFamily="18" charset="0"/>
              </a:rPr>
              <a:t>如果</a:t>
            </a:r>
            <a:r>
              <a:rPr lang="en-US" altLang="zh-CN" sz="1900" b="1" dirty="0">
                <a:solidFill>
                  <a:srgbClr val="000000"/>
                </a:solidFill>
                <a:latin typeface="+mn-ea"/>
                <a:cs typeface="Times New Roman" panose="02020603050405020304" pitchFamily="18" charset="0"/>
              </a:rPr>
              <a:t>M[</a:t>
            </a:r>
            <a:r>
              <a:rPr lang="en-US" altLang="zh-CN" sz="1900" b="1" i="1" dirty="0">
                <a:solidFill>
                  <a:srgbClr val="000000"/>
                </a:solidFill>
                <a:latin typeface="Times New Roman" panose="02020603050405020304" pitchFamily="18" charset="0"/>
                <a:cs typeface="Times New Roman" panose="02020603050405020304" pitchFamily="18" charset="0"/>
              </a:rPr>
              <a:t>A</a:t>
            </a:r>
            <a:r>
              <a:rPr lang="en-US" altLang="zh-CN" sz="1900" b="1" dirty="0">
                <a:solidFill>
                  <a:srgbClr val="000000"/>
                </a:solidFill>
                <a:latin typeface="Times New Roman" panose="02020603050405020304" pitchFamily="18" charset="0"/>
                <a:cs typeface="Times New Roman" panose="02020603050405020304" pitchFamily="18" charset="0"/>
              </a:rPr>
              <a:t>, </a:t>
            </a:r>
            <a:r>
              <a:rPr lang="en-US" altLang="zh-CN" sz="1900" b="1" i="1" dirty="0">
                <a:solidFill>
                  <a:srgbClr val="000000"/>
                </a:solidFill>
                <a:latin typeface="Times New Roman" panose="02020603050405020304" pitchFamily="18" charset="0"/>
                <a:cs typeface="Times New Roman" panose="02020603050405020304" pitchFamily="18" charset="0"/>
              </a:rPr>
              <a:t>a</a:t>
            </a:r>
            <a:r>
              <a:rPr lang="en-US" altLang="zh-CN" sz="1900" b="1" dirty="0">
                <a:solidFill>
                  <a:srgbClr val="000000"/>
                </a:solidFill>
                <a:latin typeface="+mn-ea"/>
                <a:cs typeface="Times New Roman" panose="02020603050405020304" pitchFamily="18" charset="0"/>
              </a:rPr>
              <a:t>]</a:t>
            </a:r>
            <a:r>
              <a:rPr lang="zh-CN" altLang="en-US" sz="1900" b="1" dirty="0">
                <a:solidFill>
                  <a:srgbClr val="000000"/>
                </a:solidFill>
                <a:latin typeface="+mn-ea"/>
                <a:cs typeface="Times New Roman" panose="02020603050405020304" pitchFamily="18" charset="0"/>
              </a:rPr>
              <a:t>包含产生式，恢复对</a:t>
            </a:r>
            <a:r>
              <a:rPr lang="en-US" altLang="zh-CN" sz="1900" b="1" i="1" dirty="0">
                <a:solidFill>
                  <a:srgbClr val="000000"/>
                </a:solidFill>
                <a:latin typeface="+mn-ea"/>
                <a:cs typeface="Times New Roman" panose="02020603050405020304" pitchFamily="18" charset="0"/>
              </a:rPr>
              <a:t>A</a:t>
            </a:r>
            <a:r>
              <a:rPr lang="zh-CN" altLang="en-US" sz="1900" b="1" dirty="0">
                <a:solidFill>
                  <a:srgbClr val="000000"/>
                </a:solidFill>
                <a:latin typeface="+mn-ea"/>
                <a:cs typeface="Times New Roman" panose="02020603050405020304" pitchFamily="18" charset="0"/>
              </a:rPr>
              <a:t>的分析</a:t>
            </a:r>
            <a:r>
              <a:rPr lang="en-US" altLang="zh-CN" sz="1900" b="1" dirty="0">
                <a:solidFill>
                  <a:srgbClr val="000000"/>
                </a:solidFill>
                <a:latin typeface="+mn-ea"/>
                <a:cs typeface="Times New Roman" panose="02020603050405020304" pitchFamily="18" charset="0"/>
              </a:rPr>
              <a:t>( </a:t>
            </a:r>
            <a:r>
              <a:rPr lang="en-US" altLang="zh-CN" sz="1900" b="1" i="1" dirty="0">
                <a:solidFill>
                  <a:srgbClr val="000000"/>
                </a:solidFill>
                <a:latin typeface="Times New Roman" panose="02020603050405020304" pitchFamily="18" charset="0"/>
                <a:cs typeface="Times New Roman" panose="02020603050405020304" pitchFamily="18" charset="0"/>
              </a:rPr>
              <a:t>a</a:t>
            </a:r>
            <a:r>
              <a:rPr lang="en-US" altLang="zh-CN" sz="1900" b="1" dirty="0">
                <a:solidFill>
                  <a:srgbClr val="000000"/>
                </a:solidFill>
                <a:latin typeface="+mn-ea"/>
                <a:cs typeface="Times New Roman" panose="02020603050405020304" pitchFamily="18" charset="0"/>
              </a:rPr>
              <a:t> </a:t>
            </a:r>
            <a:r>
              <a:rPr lang="zh-CN" altLang="en-US" sz="1900" b="1" dirty="0">
                <a:solidFill>
                  <a:srgbClr val="000000"/>
                </a:solidFill>
                <a:latin typeface="+mn-ea"/>
                <a:cs typeface="Times New Roman" panose="02020603050405020304" pitchFamily="18" charset="0"/>
              </a:rPr>
              <a:t>在</a:t>
            </a:r>
            <a:r>
              <a:rPr lang="en-US" altLang="zh-CN" sz="1900" b="1" dirty="0">
                <a:solidFill>
                  <a:srgbClr val="000000"/>
                </a:solidFill>
                <a:latin typeface="+mn-ea"/>
                <a:cs typeface="Times New Roman" panose="02020603050405020304" pitchFamily="18" charset="0"/>
              </a:rPr>
              <a:t>FIRST(A)</a:t>
            </a:r>
            <a:r>
              <a:rPr lang="zh-CN" altLang="en-US" sz="1900" b="1" dirty="0">
                <a:solidFill>
                  <a:srgbClr val="000000"/>
                </a:solidFill>
                <a:latin typeface="+mn-ea"/>
                <a:cs typeface="Times New Roman" panose="02020603050405020304" pitchFamily="18" charset="0"/>
              </a:rPr>
              <a:t>的情况 </a:t>
            </a:r>
            <a:r>
              <a:rPr lang="en-US" altLang="zh-CN" sz="1900" b="1" dirty="0">
                <a:solidFill>
                  <a:srgbClr val="000000"/>
                </a:solidFill>
                <a:latin typeface="+mn-ea"/>
                <a:cs typeface="Times New Roman" panose="02020603050405020304" pitchFamily="18" charset="0"/>
              </a:rPr>
              <a:t>)</a:t>
            </a:r>
            <a:endParaRPr lang="zh-CN" altLang="en-US" sz="1900" b="1" dirty="0">
              <a:solidFill>
                <a:schemeClr val="tx2">
                  <a:lumMod val="60000"/>
                  <a:lumOff val="40000"/>
                </a:schemeClr>
              </a:solidFill>
              <a:latin typeface="+mn-ea"/>
              <a:cs typeface="Times New Roman" panose="02020603050405020304" pitchFamily="18" charset="0"/>
            </a:endParaRPr>
          </a:p>
          <a:p>
            <a:pPr lvl="1" eaLnBrk="1" hangingPunct="1">
              <a:lnSpc>
                <a:spcPts val="2500"/>
              </a:lnSpc>
              <a:spcBef>
                <a:spcPts val="0"/>
              </a:spcBef>
              <a:buClrTx/>
              <a:buFont typeface="Wingdings" panose="05000000000000000000" pitchFamily="2" charset="2"/>
              <a:buChar char="Ø"/>
              <a:defRPr/>
            </a:pPr>
            <a:r>
              <a:rPr lang="zh-CN" altLang="en-US" sz="1900" b="1" dirty="0">
                <a:solidFill>
                  <a:srgbClr val="000000"/>
                </a:solidFill>
                <a:latin typeface="+mn-ea"/>
                <a:cs typeface="Times New Roman" panose="02020603050405020304" pitchFamily="18" charset="0"/>
              </a:rPr>
              <a:t>如果</a:t>
            </a:r>
            <a:r>
              <a:rPr lang="zh-CN" altLang="en-US" sz="1900" b="1" dirty="0">
                <a:solidFill>
                  <a:srgbClr val="0070C0"/>
                </a:solidFill>
                <a:latin typeface="+mn-ea"/>
                <a:cs typeface="Times New Roman" panose="02020603050405020304" pitchFamily="18" charset="0"/>
              </a:rPr>
              <a:t>栈顶的终结符</a:t>
            </a:r>
            <a:r>
              <a:rPr lang="zh-CN" altLang="en-US" sz="1900" b="1" dirty="0">
                <a:solidFill>
                  <a:srgbClr val="000000"/>
                </a:solidFill>
                <a:latin typeface="+mn-ea"/>
                <a:cs typeface="Times New Roman" panose="02020603050405020304" pitchFamily="18" charset="0"/>
              </a:rPr>
              <a:t>和输入符号不匹配，则</a:t>
            </a:r>
            <a:r>
              <a:rPr lang="zh-CN" altLang="en-US" sz="1900" b="1" dirty="0">
                <a:solidFill>
                  <a:srgbClr val="0070C0"/>
                </a:solidFill>
                <a:latin typeface="+mn-ea"/>
                <a:cs typeface="Times New Roman" panose="02020603050405020304" pitchFamily="18" charset="0"/>
              </a:rPr>
              <a:t>弹出栈顶的终结符</a:t>
            </a:r>
            <a:endParaRPr lang="en-US" altLang="zh-CN" sz="1900" b="1" dirty="0">
              <a:solidFill>
                <a:srgbClr val="0070C0"/>
              </a:solidFill>
              <a:latin typeface="+mn-ea"/>
              <a:cs typeface="Times New Roman" panose="02020603050405020304" pitchFamily="18" charset="0"/>
            </a:endParaRPr>
          </a:p>
        </p:txBody>
      </p:sp>
      <p:sp>
        <p:nvSpPr>
          <p:cNvPr id="20" name="标题 1"/>
          <p:cNvSpPr>
            <a:spLocks noGrp="1"/>
          </p:cNvSpPr>
          <p:nvPr>
            <p:ph type="title"/>
          </p:nvPr>
        </p:nvSpPr>
        <p:spPr>
          <a:xfrm>
            <a:off x="755650" y="268288"/>
            <a:ext cx="7931150" cy="358775"/>
          </a:xfrm>
        </p:spPr>
        <p:txBody>
          <a:bodyPr/>
          <a:lstStyle/>
          <a:p>
            <a:pPr>
              <a:defRPr/>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graphicFrame>
        <p:nvGraphicFramePr>
          <p:cNvPr id="16" name="Group 18"/>
          <p:cNvGraphicFramePr>
            <a:graphicFrameLocks noGrp="1"/>
          </p:cNvGraphicFramePr>
          <p:nvPr/>
        </p:nvGraphicFramePr>
        <p:xfrm>
          <a:off x="1377950" y="447675"/>
          <a:ext cx="5184775" cy="2203453"/>
        </p:xfrm>
        <a:graphic>
          <a:graphicData uri="http://schemas.openxmlformats.org/drawingml/2006/table">
            <a:tbl>
              <a:tblPr/>
              <a:tblGrid>
                <a:gridCol w="536575">
                  <a:extLst>
                    <a:ext uri="{9D8B030D-6E8A-4147-A177-3AD203B41FA5}">
                      <a16:colId xmlns:a16="http://schemas.microsoft.com/office/drawing/2014/main" val="20000"/>
                    </a:ext>
                  </a:extLst>
                </a:gridCol>
                <a:gridCol w="760413">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62012">
                  <a:extLst>
                    <a:ext uri="{9D8B030D-6E8A-4147-A177-3AD203B41FA5}">
                      <a16:colId xmlns:a16="http://schemas.microsoft.com/office/drawing/2014/main" val="20003"/>
                    </a:ext>
                  </a:extLst>
                </a:gridCol>
                <a:gridCol w="722313">
                  <a:extLst>
                    <a:ext uri="{9D8B030D-6E8A-4147-A177-3AD203B41FA5}">
                      <a16:colId xmlns:a16="http://schemas.microsoft.com/office/drawing/2014/main" val="20004"/>
                    </a:ext>
                  </a:extLst>
                </a:gridCol>
                <a:gridCol w="647700">
                  <a:extLst>
                    <a:ext uri="{9D8B030D-6E8A-4147-A177-3AD203B41FA5}">
                      <a16:colId xmlns:a16="http://schemas.microsoft.com/office/drawing/2014/main" val="20005"/>
                    </a:ext>
                  </a:extLst>
                </a:gridCol>
                <a:gridCol w="792162">
                  <a:extLst>
                    <a:ext uri="{9D8B030D-6E8A-4147-A177-3AD203B41FA5}">
                      <a16:colId xmlns:a16="http://schemas.microsoft.com/office/drawing/2014/main" val="20006"/>
                    </a:ext>
                  </a:extLst>
                </a:gridCol>
              </a:tblGrid>
              <a:tr h="312738">
                <a:tc rowSpan="2">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83565" marR="183565" marT="34303" marB="343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输入符号</a:t>
                      </a: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12738">
                <a:tc vMerge="1">
                  <a:txBody>
                    <a:bodyPr/>
                    <a:lstStyle/>
                    <a:p>
                      <a:endParaRPr lang="zh-CN"/>
                    </a:p>
                  </a:txBody>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600" b="1" dirty="0">
                          <a:solidFill>
                            <a:schemeClr val="tx1"/>
                          </a:solidFill>
                          <a:latin typeface="+mn-ea"/>
                          <a:ea typeface="+mn-ea"/>
                          <a:cs typeface="Times New Roman" panose="02020603050405020304" pitchFamily="18" charset="0"/>
                        </a:rPr>
                        <a:t>$</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600" b="0"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14325">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54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43447" name="矩形 18"/>
          <p:cNvSpPr>
            <a:spLocks noChangeArrowheads="1"/>
          </p:cNvSpPr>
          <p:nvPr/>
        </p:nvSpPr>
        <p:spPr bwMode="auto">
          <a:xfrm>
            <a:off x="1450975" y="1116013"/>
            <a:ext cx="5111750" cy="154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000"/>
              </a:lnSpc>
              <a:spcBef>
                <a:spcPct val="20000"/>
              </a:spcBef>
              <a:buClr>
                <a:srgbClr val="5EAEFF"/>
              </a:buClr>
              <a:buSzPct val="60000"/>
            </a:pPr>
            <a:r>
              <a:rPr lang="en-US" altLang="zh-CN" sz="1400" b="1" i="1">
                <a:latin typeface="Times New Roman" panose="02020603050405020304" pitchFamily="18" charset="0"/>
              </a:rPr>
              <a:t>E       </a:t>
            </a:r>
            <a:r>
              <a:rPr lang="en-US" altLang="zh-CN" sz="1400" b="1" i="1">
                <a:solidFill>
                  <a:srgbClr val="000000"/>
                </a:solidFill>
                <a:latin typeface="Times New Roman" panose="02020603050405020304" pitchFamily="18" charset="0"/>
              </a:rPr>
              <a:t>E</a:t>
            </a:r>
            <a:r>
              <a:rPr kumimoji="1" lang="en-US" altLang="zh-CN" sz="1400" b="1" i="1">
                <a:solidFill>
                  <a:srgbClr val="000000"/>
                </a:solidFill>
                <a:latin typeface="Times New Roman" panose="02020603050405020304" pitchFamily="18" charset="0"/>
              </a:rPr>
              <a:t>→TE</a:t>
            </a:r>
            <a:r>
              <a:rPr kumimoji="1" lang="en-US" altLang="zh-CN" sz="1400" b="1" i="1">
                <a:latin typeface="Times New Roman" panose="02020603050405020304" pitchFamily="18" charset="0"/>
              </a:rPr>
              <a:t>'</a:t>
            </a:r>
            <a:r>
              <a:rPr kumimoji="1" lang="en-US" altLang="zh-CN" sz="1400" b="1" i="1">
                <a:solidFill>
                  <a:srgbClr val="000000"/>
                </a:solidFill>
                <a:latin typeface="Times New Roman" panose="02020603050405020304" pitchFamily="18" charset="0"/>
              </a:rPr>
              <a:t>                                           </a:t>
            </a:r>
            <a:r>
              <a:rPr lang="en-US" altLang="zh-CN" sz="1400" b="1" i="1">
                <a:latin typeface="Times New Roman" panose="02020603050405020304" pitchFamily="18" charset="0"/>
              </a:rPr>
              <a:t>E</a:t>
            </a:r>
            <a:r>
              <a:rPr kumimoji="1" lang="en-US" altLang="zh-CN" sz="1400" b="1" i="1">
                <a:latin typeface="Times New Roman" panose="02020603050405020304" pitchFamily="18" charset="0"/>
              </a:rPr>
              <a:t>→TE'</a:t>
            </a:r>
            <a:endParaRPr kumimoji="1" lang="zh-CN" altLang="en-US" sz="1400" b="1" i="1">
              <a:latin typeface="Times New Roman" panose="02020603050405020304" pitchFamily="18" charset="0"/>
            </a:endParaRPr>
          </a:p>
          <a:p>
            <a:pPr eaLnBrk="1" hangingPunct="1">
              <a:lnSpc>
                <a:spcPts val="2000"/>
              </a:lnSpc>
              <a:spcBef>
                <a:spcPct val="20000"/>
              </a:spcBef>
              <a:buClr>
                <a:srgbClr val="5EAEFF"/>
              </a:buClr>
              <a:buSzPct val="60000"/>
            </a:pPr>
            <a:r>
              <a:rPr kumimoji="1" lang="en-US" altLang="zh-CN" sz="1400" b="1" i="1">
                <a:latin typeface="Times New Roman" panose="02020603050405020304" pitchFamily="18" charset="0"/>
              </a:rPr>
              <a:t>E'                       E'→+TE'                                       E'→ε</a:t>
            </a:r>
            <a:r>
              <a:rPr lang="zh-CN" altLang="en-US" sz="1400">
                <a:latin typeface="Candara" panose="020E0502030303020204" pitchFamily="34" charset="0"/>
                <a:ea typeface="华文楷体" panose="02010600040101010101" pitchFamily="2" charset="-122"/>
              </a:rPr>
              <a:t>      </a:t>
            </a:r>
            <a:r>
              <a:rPr kumimoji="1" lang="en-US" altLang="zh-CN" sz="1400" b="1" i="1">
                <a:latin typeface="Times New Roman" panose="02020603050405020304" pitchFamily="18" charset="0"/>
              </a:rPr>
              <a:t>E'→ε</a:t>
            </a:r>
          </a:p>
          <a:p>
            <a:pPr eaLnBrk="1" hangingPunct="1">
              <a:lnSpc>
                <a:spcPts val="2000"/>
              </a:lnSpc>
              <a:spcBef>
                <a:spcPct val="20000"/>
              </a:spcBef>
              <a:buClr>
                <a:srgbClr val="5EAEFF"/>
              </a:buClr>
              <a:buSzPct val="60000"/>
            </a:pPr>
            <a:r>
              <a:rPr kumimoji="1" lang="en-US" altLang="zh-CN" sz="1400" b="1" i="1">
                <a:latin typeface="Times New Roman" panose="02020603050405020304" pitchFamily="18" charset="0"/>
              </a:rPr>
              <a:t>T       T→FT'                                           T→FT'</a:t>
            </a:r>
          </a:p>
          <a:p>
            <a:pPr eaLnBrk="1" hangingPunct="1">
              <a:lnSpc>
                <a:spcPts val="2000"/>
              </a:lnSpc>
              <a:spcBef>
                <a:spcPct val="20000"/>
              </a:spcBef>
              <a:buClr>
                <a:srgbClr val="5EAEFF"/>
              </a:buClr>
              <a:buSzPct val="60000"/>
            </a:pPr>
            <a:r>
              <a:rPr kumimoji="1" lang="en-US" altLang="zh-CN" sz="1400" b="1" i="1">
                <a:latin typeface="Times New Roman" panose="02020603050405020304" pitchFamily="18" charset="0"/>
              </a:rPr>
              <a:t>T'                         T'→ε          T'→*FT'                  T'→ε      T'→ε</a:t>
            </a:r>
          </a:p>
          <a:p>
            <a:pPr eaLnBrk="1" hangingPunct="1">
              <a:lnSpc>
                <a:spcPts val="2000"/>
              </a:lnSpc>
              <a:spcBef>
                <a:spcPct val="20000"/>
              </a:spcBef>
              <a:buClr>
                <a:srgbClr val="5EAEFF"/>
              </a:buClr>
              <a:buSzPct val="60000"/>
            </a:pPr>
            <a:r>
              <a:rPr kumimoji="1" lang="en-US" altLang="zh-CN" sz="1400" b="1" i="1">
                <a:latin typeface="Times New Roman" panose="02020603050405020304" pitchFamily="18" charset="0"/>
              </a:rPr>
              <a:t>F       F→</a:t>
            </a:r>
            <a:r>
              <a:rPr kumimoji="1" lang="en-US" altLang="zh-CN" sz="1400" b="1">
                <a:latin typeface="Times New Roman" panose="02020603050405020304" pitchFamily="18" charset="0"/>
              </a:rPr>
              <a:t>id</a:t>
            </a:r>
            <a:r>
              <a:rPr kumimoji="1" lang="en-US" altLang="zh-CN" sz="1400" b="1" i="1">
                <a:latin typeface="Times New Roman" panose="02020603050405020304" pitchFamily="18" charset="0"/>
              </a:rPr>
              <a:t>                                              F→</a:t>
            </a:r>
            <a:r>
              <a:rPr kumimoji="1" lang="en-US" altLang="zh-CN" sz="1400" b="1">
                <a:latin typeface="Times New Roman" panose="02020603050405020304" pitchFamily="18" charset="0"/>
              </a:rPr>
              <a:t>( </a:t>
            </a:r>
            <a:r>
              <a:rPr kumimoji="1" lang="en-US" altLang="zh-CN" sz="1400" b="1" i="1">
                <a:latin typeface="Times New Roman" panose="02020603050405020304" pitchFamily="18" charset="0"/>
              </a:rPr>
              <a:t>E </a:t>
            </a:r>
            <a:r>
              <a:rPr kumimoji="1" lang="en-US" altLang="zh-CN" sz="1400" b="1">
                <a:latin typeface="Times New Roman" panose="02020603050405020304" pitchFamily="18" charset="0"/>
              </a:rPr>
              <a:t>)</a:t>
            </a:r>
            <a:endParaRPr kumimoji="1" lang="zh-CN" altLang="en-US" sz="1400" b="1">
              <a:latin typeface="Times New Roman" panose="02020603050405020304" pitchFamily="18" charset="0"/>
            </a:endParaRPr>
          </a:p>
        </p:txBody>
      </p:sp>
      <p:sp>
        <p:nvSpPr>
          <p:cNvPr id="139355" name="Rectangle 28"/>
          <p:cNvSpPr>
            <a:spLocks noChangeArrowheads="1"/>
          </p:cNvSpPr>
          <p:nvPr/>
        </p:nvSpPr>
        <p:spPr bwMode="auto">
          <a:xfrm>
            <a:off x="5911850" y="1149350"/>
            <a:ext cx="50482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39356" name="Rectangle 29"/>
          <p:cNvSpPr>
            <a:spLocks noChangeArrowheads="1"/>
          </p:cNvSpPr>
          <p:nvPr/>
        </p:nvSpPr>
        <p:spPr bwMode="auto">
          <a:xfrm>
            <a:off x="5203825" y="1138238"/>
            <a:ext cx="5048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dirty="0">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39357" name="Rectangle 30"/>
          <p:cNvSpPr>
            <a:spLocks noChangeArrowheads="1"/>
          </p:cNvSpPr>
          <p:nvPr/>
        </p:nvSpPr>
        <p:spPr bwMode="auto">
          <a:xfrm>
            <a:off x="2819400" y="1779588"/>
            <a:ext cx="5048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39358" name="Rectangle 31"/>
          <p:cNvSpPr>
            <a:spLocks noChangeArrowheads="1"/>
          </p:cNvSpPr>
          <p:nvPr/>
        </p:nvSpPr>
        <p:spPr bwMode="auto">
          <a:xfrm>
            <a:off x="5194300" y="1773238"/>
            <a:ext cx="5048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39359" name="Rectangle 32"/>
          <p:cNvSpPr>
            <a:spLocks noChangeArrowheads="1"/>
          </p:cNvSpPr>
          <p:nvPr/>
        </p:nvSpPr>
        <p:spPr bwMode="auto">
          <a:xfrm>
            <a:off x="5911850" y="1773238"/>
            <a:ext cx="5048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39360" name="Rectangle 33"/>
          <p:cNvSpPr>
            <a:spLocks noChangeArrowheads="1"/>
          </p:cNvSpPr>
          <p:nvPr/>
        </p:nvSpPr>
        <p:spPr bwMode="auto">
          <a:xfrm>
            <a:off x="2819400" y="2362200"/>
            <a:ext cx="50482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39361" name="Rectangle 34"/>
          <p:cNvSpPr>
            <a:spLocks noChangeArrowheads="1"/>
          </p:cNvSpPr>
          <p:nvPr/>
        </p:nvSpPr>
        <p:spPr bwMode="auto">
          <a:xfrm>
            <a:off x="3681413" y="2362200"/>
            <a:ext cx="5048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39362" name="Rectangle 35"/>
          <p:cNvSpPr>
            <a:spLocks noChangeArrowheads="1"/>
          </p:cNvSpPr>
          <p:nvPr/>
        </p:nvSpPr>
        <p:spPr bwMode="auto">
          <a:xfrm>
            <a:off x="5199063" y="2351088"/>
            <a:ext cx="5048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39363" name="Rectangle 36"/>
          <p:cNvSpPr>
            <a:spLocks noChangeArrowheads="1"/>
          </p:cNvSpPr>
          <p:nvPr/>
        </p:nvSpPr>
        <p:spPr bwMode="auto">
          <a:xfrm>
            <a:off x="5913438" y="2351088"/>
            <a:ext cx="5048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3457" name="矩形 30"/>
          <p:cNvSpPr>
            <a:spLocks noChangeArrowheads="1"/>
          </p:cNvSpPr>
          <p:nvPr/>
        </p:nvSpPr>
        <p:spPr bwMode="auto">
          <a:xfrm>
            <a:off x="1357313" y="458788"/>
            <a:ext cx="595312"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zh-CN" altLang="en-US" sz="16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非终</a:t>
            </a:r>
            <a:endParaRPr lang="en-US" altLang="zh-CN" sz="16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spcBef>
                <a:spcPct val="20000"/>
              </a:spcBef>
              <a:buClr>
                <a:srgbClr val="5EAEFF"/>
              </a:buClr>
              <a:buSzPct val="60000"/>
            </a:pPr>
            <a:r>
              <a:rPr lang="zh-CN" altLang="en-US" sz="16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结符</a:t>
            </a:r>
          </a:p>
        </p:txBody>
      </p:sp>
      <p:sp>
        <p:nvSpPr>
          <p:cNvPr id="3" name="矩形 2"/>
          <p:cNvSpPr/>
          <p:nvPr/>
        </p:nvSpPr>
        <p:spPr>
          <a:xfrm>
            <a:off x="1258888" y="2787650"/>
            <a:ext cx="7356475" cy="400050"/>
          </a:xfrm>
          <a:prstGeom prst="rect">
            <a:avLst/>
          </a:prstGeom>
          <a:solidFill>
            <a:schemeClr val="accent5">
              <a:lumMod val="60000"/>
              <a:lumOff val="40000"/>
            </a:schemeClr>
          </a:solidFill>
          <a:ln w="12700">
            <a:solidFill>
              <a:schemeClr val="tx1"/>
            </a:solidFill>
          </a:ln>
        </p:spPr>
        <p:txBody>
          <a:bodyPr>
            <a:spAutoFit/>
          </a:bodyPr>
          <a:lstStyle/>
          <a:p>
            <a:pPr>
              <a:defRPr/>
            </a:pPr>
            <a:r>
              <a:rPr lang="en-US" altLang="zh-CN" sz="2000"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Synch</a:t>
            </a:r>
            <a:r>
              <a:rPr lang="zh-CN" altLang="en-US" sz="20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表示根据相应非终结符的</a:t>
            </a:r>
            <a:r>
              <a:rPr lang="en-US" altLang="zh-CN" sz="2000" b="1" i="1" dirty="0">
                <a:solidFill>
                  <a:srgbClr val="3333FF"/>
                </a:solidFill>
                <a:latin typeface="Times New Roman" panose="02020603050405020304" pitchFamily="18" charset="0"/>
                <a:ea typeface="华文楷体" panose="02010600040101010101" pitchFamily="2" charset="-122"/>
                <a:cs typeface="Times New Roman" panose="02020603050405020304" pitchFamily="18" charset="0"/>
              </a:rPr>
              <a:t>FOLLOW</a:t>
            </a:r>
            <a:r>
              <a:rPr lang="zh-CN" altLang="en-US" sz="2000" b="1" dirty="0">
                <a:solidFill>
                  <a:srgbClr val="3333FF"/>
                </a:solidFill>
                <a:latin typeface="华文楷体" panose="02010600040101010101" pitchFamily="2" charset="-122"/>
                <a:ea typeface="华文楷体" panose="02010600040101010101" pitchFamily="2" charset="-122"/>
                <a:cs typeface="Times New Roman" panose="02020603050405020304" pitchFamily="18" charset="0"/>
              </a:rPr>
              <a:t>集</a:t>
            </a:r>
            <a:r>
              <a:rPr lang="zh-CN" altLang="en-US" sz="20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得到的同步词法单元</a:t>
            </a:r>
            <a:endParaRPr lang="zh-CN" altLang="en-US" sz="1600" dirty="0"/>
          </a:p>
        </p:txBody>
      </p:sp>
      <p:sp>
        <p:nvSpPr>
          <p:cNvPr id="4" name="矩形 3"/>
          <p:cNvSpPr>
            <a:spLocks noChangeArrowheads="1"/>
          </p:cNvSpPr>
          <p:nvPr/>
        </p:nvSpPr>
        <p:spPr bwMode="auto">
          <a:xfrm>
            <a:off x="6842125" y="776288"/>
            <a:ext cx="1974850" cy="1939925"/>
          </a:xfrm>
          <a:prstGeom prst="rect">
            <a:avLst/>
          </a:prstGeom>
          <a:noFill/>
          <a:ln w="9525">
            <a:noFill/>
            <a:miter lim="800000"/>
          </a:ln>
        </p:spPr>
        <p:txBody>
          <a:bodyPr>
            <a:spAutoFit/>
          </a:bodyPr>
          <a:lstStyle/>
          <a:p>
            <a:pPr eaLnBrk="1" hangingPunct="1">
              <a:spcBef>
                <a:spcPct val="30000"/>
              </a:spcBef>
              <a:defRPr/>
            </a:pPr>
            <a:r>
              <a:rPr kumimoji="1" lang="en-US" altLang="zh-CN" sz="1600" b="1" i="1" dirty="0">
                <a:solidFill>
                  <a:srgbClr val="000000"/>
                </a:solidFill>
                <a:latin typeface="Times New Roman" panose="02020603050405020304" pitchFamily="18" charset="0"/>
                <a:cs typeface="Times New Roman" panose="02020603050405020304" pitchFamily="18" charset="0"/>
              </a:rPr>
              <a:t>X</a:t>
            </a:r>
            <a:r>
              <a:rPr lang="en-US" altLang="zh-CN" sz="1600" dirty="0">
                <a:solidFill>
                  <a:srgbClr val="000000"/>
                </a:solidFill>
                <a:latin typeface="Times New Roman" panose="02020603050405020304" pitchFamily="18" charset="0"/>
                <a:cs typeface="Times New Roman" panose="02020603050405020304" pitchFamily="18" charset="0"/>
              </a:rPr>
              <a:t>        </a:t>
            </a:r>
            <a:r>
              <a:rPr lang="en-US" altLang="zh-CN" sz="1600" b="1" dirty="0">
                <a:solidFill>
                  <a:srgbClr val="000000"/>
                </a:solidFill>
                <a:latin typeface="Times New Roman" panose="02020603050405020304" pitchFamily="18" charset="0"/>
                <a:cs typeface="Times New Roman" panose="02020603050405020304" pitchFamily="18" charset="0"/>
              </a:rPr>
              <a:t>FOLLOW(</a:t>
            </a:r>
            <a:r>
              <a:rPr lang="en-US" altLang="zh-CN" sz="1600" b="1" i="1" dirty="0">
                <a:solidFill>
                  <a:srgbClr val="000000"/>
                </a:solidFill>
                <a:latin typeface="Times New Roman" panose="02020603050405020304" pitchFamily="18" charset="0"/>
                <a:cs typeface="Times New Roman" panose="02020603050405020304" pitchFamily="18" charset="0"/>
              </a:rPr>
              <a:t>X </a:t>
            </a:r>
            <a:r>
              <a:rPr lang="en-US" altLang="zh-CN" sz="1600" b="1" dirty="0">
                <a:solidFill>
                  <a:srgbClr val="000000"/>
                </a:solidFill>
                <a:latin typeface="Times New Roman" panose="02020603050405020304" pitchFamily="18" charset="0"/>
                <a:cs typeface="Times New Roman" panose="02020603050405020304" pitchFamily="18" charset="0"/>
              </a:rPr>
              <a:t>)</a:t>
            </a:r>
            <a:endParaRPr lang="zh-CN" altLang="zh-CN" sz="1600" dirty="0">
              <a:solidFill>
                <a:srgbClr val="000000"/>
              </a:solidFill>
              <a:latin typeface="Times New Roman" panose="02020603050405020304" pitchFamily="18" charset="0"/>
              <a:cs typeface="Times New Roman" panose="02020603050405020304" pitchFamily="18" charset="0"/>
            </a:endParaRPr>
          </a:p>
          <a:p>
            <a:pPr eaLnBrk="1" hangingPunct="1">
              <a:spcBef>
                <a:spcPct val="30000"/>
              </a:spcBef>
              <a:defRPr/>
            </a:pPr>
            <a:r>
              <a:rPr kumimoji="1" lang="en-US" altLang="zh-CN" sz="1600" b="1" i="1" dirty="0">
                <a:solidFill>
                  <a:srgbClr val="000000"/>
                </a:solidFill>
                <a:latin typeface="Times New Roman" panose="02020603050405020304" pitchFamily="18" charset="0"/>
                <a:cs typeface="Times New Roman" panose="02020603050405020304" pitchFamily="18" charset="0"/>
              </a:rPr>
              <a:t>E</a:t>
            </a:r>
            <a:r>
              <a:rPr lang="en-US" altLang="zh-CN" sz="1600" dirty="0">
                <a:solidFill>
                  <a:srgbClr val="000000"/>
                </a:solidFill>
                <a:latin typeface="Times New Roman" panose="02020603050405020304" pitchFamily="18" charset="0"/>
                <a:cs typeface="Times New Roman" panose="02020603050405020304" pitchFamily="18" charset="0"/>
              </a:rPr>
              <a:t>             </a:t>
            </a:r>
            <a:r>
              <a:rPr lang="en-US" altLang="zh-CN" sz="1600" b="1" dirty="0">
                <a:latin typeface="+mn-ea"/>
                <a:cs typeface="Times New Roman" panose="02020603050405020304" pitchFamily="18" charset="0"/>
              </a:rPr>
              <a:t>$</a:t>
            </a:r>
            <a:r>
              <a:rPr lang="en-US" altLang="zh-CN" sz="1600" b="1" dirty="0">
                <a:solidFill>
                  <a:srgbClr val="000000"/>
                </a:solidFill>
                <a:latin typeface="Times New Roman" panose="02020603050405020304" pitchFamily="18" charset="0"/>
                <a:cs typeface="Times New Roman" panose="02020603050405020304" pitchFamily="18" charset="0"/>
              </a:rPr>
              <a:t>  )</a:t>
            </a:r>
            <a:endParaRPr lang="zh-CN" altLang="zh-CN" sz="1600" dirty="0">
              <a:solidFill>
                <a:srgbClr val="000000"/>
              </a:solidFill>
              <a:latin typeface="Times New Roman" panose="02020603050405020304" pitchFamily="18" charset="0"/>
              <a:cs typeface="Times New Roman" panose="02020603050405020304" pitchFamily="18" charset="0"/>
            </a:endParaRPr>
          </a:p>
          <a:p>
            <a:pPr eaLnBrk="1" hangingPunct="1">
              <a:spcBef>
                <a:spcPct val="30000"/>
              </a:spcBef>
              <a:defRPr/>
            </a:pPr>
            <a:r>
              <a:rPr kumimoji="1" lang="en-US" altLang="zh-CN" sz="1600" b="1" i="1" dirty="0">
                <a:solidFill>
                  <a:srgbClr val="0000FF"/>
                </a:solidFill>
                <a:latin typeface="Times New Roman" panose="02020603050405020304" pitchFamily="18" charset="0"/>
                <a:cs typeface="Times New Roman" panose="02020603050405020304" pitchFamily="18" charset="0"/>
              </a:rPr>
              <a:t>E</a:t>
            </a:r>
            <a:r>
              <a:rPr kumimoji="1" lang="en-US" altLang="zh-CN" sz="1600" b="1" i="1" dirty="0">
                <a:solidFill>
                  <a:srgbClr val="0000FF"/>
                </a:solidFill>
                <a:latin typeface="Times New Roman" panose="02020603050405020304" pitchFamily="18" charset="0"/>
              </a:rPr>
              <a:t>'</a:t>
            </a:r>
            <a:r>
              <a:rPr lang="en-US" altLang="zh-CN" sz="1600" dirty="0">
                <a:solidFill>
                  <a:srgbClr val="0000FF"/>
                </a:solidFill>
                <a:latin typeface="Times New Roman" panose="02020603050405020304" pitchFamily="18" charset="0"/>
                <a:cs typeface="Times New Roman" panose="02020603050405020304" pitchFamily="18" charset="0"/>
              </a:rPr>
              <a:t>            </a:t>
            </a:r>
            <a:r>
              <a:rPr lang="en-US" altLang="zh-CN" sz="1600" b="1" dirty="0">
                <a:solidFill>
                  <a:srgbClr val="0000FF"/>
                </a:solidFill>
                <a:latin typeface="+mn-ea"/>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  )</a:t>
            </a:r>
            <a:endParaRPr lang="zh-CN" altLang="zh-CN" sz="1600" dirty="0">
              <a:solidFill>
                <a:srgbClr val="0000FF"/>
              </a:solidFill>
              <a:latin typeface="Times New Roman" panose="02020603050405020304" pitchFamily="18" charset="0"/>
              <a:cs typeface="Times New Roman" panose="02020603050405020304" pitchFamily="18" charset="0"/>
            </a:endParaRPr>
          </a:p>
          <a:p>
            <a:pPr eaLnBrk="1" hangingPunct="1">
              <a:spcBef>
                <a:spcPct val="30000"/>
              </a:spcBef>
              <a:defRPr/>
            </a:pPr>
            <a:r>
              <a:rPr kumimoji="1" lang="en-US" altLang="zh-CN" sz="1600" b="1" i="1" dirty="0">
                <a:solidFill>
                  <a:srgbClr val="000000"/>
                </a:solidFill>
                <a:latin typeface="Times New Roman" panose="02020603050405020304" pitchFamily="18" charset="0"/>
                <a:cs typeface="Times New Roman" panose="02020603050405020304" pitchFamily="18" charset="0"/>
              </a:rPr>
              <a:t>T</a:t>
            </a:r>
            <a:r>
              <a:rPr lang="en-US" altLang="zh-CN" sz="1600" dirty="0">
                <a:solidFill>
                  <a:srgbClr val="000000"/>
                </a:solidFill>
                <a:latin typeface="Times New Roman" panose="02020603050405020304" pitchFamily="18" charset="0"/>
                <a:cs typeface="Times New Roman" panose="02020603050405020304" pitchFamily="18" charset="0"/>
              </a:rPr>
              <a:t>              </a:t>
            </a:r>
            <a:r>
              <a:rPr lang="en-US" altLang="zh-CN" sz="1600" b="1" dirty="0">
                <a:solidFill>
                  <a:srgbClr val="000000"/>
                </a:solidFill>
                <a:latin typeface="Times New Roman" panose="02020603050405020304" pitchFamily="18" charset="0"/>
                <a:cs typeface="Times New Roman" panose="02020603050405020304" pitchFamily="18" charset="0"/>
              </a:rPr>
              <a:t>+  ) </a:t>
            </a:r>
            <a:r>
              <a:rPr lang="en-US" altLang="zh-CN" sz="1600" b="1" dirty="0">
                <a:latin typeface="+mn-ea"/>
                <a:cs typeface="Times New Roman" panose="02020603050405020304" pitchFamily="18" charset="0"/>
              </a:rPr>
              <a:t>$</a:t>
            </a:r>
            <a:endParaRPr lang="zh-CN" altLang="zh-CN" sz="1600" dirty="0">
              <a:solidFill>
                <a:srgbClr val="000000"/>
              </a:solidFill>
              <a:latin typeface="Times New Roman" panose="02020603050405020304" pitchFamily="18" charset="0"/>
              <a:cs typeface="Times New Roman" panose="02020603050405020304" pitchFamily="18" charset="0"/>
            </a:endParaRPr>
          </a:p>
          <a:p>
            <a:pPr eaLnBrk="1" hangingPunct="1">
              <a:spcBef>
                <a:spcPct val="30000"/>
              </a:spcBef>
              <a:defRPr/>
            </a:pPr>
            <a:r>
              <a:rPr kumimoji="1" lang="en-US" altLang="zh-CN" sz="1600" b="1" i="1" dirty="0">
                <a:solidFill>
                  <a:srgbClr val="0000FF"/>
                </a:solidFill>
                <a:latin typeface="Times New Roman" panose="02020603050405020304" pitchFamily="18" charset="0"/>
                <a:cs typeface="Times New Roman" panose="02020603050405020304" pitchFamily="18" charset="0"/>
              </a:rPr>
              <a:t>T</a:t>
            </a:r>
            <a:r>
              <a:rPr kumimoji="1" lang="en-US" altLang="zh-CN" sz="1600" b="1" i="1" dirty="0">
                <a:solidFill>
                  <a:srgbClr val="0000FF"/>
                </a:solidFill>
                <a:latin typeface="Times New Roman" panose="02020603050405020304" pitchFamily="18" charset="0"/>
              </a:rPr>
              <a:t>'</a:t>
            </a:r>
            <a:r>
              <a:rPr lang="en-US" altLang="zh-CN" sz="1600" dirty="0">
                <a:solidFill>
                  <a:srgbClr val="0000FF"/>
                </a:solidFill>
                <a:latin typeface="Times New Roman" panose="02020603050405020304" pitchFamily="18" charset="0"/>
                <a:cs typeface="Times New Roman" panose="02020603050405020304" pitchFamily="18" charset="0"/>
              </a:rPr>
              <a:t>             </a:t>
            </a:r>
            <a:r>
              <a:rPr lang="en-US" altLang="zh-CN" sz="1600" b="1" dirty="0">
                <a:solidFill>
                  <a:srgbClr val="0000FF"/>
                </a:solidFill>
                <a:latin typeface="Times New Roman" panose="02020603050405020304" pitchFamily="18" charset="0"/>
                <a:cs typeface="Times New Roman" panose="02020603050405020304" pitchFamily="18" charset="0"/>
              </a:rPr>
              <a:t>+  ) </a:t>
            </a:r>
            <a:r>
              <a:rPr lang="en-US" altLang="zh-CN" sz="1600" b="1" dirty="0">
                <a:solidFill>
                  <a:srgbClr val="0000FF"/>
                </a:solidFill>
                <a:latin typeface="+mn-ea"/>
                <a:cs typeface="Times New Roman" panose="02020603050405020304" pitchFamily="18" charset="0"/>
              </a:rPr>
              <a:t>$</a:t>
            </a:r>
            <a:endParaRPr lang="zh-CN" altLang="zh-CN" sz="1600" dirty="0">
              <a:solidFill>
                <a:srgbClr val="0000FF"/>
              </a:solidFill>
              <a:latin typeface="Times New Roman" panose="02020603050405020304" pitchFamily="18" charset="0"/>
              <a:cs typeface="Times New Roman" panose="02020603050405020304" pitchFamily="18" charset="0"/>
            </a:endParaRPr>
          </a:p>
          <a:p>
            <a:pPr eaLnBrk="1" hangingPunct="1">
              <a:spcBef>
                <a:spcPct val="30000"/>
              </a:spcBef>
              <a:defRPr/>
            </a:pPr>
            <a:r>
              <a:rPr kumimoji="1" lang="en-US" altLang="zh-CN" sz="1600" b="1" i="1" dirty="0">
                <a:solidFill>
                  <a:srgbClr val="000000"/>
                </a:solidFill>
                <a:latin typeface="Times New Roman" panose="02020603050405020304" pitchFamily="18" charset="0"/>
                <a:cs typeface="Times New Roman" panose="02020603050405020304" pitchFamily="18" charset="0"/>
              </a:rPr>
              <a:t>F</a:t>
            </a:r>
            <a:r>
              <a:rPr lang="en-US" altLang="zh-CN" sz="1600" dirty="0">
                <a:solidFill>
                  <a:srgbClr val="000000"/>
                </a:solidFill>
                <a:latin typeface="Times New Roman" panose="02020603050405020304" pitchFamily="18" charset="0"/>
                <a:cs typeface="Times New Roman" panose="02020603050405020304" pitchFamily="18" charset="0"/>
              </a:rPr>
              <a:t>            </a:t>
            </a:r>
            <a:r>
              <a:rPr lang="en-US" altLang="zh-CN" sz="1600" b="1" dirty="0">
                <a:solidFill>
                  <a:srgbClr val="000000"/>
                </a:solidFill>
                <a:latin typeface="Times New Roman" panose="02020603050405020304" pitchFamily="18" charset="0"/>
                <a:cs typeface="Times New Roman" panose="02020603050405020304" pitchFamily="18" charset="0"/>
              </a:rPr>
              <a:t>* +  ) </a:t>
            </a:r>
            <a:r>
              <a:rPr lang="en-US" altLang="zh-CN" sz="1600" b="1" dirty="0">
                <a:latin typeface="+mn-ea"/>
                <a:cs typeface="Times New Roman" panose="02020603050405020304" pitchFamily="18" charset="0"/>
              </a:rPr>
              <a:t>$</a:t>
            </a:r>
            <a:endParaRPr lang="zh-CN" altLang="zh-CN" sz="1600" dirty="0">
              <a:solidFill>
                <a:srgbClr val="000000"/>
              </a:solidFill>
              <a:latin typeface="Times New Roman" panose="02020603050405020304" pitchFamily="18" charset="0"/>
              <a:cs typeface="Times New Roman" panose="02020603050405020304" pitchFamily="18" charset="0"/>
            </a:endParaRPr>
          </a:p>
        </p:txBody>
      </p:sp>
      <p:sp>
        <p:nvSpPr>
          <p:cNvPr id="5" name="灯片编号占位符 4"/>
          <p:cNvSpPr>
            <a:spLocks noGrp="1"/>
          </p:cNvSpPr>
          <p:nvPr>
            <p:ph type="sldNum" sz="quarter" idx="12"/>
          </p:nvPr>
        </p:nvSpPr>
        <p:spPr/>
        <p:txBody>
          <a:bodyPr/>
          <a:lstStyle/>
          <a:p>
            <a:pPr>
              <a:defRPr/>
            </a:pPr>
            <a:fld id="{EA567855-7F13-4FC5-AD61-2B82F6443E16}" type="slidenum">
              <a:rPr lang="zh-CN" altLang="en-US" smtClean="0"/>
              <a:t>67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39356"/>
                                        </p:tgtEl>
                                        <p:attrNameLst>
                                          <p:attrName>style.visibility</p:attrName>
                                        </p:attrNameLst>
                                      </p:cBhvr>
                                      <p:to>
                                        <p:strVal val="visible"/>
                                      </p:to>
                                    </p:set>
                                    <p:anim calcmode="lin" valueType="num">
                                      <p:cBhvr>
                                        <p:cTn id="19" dur="500" fill="hold"/>
                                        <p:tgtEl>
                                          <p:spTgt spid="139356"/>
                                        </p:tgtEl>
                                        <p:attrNameLst>
                                          <p:attrName>ppt_w</p:attrName>
                                        </p:attrNameLst>
                                      </p:cBhvr>
                                      <p:tavLst>
                                        <p:tav tm="0">
                                          <p:val>
                                            <p:fltVal val="0"/>
                                          </p:val>
                                        </p:tav>
                                        <p:tav tm="100000">
                                          <p:val>
                                            <p:strVal val="#ppt_w"/>
                                          </p:val>
                                        </p:tav>
                                      </p:tavLst>
                                    </p:anim>
                                    <p:anim calcmode="lin" valueType="num">
                                      <p:cBhvr>
                                        <p:cTn id="20" dur="500" fill="hold"/>
                                        <p:tgtEl>
                                          <p:spTgt spid="139356"/>
                                        </p:tgtEl>
                                        <p:attrNameLst>
                                          <p:attrName>ppt_h</p:attrName>
                                        </p:attrNameLst>
                                      </p:cBhvr>
                                      <p:tavLst>
                                        <p:tav tm="0">
                                          <p:val>
                                            <p:fltVal val="0"/>
                                          </p:val>
                                        </p:tav>
                                        <p:tav tm="100000">
                                          <p:val>
                                            <p:strVal val="#ppt_h"/>
                                          </p:val>
                                        </p:tav>
                                      </p:tavLst>
                                    </p:anim>
                                    <p:animEffect transition="in" filter="fade">
                                      <p:cBhvr>
                                        <p:cTn id="21" dur="500"/>
                                        <p:tgtEl>
                                          <p:spTgt spid="139356"/>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39355"/>
                                        </p:tgtEl>
                                        <p:attrNameLst>
                                          <p:attrName>style.visibility</p:attrName>
                                        </p:attrNameLst>
                                      </p:cBhvr>
                                      <p:to>
                                        <p:strVal val="visible"/>
                                      </p:to>
                                    </p:set>
                                    <p:anim calcmode="lin" valueType="num">
                                      <p:cBhvr>
                                        <p:cTn id="24" dur="500" fill="hold"/>
                                        <p:tgtEl>
                                          <p:spTgt spid="139355"/>
                                        </p:tgtEl>
                                        <p:attrNameLst>
                                          <p:attrName>ppt_w</p:attrName>
                                        </p:attrNameLst>
                                      </p:cBhvr>
                                      <p:tavLst>
                                        <p:tav tm="0">
                                          <p:val>
                                            <p:fltVal val="0"/>
                                          </p:val>
                                        </p:tav>
                                        <p:tav tm="100000">
                                          <p:val>
                                            <p:strVal val="#ppt_w"/>
                                          </p:val>
                                        </p:tav>
                                      </p:tavLst>
                                    </p:anim>
                                    <p:anim calcmode="lin" valueType="num">
                                      <p:cBhvr>
                                        <p:cTn id="25" dur="500" fill="hold"/>
                                        <p:tgtEl>
                                          <p:spTgt spid="139355"/>
                                        </p:tgtEl>
                                        <p:attrNameLst>
                                          <p:attrName>ppt_h</p:attrName>
                                        </p:attrNameLst>
                                      </p:cBhvr>
                                      <p:tavLst>
                                        <p:tav tm="0">
                                          <p:val>
                                            <p:fltVal val="0"/>
                                          </p:val>
                                        </p:tav>
                                        <p:tav tm="100000">
                                          <p:val>
                                            <p:strVal val="#ppt_h"/>
                                          </p:val>
                                        </p:tav>
                                      </p:tavLst>
                                    </p:anim>
                                    <p:animEffect transition="in" filter="fade">
                                      <p:cBhvr>
                                        <p:cTn id="26" dur="500"/>
                                        <p:tgtEl>
                                          <p:spTgt spid="139355"/>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39357"/>
                                        </p:tgtEl>
                                        <p:attrNameLst>
                                          <p:attrName>style.visibility</p:attrName>
                                        </p:attrNameLst>
                                      </p:cBhvr>
                                      <p:to>
                                        <p:strVal val="visible"/>
                                      </p:to>
                                    </p:set>
                                    <p:anim calcmode="lin" valueType="num">
                                      <p:cBhvr>
                                        <p:cTn id="31" dur="500" fill="hold"/>
                                        <p:tgtEl>
                                          <p:spTgt spid="139357"/>
                                        </p:tgtEl>
                                        <p:attrNameLst>
                                          <p:attrName>ppt_w</p:attrName>
                                        </p:attrNameLst>
                                      </p:cBhvr>
                                      <p:tavLst>
                                        <p:tav tm="0">
                                          <p:val>
                                            <p:fltVal val="0"/>
                                          </p:val>
                                        </p:tav>
                                        <p:tav tm="100000">
                                          <p:val>
                                            <p:strVal val="#ppt_w"/>
                                          </p:val>
                                        </p:tav>
                                      </p:tavLst>
                                    </p:anim>
                                    <p:anim calcmode="lin" valueType="num">
                                      <p:cBhvr>
                                        <p:cTn id="32" dur="500" fill="hold"/>
                                        <p:tgtEl>
                                          <p:spTgt spid="139357"/>
                                        </p:tgtEl>
                                        <p:attrNameLst>
                                          <p:attrName>ppt_h</p:attrName>
                                        </p:attrNameLst>
                                      </p:cBhvr>
                                      <p:tavLst>
                                        <p:tav tm="0">
                                          <p:val>
                                            <p:fltVal val="0"/>
                                          </p:val>
                                        </p:tav>
                                        <p:tav tm="100000">
                                          <p:val>
                                            <p:strVal val="#ppt_h"/>
                                          </p:val>
                                        </p:tav>
                                      </p:tavLst>
                                    </p:anim>
                                    <p:animEffect transition="in" filter="fade">
                                      <p:cBhvr>
                                        <p:cTn id="33" dur="500"/>
                                        <p:tgtEl>
                                          <p:spTgt spid="139357"/>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39358"/>
                                        </p:tgtEl>
                                        <p:attrNameLst>
                                          <p:attrName>style.visibility</p:attrName>
                                        </p:attrNameLst>
                                      </p:cBhvr>
                                      <p:to>
                                        <p:strVal val="visible"/>
                                      </p:to>
                                    </p:set>
                                    <p:anim calcmode="lin" valueType="num">
                                      <p:cBhvr>
                                        <p:cTn id="36" dur="500" fill="hold"/>
                                        <p:tgtEl>
                                          <p:spTgt spid="139358"/>
                                        </p:tgtEl>
                                        <p:attrNameLst>
                                          <p:attrName>ppt_w</p:attrName>
                                        </p:attrNameLst>
                                      </p:cBhvr>
                                      <p:tavLst>
                                        <p:tav tm="0">
                                          <p:val>
                                            <p:fltVal val="0"/>
                                          </p:val>
                                        </p:tav>
                                        <p:tav tm="100000">
                                          <p:val>
                                            <p:strVal val="#ppt_w"/>
                                          </p:val>
                                        </p:tav>
                                      </p:tavLst>
                                    </p:anim>
                                    <p:anim calcmode="lin" valueType="num">
                                      <p:cBhvr>
                                        <p:cTn id="37" dur="500" fill="hold"/>
                                        <p:tgtEl>
                                          <p:spTgt spid="139358"/>
                                        </p:tgtEl>
                                        <p:attrNameLst>
                                          <p:attrName>ppt_h</p:attrName>
                                        </p:attrNameLst>
                                      </p:cBhvr>
                                      <p:tavLst>
                                        <p:tav tm="0">
                                          <p:val>
                                            <p:fltVal val="0"/>
                                          </p:val>
                                        </p:tav>
                                        <p:tav tm="100000">
                                          <p:val>
                                            <p:strVal val="#ppt_h"/>
                                          </p:val>
                                        </p:tav>
                                      </p:tavLst>
                                    </p:anim>
                                    <p:animEffect transition="in" filter="fade">
                                      <p:cBhvr>
                                        <p:cTn id="38" dur="500"/>
                                        <p:tgtEl>
                                          <p:spTgt spid="139358"/>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39359"/>
                                        </p:tgtEl>
                                        <p:attrNameLst>
                                          <p:attrName>style.visibility</p:attrName>
                                        </p:attrNameLst>
                                      </p:cBhvr>
                                      <p:to>
                                        <p:strVal val="visible"/>
                                      </p:to>
                                    </p:set>
                                    <p:anim calcmode="lin" valueType="num">
                                      <p:cBhvr>
                                        <p:cTn id="41" dur="500" fill="hold"/>
                                        <p:tgtEl>
                                          <p:spTgt spid="139359"/>
                                        </p:tgtEl>
                                        <p:attrNameLst>
                                          <p:attrName>ppt_w</p:attrName>
                                        </p:attrNameLst>
                                      </p:cBhvr>
                                      <p:tavLst>
                                        <p:tav tm="0">
                                          <p:val>
                                            <p:fltVal val="0"/>
                                          </p:val>
                                        </p:tav>
                                        <p:tav tm="100000">
                                          <p:val>
                                            <p:strVal val="#ppt_w"/>
                                          </p:val>
                                        </p:tav>
                                      </p:tavLst>
                                    </p:anim>
                                    <p:anim calcmode="lin" valueType="num">
                                      <p:cBhvr>
                                        <p:cTn id="42" dur="500" fill="hold"/>
                                        <p:tgtEl>
                                          <p:spTgt spid="139359"/>
                                        </p:tgtEl>
                                        <p:attrNameLst>
                                          <p:attrName>ppt_h</p:attrName>
                                        </p:attrNameLst>
                                      </p:cBhvr>
                                      <p:tavLst>
                                        <p:tav tm="0">
                                          <p:val>
                                            <p:fltVal val="0"/>
                                          </p:val>
                                        </p:tav>
                                        <p:tav tm="100000">
                                          <p:val>
                                            <p:strVal val="#ppt_h"/>
                                          </p:val>
                                        </p:tav>
                                      </p:tavLst>
                                    </p:anim>
                                    <p:animEffect transition="in" filter="fade">
                                      <p:cBhvr>
                                        <p:cTn id="43" dur="500"/>
                                        <p:tgtEl>
                                          <p:spTgt spid="139359"/>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139360"/>
                                        </p:tgtEl>
                                        <p:attrNameLst>
                                          <p:attrName>style.visibility</p:attrName>
                                        </p:attrNameLst>
                                      </p:cBhvr>
                                      <p:to>
                                        <p:strVal val="visible"/>
                                      </p:to>
                                    </p:set>
                                    <p:anim calcmode="lin" valueType="num">
                                      <p:cBhvr>
                                        <p:cTn id="48" dur="500" fill="hold"/>
                                        <p:tgtEl>
                                          <p:spTgt spid="139360"/>
                                        </p:tgtEl>
                                        <p:attrNameLst>
                                          <p:attrName>ppt_w</p:attrName>
                                        </p:attrNameLst>
                                      </p:cBhvr>
                                      <p:tavLst>
                                        <p:tav tm="0">
                                          <p:val>
                                            <p:fltVal val="0"/>
                                          </p:val>
                                        </p:tav>
                                        <p:tav tm="100000">
                                          <p:val>
                                            <p:strVal val="#ppt_w"/>
                                          </p:val>
                                        </p:tav>
                                      </p:tavLst>
                                    </p:anim>
                                    <p:anim calcmode="lin" valueType="num">
                                      <p:cBhvr>
                                        <p:cTn id="49" dur="500" fill="hold"/>
                                        <p:tgtEl>
                                          <p:spTgt spid="139360"/>
                                        </p:tgtEl>
                                        <p:attrNameLst>
                                          <p:attrName>ppt_h</p:attrName>
                                        </p:attrNameLst>
                                      </p:cBhvr>
                                      <p:tavLst>
                                        <p:tav tm="0">
                                          <p:val>
                                            <p:fltVal val="0"/>
                                          </p:val>
                                        </p:tav>
                                        <p:tav tm="100000">
                                          <p:val>
                                            <p:strVal val="#ppt_h"/>
                                          </p:val>
                                        </p:tav>
                                      </p:tavLst>
                                    </p:anim>
                                    <p:animEffect transition="in" filter="fade">
                                      <p:cBhvr>
                                        <p:cTn id="50" dur="500"/>
                                        <p:tgtEl>
                                          <p:spTgt spid="139360"/>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39361"/>
                                        </p:tgtEl>
                                        <p:attrNameLst>
                                          <p:attrName>style.visibility</p:attrName>
                                        </p:attrNameLst>
                                      </p:cBhvr>
                                      <p:to>
                                        <p:strVal val="visible"/>
                                      </p:to>
                                    </p:set>
                                    <p:anim calcmode="lin" valueType="num">
                                      <p:cBhvr>
                                        <p:cTn id="53" dur="500" fill="hold"/>
                                        <p:tgtEl>
                                          <p:spTgt spid="139361"/>
                                        </p:tgtEl>
                                        <p:attrNameLst>
                                          <p:attrName>ppt_w</p:attrName>
                                        </p:attrNameLst>
                                      </p:cBhvr>
                                      <p:tavLst>
                                        <p:tav tm="0">
                                          <p:val>
                                            <p:fltVal val="0"/>
                                          </p:val>
                                        </p:tav>
                                        <p:tav tm="100000">
                                          <p:val>
                                            <p:strVal val="#ppt_w"/>
                                          </p:val>
                                        </p:tav>
                                      </p:tavLst>
                                    </p:anim>
                                    <p:anim calcmode="lin" valueType="num">
                                      <p:cBhvr>
                                        <p:cTn id="54" dur="500" fill="hold"/>
                                        <p:tgtEl>
                                          <p:spTgt spid="139361"/>
                                        </p:tgtEl>
                                        <p:attrNameLst>
                                          <p:attrName>ppt_h</p:attrName>
                                        </p:attrNameLst>
                                      </p:cBhvr>
                                      <p:tavLst>
                                        <p:tav tm="0">
                                          <p:val>
                                            <p:fltVal val="0"/>
                                          </p:val>
                                        </p:tav>
                                        <p:tav tm="100000">
                                          <p:val>
                                            <p:strVal val="#ppt_h"/>
                                          </p:val>
                                        </p:tav>
                                      </p:tavLst>
                                    </p:anim>
                                    <p:animEffect transition="in" filter="fade">
                                      <p:cBhvr>
                                        <p:cTn id="55" dur="500"/>
                                        <p:tgtEl>
                                          <p:spTgt spid="139361"/>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39362"/>
                                        </p:tgtEl>
                                        <p:attrNameLst>
                                          <p:attrName>style.visibility</p:attrName>
                                        </p:attrNameLst>
                                      </p:cBhvr>
                                      <p:to>
                                        <p:strVal val="visible"/>
                                      </p:to>
                                    </p:set>
                                    <p:anim calcmode="lin" valueType="num">
                                      <p:cBhvr>
                                        <p:cTn id="58" dur="500" fill="hold"/>
                                        <p:tgtEl>
                                          <p:spTgt spid="139362"/>
                                        </p:tgtEl>
                                        <p:attrNameLst>
                                          <p:attrName>ppt_w</p:attrName>
                                        </p:attrNameLst>
                                      </p:cBhvr>
                                      <p:tavLst>
                                        <p:tav tm="0">
                                          <p:val>
                                            <p:fltVal val="0"/>
                                          </p:val>
                                        </p:tav>
                                        <p:tav tm="100000">
                                          <p:val>
                                            <p:strVal val="#ppt_w"/>
                                          </p:val>
                                        </p:tav>
                                      </p:tavLst>
                                    </p:anim>
                                    <p:anim calcmode="lin" valueType="num">
                                      <p:cBhvr>
                                        <p:cTn id="59" dur="500" fill="hold"/>
                                        <p:tgtEl>
                                          <p:spTgt spid="139362"/>
                                        </p:tgtEl>
                                        <p:attrNameLst>
                                          <p:attrName>ppt_h</p:attrName>
                                        </p:attrNameLst>
                                      </p:cBhvr>
                                      <p:tavLst>
                                        <p:tav tm="0">
                                          <p:val>
                                            <p:fltVal val="0"/>
                                          </p:val>
                                        </p:tav>
                                        <p:tav tm="100000">
                                          <p:val>
                                            <p:strVal val="#ppt_h"/>
                                          </p:val>
                                        </p:tav>
                                      </p:tavLst>
                                    </p:anim>
                                    <p:animEffect transition="in" filter="fade">
                                      <p:cBhvr>
                                        <p:cTn id="60" dur="500"/>
                                        <p:tgtEl>
                                          <p:spTgt spid="139362"/>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39363"/>
                                        </p:tgtEl>
                                        <p:attrNameLst>
                                          <p:attrName>style.visibility</p:attrName>
                                        </p:attrNameLst>
                                      </p:cBhvr>
                                      <p:to>
                                        <p:strVal val="visible"/>
                                      </p:to>
                                    </p:set>
                                    <p:anim calcmode="lin" valueType="num">
                                      <p:cBhvr>
                                        <p:cTn id="63" dur="500" fill="hold"/>
                                        <p:tgtEl>
                                          <p:spTgt spid="139363"/>
                                        </p:tgtEl>
                                        <p:attrNameLst>
                                          <p:attrName>ppt_w</p:attrName>
                                        </p:attrNameLst>
                                      </p:cBhvr>
                                      <p:tavLst>
                                        <p:tav tm="0">
                                          <p:val>
                                            <p:fltVal val="0"/>
                                          </p:val>
                                        </p:tav>
                                        <p:tav tm="100000">
                                          <p:val>
                                            <p:strVal val="#ppt_w"/>
                                          </p:val>
                                        </p:tav>
                                      </p:tavLst>
                                    </p:anim>
                                    <p:anim calcmode="lin" valueType="num">
                                      <p:cBhvr>
                                        <p:cTn id="64" dur="500" fill="hold"/>
                                        <p:tgtEl>
                                          <p:spTgt spid="139363"/>
                                        </p:tgtEl>
                                        <p:attrNameLst>
                                          <p:attrName>ppt_h</p:attrName>
                                        </p:attrNameLst>
                                      </p:cBhvr>
                                      <p:tavLst>
                                        <p:tav tm="0">
                                          <p:val>
                                            <p:fltVal val="0"/>
                                          </p:val>
                                        </p:tav>
                                        <p:tav tm="100000">
                                          <p:val>
                                            <p:strVal val="#ppt_h"/>
                                          </p:val>
                                        </p:tav>
                                      </p:tavLst>
                                    </p:anim>
                                    <p:animEffect transition="in" filter="fade">
                                      <p:cBhvr>
                                        <p:cTn id="65" dur="500"/>
                                        <p:tgtEl>
                                          <p:spTgt spid="139363"/>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3"/>
                                        </p:tgtEl>
                                        <p:attrNameLst>
                                          <p:attrName>style.visibility</p:attrName>
                                        </p:attrNameLst>
                                      </p:cBhvr>
                                      <p:to>
                                        <p:strVal val="visible"/>
                                      </p:to>
                                    </p:set>
                                    <p:anim calcmode="lin" valueType="num">
                                      <p:cBhvr>
                                        <p:cTn id="70" dur="500" fill="hold"/>
                                        <p:tgtEl>
                                          <p:spTgt spid="3"/>
                                        </p:tgtEl>
                                        <p:attrNameLst>
                                          <p:attrName>ppt_w</p:attrName>
                                        </p:attrNameLst>
                                      </p:cBhvr>
                                      <p:tavLst>
                                        <p:tav tm="0">
                                          <p:val>
                                            <p:fltVal val="0"/>
                                          </p:val>
                                        </p:tav>
                                        <p:tav tm="100000">
                                          <p:val>
                                            <p:strVal val="#ppt_w"/>
                                          </p:val>
                                        </p:tav>
                                      </p:tavLst>
                                    </p:anim>
                                    <p:anim calcmode="lin" valueType="num">
                                      <p:cBhvr>
                                        <p:cTn id="71" dur="500" fill="hold"/>
                                        <p:tgtEl>
                                          <p:spTgt spid="3"/>
                                        </p:tgtEl>
                                        <p:attrNameLst>
                                          <p:attrName>ppt_h</p:attrName>
                                        </p:attrNameLst>
                                      </p:cBhvr>
                                      <p:tavLst>
                                        <p:tav tm="0">
                                          <p:val>
                                            <p:fltVal val="0"/>
                                          </p:val>
                                        </p:tav>
                                        <p:tav tm="100000">
                                          <p:val>
                                            <p:strVal val="#ppt_h"/>
                                          </p:val>
                                        </p:tav>
                                      </p:tavLst>
                                    </p:anim>
                                    <p:animEffect transition="in" filter="fade">
                                      <p:cBhvr>
                                        <p:cTn id="72" dur="500"/>
                                        <p:tgtEl>
                                          <p:spTgt spid="3"/>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nodeType="clickEffect">
                                  <p:stCondLst>
                                    <p:cond delay="0"/>
                                  </p:stCondLst>
                                  <p:childTnLst>
                                    <p:set>
                                      <p:cBhvr>
                                        <p:cTn id="76" dur="1" fill="hold">
                                          <p:stCondLst>
                                            <p:cond delay="0"/>
                                          </p:stCondLst>
                                        </p:cTn>
                                        <p:tgtEl>
                                          <p:spTgt spid="5125">
                                            <p:txEl>
                                              <p:pRg st="0" end="0"/>
                                            </p:txEl>
                                          </p:spTgt>
                                        </p:tgtEl>
                                        <p:attrNameLst>
                                          <p:attrName>style.visibility</p:attrName>
                                        </p:attrNameLst>
                                      </p:cBhvr>
                                      <p:to>
                                        <p:strVal val="visible"/>
                                      </p:to>
                                    </p:set>
                                    <p:anim calcmode="lin" valueType="num">
                                      <p:cBhvr>
                                        <p:cTn id="77" dur="500" fill="hold"/>
                                        <p:tgtEl>
                                          <p:spTgt spid="5125">
                                            <p:txEl>
                                              <p:pRg st="0" end="0"/>
                                            </p:txEl>
                                          </p:spTgt>
                                        </p:tgtEl>
                                        <p:attrNameLst>
                                          <p:attrName>ppt_w</p:attrName>
                                        </p:attrNameLst>
                                      </p:cBhvr>
                                      <p:tavLst>
                                        <p:tav tm="0">
                                          <p:val>
                                            <p:fltVal val="0"/>
                                          </p:val>
                                        </p:tav>
                                        <p:tav tm="100000">
                                          <p:val>
                                            <p:strVal val="#ppt_w"/>
                                          </p:val>
                                        </p:tav>
                                      </p:tavLst>
                                    </p:anim>
                                    <p:anim calcmode="lin" valueType="num">
                                      <p:cBhvr>
                                        <p:cTn id="78" dur="500" fill="hold"/>
                                        <p:tgtEl>
                                          <p:spTgt spid="5125">
                                            <p:txEl>
                                              <p:pRg st="0" end="0"/>
                                            </p:txEl>
                                          </p:spTgt>
                                        </p:tgtEl>
                                        <p:attrNameLst>
                                          <p:attrName>ppt_h</p:attrName>
                                        </p:attrNameLst>
                                      </p:cBhvr>
                                      <p:tavLst>
                                        <p:tav tm="0">
                                          <p:val>
                                            <p:fltVal val="0"/>
                                          </p:val>
                                        </p:tav>
                                        <p:tav tm="100000">
                                          <p:val>
                                            <p:strVal val="#ppt_h"/>
                                          </p:val>
                                        </p:tav>
                                      </p:tavLst>
                                    </p:anim>
                                    <p:animEffect transition="in" filter="fade">
                                      <p:cBhvr>
                                        <p:cTn id="79" dur="500"/>
                                        <p:tgtEl>
                                          <p:spTgt spid="5125">
                                            <p:txEl>
                                              <p:pRg st="0" end="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nodeType="clickEffect">
                                  <p:stCondLst>
                                    <p:cond delay="0"/>
                                  </p:stCondLst>
                                  <p:childTnLst>
                                    <p:set>
                                      <p:cBhvr>
                                        <p:cTn id="83" dur="1" fill="hold">
                                          <p:stCondLst>
                                            <p:cond delay="0"/>
                                          </p:stCondLst>
                                        </p:cTn>
                                        <p:tgtEl>
                                          <p:spTgt spid="5125">
                                            <p:txEl>
                                              <p:pRg st="1" end="1"/>
                                            </p:txEl>
                                          </p:spTgt>
                                        </p:tgtEl>
                                        <p:attrNameLst>
                                          <p:attrName>style.visibility</p:attrName>
                                        </p:attrNameLst>
                                      </p:cBhvr>
                                      <p:to>
                                        <p:strVal val="visible"/>
                                      </p:to>
                                    </p:set>
                                    <p:anim calcmode="lin" valueType="num">
                                      <p:cBhvr>
                                        <p:cTn id="84" dur="500" fill="hold"/>
                                        <p:tgtEl>
                                          <p:spTgt spid="5125">
                                            <p:txEl>
                                              <p:pRg st="1" end="1"/>
                                            </p:txEl>
                                          </p:spTgt>
                                        </p:tgtEl>
                                        <p:attrNameLst>
                                          <p:attrName>ppt_w</p:attrName>
                                        </p:attrNameLst>
                                      </p:cBhvr>
                                      <p:tavLst>
                                        <p:tav tm="0">
                                          <p:val>
                                            <p:fltVal val="0"/>
                                          </p:val>
                                        </p:tav>
                                        <p:tav tm="100000">
                                          <p:val>
                                            <p:strVal val="#ppt_w"/>
                                          </p:val>
                                        </p:tav>
                                      </p:tavLst>
                                    </p:anim>
                                    <p:anim calcmode="lin" valueType="num">
                                      <p:cBhvr>
                                        <p:cTn id="85" dur="500" fill="hold"/>
                                        <p:tgtEl>
                                          <p:spTgt spid="5125">
                                            <p:txEl>
                                              <p:pRg st="1" end="1"/>
                                            </p:txEl>
                                          </p:spTgt>
                                        </p:tgtEl>
                                        <p:attrNameLst>
                                          <p:attrName>ppt_h</p:attrName>
                                        </p:attrNameLst>
                                      </p:cBhvr>
                                      <p:tavLst>
                                        <p:tav tm="0">
                                          <p:val>
                                            <p:fltVal val="0"/>
                                          </p:val>
                                        </p:tav>
                                        <p:tav tm="100000">
                                          <p:val>
                                            <p:strVal val="#ppt_h"/>
                                          </p:val>
                                        </p:tav>
                                      </p:tavLst>
                                    </p:anim>
                                    <p:animEffect transition="in" filter="fade">
                                      <p:cBhvr>
                                        <p:cTn id="86" dur="500"/>
                                        <p:tgtEl>
                                          <p:spTgt spid="5125">
                                            <p:txEl>
                                              <p:pRg st="1" end="1"/>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nodeType="clickEffect">
                                  <p:stCondLst>
                                    <p:cond delay="0"/>
                                  </p:stCondLst>
                                  <p:childTnLst>
                                    <p:set>
                                      <p:cBhvr>
                                        <p:cTn id="90" dur="1" fill="hold">
                                          <p:stCondLst>
                                            <p:cond delay="0"/>
                                          </p:stCondLst>
                                        </p:cTn>
                                        <p:tgtEl>
                                          <p:spTgt spid="5125">
                                            <p:txEl>
                                              <p:pRg st="2" end="2"/>
                                            </p:txEl>
                                          </p:spTgt>
                                        </p:tgtEl>
                                        <p:attrNameLst>
                                          <p:attrName>style.visibility</p:attrName>
                                        </p:attrNameLst>
                                      </p:cBhvr>
                                      <p:to>
                                        <p:strVal val="visible"/>
                                      </p:to>
                                    </p:set>
                                    <p:anim calcmode="lin" valueType="num">
                                      <p:cBhvr>
                                        <p:cTn id="91" dur="500" fill="hold"/>
                                        <p:tgtEl>
                                          <p:spTgt spid="5125">
                                            <p:txEl>
                                              <p:pRg st="2" end="2"/>
                                            </p:txEl>
                                          </p:spTgt>
                                        </p:tgtEl>
                                        <p:attrNameLst>
                                          <p:attrName>ppt_w</p:attrName>
                                        </p:attrNameLst>
                                      </p:cBhvr>
                                      <p:tavLst>
                                        <p:tav tm="0">
                                          <p:val>
                                            <p:fltVal val="0"/>
                                          </p:val>
                                        </p:tav>
                                        <p:tav tm="100000">
                                          <p:val>
                                            <p:strVal val="#ppt_w"/>
                                          </p:val>
                                        </p:tav>
                                      </p:tavLst>
                                    </p:anim>
                                    <p:anim calcmode="lin" valueType="num">
                                      <p:cBhvr>
                                        <p:cTn id="92" dur="500" fill="hold"/>
                                        <p:tgtEl>
                                          <p:spTgt spid="5125">
                                            <p:txEl>
                                              <p:pRg st="2" end="2"/>
                                            </p:txEl>
                                          </p:spTgt>
                                        </p:tgtEl>
                                        <p:attrNameLst>
                                          <p:attrName>ppt_h</p:attrName>
                                        </p:attrNameLst>
                                      </p:cBhvr>
                                      <p:tavLst>
                                        <p:tav tm="0">
                                          <p:val>
                                            <p:fltVal val="0"/>
                                          </p:val>
                                        </p:tav>
                                        <p:tav tm="100000">
                                          <p:val>
                                            <p:strVal val="#ppt_h"/>
                                          </p:val>
                                        </p:tav>
                                      </p:tavLst>
                                    </p:anim>
                                    <p:animEffect transition="in" filter="fade">
                                      <p:cBhvr>
                                        <p:cTn id="93" dur="500"/>
                                        <p:tgtEl>
                                          <p:spTgt spid="5125">
                                            <p:txEl>
                                              <p:pRg st="2" end="2"/>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16" fill="hold" nodeType="clickEffect">
                                  <p:stCondLst>
                                    <p:cond delay="0"/>
                                  </p:stCondLst>
                                  <p:childTnLst>
                                    <p:set>
                                      <p:cBhvr>
                                        <p:cTn id="97" dur="1" fill="hold">
                                          <p:stCondLst>
                                            <p:cond delay="0"/>
                                          </p:stCondLst>
                                        </p:cTn>
                                        <p:tgtEl>
                                          <p:spTgt spid="5125">
                                            <p:txEl>
                                              <p:pRg st="3" end="3"/>
                                            </p:txEl>
                                          </p:spTgt>
                                        </p:tgtEl>
                                        <p:attrNameLst>
                                          <p:attrName>style.visibility</p:attrName>
                                        </p:attrNameLst>
                                      </p:cBhvr>
                                      <p:to>
                                        <p:strVal val="visible"/>
                                      </p:to>
                                    </p:set>
                                    <p:anim calcmode="lin" valueType="num">
                                      <p:cBhvr>
                                        <p:cTn id="98" dur="500" fill="hold"/>
                                        <p:tgtEl>
                                          <p:spTgt spid="5125">
                                            <p:txEl>
                                              <p:pRg st="3" end="3"/>
                                            </p:txEl>
                                          </p:spTgt>
                                        </p:tgtEl>
                                        <p:attrNameLst>
                                          <p:attrName>ppt_w</p:attrName>
                                        </p:attrNameLst>
                                      </p:cBhvr>
                                      <p:tavLst>
                                        <p:tav tm="0">
                                          <p:val>
                                            <p:fltVal val="0"/>
                                          </p:val>
                                        </p:tav>
                                        <p:tav tm="100000">
                                          <p:val>
                                            <p:strVal val="#ppt_w"/>
                                          </p:val>
                                        </p:tav>
                                      </p:tavLst>
                                    </p:anim>
                                    <p:anim calcmode="lin" valueType="num">
                                      <p:cBhvr>
                                        <p:cTn id="99" dur="500" fill="hold"/>
                                        <p:tgtEl>
                                          <p:spTgt spid="5125">
                                            <p:txEl>
                                              <p:pRg st="3" end="3"/>
                                            </p:txEl>
                                          </p:spTgt>
                                        </p:tgtEl>
                                        <p:attrNameLst>
                                          <p:attrName>ppt_h</p:attrName>
                                        </p:attrNameLst>
                                      </p:cBhvr>
                                      <p:tavLst>
                                        <p:tav tm="0">
                                          <p:val>
                                            <p:fltVal val="0"/>
                                          </p:val>
                                        </p:tav>
                                        <p:tav tm="100000">
                                          <p:val>
                                            <p:strVal val="#ppt_h"/>
                                          </p:val>
                                        </p:tav>
                                      </p:tavLst>
                                    </p:anim>
                                    <p:animEffect transition="in" filter="fade">
                                      <p:cBhvr>
                                        <p:cTn id="100" dur="500"/>
                                        <p:tgtEl>
                                          <p:spTgt spid="5125">
                                            <p:txEl>
                                              <p:pRg st="3" end="3"/>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nodeType="clickEffect">
                                  <p:stCondLst>
                                    <p:cond delay="0"/>
                                  </p:stCondLst>
                                  <p:childTnLst>
                                    <p:set>
                                      <p:cBhvr>
                                        <p:cTn id="104" dur="1" fill="hold">
                                          <p:stCondLst>
                                            <p:cond delay="0"/>
                                          </p:stCondLst>
                                        </p:cTn>
                                        <p:tgtEl>
                                          <p:spTgt spid="5125">
                                            <p:txEl>
                                              <p:pRg st="4" end="4"/>
                                            </p:txEl>
                                          </p:spTgt>
                                        </p:tgtEl>
                                        <p:attrNameLst>
                                          <p:attrName>style.visibility</p:attrName>
                                        </p:attrNameLst>
                                      </p:cBhvr>
                                      <p:to>
                                        <p:strVal val="visible"/>
                                      </p:to>
                                    </p:set>
                                    <p:anim calcmode="lin" valueType="num">
                                      <p:cBhvr>
                                        <p:cTn id="105" dur="500" fill="hold"/>
                                        <p:tgtEl>
                                          <p:spTgt spid="5125">
                                            <p:txEl>
                                              <p:pRg st="4" end="4"/>
                                            </p:txEl>
                                          </p:spTgt>
                                        </p:tgtEl>
                                        <p:attrNameLst>
                                          <p:attrName>ppt_w</p:attrName>
                                        </p:attrNameLst>
                                      </p:cBhvr>
                                      <p:tavLst>
                                        <p:tav tm="0">
                                          <p:val>
                                            <p:fltVal val="0"/>
                                          </p:val>
                                        </p:tav>
                                        <p:tav tm="100000">
                                          <p:val>
                                            <p:strVal val="#ppt_w"/>
                                          </p:val>
                                        </p:tav>
                                      </p:tavLst>
                                    </p:anim>
                                    <p:anim calcmode="lin" valueType="num">
                                      <p:cBhvr>
                                        <p:cTn id="106" dur="500" fill="hold"/>
                                        <p:tgtEl>
                                          <p:spTgt spid="5125">
                                            <p:txEl>
                                              <p:pRg st="4" end="4"/>
                                            </p:txEl>
                                          </p:spTgt>
                                        </p:tgtEl>
                                        <p:attrNameLst>
                                          <p:attrName>ppt_h</p:attrName>
                                        </p:attrNameLst>
                                      </p:cBhvr>
                                      <p:tavLst>
                                        <p:tav tm="0">
                                          <p:val>
                                            <p:fltVal val="0"/>
                                          </p:val>
                                        </p:tav>
                                        <p:tav tm="100000">
                                          <p:val>
                                            <p:strVal val="#ppt_h"/>
                                          </p:val>
                                        </p:tav>
                                      </p:tavLst>
                                    </p:anim>
                                    <p:animEffect transition="in" filter="fade">
                                      <p:cBhvr>
                                        <p:cTn id="107" dur="500"/>
                                        <p:tgtEl>
                                          <p:spTgt spid="51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355" grpId="0"/>
      <p:bldP spid="139356" grpId="0"/>
      <p:bldP spid="139357" grpId="0"/>
      <p:bldP spid="139358" grpId="0"/>
      <p:bldP spid="139359" grpId="0"/>
      <p:bldP spid="139360" grpId="0"/>
      <p:bldP spid="139361" grpId="0"/>
      <p:bldP spid="139362" grpId="0"/>
      <p:bldP spid="139363" grpId="0"/>
      <p:bldP spid="3" grpId="0" animBg="1"/>
      <p:bldP spid="4" grpId="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6978" name="Rectangle 2"/>
          <p:cNvSpPr>
            <a:spLocks noGrp="1" noChangeArrowheads="1"/>
          </p:cNvSpPr>
          <p:nvPr>
            <p:ph type="body" sz="half" idx="4294967295"/>
          </p:nvPr>
        </p:nvSpPr>
        <p:spPr>
          <a:xfrm>
            <a:off x="5429250" y="176213"/>
            <a:ext cx="3606800" cy="4843809"/>
          </a:xfrm>
        </p:spPr>
        <p:txBody>
          <a:bodyPr lIns="92075" tIns="46038" rIns="92075" bIns="46038"/>
          <a:lstStyle/>
          <a:p>
            <a:pPr eaLnBrk="1" hangingPunct="1">
              <a:lnSpc>
                <a:spcPct val="90000"/>
              </a:lnSpc>
              <a:buFont typeface="Wingdings" panose="05000000000000000000" pitchFamily="2" charset="2"/>
              <a:buNone/>
              <a:defRPr/>
            </a:pPr>
            <a:r>
              <a:rPr lang="zh-CN" altLang="en-US" sz="16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     </a:t>
            </a:r>
            <a:r>
              <a:rPr lang="zh-CN" altLang="en-US" sz="1800"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栈	  剩余输入</a:t>
            </a:r>
            <a:endParaRPr lang="en-US" altLang="zh-CN" sz="1800"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endParaRPr>
          </a:p>
          <a:p>
            <a:pPr eaLnBrk="1" hangingPunct="1">
              <a:lnSpc>
                <a:spcPct val="90000"/>
              </a:lnSpc>
              <a:buFont typeface="Wingdings" panose="05000000000000000000" pitchFamily="2" charset="2"/>
              <a:buNone/>
              <a:defRPr/>
            </a:pP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1600" b="1" i="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E</a:t>
            </a:r>
            <a:r>
              <a:rPr lang="en-US" altLang="zh-CN" sz="1600" b="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1600" b="1" dirty="0">
                <a:solidFill>
                  <a:srgbClr val="FF0000"/>
                </a:solidFill>
                <a:latin typeface="+mn-ea"/>
                <a:cs typeface="Times New Roman" panose="02020603050405020304" pitchFamily="18" charset="0"/>
              </a:rPr>
              <a:t>$</a:t>
            </a:r>
            <a:r>
              <a:rPr lang="zh-CN" altLang="en-US" sz="1600" b="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1600" b="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+id*+id </a:t>
            </a:r>
            <a:r>
              <a:rPr lang="en-US" altLang="zh-CN" sz="1600" b="1" dirty="0">
                <a:solidFill>
                  <a:srgbClr val="FF0000"/>
                </a:solidFill>
                <a:latin typeface="+mn-ea"/>
                <a:cs typeface="Times New Roman" panose="02020603050405020304" pitchFamily="18" charset="0"/>
              </a:rPr>
              <a:t>$</a:t>
            </a:r>
            <a:r>
              <a:rPr lang="en-US" altLang="zh-CN" sz="1600" b="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            ignore +</a:t>
            </a:r>
          </a:p>
          <a:p>
            <a:pPr eaLnBrk="1" hangingPunct="1">
              <a:lnSpc>
                <a:spcPct val="90000"/>
              </a:lnSpc>
              <a:buFont typeface="Wingdings" panose="05000000000000000000" pitchFamily="2" charset="2"/>
              <a:buNone/>
              <a:defRPr/>
            </a:pP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1600" b="1" i="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E</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id*+id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id</a:t>
            </a:r>
            <a:r>
              <a:rPr lang="zh-CN" altLang="en-US" sz="12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在</a:t>
            </a:r>
            <a:r>
              <a:rPr lang="en-US" altLang="zh-CN" sz="12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FIRST(A)</a:t>
            </a:r>
            <a:r>
              <a:rPr lang="zh-CN" altLang="en-US" sz="11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中</a:t>
            </a:r>
            <a:endParaRPr lang="en-US" altLang="zh-CN" sz="12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hangingPunct="1">
              <a:lnSpc>
                <a:spcPct val="90000"/>
              </a:lnSpc>
              <a:buFont typeface="Wingdings" panose="05000000000000000000" pitchFamily="2" charset="2"/>
              <a:buNone/>
              <a:defRPr/>
            </a:pP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1600" b="1" i="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TE'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id*+id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p>
          <a:p>
            <a:pPr eaLnBrk="1" hangingPunct="1">
              <a:lnSpc>
                <a:spcPct val="90000"/>
              </a:lnSpc>
              <a:buFont typeface="Wingdings" panose="05000000000000000000" pitchFamily="2" charset="2"/>
              <a:buNone/>
              <a:defRPr/>
            </a:pP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1600" b="1" i="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FT'E'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id*+id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p>
          <a:p>
            <a:pPr eaLnBrk="1" hangingPunct="1">
              <a:lnSpc>
                <a:spcPct val="90000"/>
              </a:lnSpc>
              <a:buFont typeface="Wingdings" panose="05000000000000000000" pitchFamily="2" charset="2"/>
              <a:buNone/>
              <a:defRPr/>
            </a:pP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1600" b="1" dirty="0" err="1">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id</a:t>
            </a:r>
            <a:r>
              <a:rPr lang="en-US" altLang="zh-CN" sz="1600" b="1" i="1" dirty="0" err="1">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T'E</a:t>
            </a:r>
            <a:r>
              <a:rPr lang="en-US" altLang="zh-CN" sz="1600" b="1" i="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id*+id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p>
          <a:p>
            <a:pPr eaLnBrk="1" hangingPunct="1">
              <a:lnSpc>
                <a:spcPct val="90000"/>
              </a:lnSpc>
              <a:buFont typeface="Wingdings" panose="05000000000000000000" pitchFamily="2" charset="2"/>
              <a:buNone/>
              <a:defRPr/>
            </a:pPr>
            <a:r>
              <a:rPr lang="en-US" altLang="zh-CN" sz="1600" b="1" i="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T'E'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*+id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p>
          <a:p>
            <a:pPr eaLnBrk="1" hangingPunct="1">
              <a:lnSpc>
                <a:spcPct val="90000"/>
              </a:lnSpc>
              <a:buFont typeface="Wingdings" panose="05000000000000000000" pitchFamily="2" charset="2"/>
              <a:buNone/>
              <a:defRPr/>
            </a:pPr>
            <a:r>
              <a:rPr kumimoji="1"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r>
              <a:rPr kumimoji="1" lang="en-US" altLang="zh-CN" sz="1600" b="1" i="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FT</a:t>
            </a:r>
            <a:r>
              <a:rPr lang="en-US" altLang="zh-CN" sz="1600" b="1" i="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'E'</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*+id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p>
          <a:p>
            <a:pPr eaLnBrk="1" hangingPunct="1">
              <a:lnSpc>
                <a:spcPct val="90000"/>
              </a:lnSpc>
              <a:buFont typeface="Wingdings" panose="05000000000000000000" pitchFamily="2" charset="2"/>
              <a:buNone/>
              <a:defRPr/>
            </a:pPr>
            <a:r>
              <a:rPr kumimoji="1" lang="en-US" altLang="zh-CN" sz="1600" b="1" i="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r>
              <a:rPr kumimoji="1" lang="en-US" altLang="zh-CN" sz="1600" b="1" i="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FT</a:t>
            </a:r>
            <a:r>
              <a:rPr lang="en-US" altLang="zh-CN" sz="1600" b="1" i="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‘E’ </a:t>
            </a:r>
            <a:r>
              <a:rPr lang="en-US" altLang="zh-CN" sz="1600" b="1" dirty="0">
                <a:solidFill>
                  <a:srgbClr val="FF0000"/>
                </a:solidFill>
                <a:latin typeface="+mn-ea"/>
                <a:cs typeface="Times New Roman" panose="02020603050405020304" pitchFamily="18" charset="0"/>
              </a:rPr>
              <a:t>$</a:t>
            </a:r>
            <a:r>
              <a:rPr lang="en-US" altLang="zh-CN" sz="1600" b="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                 +id </a:t>
            </a:r>
            <a:r>
              <a:rPr lang="en-US" altLang="zh-CN" sz="1600" b="1" dirty="0">
                <a:solidFill>
                  <a:srgbClr val="FF0000"/>
                </a:solidFill>
                <a:latin typeface="+mn-ea"/>
                <a:cs typeface="Times New Roman" panose="02020603050405020304" pitchFamily="18" charset="0"/>
              </a:rPr>
              <a:t>$</a:t>
            </a:r>
            <a:r>
              <a:rPr lang="en-US" altLang="zh-CN" sz="1600" b="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     synch, </a:t>
            </a:r>
            <a:r>
              <a:rPr lang="en-US" altLang="zh-CN" sz="1600" b="1" i="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F</a:t>
            </a:r>
            <a:r>
              <a:rPr lang="zh-CN" altLang="en-US" sz="1200" b="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出栈</a:t>
            </a:r>
            <a:endParaRPr lang="zh-CN" altLang="en-US" sz="1600" b="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hangingPunct="1">
              <a:lnSpc>
                <a:spcPct val="90000"/>
              </a:lnSpc>
              <a:buFont typeface="Wingdings" panose="05000000000000000000" pitchFamily="2" charset="2"/>
              <a:buNone/>
              <a:defRPr/>
            </a:pPr>
            <a:r>
              <a:rPr kumimoji="1"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r>
              <a:rPr kumimoji="1" lang="en-US" altLang="zh-CN" sz="1600" b="1" i="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T</a:t>
            </a:r>
            <a:r>
              <a:rPr lang="en-US" altLang="zh-CN" sz="1600" b="1" i="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'E'</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+id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endParaRPr lang="zh-CN" altLang="en-US"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hangingPunct="1">
              <a:lnSpc>
                <a:spcPct val="90000"/>
              </a:lnSpc>
              <a:buFont typeface="Wingdings" panose="05000000000000000000" pitchFamily="2" charset="2"/>
              <a:buNone/>
              <a:defRPr/>
            </a:pPr>
            <a:r>
              <a:rPr lang="en-US" altLang="zh-CN" sz="16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1600" b="1" i="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rPr>
              <a:t>E'</a:t>
            </a:r>
            <a:r>
              <a:rPr lang="en-US" altLang="zh-CN" sz="1600" b="1" i="1" dirty="0">
                <a:solidFill>
                  <a:schemeClr val="tx1"/>
                </a:solidFill>
                <a:latin typeface="Times New Roman" panose="02020603050405020304" pitchFamily="18" charset="0"/>
                <a:ea typeface="楷体_GB2312" panose="02010609030101010101" pitchFamily="49" charset="-122"/>
              </a:rPr>
              <a:t>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rPr>
              <a:t> 	               +id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rPr>
              <a:t>  	</a:t>
            </a:r>
          </a:p>
          <a:p>
            <a:pPr eaLnBrk="1" hangingPunct="1">
              <a:lnSpc>
                <a:spcPct val="90000"/>
              </a:lnSpc>
              <a:buFont typeface="Wingdings" panose="05000000000000000000" pitchFamily="2" charset="2"/>
              <a:buNone/>
              <a:defRPr/>
            </a:pPr>
            <a:r>
              <a:rPr lang="en-US" altLang="zh-CN" sz="1600" b="1" dirty="0">
                <a:solidFill>
                  <a:schemeClr val="tx1"/>
                </a:solidFill>
                <a:latin typeface="Times New Roman" panose="02020603050405020304" pitchFamily="18" charset="0"/>
                <a:ea typeface="楷体_GB2312" panose="02010609030101010101" pitchFamily="49" charset="-122"/>
              </a:rPr>
              <a:t>     +</a:t>
            </a:r>
            <a:r>
              <a:rPr lang="en-US" altLang="zh-CN" sz="1600" b="1" i="1" dirty="0">
                <a:solidFill>
                  <a:schemeClr val="tx1"/>
                </a:solidFill>
                <a:latin typeface="Times New Roman" panose="02020603050405020304" pitchFamily="18" charset="0"/>
                <a:ea typeface="楷体_GB2312" panose="02010609030101010101" pitchFamily="49" charset="-122"/>
              </a:rPr>
              <a:t>TE'</a:t>
            </a:r>
            <a:r>
              <a:rPr lang="en-US" altLang="zh-CN" sz="1600" b="1" dirty="0">
                <a:solidFill>
                  <a:schemeClr val="tx1"/>
                </a:solidFill>
                <a:latin typeface="Times New Roman" panose="02020603050405020304" pitchFamily="18" charset="0"/>
                <a:ea typeface="楷体_GB2312" panose="02010609030101010101" pitchFamily="49" charset="-122"/>
              </a:rPr>
              <a:t>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rPr>
              <a:t> 	               +id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rPr>
              <a:t> 	</a:t>
            </a:r>
          </a:p>
          <a:p>
            <a:pPr eaLnBrk="1" hangingPunct="1">
              <a:lnSpc>
                <a:spcPct val="90000"/>
              </a:lnSpc>
              <a:buFont typeface="Wingdings" panose="05000000000000000000" pitchFamily="2" charset="2"/>
              <a:buNone/>
              <a:defRPr/>
            </a:pPr>
            <a:r>
              <a:rPr lang="en-US" altLang="zh-CN" sz="1600" b="1" dirty="0">
                <a:solidFill>
                  <a:schemeClr val="tx1"/>
                </a:solidFill>
                <a:latin typeface="Times New Roman" panose="02020603050405020304" pitchFamily="18" charset="0"/>
                <a:ea typeface="楷体_GB2312" panose="02010609030101010101" pitchFamily="49" charset="-122"/>
              </a:rPr>
              <a:t>       </a:t>
            </a:r>
            <a:r>
              <a:rPr lang="en-US" altLang="zh-CN" sz="1600" b="1" i="1" dirty="0">
                <a:solidFill>
                  <a:schemeClr val="tx1"/>
                </a:solidFill>
                <a:latin typeface="Times New Roman" panose="02020603050405020304" pitchFamily="18" charset="0"/>
                <a:ea typeface="楷体_GB2312" panose="02010609030101010101" pitchFamily="49" charset="-122"/>
              </a:rPr>
              <a:t>TE'</a:t>
            </a:r>
            <a:r>
              <a:rPr lang="en-US" altLang="zh-CN" sz="1600" b="1" dirty="0">
                <a:solidFill>
                  <a:schemeClr val="tx1"/>
                </a:solidFill>
                <a:latin typeface="Times New Roman" panose="02020603050405020304" pitchFamily="18" charset="0"/>
                <a:ea typeface="楷体_GB2312" panose="02010609030101010101" pitchFamily="49" charset="-122"/>
              </a:rPr>
              <a:t>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rPr>
              <a:t> 	                 id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rPr>
              <a:t> 	</a:t>
            </a:r>
          </a:p>
          <a:p>
            <a:pPr eaLnBrk="1" hangingPunct="1">
              <a:lnSpc>
                <a:spcPct val="90000"/>
              </a:lnSpc>
              <a:buFont typeface="Wingdings" panose="05000000000000000000" pitchFamily="2" charset="2"/>
              <a:buNone/>
              <a:defRPr/>
            </a:pPr>
            <a:r>
              <a:rPr kumimoji="1" lang="en-US" altLang="zh-CN" sz="1600" b="1" dirty="0">
                <a:solidFill>
                  <a:schemeClr val="tx1"/>
                </a:solidFill>
                <a:latin typeface="Times New Roman" panose="02020603050405020304" pitchFamily="18" charset="0"/>
                <a:cs typeface="Times New Roman" panose="02020603050405020304" pitchFamily="18" charset="0"/>
              </a:rPr>
              <a:t>   </a:t>
            </a:r>
            <a:r>
              <a:rPr kumimoji="1" lang="en-US" altLang="zh-CN" sz="1600" b="1" i="1" dirty="0">
                <a:solidFill>
                  <a:schemeClr val="tx1"/>
                </a:solidFill>
                <a:latin typeface="Times New Roman" panose="02020603050405020304" pitchFamily="18" charset="0"/>
                <a:cs typeface="Times New Roman" panose="02020603050405020304" pitchFamily="18" charset="0"/>
              </a:rPr>
              <a:t>FT</a:t>
            </a:r>
            <a:r>
              <a:rPr lang="en-US" altLang="zh-CN" sz="1600" b="1" i="1" dirty="0">
                <a:solidFill>
                  <a:schemeClr val="tx1"/>
                </a:solidFill>
                <a:latin typeface="Times New Roman" panose="02020603050405020304" pitchFamily="18" charset="0"/>
                <a:ea typeface="楷体_GB2312" panose="02010609030101010101" pitchFamily="49" charset="-122"/>
              </a:rPr>
              <a:t>'E'</a:t>
            </a:r>
            <a:r>
              <a:rPr lang="en-US" altLang="zh-CN" sz="1600" b="1" dirty="0">
                <a:solidFill>
                  <a:schemeClr val="tx1"/>
                </a:solidFill>
                <a:latin typeface="Times New Roman" panose="02020603050405020304" pitchFamily="18" charset="0"/>
                <a:ea typeface="楷体_GB2312" panose="02010609030101010101" pitchFamily="49" charset="-122"/>
              </a:rPr>
              <a:t>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rPr>
              <a:t> 	                 id </a:t>
            </a:r>
            <a:r>
              <a:rPr lang="en-US" altLang="zh-CN" sz="1600" b="1" dirty="0">
                <a:solidFill>
                  <a:schemeClr val="tx1"/>
                </a:solidFill>
                <a:latin typeface="+mn-ea"/>
                <a:cs typeface="Times New Roman" panose="02020603050405020304" pitchFamily="18" charset="0"/>
              </a:rPr>
              <a:t>$</a:t>
            </a:r>
            <a:endParaRPr lang="en-US" altLang="zh-CN" sz="1600" b="1" dirty="0">
              <a:solidFill>
                <a:schemeClr val="tx1"/>
              </a:solidFill>
              <a:latin typeface="Times New Roman" panose="02020603050405020304" pitchFamily="18" charset="0"/>
              <a:ea typeface="楷体_GB2312" panose="02010609030101010101" pitchFamily="49" charset="-122"/>
            </a:endParaRPr>
          </a:p>
          <a:p>
            <a:pPr eaLnBrk="1" hangingPunct="1">
              <a:lnSpc>
                <a:spcPct val="90000"/>
              </a:lnSpc>
              <a:buFont typeface="Wingdings" panose="05000000000000000000" pitchFamily="2" charset="2"/>
              <a:buNone/>
              <a:defRPr/>
            </a:pPr>
            <a:r>
              <a:rPr lang="en-US" altLang="zh-CN" sz="1600" b="1" dirty="0">
                <a:solidFill>
                  <a:schemeClr val="tx1"/>
                </a:solidFill>
                <a:latin typeface="Times New Roman" panose="02020603050405020304" pitchFamily="18" charset="0"/>
                <a:ea typeface="楷体_GB2312" panose="02010609030101010101" pitchFamily="49" charset="-122"/>
              </a:rPr>
              <a:t>  </a:t>
            </a:r>
            <a:r>
              <a:rPr lang="en-US" altLang="zh-CN" sz="1600" b="1" dirty="0" err="1">
                <a:solidFill>
                  <a:schemeClr val="tx1"/>
                </a:solidFill>
                <a:latin typeface="Times New Roman" panose="02020603050405020304" pitchFamily="18" charset="0"/>
                <a:ea typeface="楷体_GB2312" panose="02010609030101010101" pitchFamily="49" charset="-122"/>
              </a:rPr>
              <a:t>id</a:t>
            </a:r>
            <a:r>
              <a:rPr kumimoji="1" lang="en-US" altLang="zh-CN" sz="1600" b="1" i="1" dirty="0" err="1">
                <a:solidFill>
                  <a:schemeClr val="tx1"/>
                </a:solidFill>
                <a:latin typeface="Times New Roman" panose="02020603050405020304" pitchFamily="18" charset="0"/>
                <a:cs typeface="Times New Roman" panose="02020603050405020304" pitchFamily="18" charset="0"/>
              </a:rPr>
              <a:t>T</a:t>
            </a:r>
            <a:r>
              <a:rPr lang="en-US" altLang="zh-CN" sz="1600" b="1" i="1" dirty="0" err="1">
                <a:solidFill>
                  <a:schemeClr val="tx1"/>
                </a:solidFill>
                <a:latin typeface="Times New Roman" panose="02020603050405020304" pitchFamily="18" charset="0"/>
                <a:ea typeface="楷体_GB2312" panose="02010609030101010101" pitchFamily="49" charset="-122"/>
              </a:rPr>
              <a:t>'E</a:t>
            </a:r>
            <a:r>
              <a:rPr lang="en-US" altLang="zh-CN" sz="1600" b="1" i="1" dirty="0">
                <a:solidFill>
                  <a:schemeClr val="tx1"/>
                </a:solidFill>
                <a:latin typeface="Times New Roman" panose="02020603050405020304" pitchFamily="18" charset="0"/>
                <a:ea typeface="楷体_GB2312" panose="02010609030101010101" pitchFamily="49" charset="-122"/>
              </a:rPr>
              <a:t>'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rPr>
              <a:t> 	                 id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rPr>
              <a:t>            	</a:t>
            </a:r>
          </a:p>
          <a:p>
            <a:pPr eaLnBrk="1" hangingPunct="1">
              <a:lnSpc>
                <a:spcPct val="90000"/>
              </a:lnSpc>
              <a:buFont typeface="Wingdings" panose="05000000000000000000" pitchFamily="2" charset="2"/>
              <a:buNone/>
              <a:defRPr/>
            </a:pPr>
            <a:r>
              <a:rPr kumimoji="1" lang="en-US" altLang="zh-CN" sz="1600" b="1" dirty="0">
                <a:solidFill>
                  <a:schemeClr val="tx1"/>
                </a:solidFill>
                <a:latin typeface="Times New Roman" panose="02020603050405020304" pitchFamily="18" charset="0"/>
                <a:cs typeface="Times New Roman" panose="02020603050405020304" pitchFamily="18" charset="0"/>
              </a:rPr>
              <a:t>      </a:t>
            </a:r>
            <a:r>
              <a:rPr kumimoji="1" lang="en-US" altLang="zh-CN" sz="1600" b="1" i="1" dirty="0">
                <a:solidFill>
                  <a:schemeClr val="tx1"/>
                </a:solidFill>
                <a:latin typeface="Times New Roman" panose="02020603050405020304" pitchFamily="18" charset="0"/>
                <a:cs typeface="Times New Roman" panose="02020603050405020304" pitchFamily="18" charset="0"/>
              </a:rPr>
              <a:t>T</a:t>
            </a:r>
            <a:r>
              <a:rPr lang="en-US" altLang="zh-CN" sz="1600" b="1" i="1" dirty="0">
                <a:solidFill>
                  <a:schemeClr val="tx1"/>
                </a:solidFill>
                <a:latin typeface="Times New Roman" panose="02020603050405020304" pitchFamily="18" charset="0"/>
                <a:ea typeface="楷体_GB2312" panose="02010609030101010101" pitchFamily="49" charset="-122"/>
              </a:rPr>
              <a:t>'E'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华文楷体 (正文)"/>
                <a:ea typeface="楷体_GB2312" panose="02010609030101010101" pitchFamily="49" charset="-122"/>
                <a:cs typeface="Times New Roman" panose="02020603050405020304" pitchFamily="18" charset="0"/>
              </a:rPr>
              <a:t> </a:t>
            </a:r>
            <a:r>
              <a:rPr lang="en-US" altLang="zh-CN" sz="1600" b="1" dirty="0">
                <a:solidFill>
                  <a:schemeClr val="tx1"/>
                </a:solidFill>
                <a:latin typeface="Times New Roman" panose="02020603050405020304" pitchFamily="18" charset="0"/>
                <a:ea typeface="楷体_GB2312" panose="02010609030101010101" pitchFamily="49" charset="-122"/>
              </a:rPr>
              <a:t>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rPr>
              <a:t> 	  </a:t>
            </a:r>
          </a:p>
          <a:p>
            <a:pPr eaLnBrk="1" hangingPunct="1">
              <a:lnSpc>
                <a:spcPct val="90000"/>
              </a:lnSpc>
              <a:buFont typeface="Wingdings" panose="05000000000000000000" pitchFamily="2" charset="2"/>
              <a:buNone/>
              <a:defRPr/>
            </a:pPr>
            <a:r>
              <a:rPr lang="en-US" altLang="zh-CN" sz="1600" b="1" dirty="0">
                <a:solidFill>
                  <a:schemeClr val="tx1"/>
                </a:solidFill>
                <a:latin typeface="Times New Roman" panose="02020603050405020304" pitchFamily="18" charset="0"/>
                <a:ea typeface="楷体_GB2312" panose="02010609030101010101" pitchFamily="49" charset="-122"/>
              </a:rPr>
              <a:t>       </a:t>
            </a:r>
            <a:r>
              <a:rPr lang="en-US" altLang="zh-CN" sz="1600" b="1" i="1" dirty="0">
                <a:solidFill>
                  <a:schemeClr val="tx1"/>
                </a:solidFill>
                <a:latin typeface="Times New Roman" panose="02020603050405020304" pitchFamily="18" charset="0"/>
                <a:ea typeface="楷体_GB2312" panose="02010609030101010101" pitchFamily="49" charset="-122"/>
              </a:rPr>
              <a:t>  E'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rPr>
              <a:t>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rPr>
              <a:t> </a:t>
            </a:r>
          </a:p>
          <a:p>
            <a:pPr eaLnBrk="1" hangingPunct="1">
              <a:lnSpc>
                <a:spcPct val="90000"/>
              </a:lnSpc>
              <a:buFont typeface="Wingdings" panose="05000000000000000000" pitchFamily="2" charset="2"/>
              <a:buNone/>
              <a:defRPr/>
            </a:pPr>
            <a:r>
              <a:rPr lang="en-US" altLang="zh-CN" sz="1600" b="1" dirty="0">
                <a:solidFill>
                  <a:schemeClr val="tx1"/>
                </a:solidFill>
                <a:latin typeface="Times New Roman" panose="02020603050405020304" pitchFamily="18" charset="0"/>
                <a:ea typeface="楷体_GB2312" panose="02010609030101010101" pitchFamily="49" charset="-122"/>
              </a:rPr>
              <a:t>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rPr>
              <a:t> 	                     </a:t>
            </a:r>
            <a:r>
              <a:rPr lang="en-US" altLang="zh-CN" sz="1600" b="1" dirty="0">
                <a:solidFill>
                  <a:schemeClr val="tx1"/>
                </a:solidFill>
                <a:latin typeface="+mn-ea"/>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anose="02010609030101010101" pitchFamily="49" charset="-122"/>
              </a:rPr>
              <a:t> </a:t>
            </a:r>
            <a:endParaRPr lang="en-US" altLang="zh-CN" sz="1800" dirty="0">
              <a:latin typeface="Times New Roman" panose="02020603050405020304" pitchFamily="18" charset="0"/>
              <a:ea typeface="楷体_GB2312" panose="02010609030101010101" pitchFamily="49" charset="-122"/>
            </a:endParaRPr>
          </a:p>
        </p:txBody>
      </p:sp>
      <p:graphicFrame>
        <p:nvGraphicFramePr>
          <p:cNvPr id="16" name="Group 18"/>
          <p:cNvGraphicFramePr>
            <a:graphicFrameLocks noGrp="1"/>
          </p:cNvGraphicFramePr>
          <p:nvPr/>
        </p:nvGraphicFramePr>
        <p:xfrm>
          <a:off x="128588" y="1563688"/>
          <a:ext cx="5184775" cy="2203453"/>
        </p:xfrm>
        <a:graphic>
          <a:graphicData uri="http://schemas.openxmlformats.org/drawingml/2006/table">
            <a:tbl>
              <a:tblPr/>
              <a:tblGrid>
                <a:gridCol w="536575">
                  <a:extLst>
                    <a:ext uri="{9D8B030D-6E8A-4147-A177-3AD203B41FA5}">
                      <a16:colId xmlns:a16="http://schemas.microsoft.com/office/drawing/2014/main" val="20000"/>
                    </a:ext>
                  </a:extLst>
                </a:gridCol>
                <a:gridCol w="760412">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62013">
                  <a:extLst>
                    <a:ext uri="{9D8B030D-6E8A-4147-A177-3AD203B41FA5}">
                      <a16:colId xmlns:a16="http://schemas.microsoft.com/office/drawing/2014/main" val="20003"/>
                    </a:ext>
                  </a:extLst>
                </a:gridCol>
                <a:gridCol w="722312">
                  <a:extLst>
                    <a:ext uri="{9D8B030D-6E8A-4147-A177-3AD203B41FA5}">
                      <a16:colId xmlns:a16="http://schemas.microsoft.com/office/drawing/2014/main" val="20004"/>
                    </a:ext>
                  </a:extLst>
                </a:gridCol>
                <a:gridCol w="647700">
                  <a:extLst>
                    <a:ext uri="{9D8B030D-6E8A-4147-A177-3AD203B41FA5}">
                      <a16:colId xmlns:a16="http://schemas.microsoft.com/office/drawing/2014/main" val="20005"/>
                    </a:ext>
                  </a:extLst>
                </a:gridCol>
                <a:gridCol w="792163">
                  <a:extLst>
                    <a:ext uri="{9D8B030D-6E8A-4147-A177-3AD203B41FA5}">
                      <a16:colId xmlns:a16="http://schemas.microsoft.com/office/drawing/2014/main" val="20006"/>
                    </a:ext>
                  </a:extLst>
                </a:gridCol>
              </a:tblGrid>
              <a:tr h="312738">
                <a:tc rowSpan="2">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83565" marR="183565" marT="34303" marB="343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输入符号</a:t>
                      </a: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12738">
                <a:tc vMerge="1">
                  <a:txBody>
                    <a:bodyPr/>
                    <a:lstStyle/>
                    <a:p>
                      <a:endParaRPr lang="zh-CN"/>
                    </a:p>
                  </a:txBody>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600" b="1" dirty="0">
                          <a:solidFill>
                            <a:schemeClr val="tx1"/>
                          </a:solidFill>
                          <a:latin typeface="+mn-ea"/>
                          <a:ea typeface="+mn-ea"/>
                          <a:cs typeface="Times New Roman" panose="02020603050405020304" pitchFamily="18" charset="0"/>
                        </a:rPr>
                        <a:t>$</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600" b="0"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14325">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54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pSp>
        <p:nvGrpSpPr>
          <p:cNvPr id="145471" name="组合 4"/>
          <p:cNvGrpSpPr/>
          <p:nvPr/>
        </p:nvGrpSpPr>
        <p:grpSpPr bwMode="auto">
          <a:xfrm>
            <a:off x="200025" y="2232025"/>
            <a:ext cx="5113338" cy="1546225"/>
            <a:chOff x="395536" y="3558112"/>
            <a:chExt cx="5112568" cy="1547090"/>
          </a:xfrm>
        </p:grpSpPr>
        <p:sp>
          <p:nvSpPr>
            <p:cNvPr id="145473" name="矩形 17"/>
            <p:cNvSpPr>
              <a:spLocks noChangeArrowheads="1"/>
            </p:cNvSpPr>
            <p:nvPr/>
          </p:nvSpPr>
          <p:spPr bwMode="auto">
            <a:xfrm>
              <a:off x="395536" y="3558112"/>
              <a:ext cx="5112568" cy="1547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000"/>
                </a:lnSpc>
                <a:spcBef>
                  <a:spcPct val="20000"/>
                </a:spcBef>
                <a:buClr>
                  <a:srgbClr val="5EAEFF"/>
                </a:buClr>
                <a:buSzPct val="60000"/>
              </a:pPr>
              <a:r>
                <a:rPr lang="en-US" altLang="zh-CN" sz="1400" b="1" i="1">
                  <a:latin typeface="Times New Roman" panose="02020603050405020304" pitchFamily="18" charset="0"/>
                </a:rPr>
                <a:t>E       </a:t>
              </a:r>
              <a:r>
                <a:rPr lang="en-US" altLang="zh-CN" sz="1400" b="1" i="1">
                  <a:solidFill>
                    <a:srgbClr val="000000"/>
                  </a:solidFill>
                  <a:latin typeface="Times New Roman" panose="02020603050405020304" pitchFamily="18" charset="0"/>
                </a:rPr>
                <a:t>E</a:t>
              </a:r>
              <a:r>
                <a:rPr kumimoji="1" lang="en-US" altLang="zh-CN" sz="1400" b="1" i="1">
                  <a:solidFill>
                    <a:srgbClr val="000000"/>
                  </a:solidFill>
                  <a:latin typeface="Times New Roman" panose="02020603050405020304" pitchFamily="18" charset="0"/>
                </a:rPr>
                <a:t>→TE</a:t>
              </a:r>
              <a:r>
                <a:rPr kumimoji="1" lang="en-US" altLang="zh-CN" sz="1400" b="1" i="1">
                  <a:latin typeface="Times New Roman" panose="02020603050405020304" pitchFamily="18" charset="0"/>
                </a:rPr>
                <a:t>'</a:t>
              </a:r>
              <a:r>
                <a:rPr kumimoji="1" lang="en-US" altLang="zh-CN" sz="1400" b="1" i="1">
                  <a:solidFill>
                    <a:srgbClr val="000000"/>
                  </a:solidFill>
                  <a:latin typeface="Times New Roman" panose="02020603050405020304" pitchFamily="18" charset="0"/>
                </a:rPr>
                <a:t>                                           </a:t>
              </a:r>
              <a:r>
                <a:rPr lang="en-US" altLang="zh-CN" sz="1400" b="1" i="1">
                  <a:latin typeface="Times New Roman" panose="02020603050405020304" pitchFamily="18" charset="0"/>
                </a:rPr>
                <a:t>E</a:t>
              </a:r>
              <a:r>
                <a:rPr kumimoji="1" lang="en-US" altLang="zh-CN" sz="1400" b="1" i="1">
                  <a:latin typeface="Times New Roman" panose="02020603050405020304" pitchFamily="18" charset="0"/>
                </a:rPr>
                <a:t>→TE'</a:t>
              </a:r>
              <a:endParaRPr kumimoji="1" lang="zh-CN" altLang="en-US" sz="1400" b="1" i="1">
                <a:latin typeface="Times New Roman" panose="02020603050405020304" pitchFamily="18" charset="0"/>
              </a:endParaRPr>
            </a:p>
            <a:p>
              <a:pPr eaLnBrk="1" hangingPunct="1">
                <a:lnSpc>
                  <a:spcPts val="2000"/>
                </a:lnSpc>
                <a:spcBef>
                  <a:spcPct val="20000"/>
                </a:spcBef>
                <a:buClr>
                  <a:srgbClr val="5EAEFF"/>
                </a:buClr>
                <a:buSzPct val="60000"/>
              </a:pPr>
              <a:r>
                <a:rPr kumimoji="1" lang="en-US" altLang="zh-CN" sz="1400" b="1" i="1">
                  <a:latin typeface="Times New Roman" panose="02020603050405020304" pitchFamily="18" charset="0"/>
                </a:rPr>
                <a:t>E'                       E'→+TE'                                       E'→ε</a:t>
              </a:r>
              <a:r>
                <a:rPr lang="zh-CN" altLang="en-US" sz="1400">
                  <a:latin typeface="Candara" panose="020E0502030303020204" pitchFamily="34" charset="0"/>
                  <a:ea typeface="华文楷体" panose="02010600040101010101" pitchFamily="2" charset="-122"/>
                </a:rPr>
                <a:t>      </a:t>
              </a:r>
              <a:r>
                <a:rPr kumimoji="1" lang="en-US" altLang="zh-CN" sz="1400" b="1" i="1">
                  <a:latin typeface="Times New Roman" panose="02020603050405020304" pitchFamily="18" charset="0"/>
                </a:rPr>
                <a:t>E'→ε</a:t>
              </a:r>
            </a:p>
            <a:p>
              <a:pPr eaLnBrk="1" hangingPunct="1">
                <a:lnSpc>
                  <a:spcPts val="2000"/>
                </a:lnSpc>
                <a:spcBef>
                  <a:spcPct val="20000"/>
                </a:spcBef>
                <a:buClr>
                  <a:srgbClr val="5EAEFF"/>
                </a:buClr>
                <a:buSzPct val="60000"/>
              </a:pPr>
              <a:r>
                <a:rPr kumimoji="1" lang="en-US" altLang="zh-CN" sz="1400" b="1" i="1">
                  <a:latin typeface="Times New Roman" panose="02020603050405020304" pitchFamily="18" charset="0"/>
                </a:rPr>
                <a:t>T       T→FT'                                           T→FT'</a:t>
              </a:r>
            </a:p>
            <a:p>
              <a:pPr eaLnBrk="1" hangingPunct="1">
                <a:lnSpc>
                  <a:spcPts val="2000"/>
                </a:lnSpc>
                <a:spcBef>
                  <a:spcPct val="20000"/>
                </a:spcBef>
                <a:buClr>
                  <a:srgbClr val="5EAEFF"/>
                </a:buClr>
                <a:buSzPct val="60000"/>
              </a:pPr>
              <a:r>
                <a:rPr kumimoji="1" lang="en-US" altLang="zh-CN" sz="1400" b="1" i="1">
                  <a:latin typeface="Times New Roman" panose="02020603050405020304" pitchFamily="18" charset="0"/>
                </a:rPr>
                <a:t>T'                         T'→ε          T'→*FT'                  T'→ε      T'→ε</a:t>
              </a:r>
            </a:p>
            <a:p>
              <a:pPr eaLnBrk="1" hangingPunct="1">
                <a:lnSpc>
                  <a:spcPts val="2000"/>
                </a:lnSpc>
                <a:spcBef>
                  <a:spcPct val="20000"/>
                </a:spcBef>
                <a:buClr>
                  <a:srgbClr val="5EAEFF"/>
                </a:buClr>
                <a:buSzPct val="60000"/>
              </a:pPr>
              <a:r>
                <a:rPr kumimoji="1" lang="en-US" altLang="zh-CN" sz="1400" b="1" i="1">
                  <a:latin typeface="Times New Roman" panose="02020603050405020304" pitchFamily="18" charset="0"/>
                </a:rPr>
                <a:t>F       F→</a:t>
              </a:r>
              <a:r>
                <a:rPr kumimoji="1" lang="en-US" altLang="zh-CN" sz="1400" b="1">
                  <a:latin typeface="Times New Roman" panose="02020603050405020304" pitchFamily="18" charset="0"/>
                </a:rPr>
                <a:t>id</a:t>
              </a:r>
              <a:r>
                <a:rPr kumimoji="1" lang="en-US" altLang="zh-CN" sz="1400" b="1" i="1">
                  <a:latin typeface="Times New Roman" panose="02020603050405020304" pitchFamily="18" charset="0"/>
                </a:rPr>
                <a:t>                                              F→</a:t>
              </a:r>
              <a:r>
                <a:rPr kumimoji="1" lang="en-US" altLang="zh-CN" sz="1400" b="1">
                  <a:latin typeface="Times New Roman" panose="02020603050405020304" pitchFamily="18" charset="0"/>
                </a:rPr>
                <a:t>( </a:t>
              </a:r>
              <a:r>
                <a:rPr kumimoji="1" lang="en-US" altLang="zh-CN" sz="1400" b="1" i="1">
                  <a:latin typeface="Times New Roman" panose="02020603050405020304" pitchFamily="18" charset="0"/>
                </a:rPr>
                <a:t>E </a:t>
              </a:r>
              <a:r>
                <a:rPr kumimoji="1" lang="en-US" altLang="zh-CN" sz="1400" b="1">
                  <a:latin typeface="Times New Roman" panose="02020603050405020304" pitchFamily="18" charset="0"/>
                </a:rPr>
                <a:t>)</a:t>
              </a:r>
              <a:endParaRPr kumimoji="1" lang="zh-CN" altLang="en-US" sz="1400" b="1">
                <a:latin typeface="Times New Roman" panose="02020603050405020304" pitchFamily="18" charset="0"/>
              </a:endParaRPr>
            </a:p>
          </p:txBody>
        </p:sp>
        <p:sp>
          <p:nvSpPr>
            <p:cNvPr id="145474" name="Rectangle 28"/>
            <p:cNvSpPr>
              <a:spLocks noChangeArrowheads="1"/>
            </p:cNvSpPr>
            <p:nvPr/>
          </p:nvSpPr>
          <p:spPr bwMode="auto">
            <a:xfrm>
              <a:off x="4857748" y="3590486"/>
              <a:ext cx="504694" cy="21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5475" name="Rectangle 29"/>
            <p:cNvSpPr>
              <a:spLocks noChangeArrowheads="1"/>
            </p:cNvSpPr>
            <p:nvPr/>
          </p:nvSpPr>
          <p:spPr bwMode="auto">
            <a:xfrm>
              <a:off x="4149654" y="3579862"/>
              <a:ext cx="504694" cy="21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dirty="0">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5476" name="Rectangle 30"/>
            <p:cNvSpPr>
              <a:spLocks noChangeArrowheads="1"/>
            </p:cNvSpPr>
            <p:nvPr/>
          </p:nvSpPr>
          <p:spPr bwMode="auto">
            <a:xfrm>
              <a:off x="1763688" y="4221924"/>
              <a:ext cx="504694" cy="215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5477" name="Rectangle 31"/>
            <p:cNvSpPr>
              <a:spLocks noChangeArrowheads="1"/>
            </p:cNvSpPr>
            <p:nvPr/>
          </p:nvSpPr>
          <p:spPr bwMode="auto">
            <a:xfrm>
              <a:off x="4139952" y="4214650"/>
              <a:ext cx="504694" cy="215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5478" name="Rectangle 32"/>
            <p:cNvSpPr>
              <a:spLocks noChangeArrowheads="1"/>
            </p:cNvSpPr>
            <p:nvPr/>
          </p:nvSpPr>
          <p:spPr bwMode="auto">
            <a:xfrm>
              <a:off x="4857748" y="4214650"/>
              <a:ext cx="504694" cy="215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5479" name="Rectangle 33"/>
            <p:cNvSpPr>
              <a:spLocks noChangeArrowheads="1"/>
            </p:cNvSpPr>
            <p:nvPr/>
          </p:nvSpPr>
          <p:spPr bwMode="auto">
            <a:xfrm>
              <a:off x="1763688" y="4803589"/>
              <a:ext cx="504694" cy="21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5480" name="Rectangle 34"/>
            <p:cNvSpPr>
              <a:spLocks noChangeArrowheads="1"/>
            </p:cNvSpPr>
            <p:nvPr/>
          </p:nvSpPr>
          <p:spPr bwMode="auto">
            <a:xfrm>
              <a:off x="2627146" y="4804735"/>
              <a:ext cx="504694" cy="21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5481" name="Rectangle 35"/>
            <p:cNvSpPr>
              <a:spLocks noChangeArrowheads="1"/>
            </p:cNvSpPr>
            <p:nvPr/>
          </p:nvSpPr>
          <p:spPr bwMode="auto">
            <a:xfrm>
              <a:off x="4144659" y="4792179"/>
              <a:ext cx="504694" cy="21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5482" name="Rectangle 36"/>
            <p:cNvSpPr>
              <a:spLocks noChangeArrowheads="1"/>
            </p:cNvSpPr>
            <p:nvPr/>
          </p:nvSpPr>
          <p:spPr bwMode="auto">
            <a:xfrm>
              <a:off x="4859394" y="4792179"/>
              <a:ext cx="504694" cy="21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grpSp>
      <p:sp>
        <p:nvSpPr>
          <p:cNvPr id="145472" name="矩形 2"/>
          <p:cNvSpPr>
            <a:spLocks noChangeArrowheads="1"/>
          </p:cNvSpPr>
          <p:nvPr/>
        </p:nvSpPr>
        <p:spPr bwMode="auto">
          <a:xfrm>
            <a:off x="107950" y="1574800"/>
            <a:ext cx="595313"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zh-CN" altLang="en-US" sz="16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非终</a:t>
            </a:r>
            <a:endParaRPr lang="en-US" altLang="zh-CN" sz="16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spcBef>
                <a:spcPct val="20000"/>
              </a:spcBef>
              <a:buClr>
                <a:srgbClr val="5EAEFF"/>
              </a:buClr>
              <a:buSzPct val="60000"/>
            </a:pPr>
            <a:r>
              <a:rPr lang="zh-CN" altLang="en-US" sz="16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结符</a:t>
            </a: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68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66978">
                                            <p:txEl>
                                              <p:pRg st="2" end="2"/>
                                            </p:txEl>
                                          </p:spTgt>
                                        </p:tgtEl>
                                        <p:attrNameLst>
                                          <p:attrName>style.visibility</p:attrName>
                                        </p:attrNameLst>
                                      </p:cBhvr>
                                      <p:to>
                                        <p:strVal val="visible"/>
                                      </p:to>
                                    </p:set>
                                    <p:anim calcmode="lin" valueType="num">
                                      <p:cBhvr>
                                        <p:cTn id="7" dur="500" fill="hold"/>
                                        <p:tgtEl>
                                          <p:spTgt spid="766978">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766978">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766978">
                                            <p:txEl>
                                              <p:pRg st="2" end="2"/>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66978">
                                            <p:txEl>
                                              <p:pRg st="3" end="3"/>
                                            </p:txEl>
                                          </p:spTgt>
                                        </p:tgtEl>
                                        <p:attrNameLst>
                                          <p:attrName>style.visibility</p:attrName>
                                        </p:attrNameLst>
                                      </p:cBhvr>
                                      <p:to>
                                        <p:strVal val="visible"/>
                                      </p:to>
                                    </p:set>
                                    <p:anim calcmode="lin" valueType="num">
                                      <p:cBhvr>
                                        <p:cTn id="14" dur="500" fill="hold"/>
                                        <p:tgtEl>
                                          <p:spTgt spid="766978">
                                            <p:txEl>
                                              <p:pRg st="3" end="3"/>
                                            </p:txEl>
                                          </p:spTgt>
                                        </p:tgtEl>
                                        <p:attrNameLst>
                                          <p:attrName>ppt_w</p:attrName>
                                        </p:attrNameLst>
                                      </p:cBhvr>
                                      <p:tavLst>
                                        <p:tav tm="0">
                                          <p:val>
                                            <p:fltVal val="0"/>
                                          </p:val>
                                        </p:tav>
                                        <p:tav tm="100000">
                                          <p:val>
                                            <p:strVal val="#ppt_w"/>
                                          </p:val>
                                        </p:tav>
                                      </p:tavLst>
                                    </p:anim>
                                    <p:anim calcmode="lin" valueType="num">
                                      <p:cBhvr>
                                        <p:cTn id="15" dur="500" fill="hold"/>
                                        <p:tgtEl>
                                          <p:spTgt spid="766978">
                                            <p:txEl>
                                              <p:pRg st="3" end="3"/>
                                            </p:txEl>
                                          </p:spTgt>
                                        </p:tgtEl>
                                        <p:attrNameLst>
                                          <p:attrName>ppt_h</p:attrName>
                                        </p:attrNameLst>
                                      </p:cBhvr>
                                      <p:tavLst>
                                        <p:tav tm="0">
                                          <p:val>
                                            <p:fltVal val="0"/>
                                          </p:val>
                                        </p:tav>
                                        <p:tav tm="100000">
                                          <p:val>
                                            <p:strVal val="#ppt_h"/>
                                          </p:val>
                                        </p:tav>
                                      </p:tavLst>
                                    </p:anim>
                                    <p:animEffect transition="in" filter="fade">
                                      <p:cBhvr>
                                        <p:cTn id="16" dur="500"/>
                                        <p:tgtEl>
                                          <p:spTgt spid="766978">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766978">
                                            <p:txEl>
                                              <p:pRg st="4" end="4"/>
                                            </p:txEl>
                                          </p:spTgt>
                                        </p:tgtEl>
                                        <p:attrNameLst>
                                          <p:attrName>style.visibility</p:attrName>
                                        </p:attrNameLst>
                                      </p:cBhvr>
                                      <p:to>
                                        <p:strVal val="visible"/>
                                      </p:to>
                                    </p:set>
                                    <p:anim calcmode="lin" valueType="num">
                                      <p:cBhvr>
                                        <p:cTn id="21" dur="500" fill="hold"/>
                                        <p:tgtEl>
                                          <p:spTgt spid="766978">
                                            <p:txEl>
                                              <p:pRg st="4" end="4"/>
                                            </p:txEl>
                                          </p:spTgt>
                                        </p:tgtEl>
                                        <p:attrNameLst>
                                          <p:attrName>ppt_w</p:attrName>
                                        </p:attrNameLst>
                                      </p:cBhvr>
                                      <p:tavLst>
                                        <p:tav tm="0">
                                          <p:val>
                                            <p:fltVal val="0"/>
                                          </p:val>
                                        </p:tav>
                                        <p:tav tm="100000">
                                          <p:val>
                                            <p:strVal val="#ppt_w"/>
                                          </p:val>
                                        </p:tav>
                                      </p:tavLst>
                                    </p:anim>
                                    <p:anim calcmode="lin" valueType="num">
                                      <p:cBhvr>
                                        <p:cTn id="22" dur="500" fill="hold"/>
                                        <p:tgtEl>
                                          <p:spTgt spid="766978">
                                            <p:txEl>
                                              <p:pRg st="4" end="4"/>
                                            </p:txEl>
                                          </p:spTgt>
                                        </p:tgtEl>
                                        <p:attrNameLst>
                                          <p:attrName>ppt_h</p:attrName>
                                        </p:attrNameLst>
                                      </p:cBhvr>
                                      <p:tavLst>
                                        <p:tav tm="0">
                                          <p:val>
                                            <p:fltVal val="0"/>
                                          </p:val>
                                        </p:tav>
                                        <p:tav tm="100000">
                                          <p:val>
                                            <p:strVal val="#ppt_h"/>
                                          </p:val>
                                        </p:tav>
                                      </p:tavLst>
                                    </p:anim>
                                    <p:animEffect transition="in" filter="fade">
                                      <p:cBhvr>
                                        <p:cTn id="23" dur="500"/>
                                        <p:tgtEl>
                                          <p:spTgt spid="766978">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766978">
                                            <p:txEl>
                                              <p:pRg st="5" end="5"/>
                                            </p:txEl>
                                          </p:spTgt>
                                        </p:tgtEl>
                                        <p:attrNameLst>
                                          <p:attrName>style.visibility</p:attrName>
                                        </p:attrNameLst>
                                      </p:cBhvr>
                                      <p:to>
                                        <p:strVal val="visible"/>
                                      </p:to>
                                    </p:set>
                                    <p:anim calcmode="lin" valueType="num">
                                      <p:cBhvr>
                                        <p:cTn id="28" dur="500" fill="hold"/>
                                        <p:tgtEl>
                                          <p:spTgt spid="766978">
                                            <p:txEl>
                                              <p:pRg st="5" end="5"/>
                                            </p:txEl>
                                          </p:spTgt>
                                        </p:tgtEl>
                                        <p:attrNameLst>
                                          <p:attrName>ppt_w</p:attrName>
                                        </p:attrNameLst>
                                      </p:cBhvr>
                                      <p:tavLst>
                                        <p:tav tm="0">
                                          <p:val>
                                            <p:fltVal val="0"/>
                                          </p:val>
                                        </p:tav>
                                        <p:tav tm="100000">
                                          <p:val>
                                            <p:strVal val="#ppt_w"/>
                                          </p:val>
                                        </p:tav>
                                      </p:tavLst>
                                    </p:anim>
                                    <p:anim calcmode="lin" valueType="num">
                                      <p:cBhvr>
                                        <p:cTn id="29" dur="500" fill="hold"/>
                                        <p:tgtEl>
                                          <p:spTgt spid="766978">
                                            <p:txEl>
                                              <p:pRg st="5" end="5"/>
                                            </p:txEl>
                                          </p:spTgt>
                                        </p:tgtEl>
                                        <p:attrNameLst>
                                          <p:attrName>ppt_h</p:attrName>
                                        </p:attrNameLst>
                                      </p:cBhvr>
                                      <p:tavLst>
                                        <p:tav tm="0">
                                          <p:val>
                                            <p:fltVal val="0"/>
                                          </p:val>
                                        </p:tav>
                                        <p:tav tm="100000">
                                          <p:val>
                                            <p:strVal val="#ppt_h"/>
                                          </p:val>
                                        </p:tav>
                                      </p:tavLst>
                                    </p:anim>
                                    <p:animEffect transition="in" filter="fade">
                                      <p:cBhvr>
                                        <p:cTn id="30" dur="500"/>
                                        <p:tgtEl>
                                          <p:spTgt spid="766978">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766978">
                                            <p:txEl>
                                              <p:pRg st="6" end="6"/>
                                            </p:txEl>
                                          </p:spTgt>
                                        </p:tgtEl>
                                        <p:attrNameLst>
                                          <p:attrName>style.visibility</p:attrName>
                                        </p:attrNameLst>
                                      </p:cBhvr>
                                      <p:to>
                                        <p:strVal val="visible"/>
                                      </p:to>
                                    </p:set>
                                    <p:anim calcmode="lin" valueType="num">
                                      <p:cBhvr>
                                        <p:cTn id="35" dur="500" fill="hold"/>
                                        <p:tgtEl>
                                          <p:spTgt spid="766978">
                                            <p:txEl>
                                              <p:pRg st="6" end="6"/>
                                            </p:txEl>
                                          </p:spTgt>
                                        </p:tgtEl>
                                        <p:attrNameLst>
                                          <p:attrName>ppt_w</p:attrName>
                                        </p:attrNameLst>
                                      </p:cBhvr>
                                      <p:tavLst>
                                        <p:tav tm="0">
                                          <p:val>
                                            <p:fltVal val="0"/>
                                          </p:val>
                                        </p:tav>
                                        <p:tav tm="100000">
                                          <p:val>
                                            <p:strVal val="#ppt_w"/>
                                          </p:val>
                                        </p:tav>
                                      </p:tavLst>
                                    </p:anim>
                                    <p:anim calcmode="lin" valueType="num">
                                      <p:cBhvr>
                                        <p:cTn id="36" dur="500" fill="hold"/>
                                        <p:tgtEl>
                                          <p:spTgt spid="766978">
                                            <p:txEl>
                                              <p:pRg st="6" end="6"/>
                                            </p:txEl>
                                          </p:spTgt>
                                        </p:tgtEl>
                                        <p:attrNameLst>
                                          <p:attrName>ppt_h</p:attrName>
                                        </p:attrNameLst>
                                      </p:cBhvr>
                                      <p:tavLst>
                                        <p:tav tm="0">
                                          <p:val>
                                            <p:fltVal val="0"/>
                                          </p:val>
                                        </p:tav>
                                        <p:tav tm="100000">
                                          <p:val>
                                            <p:strVal val="#ppt_h"/>
                                          </p:val>
                                        </p:tav>
                                      </p:tavLst>
                                    </p:anim>
                                    <p:animEffect transition="in" filter="fade">
                                      <p:cBhvr>
                                        <p:cTn id="37" dur="500"/>
                                        <p:tgtEl>
                                          <p:spTgt spid="76697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766978">
                                            <p:txEl>
                                              <p:pRg st="7" end="7"/>
                                            </p:txEl>
                                          </p:spTgt>
                                        </p:tgtEl>
                                        <p:attrNameLst>
                                          <p:attrName>style.visibility</p:attrName>
                                        </p:attrNameLst>
                                      </p:cBhvr>
                                      <p:to>
                                        <p:strVal val="visible"/>
                                      </p:to>
                                    </p:set>
                                    <p:anim calcmode="lin" valueType="num">
                                      <p:cBhvr>
                                        <p:cTn id="42" dur="500" fill="hold"/>
                                        <p:tgtEl>
                                          <p:spTgt spid="766978">
                                            <p:txEl>
                                              <p:pRg st="7" end="7"/>
                                            </p:txEl>
                                          </p:spTgt>
                                        </p:tgtEl>
                                        <p:attrNameLst>
                                          <p:attrName>ppt_w</p:attrName>
                                        </p:attrNameLst>
                                      </p:cBhvr>
                                      <p:tavLst>
                                        <p:tav tm="0">
                                          <p:val>
                                            <p:fltVal val="0"/>
                                          </p:val>
                                        </p:tav>
                                        <p:tav tm="100000">
                                          <p:val>
                                            <p:strVal val="#ppt_w"/>
                                          </p:val>
                                        </p:tav>
                                      </p:tavLst>
                                    </p:anim>
                                    <p:anim calcmode="lin" valueType="num">
                                      <p:cBhvr>
                                        <p:cTn id="43" dur="500" fill="hold"/>
                                        <p:tgtEl>
                                          <p:spTgt spid="766978">
                                            <p:txEl>
                                              <p:pRg st="7" end="7"/>
                                            </p:txEl>
                                          </p:spTgt>
                                        </p:tgtEl>
                                        <p:attrNameLst>
                                          <p:attrName>ppt_h</p:attrName>
                                        </p:attrNameLst>
                                      </p:cBhvr>
                                      <p:tavLst>
                                        <p:tav tm="0">
                                          <p:val>
                                            <p:fltVal val="0"/>
                                          </p:val>
                                        </p:tav>
                                        <p:tav tm="100000">
                                          <p:val>
                                            <p:strVal val="#ppt_h"/>
                                          </p:val>
                                        </p:tav>
                                      </p:tavLst>
                                    </p:anim>
                                    <p:animEffect transition="in" filter="fade">
                                      <p:cBhvr>
                                        <p:cTn id="44" dur="500"/>
                                        <p:tgtEl>
                                          <p:spTgt spid="766978">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766978">
                                            <p:txEl>
                                              <p:pRg st="8" end="8"/>
                                            </p:txEl>
                                          </p:spTgt>
                                        </p:tgtEl>
                                        <p:attrNameLst>
                                          <p:attrName>style.visibility</p:attrName>
                                        </p:attrNameLst>
                                      </p:cBhvr>
                                      <p:to>
                                        <p:strVal val="visible"/>
                                      </p:to>
                                    </p:set>
                                    <p:anim calcmode="lin" valueType="num">
                                      <p:cBhvr>
                                        <p:cTn id="49" dur="500" fill="hold"/>
                                        <p:tgtEl>
                                          <p:spTgt spid="766978">
                                            <p:txEl>
                                              <p:pRg st="8" end="8"/>
                                            </p:txEl>
                                          </p:spTgt>
                                        </p:tgtEl>
                                        <p:attrNameLst>
                                          <p:attrName>ppt_w</p:attrName>
                                        </p:attrNameLst>
                                      </p:cBhvr>
                                      <p:tavLst>
                                        <p:tav tm="0">
                                          <p:val>
                                            <p:fltVal val="0"/>
                                          </p:val>
                                        </p:tav>
                                        <p:tav tm="100000">
                                          <p:val>
                                            <p:strVal val="#ppt_w"/>
                                          </p:val>
                                        </p:tav>
                                      </p:tavLst>
                                    </p:anim>
                                    <p:anim calcmode="lin" valueType="num">
                                      <p:cBhvr>
                                        <p:cTn id="50" dur="500" fill="hold"/>
                                        <p:tgtEl>
                                          <p:spTgt spid="766978">
                                            <p:txEl>
                                              <p:pRg st="8" end="8"/>
                                            </p:txEl>
                                          </p:spTgt>
                                        </p:tgtEl>
                                        <p:attrNameLst>
                                          <p:attrName>ppt_h</p:attrName>
                                        </p:attrNameLst>
                                      </p:cBhvr>
                                      <p:tavLst>
                                        <p:tav tm="0">
                                          <p:val>
                                            <p:fltVal val="0"/>
                                          </p:val>
                                        </p:tav>
                                        <p:tav tm="100000">
                                          <p:val>
                                            <p:strVal val="#ppt_h"/>
                                          </p:val>
                                        </p:tav>
                                      </p:tavLst>
                                    </p:anim>
                                    <p:animEffect transition="in" filter="fade">
                                      <p:cBhvr>
                                        <p:cTn id="51" dur="500"/>
                                        <p:tgtEl>
                                          <p:spTgt spid="766978">
                                            <p:txEl>
                                              <p:pRg st="8" end="8"/>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766978">
                                            <p:txEl>
                                              <p:pRg st="9" end="9"/>
                                            </p:txEl>
                                          </p:spTgt>
                                        </p:tgtEl>
                                        <p:attrNameLst>
                                          <p:attrName>style.visibility</p:attrName>
                                        </p:attrNameLst>
                                      </p:cBhvr>
                                      <p:to>
                                        <p:strVal val="visible"/>
                                      </p:to>
                                    </p:set>
                                    <p:anim calcmode="lin" valueType="num">
                                      <p:cBhvr>
                                        <p:cTn id="56" dur="500" fill="hold"/>
                                        <p:tgtEl>
                                          <p:spTgt spid="766978">
                                            <p:txEl>
                                              <p:pRg st="9" end="9"/>
                                            </p:txEl>
                                          </p:spTgt>
                                        </p:tgtEl>
                                        <p:attrNameLst>
                                          <p:attrName>ppt_w</p:attrName>
                                        </p:attrNameLst>
                                      </p:cBhvr>
                                      <p:tavLst>
                                        <p:tav tm="0">
                                          <p:val>
                                            <p:fltVal val="0"/>
                                          </p:val>
                                        </p:tav>
                                        <p:tav tm="100000">
                                          <p:val>
                                            <p:strVal val="#ppt_w"/>
                                          </p:val>
                                        </p:tav>
                                      </p:tavLst>
                                    </p:anim>
                                    <p:anim calcmode="lin" valueType="num">
                                      <p:cBhvr>
                                        <p:cTn id="57" dur="500" fill="hold"/>
                                        <p:tgtEl>
                                          <p:spTgt spid="766978">
                                            <p:txEl>
                                              <p:pRg st="9" end="9"/>
                                            </p:txEl>
                                          </p:spTgt>
                                        </p:tgtEl>
                                        <p:attrNameLst>
                                          <p:attrName>ppt_h</p:attrName>
                                        </p:attrNameLst>
                                      </p:cBhvr>
                                      <p:tavLst>
                                        <p:tav tm="0">
                                          <p:val>
                                            <p:fltVal val="0"/>
                                          </p:val>
                                        </p:tav>
                                        <p:tav tm="100000">
                                          <p:val>
                                            <p:strVal val="#ppt_h"/>
                                          </p:val>
                                        </p:tav>
                                      </p:tavLst>
                                    </p:anim>
                                    <p:animEffect transition="in" filter="fade">
                                      <p:cBhvr>
                                        <p:cTn id="58" dur="500"/>
                                        <p:tgtEl>
                                          <p:spTgt spid="766978">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766978">
                                            <p:txEl>
                                              <p:pRg st="10" end="10"/>
                                            </p:txEl>
                                          </p:spTgt>
                                        </p:tgtEl>
                                        <p:attrNameLst>
                                          <p:attrName>style.visibility</p:attrName>
                                        </p:attrNameLst>
                                      </p:cBhvr>
                                      <p:to>
                                        <p:strVal val="visible"/>
                                      </p:to>
                                    </p:set>
                                    <p:anim calcmode="lin" valueType="num">
                                      <p:cBhvr>
                                        <p:cTn id="63" dur="500" fill="hold"/>
                                        <p:tgtEl>
                                          <p:spTgt spid="766978">
                                            <p:txEl>
                                              <p:pRg st="10" end="10"/>
                                            </p:txEl>
                                          </p:spTgt>
                                        </p:tgtEl>
                                        <p:attrNameLst>
                                          <p:attrName>ppt_w</p:attrName>
                                        </p:attrNameLst>
                                      </p:cBhvr>
                                      <p:tavLst>
                                        <p:tav tm="0">
                                          <p:val>
                                            <p:fltVal val="0"/>
                                          </p:val>
                                        </p:tav>
                                        <p:tav tm="100000">
                                          <p:val>
                                            <p:strVal val="#ppt_w"/>
                                          </p:val>
                                        </p:tav>
                                      </p:tavLst>
                                    </p:anim>
                                    <p:anim calcmode="lin" valueType="num">
                                      <p:cBhvr>
                                        <p:cTn id="64" dur="500" fill="hold"/>
                                        <p:tgtEl>
                                          <p:spTgt spid="766978">
                                            <p:txEl>
                                              <p:pRg st="10" end="10"/>
                                            </p:txEl>
                                          </p:spTgt>
                                        </p:tgtEl>
                                        <p:attrNameLst>
                                          <p:attrName>ppt_h</p:attrName>
                                        </p:attrNameLst>
                                      </p:cBhvr>
                                      <p:tavLst>
                                        <p:tav tm="0">
                                          <p:val>
                                            <p:fltVal val="0"/>
                                          </p:val>
                                        </p:tav>
                                        <p:tav tm="100000">
                                          <p:val>
                                            <p:strVal val="#ppt_h"/>
                                          </p:val>
                                        </p:tav>
                                      </p:tavLst>
                                    </p:anim>
                                    <p:animEffect transition="in" filter="fade">
                                      <p:cBhvr>
                                        <p:cTn id="65" dur="500"/>
                                        <p:tgtEl>
                                          <p:spTgt spid="766978">
                                            <p:txEl>
                                              <p:pRg st="10" end="1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766978">
                                            <p:txEl>
                                              <p:pRg st="11" end="11"/>
                                            </p:txEl>
                                          </p:spTgt>
                                        </p:tgtEl>
                                        <p:attrNameLst>
                                          <p:attrName>style.visibility</p:attrName>
                                        </p:attrNameLst>
                                      </p:cBhvr>
                                      <p:to>
                                        <p:strVal val="visible"/>
                                      </p:to>
                                    </p:set>
                                    <p:anim calcmode="lin" valueType="num">
                                      <p:cBhvr>
                                        <p:cTn id="70" dur="500" fill="hold"/>
                                        <p:tgtEl>
                                          <p:spTgt spid="766978">
                                            <p:txEl>
                                              <p:pRg st="11" end="11"/>
                                            </p:txEl>
                                          </p:spTgt>
                                        </p:tgtEl>
                                        <p:attrNameLst>
                                          <p:attrName>ppt_w</p:attrName>
                                        </p:attrNameLst>
                                      </p:cBhvr>
                                      <p:tavLst>
                                        <p:tav tm="0">
                                          <p:val>
                                            <p:fltVal val="0"/>
                                          </p:val>
                                        </p:tav>
                                        <p:tav tm="100000">
                                          <p:val>
                                            <p:strVal val="#ppt_w"/>
                                          </p:val>
                                        </p:tav>
                                      </p:tavLst>
                                    </p:anim>
                                    <p:anim calcmode="lin" valueType="num">
                                      <p:cBhvr>
                                        <p:cTn id="71" dur="500" fill="hold"/>
                                        <p:tgtEl>
                                          <p:spTgt spid="766978">
                                            <p:txEl>
                                              <p:pRg st="11" end="11"/>
                                            </p:txEl>
                                          </p:spTgt>
                                        </p:tgtEl>
                                        <p:attrNameLst>
                                          <p:attrName>ppt_h</p:attrName>
                                        </p:attrNameLst>
                                      </p:cBhvr>
                                      <p:tavLst>
                                        <p:tav tm="0">
                                          <p:val>
                                            <p:fltVal val="0"/>
                                          </p:val>
                                        </p:tav>
                                        <p:tav tm="100000">
                                          <p:val>
                                            <p:strVal val="#ppt_h"/>
                                          </p:val>
                                        </p:tav>
                                      </p:tavLst>
                                    </p:anim>
                                    <p:animEffect transition="in" filter="fade">
                                      <p:cBhvr>
                                        <p:cTn id="72" dur="500"/>
                                        <p:tgtEl>
                                          <p:spTgt spid="766978">
                                            <p:txEl>
                                              <p:pRg st="11" end="1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nodeType="clickEffect">
                                  <p:stCondLst>
                                    <p:cond delay="0"/>
                                  </p:stCondLst>
                                  <p:childTnLst>
                                    <p:set>
                                      <p:cBhvr>
                                        <p:cTn id="76" dur="1" fill="hold">
                                          <p:stCondLst>
                                            <p:cond delay="0"/>
                                          </p:stCondLst>
                                        </p:cTn>
                                        <p:tgtEl>
                                          <p:spTgt spid="766978">
                                            <p:txEl>
                                              <p:pRg st="12" end="12"/>
                                            </p:txEl>
                                          </p:spTgt>
                                        </p:tgtEl>
                                        <p:attrNameLst>
                                          <p:attrName>style.visibility</p:attrName>
                                        </p:attrNameLst>
                                      </p:cBhvr>
                                      <p:to>
                                        <p:strVal val="visible"/>
                                      </p:to>
                                    </p:set>
                                    <p:anim calcmode="lin" valueType="num">
                                      <p:cBhvr>
                                        <p:cTn id="77" dur="500" fill="hold"/>
                                        <p:tgtEl>
                                          <p:spTgt spid="766978">
                                            <p:txEl>
                                              <p:pRg st="12" end="12"/>
                                            </p:txEl>
                                          </p:spTgt>
                                        </p:tgtEl>
                                        <p:attrNameLst>
                                          <p:attrName>ppt_w</p:attrName>
                                        </p:attrNameLst>
                                      </p:cBhvr>
                                      <p:tavLst>
                                        <p:tav tm="0">
                                          <p:val>
                                            <p:fltVal val="0"/>
                                          </p:val>
                                        </p:tav>
                                        <p:tav tm="100000">
                                          <p:val>
                                            <p:strVal val="#ppt_w"/>
                                          </p:val>
                                        </p:tav>
                                      </p:tavLst>
                                    </p:anim>
                                    <p:anim calcmode="lin" valueType="num">
                                      <p:cBhvr>
                                        <p:cTn id="78" dur="500" fill="hold"/>
                                        <p:tgtEl>
                                          <p:spTgt spid="766978">
                                            <p:txEl>
                                              <p:pRg st="12" end="12"/>
                                            </p:txEl>
                                          </p:spTgt>
                                        </p:tgtEl>
                                        <p:attrNameLst>
                                          <p:attrName>ppt_h</p:attrName>
                                        </p:attrNameLst>
                                      </p:cBhvr>
                                      <p:tavLst>
                                        <p:tav tm="0">
                                          <p:val>
                                            <p:fltVal val="0"/>
                                          </p:val>
                                        </p:tav>
                                        <p:tav tm="100000">
                                          <p:val>
                                            <p:strVal val="#ppt_h"/>
                                          </p:val>
                                        </p:tav>
                                      </p:tavLst>
                                    </p:anim>
                                    <p:animEffect transition="in" filter="fade">
                                      <p:cBhvr>
                                        <p:cTn id="79" dur="500"/>
                                        <p:tgtEl>
                                          <p:spTgt spid="766978">
                                            <p:txEl>
                                              <p:pRg st="12" end="12"/>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nodeType="clickEffect">
                                  <p:stCondLst>
                                    <p:cond delay="0"/>
                                  </p:stCondLst>
                                  <p:childTnLst>
                                    <p:set>
                                      <p:cBhvr>
                                        <p:cTn id="83" dur="1" fill="hold">
                                          <p:stCondLst>
                                            <p:cond delay="0"/>
                                          </p:stCondLst>
                                        </p:cTn>
                                        <p:tgtEl>
                                          <p:spTgt spid="766978">
                                            <p:txEl>
                                              <p:pRg st="13" end="13"/>
                                            </p:txEl>
                                          </p:spTgt>
                                        </p:tgtEl>
                                        <p:attrNameLst>
                                          <p:attrName>style.visibility</p:attrName>
                                        </p:attrNameLst>
                                      </p:cBhvr>
                                      <p:to>
                                        <p:strVal val="visible"/>
                                      </p:to>
                                    </p:set>
                                    <p:anim calcmode="lin" valueType="num">
                                      <p:cBhvr>
                                        <p:cTn id="84" dur="500" fill="hold"/>
                                        <p:tgtEl>
                                          <p:spTgt spid="766978">
                                            <p:txEl>
                                              <p:pRg st="13" end="13"/>
                                            </p:txEl>
                                          </p:spTgt>
                                        </p:tgtEl>
                                        <p:attrNameLst>
                                          <p:attrName>ppt_w</p:attrName>
                                        </p:attrNameLst>
                                      </p:cBhvr>
                                      <p:tavLst>
                                        <p:tav tm="0">
                                          <p:val>
                                            <p:fltVal val="0"/>
                                          </p:val>
                                        </p:tav>
                                        <p:tav tm="100000">
                                          <p:val>
                                            <p:strVal val="#ppt_w"/>
                                          </p:val>
                                        </p:tav>
                                      </p:tavLst>
                                    </p:anim>
                                    <p:anim calcmode="lin" valueType="num">
                                      <p:cBhvr>
                                        <p:cTn id="85" dur="500" fill="hold"/>
                                        <p:tgtEl>
                                          <p:spTgt spid="766978">
                                            <p:txEl>
                                              <p:pRg st="13" end="13"/>
                                            </p:txEl>
                                          </p:spTgt>
                                        </p:tgtEl>
                                        <p:attrNameLst>
                                          <p:attrName>ppt_h</p:attrName>
                                        </p:attrNameLst>
                                      </p:cBhvr>
                                      <p:tavLst>
                                        <p:tav tm="0">
                                          <p:val>
                                            <p:fltVal val="0"/>
                                          </p:val>
                                        </p:tav>
                                        <p:tav tm="100000">
                                          <p:val>
                                            <p:strVal val="#ppt_h"/>
                                          </p:val>
                                        </p:tav>
                                      </p:tavLst>
                                    </p:anim>
                                    <p:animEffect transition="in" filter="fade">
                                      <p:cBhvr>
                                        <p:cTn id="86" dur="500"/>
                                        <p:tgtEl>
                                          <p:spTgt spid="766978">
                                            <p:txEl>
                                              <p:pRg st="13" end="13"/>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nodeType="clickEffect">
                                  <p:stCondLst>
                                    <p:cond delay="0"/>
                                  </p:stCondLst>
                                  <p:childTnLst>
                                    <p:set>
                                      <p:cBhvr>
                                        <p:cTn id="90" dur="1" fill="hold">
                                          <p:stCondLst>
                                            <p:cond delay="0"/>
                                          </p:stCondLst>
                                        </p:cTn>
                                        <p:tgtEl>
                                          <p:spTgt spid="766978">
                                            <p:txEl>
                                              <p:pRg st="14" end="14"/>
                                            </p:txEl>
                                          </p:spTgt>
                                        </p:tgtEl>
                                        <p:attrNameLst>
                                          <p:attrName>style.visibility</p:attrName>
                                        </p:attrNameLst>
                                      </p:cBhvr>
                                      <p:to>
                                        <p:strVal val="visible"/>
                                      </p:to>
                                    </p:set>
                                    <p:anim calcmode="lin" valueType="num">
                                      <p:cBhvr>
                                        <p:cTn id="91" dur="500" fill="hold"/>
                                        <p:tgtEl>
                                          <p:spTgt spid="766978">
                                            <p:txEl>
                                              <p:pRg st="14" end="14"/>
                                            </p:txEl>
                                          </p:spTgt>
                                        </p:tgtEl>
                                        <p:attrNameLst>
                                          <p:attrName>ppt_w</p:attrName>
                                        </p:attrNameLst>
                                      </p:cBhvr>
                                      <p:tavLst>
                                        <p:tav tm="0">
                                          <p:val>
                                            <p:fltVal val="0"/>
                                          </p:val>
                                        </p:tav>
                                        <p:tav tm="100000">
                                          <p:val>
                                            <p:strVal val="#ppt_w"/>
                                          </p:val>
                                        </p:tav>
                                      </p:tavLst>
                                    </p:anim>
                                    <p:anim calcmode="lin" valueType="num">
                                      <p:cBhvr>
                                        <p:cTn id="92" dur="500" fill="hold"/>
                                        <p:tgtEl>
                                          <p:spTgt spid="766978">
                                            <p:txEl>
                                              <p:pRg st="14" end="14"/>
                                            </p:txEl>
                                          </p:spTgt>
                                        </p:tgtEl>
                                        <p:attrNameLst>
                                          <p:attrName>ppt_h</p:attrName>
                                        </p:attrNameLst>
                                      </p:cBhvr>
                                      <p:tavLst>
                                        <p:tav tm="0">
                                          <p:val>
                                            <p:fltVal val="0"/>
                                          </p:val>
                                        </p:tav>
                                        <p:tav tm="100000">
                                          <p:val>
                                            <p:strVal val="#ppt_h"/>
                                          </p:val>
                                        </p:tav>
                                      </p:tavLst>
                                    </p:anim>
                                    <p:animEffect transition="in" filter="fade">
                                      <p:cBhvr>
                                        <p:cTn id="93" dur="500"/>
                                        <p:tgtEl>
                                          <p:spTgt spid="766978">
                                            <p:txEl>
                                              <p:pRg st="14" end="14"/>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16" fill="hold" nodeType="clickEffect">
                                  <p:stCondLst>
                                    <p:cond delay="0"/>
                                  </p:stCondLst>
                                  <p:childTnLst>
                                    <p:set>
                                      <p:cBhvr>
                                        <p:cTn id="97" dur="1" fill="hold">
                                          <p:stCondLst>
                                            <p:cond delay="0"/>
                                          </p:stCondLst>
                                        </p:cTn>
                                        <p:tgtEl>
                                          <p:spTgt spid="766978">
                                            <p:txEl>
                                              <p:pRg st="15" end="15"/>
                                            </p:txEl>
                                          </p:spTgt>
                                        </p:tgtEl>
                                        <p:attrNameLst>
                                          <p:attrName>style.visibility</p:attrName>
                                        </p:attrNameLst>
                                      </p:cBhvr>
                                      <p:to>
                                        <p:strVal val="visible"/>
                                      </p:to>
                                    </p:set>
                                    <p:anim calcmode="lin" valueType="num">
                                      <p:cBhvr>
                                        <p:cTn id="98" dur="500" fill="hold"/>
                                        <p:tgtEl>
                                          <p:spTgt spid="766978">
                                            <p:txEl>
                                              <p:pRg st="15" end="15"/>
                                            </p:txEl>
                                          </p:spTgt>
                                        </p:tgtEl>
                                        <p:attrNameLst>
                                          <p:attrName>ppt_w</p:attrName>
                                        </p:attrNameLst>
                                      </p:cBhvr>
                                      <p:tavLst>
                                        <p:tav tm="0">
                                          <p:val>
                                            <p:fltVal val="0"/>
                                          </p:val>
                                        </p:tav>
                                        <p:tav tm="100000">
                                          <p:val>
                                            <p:strVal val="#ppt_w"/>
                                          </p:val>
                                        </p:tav>
                                      </p:tavLst>
                                    </p:anim>
                                    <p:anim calcmode="lin" valueType="num">
                                      <p:cBhvr>
                                        <p:cTn id="99" dur="500" fill="hold"/>
                                        <p:tgtEl>
                                          <p:spTgt spid="766978">
                                            <p:txEl>
                                              <p:pRg st="15" end="15"/>
                                            </p:txEl>
                                          </p:spTgt>
                                        </p:tgtEl>
                                        <p:attrNameLst>
                                          <p:attrName>ppt_h</p:attrName>
                                        </p:attrNameLst>
                                      </p:cBhvr>
                                      <p:tavLst>
                                        <p:tav tm="0">
                                          <p:val>
                                            <p:fltVal val="0"/>
                                          </p:val>
                                        </p:tav>
                                        <p:tav tm="100000">
                                          <p:val>
                                            <p:strVal val="#ppt_h"/>
                                          </p:val>
                                        </p:tav>
                                      </p:tavLst>
                                    </p:anim>
                                    <p:animEffect transition="in" filter="fade">
                                      <p:cBhvr>
                                        <p:cTn id="100" dur="500"/>
                                        <p:tgtEl>
                                          <p:spTgt spid="766978">
                                            <p:txEl>
                                              <p:pRg st="15" end="15"/>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nodeType="clickEffect">
                                  <p:stCondLst>
                                    <p:cond delay="0"/>
                                  </p:stCondLst>
                                  <p:childTnLst>
                                    <p:set>
                                      <p:cBhvr>
                                        <p:cTn id="104" dur="1" fill="hold">
                                          <p:stCondLst>
                                            <p:cond delay="0"/>
                                          </p:stCondLst>
                                        </p:cTn>
                                        <p:tgtEl>
                                          <p:spTgt spid="766978">
                                            <p:txEl>
                                              <p:pRg st="16" end="16"/>
                                            </p:txEl>
                                          </p:spTgt>
                                        </p:tgtEl>
                                        <p:attrNameLst>
                                          <p:attrName>style.visibility</p:attrName>
                                        </p:attrNameLst>
                                      </p:cBhvr>
                                      <p:to>
                                        <p:strVal val="visible"/>
                                      </p:to>
                                    </p:set>
                                    <p:anim calcmode="lin" valueType="num">
                                      <p:cBhvr>
                                        <p:cTn id="105" dur="500" fill="hold"/>
                                        <p:tgtEl>
                                          <p:spTgt spid="766978">
                                            <p:txEl>
                                              <p:pRg st="16" end="16"/>
                                            </p:txEl>
                                          </p:spTgt>
                                        </p:tgtEl>
                                        <p:attrNameLst>
                                          <p:attrName>ppt_w</p:attrName>
                                        </p:attrNameLst>
                                      </p:cBhvr>
                                      <p:tavLst>
                                        <p:tav tm="0">
                                          <p:val>
                                            <p:fltVal val="0"/>
                                          </p:val>
                                        </p:tav>
                                        <p:tav tm="100000">
                                          <p:val>
                                            <p:strVal val="#ppt_w"/>
                                          </p:val>
                                        </p:tav>
                                      </p:tavLst>
                                    </p:anim>
                                    <p:anim calcmode="lin" valueType="num">
                                      <p:cBhvr>
                                        <p:cTn id="106" dur="500" fill="hold"/>
                                        <p:tgtEl>
                                          <p:spTgt spid="766978">
                                            <p:txEl>
                                              <p:pRg st="16" end="16"/>
                                            </p:txEl>
                                          </p:spTgt>
                                        </p:tgtEl>
                                        <p:attrNameLst>
                                          <p:attrName>ppt_h</p:attrName>
                                        </p:attrNameLst>
                                      </p:cBhvr>
                                      <p:tavLst>
                                        <p:tav tm="0">
                                          <p:val>
                                            <p:fltVal val="0"/>
                                          </p:val>
                                        </p:tav>
                                        <p:tav tm="100000">
                                          <p:val>
                                            <p:strVal val="#ppt_h"/>
                                          </p:val>
                                        </p:tav>
                                      </p:tavLst>
                                    </p:anim>
                                    <p:animEffect transition="in" filter="fade">
                                      <p:cBhvr>
                                        <p:cTn id="107" dur="500"/>
                                        <p:tgtEl>
                                          <p:spTgt spid="766978">
                                            <p:txEl>
                                              <p:pRg st="16" end="16"/>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53" presetClass="entr" presetSubtype="16" fill="hold" nodeType="clickEffect">
                                  <p:stCondLst>
                                    <p:cond delay="0"/>
                                  </p:stCondLst>
                                  <p:childTnLst>
                                    <p:set>
                                      <p:cBhvr>
                                        <p:cTn id="111" dur="1" fill="hold">
                                          <p:stCondLst>
                                            <p:cond delay="0"/>
                                          </p:stCondLst>
                                        </p:cTn>
                                        <p:tgtEl>
                                          <p:spTgt spid="766978">
                                            <p:txEl>
                                              <p:pRg st="17" end="17"/>
                                            </p:txEl>
                                          </p:spTgt>
                                        </p:tgtEl>
                                        <p:attrNameLst>
                                          <p:attrName>style.visibility</p:attrName>
                                        </p:attrNameLst>
                                      </p:cBhvr>
                                      <p:to>
                                        <p:strVal val="visible"/>
                                      </p:to>
                                    </p:set>
                                    <p:anim calcmode="lin" valueType="num">
                                      <p:cBhvr>
                                        <p:cTn id="112" dur="500" fill="hold"/>
                                        <p:tgtEl>
                                          <p:spTgt spid="766978">
                                            <p:txEl>
                                              <p:pRg st="17" end="17"/>
                                            </p:txEl>
                                          </p:spTgt>
                                        </p:tgtEl>
                                        <p:attrNameLst>
                                          <p:attrName>ppt_w</p:attrName>
                                        </p:attrNameLst>
                                      </p:cBhvr>
                                      <p:tavLst>
                                        <p:tav tm="0">
                                          <p:val>
                                            <p:fltVal val="0"/>
                                          </p:val>
                                        </p:tav>
                                        <p:tav tm="100000">
                                          <p:val>
                                            <p:strVal val="#ppt_w"/>
                                          </p:val>
                                        </p:tav>
                                      </p:tavLst>
                                    </p:anim>
                                    <p:anim calcmode="lin" valueType="num">
                                      <p:cBhvr>
                                        <p:cTn id="113" dur="500" fill="hold"/>
                                        <p:tgtEl>
                                          <p:spTgt spid="766978">
                                            <p:txEl>
                                              <p:pRg st="17" end="17"/>
                                            </p:txEl>
                                          </p:spTgt>
                                        </p:tgtEl>
                                        <p:attrNameLst>
                                          <p:attrName>ppt_h</p:attrName>
                                        </p:attrNameLst>
                                      </p:cBhvr>
                                      <p:tavLst>
                                        <p:tav tm="0">
                                          <p:val>
                                            <p:fltVal val="0"/>
                                          </p:val>
                                        </p:tav>
                                        <p:tav tm="100000">
                                          <p:val>
                                            <p:strVal val="#ppt_h"/>
                                          </p:val>
                                        </p:tav>
                                      </p:tavLst>
                                    </p:anim>
                                    <p:animEffect transition="in" filter="fade">
                                      <p:cBhvr>
                                        <p:cTn id="114" dur="500"/>
                                        <p:tgtEl>
                                          <p:spTgt spid="766978">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79075" name="Rectangle 3"/>
          <p:cNvSpPr>
            <a:spLocks noGrp="1" noChangeArrowheads="1"/>
          </p:cNvSpPr>
          <p:nvPr>
            <p:ph idx="1"/>
          </p:nvPr>
        </p:nvSpPr>
        <p:spPr>
          <a:noFill/>
        </p:spPr>
        <p:txBody>
          <a:bodyPr vert="horz" wrap="square" lIns="69056" tIns="34529" rIns="69056" bIns="34529" numCol="1" anchor="t" anchorCtr="0" compatLnSpc="1"/>
          <a:lstStyle/>
          <a:p>
            <a:pPr marL="457200" indent="-457200" eaLnBrk="1" hangingPunct="1">
              <a:spcBef>
                <a:spcPct val="40000"/>
              </a:spcBef>
              <a:buNone/>
            </a:pPr>
            <a:r>
              <a:rPr lang="en-US" altLang="zh-CN" sz="2200" dirty="0"/>
              <a:t>1.</a:t>
            </a:r>
            <a:r>
              <a:rPr lang="zh-CN" altLang="en-US" sz="2200" dirty="0"/>
              <a:t>自顶向下分析法和自底向上分析法分别寻找输入串的最左推导和最左归约</a:t>
            </a:r>
          </a:p>
          <a:p>
            <a:pPr marL="457200" indent="-457200" eaLnBrk="1" hangingPunct="1">
              <a:spcBef>
                <a:spcPct val="40000"/>
              </a:spcBef>
              <a:buNone/>
            </a:pPr>
            <a:r>
              <a:rPr lang="en-US" altLang="zh-CN" sz="2200" dirty="0"/>
              <a:t>2.</a:t>
            </a:r>
            <a:r>
              <a:rPr lang="zh-CN" altLang="en-US" sz="2200" dirty="0"/>
              <a:t>自顶向下分析会遇到二义性问题、回溯问题、左递归引起的无穷推导问题，需对文法进行改造：消除二义性、消除左递归、提取左公因子</a:t>
            </a:r>
            <a:endParaRPr lang="zh-CN" altLang="en-US" sz="2200" i="1" dirty="0"/>
          </a:p>
          <a:p>
            <a:pPr marL="457200" indent="-457200" eaLnBrk="1" hangingPunct="1">
              <a:spcBef>
                <a:spcPct val="40000"/>
              </a:spcBef>
              <a:buNone/>
            </a:pPr>
            <a:r>
              <a:rPr lang="en-US" altLang="zh-CN" sz="2200" dirty="0"/>
              <a:t>3. </a:t>
            </a:r>
            <a:r>
              <a:rPr lang="en-US" altLang="zh-CN" sz="2200" i="1" dirty="0"/>
              <a:t>LL</a:t>
            </a:r>
            <a:r>
              <a:rPr lang="en-US" altLang="zh-CN" sz="2200" dirty="0"/>
              <a:t>(1)</a:t>
            </a:r>
            <a:r>
              <a:rPr lang="zh-CN" altLang="en-US" sz="2200" dirty="0"/>
              <a:t>文法是一类可以进行确定分析的文法，利用</a:t>
            </a:r>
            <a:r>
              <a:rPr lang="en-US" altLang="zh-CN" sz="2200" dirty="0"/>
              <a:t>SELECT</a:t>
            </a:r>
            <a:r>
              <a:rPr lang="zh-CN" altLang="en-US" sz="2200" dirty="0"/>
              <a:t>集或</a:t>
            </a:r>
            <a:r>
              <a:rPr lang="en-US" altLang="zh-CN" sz="2200" dirty="0"/>
              <a:t>FIRST</a:t>
            </a:r>
            <a:r>
              <a:rPr lang="zh-CN" altLang="en-US" sz="2200" dirty="0"/>
              <a:t>集和</a:t>
            </a:r>
            <a:r>
              <a:rPr lang="en-US" altLang="zh-CN" sz="2200" dirty="0"/>
              <a:t>FOLLOW</a:t>
            </a:r>
            <a:r>
              <a:rPr lang="zh-CN" altLang="en-US" sz="2200" dirty="0"/>
              <a:t>集可以判定某个上下文无关文法是否为</a:t>
            </a:r>
            <a:r>
              <a:rPr lang="en-US" altLang="zh-CN" sz="2200" i="1" dirty="0"/>
              <a:t>LL</a:t>
            </a:r>
            <a:r>
              <a:rPr lang="en-US" altLang="zh-CN" sz="2200" dirty="0"/>
              <a:t>(1)</a:t>
            </a:r>
            <a:r>
              <a:rPr lang="zh-CN" altLang="en-US" sz="2200" dirty="0"/>
              <a:t>文法</a:t>
            </a:r>
            <a:endParaRPr lang="zh-CN" altLang="en-US" sz="2200" i="1" dirty="0"/>
          </a:p>
        </p:txBody>
      </p:sp>
      <p:sp>
        <p:nvSpPr>
          <p:cNvPr id="83972" name="Rectangle 2"/>
          <p:cNvSpPr>
            <a:spLocks noGrp="1" noChangeArrowheads="1"/>
          </p:cNvSpPr>
          <p:nvPr>
            <p:ph type="title"/>
          </p:nvPr>
        </p:nvSpPr>
        <p:spPr>
          <a:noFill/>
        </p:spPr>
        <p:txBody>
          <a:bodyPr vert="horz" wrap="square" lIns="69056" tIns="34529" rIns="69056" bIns="34529" numCol="1" anchor="ctr" anchorCtr="0" compatLnSpc="1"/>
          <a:lstStyle/>
          <a:p>
            <a:pPr eaLnBrk="1" hangingPunct="1"/>
            <a:r>
              <a:rPr lang="zh-CN" altLang="en-US" dirty="0"/>
              <a:t>小结</a:t>
            </a:r>
          </a:p>
        </p:txBody>
      </p:sp>
      <p:sp>
        <p:nvSpPr>
          <p:cNvPr id="83971"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111AF2E7-193C-41C5-93B5-4E07C947DE17}" type="slidenum">
              <a:rPr lang="en-US" altLang="zh-CN" sz="1050" b="0">
                <a:latin typeface="Arial" panose="020B0604020202020204" pitchFamily="34" charset="0"/>
                <a:ea typeface="宋体" panose="02010600030101010101" pitchFamily="2" charset="-122"/>
              </a:rPr>
              <a:t>69</a:t>
            </a:fld>
            <a:endParaRPr lang="en-US" altLang="zh-CN" sz="1050" b="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2179075">
                                            <p:txEl>
                                              <p:pRg st="0" end="0"/>
                                            </p:txEl>
                                          </p:spTgt>
                                        </p:tgtEl>
                                        <p:attrNameLst>
                                          <p:attrName>style.visibility</p:attrName>
                                        </p:attrNameLst>
                                      </p:cBhvr>
                                      <p:to>
                                        <p:strVal val="visible"/>
                                      </p:to>
                                    </p:set>
                                    <p:animEffect transition="in" filter="wipe(up)">
                                      <p:cBhvr>
                                        <p:cTn id="7" dur="75"/>
                                        <p:tgtEl>
                                          <p:spTgt spid="217907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2179075">
                                            <p:txEl>
                                              <p:pRg st="1" end="1"/>
                                            </p:txEl>
                                          </p:spTgt>
                                        </p:tgtEl>
                                        <p:attrNameLst>
                                          <p:attrName>style.visibility</p:attrName>
                                        </p:attrNameLst>
                                      </p:cBhvr>
                                      <p:to>
                                        <p:strVal val="visible"/>
                                      </p:to>
                                    </p:set>
                                    <p:animEffect transition="in" filter="wipe(up)">
                                      <p:cBhvr>
                                        <p:cTn id="12" dur="75"/>
                                        <p:tgtEl>
                                          <p:spTgt spid="2179075">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2179075">
                                            <p:txEl>
                                              <p:pRg st="2" end="2"/>
                                            </p:txEl>
                                          </p:spTgt>
                                        </p:tgtEl>
                                        <p:attrNameLst>
                                          <p:attrName>style.visibility</p:attrName>
                                        </p:attrNameLst>
                                      </p:cBhvr>
                                      <p:to>
                                        <p:strVal val="visible"/>
                                      </p:to>
                                    </p:set>
                                    <p:animEffect transition="in" filter="wipe(up)">
                                      <p:cBhvr>
                                        <p:cTn id="17" dur="75"/>
                                        <p:tgtEl>
                                          <p:spTgt spid="2179075">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9075" grpId="0"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37859" name="Rectangle 3"/>
          <p:cNvSpPr>
            <a:spLocks noGrp="1" noChangeArrowheads="1"/>
          </p:cNvSpPr>
          <p:nvPr>
            <p:ph idx="1"/>
          </p:nvPr>
        </p:nvSpPr>
        <p:spPr>
          <a:xfrm>
            <a:off x="755576" y="915566"/>
            <a:ext cx="7560840" cy="3672408"/>
          </a:xfrm>
          <a:noFill/>
        </p:spPr>
        <p:txBody>
          <a:bodyPr vert="horz" wrap="square" lIns="69056" tIns="34529" rIns="69056" bIns="34529" numCol="1" anchor="t" anchorCtr="0" compatLnSpc="1"/>
          <a:lstStyle/>
          <a:p>
            <a:pPr marL="457200" indent="-457200" eaLnBrk="1" hangingPunct="1">
              <a:spcBef>
                <a:spcPts val="600"/>
              </a:spcBef>
              <a:buNone/>
            </a:pPr>
            <a:r>
              <a:rPr lang="en-US" altLang="zh-CN" sz="2200" dirty="0"/>
              <a:t>4. </a:t>
            </a:r>
            <a:r>
              <a:rPr lang="en-US" altLang="zh-CN" sz="2200" i="1" dirty="0"/>
              <a:t>LL</a:t>
            </a:r>
            <a:r>
              <a:rPr lang="en-US" altLang="zh-CN" sz="2200" dirty="0"/>
              <a:t>(1)</a:t>
            </a:r>
            <a:r>
              <a:rPr lang="zh-CN" altLang="en-US" sz="2200" dirty="0"/>
              <a:t>文法可以用预测分析法也称为</a:t>
            </a:r>
            <a:r>
              <a:rPr lang="en-US" altLang="zh-CN" sz="2200" i="1" dirty="0"/>
              <a:t>LL</a:t>
            </a:r>
            <a:r>
              <a:rPr lang="en-US" altLang="zh-CN" sz="2200" dirty="0"/>
              <a:t>(1)</a:t>
            </a:r>
            <a:r>
              <a:rPr lang="zh-CN" altLang="en-US" sz="2200" dirty="0"/>
              <a:t>分析法进行分析，对应的分析器称为预测分析器。此方法的核心是</a:t>
            </a:r>
            <a:r>
              <a:rPr lang="zh-CN" altLang="en-US" sz="2200" dirty="0">
                <a:solidFill>
                  <a:srgbClr val="FF0000"/>
                </a:solidFill>
              </a:rPr>
              <a:t>构造文法的预测分析表</a:t>
            </a:r>
            <a:r>
              <a:rPr lang="zh-CN" altLang="en-US" sz="2200" dirty="0"/>
              <a:t>。</a:t>
            </a:r>
            <a:endParaRPr lang="en-US" altLang="zh-CN" sz="2200" dirty="0"/>
          </a:p>
          <a:p>
            <a:pPr marL="457200" indent="-457200" eaLnBrk="1" hangingPunct="1">
              <a:spcBef>
                <a:spcPts val="600"/>
              </a:spcBef>
              <a:buNone/>
            </a:pPr>
            <a:r>
              <a:rPr lang="en-US" altLang="zh-CN" sz="2200" dirty="0"/>
              <a:t>5. </a:t>
            </a:r>
            <a:r>
              <a:rPr lang="zh-CN" altLang="en-US" sz="2200" dirty="0"/>
              <a:t>递归下降分析法根据各个候选式的结构为每个非终结符编写一个子程序。</a:t>
            </a:r>
          </a:p>
          <a:p>
            <a:pPr marL="457200" indent="-457200" eaLnBrk="1" hangingPunct="1">
              <a:spcBef>
                <a:spcPts val="600"/>
              </a:spcBef>
              <a:buNone/>
            </a:pPr>
            <a:r>
              <a:rPr lang="en-US" altLang="zh-CN" sz="2200" dirty="0"/>
              <a:t>6. </a:t>
            </a:r>
            <a:r>
              <a:rPr lang="zh-CN" altLang="en-US" sz="2200" dirty="0"/>
              <a:t>表驱动的预测分析维护一个栈，保存尚未分析的句型子串，通过栈顶符号和当前输入符号决定分析器的下一步动作。</a:t>
            </a:r>
            <a:endParaRPr lang="en-US" altLang="zh-CN" sz="2200" dirty="0"/>
          </a:p>
          <a:p>
            <a:pPr marL="457200" indent="-457200" eaLnBrk="1" hangingPunct="1">
              <a:spcBef>
                <a:spcPts val="600"/>
              </a:spcBef>
              <a:buNone/>
            </a:pPr>
            <a:r>
              <a:rPr lang="en-US" altLang="zh-CN" sz="2200" dirty="0"/>
              <a:t>7. </a:t>
            </a:r>
            <a:r>
              <a:rPr lang="zh-CN" altLang="en-US" sz="2200" dirty="0"/>
              <a:t>非</a:t>
            </a:r>
            <a:r>
              <a:rPr lang="en-US" altLang="zh-CN" sz="2200" i="1" dirty="0"/>
              <a:t>LL</a:t>
            </a:r>
            <a:r>
              <a:rPr lang="en-US" altLang="zh-CN" sz="2200" dirty="0"/>
              <a:t>(1)</a:t>
            </a:r>
            <a:r>
              <a:rPr lang="zh-CN" altLang="en-US" sz="2200" dirty="0"/>
              <a:t>文法不能使用预测分析进行语法分析，可以考虑采用自底向上的语法分析。</a:t>
            </a:r>
            <a:endParaRPr lang="en-US" altLang="zh-CN" sz="2200" dirty="0"/>
          </a:p>
        </p:txBody>
      </p:sp>
      <p:sp>
        <p:nvSpPr>
          <p:cNvPr id="84996" name="Rectangle 2"/>
          <p:cNvSpPr>
            <a:spLocks noGrp="1" noChangeArrowheads="1"/>
          </p:cNvSpPr>
          <p:nvPr>
            <p:ph type="title"/>
          </p:nvPr>
        </p:nvSpPr>
        <p:spPr>
          <a:noFill/>
        </p:spPr>
        <p:txBody>
          <a:bodyPr vert="horz" wrap="square" lIns="69056" tIns="34529" rIns="69056" bIns="34529" numCol="1" anchor="ctr" anchorCtr="0" compatLnSpc="1"/>
          <a:lstStyle/>
          <a:p>
            <a:pPr eaLnBrk="1" hangingPunct="1"/>
            <a:r>
              <a:rPr lang="zh-CN" altLang="en-US" dirty="0"/>
              <a:t>小结</a:t>
            </a:r>
          </a:p>
        </p:txBody>
      </p:sp>
      <p:sp>
        <p:nvSpPr>
          <p:cNvPr id="84995"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323A98DA-D7B2-4DF6-A4E4-E9F10FCF5AC9}" type="slidenum">
              <a:rPr lang="en-US" altLang="zh-CN" sz="1050" b="0">
                <a:latin typeface="Arial" panose="020B0604020202020204" pitchFamily="34" charset="0"/>
                <a:ea typeface="宋体" panose="02010600030101010101" pitchFamily="2" charset="-122"/>
              </a:rPr>
              <a:t>70</a:t>
            </a:fld>
            <a:endParaRPr lang="en-US" altLang="zh-CN" sz="1050" b="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2937859">
                                            <p:txEl>
                                              <p:pRg st="0" end="0"/>
                                            </p:txEl>
                                          </p:spTgt>
                                        </p:tgtEl>
                                        <p:attrNameLst>
                                          <p:attrName>style.visibility</p:attrName>
                                        </p:attrNameLst>
                                      </p:cBhvr>
                                      <p:to>
                                        <p:strVal val="visible"/>
                                      </p:to>
                                    </p:set>
                                    <p:animEffect transition="in" filter="wipe(up)">
                                      <p:cBhvr>
                                        <p:cTn id="7" dur="75"/>
                                        <p:tgtEl>
                                          <p:spTgt spid="293785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2937859">
                                            <p:txEl>
                                              <p:pRg st="1" end="1"/>
                                            </p:txEl>
                                          </p:spTgt>
                                        </p:tgtEl>
                                        <p:attrNameLst>
                                          <p:attrName>style.visibility</p:attrName>
                                        </p:attrNameLst>
                                      </p:cBhvr>
                                      <p:to>
                                        <p:strVal val="visible"/>
                                      </p:to>
                                    </p:set>
                                    <p:animEffect transition="in" filter="wipe(up)">
                                      <p:cBhvr>
                                        <p:cTn id="12" dur="75"/>
                                        <p:tgtEl>
                                          <p:spTgt spid="293785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2937859">
                                            <p:txEl>
                                              <p:pRg st="2" end="2"/>
                                            </p:txEl>
                                          </p:spTgt>
                                        </p:tgtEl>
                                        <p:attrNameLst>
                                          <p:attrName>style.visibility</p:attrName>
                                        </p:attrNameLst>
                                      </p:cBhvr>
                                      <p:to>
                                        <p:strVal val="visible"/>
                                      </p:to>
                                    </p:set>
                                    <p:animEffect transition="in" filter="wipe(up)">
                                      <p:cBhvr>
                                        <p:cTn id="17" dur="75"/>
                                        <p:tgtEl>
                                          <p:spTgt spid="2937859">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2937859">
                                            <p:txEl>
                                              <p:pRg st="3" end="3"/>
                                            </p:txEl>
                                          </p:spTgt>
                                        </p:tgtEl>
                                        <p:attrNameLst>
                                          <p:attrName>style.visibility</p:attrName>
                                        </p:attrNameLst>
                                      </p:cBhvr>
                                      <p:to>
                                        <p:strVal val="visible"/>
                                      </p:to>
                                    </p:set>
                                    <p:animEffect transition="in" filter="wipe(up)">
                                      <p:cBhvr>
                                        <p:cTn id="22" dur="75"/>
                                        <p:tgtEl>
                                          <p:spTgt spid="2937859">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7859" grpId="0" build="p"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内容占位符 2"/>
          <p:cNvSpPr>
            <a:spLocks noGrp="1"/>
          </p:cNvSpPr>
          <p:nvPr>
            <p:ph idx="1"/>
          </p:nvPr>
        </p:nvSpPr>
        <p:spPr>
          <a:xfrm>
            <a:off x="859007" y="1059989"/>
            <a:ext cx="7529417" cy="3599993"/>
          </a:xfrm>
        </p:spPr>
        <p:txBody>
          <a:bodyPr>
            <a:normAutofit/>
          </a:bodyPr>
          <a:lstStyle/>
          <a:p>
            <a:pPr marL="0" indent="0">
              <a:lnSpc>
                <a:spcPts val="2500"/>
              </a:lnSpc>
              <a:buClrTx/>
              <a:buNone/>
            </a:pPr>
            <a:r>
              <a:rPr lang="en-US" altLang="zh-CN" b="1" dirty="0">
                <a:solidFill>
                  <a:schemeClr val="tx1"/>
                </a:solidFill>
              </a:rPr>
              <a:t>1</a:t>
            </a:r>
            <a:r>
              <a:rPr lang="zh-CN" altLang="en-US" b="1" dirty="0">
                <a:solidFill>
                  <a:schemeClr val="tx1"/>
                </a:solidFill>
              </a:rPr>
              <a:t>．绪论 			（</a:t>
            </a:r>
            <a:r>
              <a:rPr lang="en-US" altLang="zh-CN" b="1" dirty="0">
                <a:solidFill>
                  <a:schemeClr val="tx1"/>
                </a:solidFill>
              </a:rPr>
              <a:t>2</a:t>
            </a:r>
            <a:r>
              <a:rPr lang="zh-CN" altLang="en-US" b="1" dirty="0">
                <a:solidFill>
                  <a:schemeClr val="tx1"/>
                </a:solidFill>
              </a:rPr>
              <a:t>学时）</a:t>
            </a:r>
          </a:p>
          <a:p>
            <a:pPr marL="0" indent="0">
              <a:lnSpc>
                <a:spcPts val="2500"/>
              </a:lnSpc>
              <a:buClrTx/>
              <a:buNone/>
            </a:pPr>
            <a:r>
              <a:rPr lang="en-US" altLang="zh-CN" b="1" dirty="0"/>
              <a:t>2.   </a:t>
            </a:r>
            <a:r>
              <a:rPr lang="zh-CN" altLang="en-US" b="1" dirty="0"/>
              <a:t>语言及其文法		（</a:t>
            </a:r>
            <a:r>
              <a:rPr lang="en-US" altLang="zh-CN" b="1" dirty="0"/>
              <a:t>2</a:t>
            </a:r>
            <a:r>
              <a:rPr lang="zh-CN" altLang="en-US" b="1" dirty="0"/>
              <a:t>学时） </a:t>
            </a:r>
          </a:p>
          <a:p>
            <a:pPr marL="0" indent="0">
              <a:lnSpc>
                <a:spcPts val="2500"/>
              </a:lnSpc>
              <a:buClrTx/>
              <a:buNone/>
            </a:pPr>
            <a:r>
              <a:rPr lang="en-US" altLang="zh-CN" b="1" dirty="0">
                <a:solidFill>
                  <a:schemeClr val="tx1"/>
                </a:solidFill>
              </a:rPr>
              <a:t>3</a:t>
            </a:r>
            <a:r>
              <a:rPr lang="zh-CN" altLang="en-US" b="1" dirty="0">
                <a:solidFill>
                  <a:schemeClr val="tx1"/>
                </a:solidFill>
              </a:rPr>
              <a:t>．词法分析		</a:t>
            </a:r>
            <a:r>
              <a:rPr lang="en-US" altLang="zh-CN" b="1" dirty="0">
                <a:solidFill>
                  <a:schemeClr val="tx1"/>
                </a:solidFill>
              </a:rPr>
              <a:t>	</a:t>
            </a:r>
            <a:r>
              <a:rPr lang="zh-CN" altLang="en-US" b="1" dirty="0">
                <a:solidFill>
                  <a:schemeClr val="tx1"/>
                </a:solidFill>
              </a:rPr>
              <a:t>（</a:t>
            </a:r>
            <a:r>
              <a:rPr lang="en-US" altLang="zh-CN" b="1" dirty="0">
                <a:solidFill>
                  <a:schemeClr val="tx1"/>
                </a:solidFill>
              </a:rPr>
              <a:t>3</a:t>
            </a:r>
            <a:r>
              <a:rPr lang="zh-CN" altLang="en-US" b="1" dirty="0">
                <a:solidFill>
                  <a:schemeClr val="tx1"/>
                </a:solidFill>
              </a:rPr>
              <a:t>学时） </a:t>
            </a:r>
          </a:p>
          <a:p>
            <a:pPr marL="0" indent="0">
              <a:lnSpc>
                <a:spcPts val="2500"/>
              </a:lnSpc>
              <a:buClrTx/>
              <a:buNone/>
            </a:pPr>
            <a:r>
              <a:rPr lang="en-US" altLang="zh-CN" b="1" dirty="0">
                <a:solidFill>
                  <a:srgbClr val="FF0000"/>
                </a:solidFill>
              </a:rPr>
              <a:t>4</a:t>
            </a:r>
            <a:r>
              <a:rPr lang="zh-CN" altLang="en-US" b="1" dirty="0">
                <a:solidFill>
                  <a:srgbClr val="FF0000"/>
                </a:solidFill>
              </a:rPr>
              <a:t>．语法分析		</a:t>
            </a:r>
            <a:r>
              <a:rPr lang="en-US" altLang="zh-CN" b="1" dirty="0">
                <a:solidFill>
                  <a:srgbClr val="FF0000"/>
                </a:solidFill>
              </a:rPr>
              <a:t>	</a:t>
            </a:r>
            <a:r>
              <a:rPr lang="zh-CN" altLang="en-US" b="1" dirty="0">
                <a:solidFill>
                  <a:srgbClr val="FF0000"/>
                </a:solidFill>
              </a:rPr>
              <a:t>（</a:t>
            </a:r>
            <a:r>
              <a:rPr lang="en-US" altLang="zh-CN" b="1" dirty="0">
                <a:solidFill>
                  <a:srgbClr val="FF0000"/>
                </a:solidFill>
              </a:rPr>
              <a:t>9</a:t>
            </a:r>
            <a:r>
              <a:rPr lang="zh-CN" altLang="en-US" b="1" dirty="0">
                <a:solidFill>
                  <a:srgbClr val="FF0000"/>
                </a:solidFill>
              </a:rPr>
              <a:t>学时） </a:t>
            </a:r>
          </a:p>
          <a:p>
            <a:pPr marL="0" indent="0">
              <a:lnSpc>
                <a:spcPts val="2500"/>
              </a:lnSpc>
              <a:buClrTx/>
              <a:buNone/>
            </a:pPr>
            <a:r>
              <a:rPr lang="en-US" altLang="zh-CN" b="1" dirty="0">
                <a:solidFill>
                  <a:schemeClr val="tx1"/>
                </a:solidFill>
              </a:rPr>
              <a:t>5</a:t>
            </a:r>
            <a:r>
              <a:rPr lang="zh-CN" altLang="en-US" b="1" dirty="0">
                <a:solidFill>
                  <a:schemeClr val="tx1"/>
                </a:solidFill>
              </a:rPr>
              <a:t>．语法制导翻译		（</a:t>
            </a:r>
            <a:r>
              <a:rPr lang="en-US" altLang="zh-CN" b="1" dirty="0">
                <a:solidFill>
                  <a:schemeClr val="tx1"/>
                </a:solidFill>
              </a:rPr>
              <a:t>6</a:t>
            </a:r>
            <a:r>
              <a:rPr lang="zh-CN" altLang="en-US" b="1" dirty="0">
                <a:solidFill>
                  <a:schemeClr val="tx1"/>
                </a:solidFill>
              </a:rPr>
              <a:t>学时） </a:t>
            </a:r>
          </a:p>
          <a:p>
            <a:pPr marL="0" indent="0">
              <a:lnSpc>
                <a:spcPts val="2500"/>
              </a:lnSpc>
              <a:buClrTx/>
              <a:buNone/>
            </a:pPr>
            <a:r>
              <a:rPr lang="en-US" altLang="zh-CN" b="1" dirty="0">
                <a:solidFill>
                  <a:schemeClr val="tx1"/>
                </a:solidFill>
              </a:rPr>
              <a:t>6</a:t>
            </a:r>
            <a:r>
              <a:rPr lang="zh-CN" altLang="en-US" b="1" dirty="0">
                <a:solidFill>
                  <a:schemeClr val="tx1"/>
                </a:solidFill>
              </a:rPr>
              <a:t>．中间代码生成		（</a:t>
            </a:r>
            <a:r>
              <a:rPr lang="en-US" altLang="zh-CN" b="1" dirty="0">
                <a:solidFill>
                  <a:schemeClr val="tx1"/>
                </a:solidFill>
              </a:rPr>
              <a:t>7</a:t>
            </a:r>
            <a:r>
              <a:rPr lang="zh-CN" altLang="en-US" b="1" dirty="0">
                <a:solidFill>
                  <a:schemeClr val="tx1"/>
                </a:solidFill>
              </a:rPr>
              <a:t>学时） </a:t>
            </a:r>
          </a:p>
          <a:p>
            <a:pPr marL="0" indent="0">
              <a:lnSpc>
                <a:spcPts val="2500"/>
              </a:lnSpc>
              <a:buClrTx/>
              <a:buNone/>
            </a:pPr>
            <a:r>
              <a:rPr lang="en-US" altLang="zh-CN" b="1" dirty="0">
                <a:solidFill>
                  <a:schemeClr val="tx1"/>
                </a:solidFill>
              </a:rPr>
              <a:t>7</a:t>
            </a:r>
            <a:r>
              <a:rPr lang="zh-CN" altLang="en-US" b="1" dirty="0">
                <a:solidFill>
                  <a:schemeClr val="tx1"/>
                </a:solidFill>
              </a:rPr>
              <a:t>．运行时的存贮组织	（</a:t>
            </a:r>
            <a:r>
              <a:rPr lang="en-US" altLang="zh-CN" b="1" dirty="0">
                <a:solidFill>
                  <a:schemeClr val="tx1"/>
                </a:solidFill>
              </a:rPr>
              <a:t>3</a:t>
            </a:r>
            <a:r>
              <a:rPr lang="zh-CN" altLang="en-US" b="1" dirty="0">
                <a:solidFill>
                  <a:schemeClr val="tx1"/>
                </a:solidFill>
              </a:rPr>
              <a:t>学时） </a:t>
            </a:r>
          </a:p>
          <a:p>
            <a:pPr marL="0" indent="0">
              <a:lnSpc>
                <a:spcPts val="2500"/>
              </a:lnSpc>
              <a:buClrTx/>
              <a:buNone/>
            </a:pPr>
            <a:r>
              <a:rPr lang="en-US" altLang="zh-CN" b="1" dirty="0">
                <a:solidFill>
                  <a:schemeClr val="tx1"/>
                </a:solidFill>
              </a:rPr>
              <a:t>8</a:t>
            </a:r>
            <a:r>
              <a:rPr lang="zh-CN" altLang="en-US" b="1" dirty="0">
                <a:solidFill>
                  <a:schemeClr val="tx1"/>
                </a:solidFill>
              </a:rPr>
              <a:t>．代码优化       		（</a:t>
            </a:r>
            <a:r>
              <a:rPr lang="en-US" altLang="zh-CN" b="1" dirty="0">
                <a:solidFill>
                  <a:schemeClr val="tx1"/>
                </a:solidFill>
              </a:rPr>
              <a:t>6</a:t>
            </a:r>
            <a:r>
              <a:rPr lang="zh-CN" altLang="en-US" b="1" dirty="0">
                <a:solidFill>
                  <a:schemeClr val="tx1"/>
                </a:solidFill>
              </a:rPr>
              <a:t>学时） </a:t>
            </a:r>
          </a:p>
          <a:p>
            <a:pPr marL="0" indent="0">
              <a:lnSpc>
                <a:spcPts val="2500"/>
              </a:lnSpc>
              <a:buClrTx/>
              <a:buNone/>
            </a:pPr>
            <a:r>
              <a:rPr lang="en-US" altLang="zh-CN" b="1" dirty="0">
                <a:solidFill>
                  <a:schemeClr val="tx1"/>
                </a:solidFill>
              </a:rPr>
              <a:t>9</a:t>
            </a:r>
            <a:r>
              <a:rPr lang="zh-CN" altLang="en-US" b="1" dirty="0">
                <a:solidFill>
                  <a:schemeClr val="tx1"/>
                </a:solidFill>
              </a:rPr>
              <a:t>．代码生成       		（</a:t>
            </a:r>
            <a:r>
              <a:rPr lang="en-US" altLang="zh-CN" b="1" dirty="0">
                <a:solidFill>
                  <a:schemeClr val="tx1"/>
                </a:solidFill>
              </a:rPr>
              <a:t>2</a:t>
            </a:r>
            <a:r>
              <a:rPr lang="zh-CN" altLang="en-US" b="1" dirty="0">
                <a:solidFill>
                  <a:schemeClr val="tx1"/>
                </a:solidFill>
              </a:rPr>
              <a:t>学时） </a:t>
            </a:r>
          </a:p>
        </p:txBody>
      </p:sp>
      <p:sp>
        <p:nvSpPr>
          <p:cNvPr id="51202" name="标题 1"/>
          <p:cNvSpPr>
            <a:spLocks noGrp="1"/>
          </p:cNvSpPr>
          <p:nvPr>
            <p:ph type="title"/>
          </p:nvPr>
        </p:nvSpPr>
        <p:spPr/>
        <p:txBody>
          <a:bodyPr>
            <a:noAutofit/>
          </a:bodyPr>
          <a:lstStyle/>
          <a:p>
            <a:r>
              <a:rPr lang="zh-CN" altLang="en-US" sz="3000" spc="300" dirty="0">
                <a:solidFill>
                  <a:schemeClr val="tx1"/>
                </a:solidFill>
                <a:latin typeface="微软雅黑" panose="020B0503020204020204" pitchFamily="34" charset="-122"/>
                <a:ea typeface="微软雅黑" panose="020B0503020204020204" pitchFamily="34" charset="-122"/>
              </a:rPr>
              <a:t>课程主要内容</a:t>
            </a: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2" name="灯片编号占位符 1"/>
          <p:cNvSpPr>
            <a:spLocks noGrp="1"/>
          </p:cNvSpPr>
          <p:nvPr>
            <p:ph type="sldNum" sz="quarter" idx="12"/>
          </p:nvPr>
        </p:nvSpPr>
        <p:spPr/>
        <p:txBody>
          <a:bodyPr/>
          <a:lstStyle/>
          <a:p>
            <a:pPr>
              <a:defRPr/>
            </a:pPr>
            <a:fld id="{EA567855-7F13-4FC5-AD61-2B82F6443E16}" type="slidenum">
              <a:rPr lang="zh-CN" altLang="en-US" smtClean="0"/>
              <a:t>71</a:t>
            </a:fld>
            <a:endParaRPr lang="en-US" altLang="zh-CN"/>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idx="1"/>
          </p:nvPr>
        </p:nvSpPr>
        <p:spPr>
          <a:xfrm>
            <a:off x="4357688" y="1263650"/>
            <a:ext cx="5927725" cy="3522663"/>
          </a:xfrm>
        </p:spPr>
        <p:txBody>
          <a:bodyPr anchor="ctr"/>
          <a:lstStyle/>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4.1 </a:t>
            </a:r>
            <a:r>
              <a:rPr lang="zh-CN" altLang="en-US"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自顶向下的分析</a:t>
            </a: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4.2 </a:t>
            </a:r>
            <a:r>
              <a:rPr lang="zh-CN" altLang="en-US"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预测分析法</a:t>
            </a:r>
            <a:endParaRPr lang="en-US" altLang="zh-CN"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ts val="4500"/>
              </a:lnSpc>
              <a:buFont typeface="Symbol" panose="05050102010706020507" pitchFamily="18" charset="2"/>
              <a:buNone/>
              <a:defRPr/>
            </a:pPr>
            <a:r>
              <a:rPr lang="en-US" altLang="zh-CN" sz="2800" b="1" dirty="0">
                <a:solidFill>
                  <a:schemeClr val="tx2">
                    <a:lumMod val="60000"/>
                    <a:lumOff val="40000"/>
                  </a:schemeClr>
                </a:solidFill>
                <a:latin typeface="微软雅黑" panose="020B0503020204020204" pitchFamily="34" charset="-122"/>
                <a:ea typeface="微软雅黑" panose="020B0503020204020204" pitchFamily="34" charset="-122"/>
                <a:cs typeface="Times New Roman" panose="02020603050405020304" pitchFamily="18" charset="0"/>
              </a:rPr>
              <a:t>4.3 </a:t>
            </a:r>
            <a:r>
              <a:rPr lang="zh-CN" altLang="en-US" sz="2800" b="1" dirty="0">
                <a:solidFill>
                  <a:schemeClr val="tx2">
                    <a:lumMod val="60000"/>
                    <a:lumOff val="40000"/>
                  </a:schemeClr>
                </a:solidFill>
                <a:latin typeface="微软雅黑" panose="020B0503020204020204" pitchFamily="34" charset="-122"/>
                <a:ea typeface="微软雅黑" panose="020B0503020204020204" pitchFamily="34" charset="-122"/>
                <a:cs typeface="Times New Roman" panose="02020603050405020304" pitchFamily="18" charset="0"/>
              </a:rPr>
              <a:t>自底向上的分析</a:t>
            </a: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4.4 LR</a:t>
            </a:r>
            <a:r>
              <a:rPr lang="zh-CN" altLang="en-US"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分析法</a:t>
            </a: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4.5 </a:t>
            </a:r>
            <a:r>
              <a:rPr lang="zh-CN" altLang="en-US" sz="2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语法分析器自动生成工具</a:t>
            </a:r>
          </a:p>
        </p:txBody>
      </p:sp>
      <p:pic>
        <p:nvPicPr>
          <p:cNvPr id="147459" name="Picture 7" descr="E:\工大编译\ppt\制作\0330e9c554c768200000158fc50d53d.jpg"/>
          <p:cNvPicPr>
            <a:picLocks noChangeAspect="1" noChangeArrowheads="1"/>
          </p:cNvPicPr>
          <p:nvPr/>
        </p:nvPicPr>
        <p:blipFill>
          <a:blip r:embed="rId2">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p:nvSpPr>
        <p:spPr>
          <a:xfrm>
            <a:off x="4143375" y="357188"/>
            <a:ext cx="1928813"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b="1" spc="600" dirty="0">
                <a:solidFill>
                  <a:schemeClr val="bg1"/>
                </a:solidFill>
                <a:latin typeface="微软雅黑" panose="020B0503020204020204" pitchFamily="34" charset="-122"/>
                <a:ea typeface="微软雅黑" panose="020B0503020204020204" pitchFamily="34" charset="-122"/>
              </a:rPr>
              <a:t>提纲</a:t>
            </a:r>
            <a:endParaRPr lang="zh-CN" altLang="en-US" sz="1600" dirty="0">
              <a:solidFill>
                <a:schemeClr val="tx1">
                  <a:lumMod val="85000"/>
                  <a:lumOff val="15000"/>
                </a:schemeClr>
              </a:solidFill>
            </a:endParaRPr>
          </a:p>
        </p:txBody>
      </p:sp>
      <p:sp>
        <p:nvSpPr>
          <p:cNvPr id="3" name="灯片编号占位符 2"/>
          <p:cNvSpPr>
            <a:spLocks noGrp="1"/>
          </p:cNvSpPr>
          <p:nvPr>
            <p:ph type="sldNum" sz="quarter" idx="12"/>
          </p:nvPr>
        </p:nvSpPr>
        <p:spPr/>
        <p:txBody>
          <a:bodyPr/>
          <a:lstStyle/>
          <a:p>
            <a:pPr>
              <a:defRPr/>
            </a:pPr>
            <a:fld id="{EA567855-7F13-4FC5-AD61-2B82F6443E16}" type="slidenum">
              <a:rPr lang="zh-CN" altLang="en-US" smtClean="0"/>
              <a:t>72</a:t>
            </a:fld>
            <a:endParaRPr lang="en-US" altLang="zh-CN"/>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TABLE_ENDDRAG_ORIGIN_RECT" val="600*267"/>
  <p:tag name="TABLE_ENDDRAG_RECT" val="65*75*600*267"/>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主题1">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lnDef>
      <a:spPr bwMode="auto">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lnDef>
      <a:spPr bwMode="auto">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8491</TotalTime>
  <Words>10082</Words>
  <Application>Microsoft Macintosh PowerPoint</Application>
  <PresentationFormat>全屏显示(16:9)</PresentationFormat>
  <Paragraphs>1312</Paragraphs>
  <Slides>72</Slides>
  <Notes>61</Notes>
  <HiddenSlides>0</HiddenSlides>
  <MMClips>0</MMClips>
  <ScaleCrop>false</ScaleCrop>
  <HeadingPairs>
    <vt:vector size="6" baseType="variant">
      <vt:variant>
        <vt:lpstr>已用的字体</vt:lpstr>
      </vt:variant>
      <vt:variant>
        <vt:i4>16</vt:i4>
      </vt:variant>
      <vt:variant>
        <vt:lpstr>主题</vt:lpstr>
      </vt:variant>
      <vt:variant>
        <vt:i4>6</vt:i4>
      </vt:variant>
      <vt:variant>
        <vt:lpstr>幻灯片标题</vt:lpstr>
      </vt:variant>
      <vt:variant>
        <vt:i4>72</vt:i4>
      </vt:variant>
    </vt:vector>
  </HeadingPairs>
  <TitlesOfParts>
    <vt:vector size="94" baseType="lpstr">
      <vt:lpstr>等线</vt:lpstr>
      <vt:lpstr>华文楷体</vt:lpstr>
      <vt:lpstr>华文楷体 (正文)</vt:lpstr>
      <vt:lpstr>楷体</vt:lpstr>
      <vt:lpstr>楷体_GB2312</vt:lpstr>
      <vt:lpstr>宋体</vt:lpstr>
      <vt:lpstr>微软雅黑</vt:lpstr>
      <vt:lpstr>Arial</vt:lpstr>
      <vt:lpstr>Calibri</vt:lpstr>
      <vt:lpstr>Cambria Math</vt:lpstr>
      <vt:lpstr>Candara</vt:lpstr>
      <vt:lpstr>Monotype Sorts</vt:lpstr>
      <vt:lpstr>Symbol</vt:lpstr>
      <vt:lpstr>Tahoma</vt:lpstr>
      <vt:lpstr>Times New Roman</vt:lpstr>
      <vt:lpstr>Wingdings</vt:lpstr>
      <vt:lpstr>自定义设计方案</vt:lpstr>
      <vt:lpstr>主题1</vt:lpstr>
      <vt:lpstr>1_波形</vt:lpstr>
      <vt:lpstr>4_波形</vt:lpstr>
      <vt:lpstr>2_波形</vt:lpstr>
      <vt:lpstr>3_波形</vt:lpstr>
      <vt:lpstr>PowerPoint 演示文稿</vt:lpstr>
      <vt:lpstr>引言</vt:lpstr>
      <vt:lpstr>引言</vt:lpstr>
      <vt:lpstr>语法分析的种类</vt:lpstr>
      <vt:lpstr>引言</vt:lpstr>
      <vt:lpstr>PowerPoint 演示文稿</vt:lpstr>
      <vt:lpstr>4.1 自顶向下的分析(Top-Down Parsing)</vt:lpstr>
      <vt:lpstr>最左推导(Left-most Derivation)</vt:lpstr>
      <vt:lpstr>最左推导和最右推导的唯一性</vt:lpstr>
      <vt:lpstr>自顶向下的语法分析采用最左推导方式</vt:lpstr>
      <vt:lpstr>例</vt:lpstr>
      <vt:lpstr>自顶向下分析难于处理的问题</vt:lpstr>
      <vt:lpstr>自顶向下分析难于处理的问题</vt:lpstr>
      <vt:lpstr>对上下文无关文法的改造</vt:lpstr>
      <vt:lpstr>提取左公因子算法</vt:lpstr>
      <vt:lpstr>自顶向下分析难于处理的问题</vt:lpstr>
      <vt:lpstr>对上下文无关文法的改造 </vt:lpstr>
      <vt:lpstr>消除直接左递归</vt:lpstr>
      <vt:lpstr>消除直接左递归的一般形式</vt:lpstr>
      <vt:lpstr>消除间接左递归</vt:lpstr>
      <vt:lpstr>消除间接左递归</vt:lpstr>
      <vt:lpstr>消除间接左递归</vt:lpstr>
      <vt:lpstr>消除左递归算法</vt:lpstr>
      <vt:lpstr>课后练习——消除左递归</vt:lpstr>
      <vt:lpstr>自顶向下语法分析的通用形式</vt:lpstr>
      <vt:lpstr>预测分析 (Predictive Parsing)</vt:lpstr>
      <vt:lpstr>PowerPoint 演示文稿</vt:lpstr>
      <vt:lpstr>4.2 预测分析法</vt:lpstr>
      <vt:lpstr>4.2.1 LL(1) 文法</vt:lpstr>
      <vt:lpstr>q_文法: 允许包含空产生式</vt:lpstr>
      <vt:lpstr>非终结符的后继符号集</vt:lpstr>
      <vt:lpstr>产生式的可选集</vt:lpstr>
      <vt:lpstr>串首终结符集</vt:lpstr>
      <vt:lpstr>计算文法符号X的FIRST(X )</vt:lpstr>
      <vt:lpstr>算法——计算文法符号X的FIRST(X )</vt:lpstr>
      <vt:lpstr>计算串X1X2 …Xn的FIRST 集合</vt:lpstr>
      <vt:lpstr>计算串X1X2 …Xn的FIRST 集合</vt:lpstr>
      <vt:lpstr>产生式A→α的可选集</vt:lpstr>
      <vt:lpstr>LL(1)文法</vt:lpstr>
      <vt:lpstr>判断文法是否是LL(1)文法</vt:lpstr>
      <vt:lpstr>计算非终结符A的FOLLOW(A)</vt:lpstr>
      <vt:lpstr>算法——计算非终结符A的FOLLOW(A)</vt:lpstr>
      <vt:lpstr>例：表达式文法各产生式的SELECT 集</vt:lpstr>
      <vt:lpstr>为文法构造预测分析表</vt:lpstr>
      <vt:lpstr>预测分析表的构造算法</vt:lpstr>
      <vt:lpstr>PowerPoint 演示文稿</vt:lpstr>
      <vt:lpstr>LL(1)文法的分析方法</vt:lpstr>
      <vt:lpstr>4.2.2 递归的预测分析法</vt:lpstr>
      <vt:lpstr>例：假设已构建了预测分析表</vt:lpstr>
      <vt:lpstr>例：假设已构建了预测分析表</vt:lpstr>
      <vt:lpstr>例：假设已构建了预测分析表</vt:lpstr>
      <vt:lpstr>例：假设已构建了预测分析表</vt:lpstr>
      <vt:lpstr>例：假设已构建了预测分析表</vt:lpstr>
      <vt:lpstr>例：假设已构建了预测分析表</vt:lpstr>
      <vt:lpstr>例：假设已构建了预测分析表</vt:lpstr>
      <vt:lpstr>4.2.3 非递归的预测分析法</vt:lpstr>
      <vt:lpstr>例: 预测分析器的工作过程</vt:lpstr>
      <vt:lpstr>表驱动的预测分析法</vt:lpstr>
      <vt:lpstr>递归的预测分析法vs.非递归的预测分析法</vt:lpstr>
      <vt:lpstr>二义性文法的预测分析表冲突处理</vt:lpstr>
      <vt:lpstr>二义性文法的预测分析表冲突处理</vt:lpstr>
      <vt:lpstr>预测分析法的实现步骤</vt:lpstr>
      <vt:lpstr>判定LL(1)文法</vt:lpstr>
      <vt:lpstr>课后练习</vt:lpstr>
      <vt:lpstr>4.2.4 预测分析中的错误处理</vt:lpstr>
      <vt:lpstr>预测分析中的错误恢复</vt:lpstr>
      <vt:lpstr>例</vt:lpstr>
      <vt:lpstr>PowerPoint 演示文稿</vt:lpstr>
      <vt:lpstr>小结</vt:lpstr>
      <vt:lpstr>小结</vt:lpstr>
      <vt:lpstr>课程主要内容</vt:lpstr>
      <vt:lpstr>PowerPoint 演示文稿</vt:lpstr>
    </vt:vector>
  </TitlesOfParts>
  <Company>HIT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jsx</dc:creator>
  <cp:lastModifiedBy>思远 何</cp:lastModifiedBy>
  <cp:revision>2801</cp:revision>
  <cp:lastPrinted>2018-09-10T01:52:00Z</cp:lastPrinted>
  <dcterms:created xsi:type="dcterms:W3CDTF">2003-07-09T14:46:00Z</dcterms:created>
  <dcterms:modified xsi:type="dcterms:W3CDTF">2026-04-01T01:21:27Z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y fmtid="{D5CDD505-2E9C-101B-9397-08002B2CF9AE}" pid="3" name="ICV">
    <vt:lpwstr>74EF38D65A48432BA9381F0E21F0CC4A_12</vt:lpwstr>
  </property>
  <property fmtid="{D5CDD505-2E9C-101B-9397-08002B2CF9AE}" pid="4" name="KSOProductBuildVer">
    <vt:lpwstr>2052-12.1.0.25225</vt:lpwstr>
  </property>
</Properties>
</file>